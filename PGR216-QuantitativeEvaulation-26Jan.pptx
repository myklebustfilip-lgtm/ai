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56" r:id="rId2"/>
    <p:sldId id="257" r:id="rId3"/>
    <p:sldId id="259" r:id="rId4"/>
    <p:sldId id="260" r:id="rId5"/>
    <p:sldId id="262" r:id="rId6"/>
    <p:sldId id="263" r:id="rId7"/>
    <p:sldId id="258" r:id="rId8"/>
    <p:sldId id="304" r:id="rId9"/>
    <p:sldId id="264" r:id="rId10"/>
    <p:sldId id="261" r:id="rId11"/>
    <p:sldId id="305" r:id="rId12"/>
    <p:sldId id="306" r:id="rId13"/>
    <p:sldId id="307" r:id="rId14"/>
    <p:sldId id="308" r:id="rId15"/>
    <p:sldId id="310" r:id="rId16"/>
    <p:sldId id="318" r:id="rId17"/>
    <p:sldId id="319" r:id="rId18"/>
    <p:sldId id="320" r:id="rId19"/>
    <p:sldId id="321" r:id="rId20"/>
    <p:sldId id="322" r:id="rId21"/>
    <p:sldId id="309" r:id="rId22"/>
    <p:sldId id="311" r:id="rId23"/>
    <p:sldId id="312" r:id="rId24"/>
    <p:sldId id="315" r:id="rId25"/>
    <p:sldId id="316" r:id="rId26"/>
    <p:sldId id="317" r:id="rId27"/>
    <p:sldId id="303"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9BE028F-6E67-41C8-B9E5-2711C48C82BE}" v="35" dt="2026-01-25T21:16:05.62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8" d="100"/>
          <a:sy n="108" d="100"/>
        </p:scale>
        <p:origin x="120" y="9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ib Ullah" userId="a85b28ef-015c-444f-9a8b-a68f0710c0dd" providerId="ADAL" clId="{4940304A-E260-48BE-BE9A-92BCAD17AB9F}"/>
    <pc:docChg chg="undo custSel addSld delSld modSld sldOrd">
      <pc:chgData name="Mohib Ullah" userId="a85b28ef-015c-444f-9a8b-a68f0710c0dd" providerId="ADAL" clId="{4940304A-E260-48BE-BE9A-92BCAD17AB9F}" dt="2026-01-25T21:17:36.457" v="1469" actId="20577"/>
      <pc:docMkLst>
        <pc:docMk/>
      </pc:docMkLst>
      <pc:sldChg chg="modSp mod">
        <pc:chgData name="Mohib Ullah" userId="a85b28ef-015c-444f-9a8b-a68f0710c0dd" providerId="ADAL" clId="{4940304A-E260-48BE-BE9A-92BCAD17AB9F}" dt="2026-01-25T20:23:20.797" v="108" actId="6549"/>
        <pc:sldMkLst>
          <pc:docMk/>
          <pc:sldMk cId="2520159571" sldId="256"/>
        </pc:sldMkLst>
        <pc:spChg chg="mod">
          <ac:chgData name="Mohib Ullah" userId="a85b28ef-015c-444f-9a8b-a68f0710c0dd" providerId="ADAL" clId="{4940304A-E260-48BE-BE9A-92BCAD17AB9F}" dt="2026-01-25T20:23:20.797" v="108" actId="6549"/>
          <ac:spMkLst>
            <pc:docMk/>
            <pc:sldMk cId="2520159571" sldId="256"/>
            <ac:spMk id="3" creationId="{94639122-7D1D-E243-4EF6-EB644B7262FE}"/>
          </ac:spMkLst>
        </pc:spChg>
      </pc:sldChg>
      <pc:sldChg chg="modSp mod">
        <pc:chgData name="Mohib Ullah" userId="a85b28ef-015c-444f-9a8b-a68f0710c0dd" providerId="ADAL" clId="{4940304A-E260-48BE-BE9A-92BCAD17AB9F}" dt="2026-01-25T20:23:39.605" v="112" actId="20577"/>
        <pc:sldMkLst>
          <pc:docMk/>
          <pc:sldMk cId="541325037" sldId="259"/>
        </pc:sldMkLst>
        <pc:spChg chg="mod">
          <ac:chgData name="Mohib Ullah" userId="a85b28ef-015c-444f-9a8b-a68f0710c0dd" providerId="ADAL" clId="{4940304A-E260-48BE-BE9A-92BCAD17AB9F}" dt="2026-01-25T20:23:39.605" v="112" actId="20577"/>
          <ac:spMkLst>
            <pc:docMk/>
            <pc:sldMk cId="541325037" sldId="259"/>
            <ac:spMk id="4" creationId="{DEB212AF-EE19-2FF9-1EF9-2F133CFD1473}"/>
          </ac:spMkLst>
        </pc:spChg>
      </pc:sldChg>
      <pc:sldChg chg="modSp mod">
        <pc:chgData name="Mohib Ullah" userId="a85b28ef-015c-444f-9a8b-a68f0710c0dd" providerId="ADAL" clId="{4940304A-E260-48BE-BE9A-92BCAD17AB9F}" dt="2026-01-25T20:27:34.564" v="319" actId="20577"/>
        <pc:sldMkLst>
          <pc:docMk/>
          <pc:sldMk cId="356115664" sldId="263"/>
        </pc:sldMkLst>
        <pc:spChg chg="mod">
          <ac:chgData name="Mohib Ullah" userId="a85b28ef-015c-444f-9a8b-a68f0710c0dd" providerId="ADAL" clId="{4940304A-E260-48BE-BE9A-92BCAD17AB9F}" dt="2026-01-25T20:26:04.292" v="154" actId="20577"/>
          <ac:spMkLst>
            <pc:docMk/>
            <pc:sldMk cId="356115664" sldId="263"/>
            <ac:spMk id="4" creationId="{FDEBDA2C-47F0-C13B-87DE-03175A284B53}"/>
          </ac:spMkLst>
        </pc:spChg>
        <pc:spChg chg="mod">
          <ac:chgData name="Mohib Ullah" userId="a85b28ef-015c-444f-9a8b-a68f0710c0dd" providerId="ADAL" clId="{4940304A-E260-48BE-BE9A-92BCAD17AB9F}" dt="2026-01-25T20:27:34.564" v="319" actId="20577"/>
          <ac:spMkLst>
            <pc:docMk/>
            <pc:sldMk cId="356115664" sldId="263"/>
            <ac:spMk id="5" creationId="{723C5ADB-8086-0876-65F1-5B7CF2FEB120}"/>
          </ac:spMkLst>
        </pc:spChg>
      </pc:sldChg>
      <pc:sldChg chg="addSp modSp new mod">
        <pc:chgData name="Mohib Ullah" userId="a85b28ef-015c-444f-9a8b-a68f0710c0dd" providerId="ADAL" clId="{4940304A-E260-48BE-BE9A-92BCAD17AB9F}" dt="2026-01-25T20:24:34.128" v="119" actId="13900"/>
        <pc:sldMkLst>
          <pc:docMk/>
          <pc:sldMk cId="1410736110" sldId="304"/>
        </pc:sldMkLst>
        <pc:spChg chg="mod">
          <ac:chgData name="Mohib Ullah" userId="a85b28ef-015c-444f-9a8b-a68f0710c0dd" providerId="ADAL" clId="{4940304A-E260-48BE-BE9A-92BCAD17AB9F}" dt="2026-01-22T07:10:46.460" v="55" actId="20577"/>
          <ac:spMkLst>
            <pc:docMk/>
            <pc:sldMk cId="1410736110" sldId="304"/>
            <ac:spMk id="2" creationId="{B16416FF-1CC6-B60E-01D9-346CBED2066F}"/>
          </ac:spMkLst>
        </pc:spChg>
        <pc:spChg chg="mod">
          <ac:chgData name="Mohib Ullah" userId="a85b28ef-015c-444f-9a8b-a68f0710c0dd" providerId="ADAL" clId="{4940304A-E260-48BE-BE9A-92BCAD17AB9F}" dt="2026-01-25T20:24:34.128" v="119" actId="13900"/>
          <ac:spMkLst>
            <pc:docMk/>
            <pc:sldMk cId="1410736110" sldId="304"/>
            <ac:spMk id="3" creationId="{773DCBB1-ED70-20CD-BE09-F002D08BEF0D}"/>
          </ac:spMkLst>
        </pc:spChg>
        <pc:picChg chg="add mod">
          <ac:chgData name="Mohib Ullah" userId="a85b28ef-015c-444f-9a8b-a68f0710c0dd" providerId="ADAL" clId="{4940304A-E260-48BE-BE9A-92BCAD17AB9F}" dt="2026-01-22T07:13:00.605" v="67" actId="1076"/>
          <ac:picMkLst>
            <pc:docMk/>
            <pc:sldMk cId="1410736110" sldId="304"/>
            <ac:picMk id="1026" creationId="{161AB70E-64C5-7A87-FA86-87E04110972E}"/>
          </ac:picMkLst>
        </pc:picChg>
      </pc:sldChg>
      <pc:sldChg chg="modSp new mod">
        <pc:chgData name="Mohib Ullah" userId="a85b28ef-015c-444f-9a8b-a68f0710c0dd" providerId="ADAL" clId="{4940304A-E260-48BE-BE9A-92BCAD17AB9F}" dt="2026-01-25T20:39:34.694" v="508" actId="6549"/>
        <pc:sldMkLst>
          <pc:docMk/>
          <pc:sldMk cId="1641499803" sldId="305"/>
        </pc:sldMkLst>
        <pc:spChg chg="mod">
          <ac:chgData name="Mohib Ullah" userId="a85b28ef-015c-444f-9a8b-a68f0710c0dd" providerId="ADAL" clId="{4940304A-E260-48BE-BE9A-92BCAD17AB9F}" dt="2026-01-25T20:38:17.278" v="333" actId="20577"/>
          <ac:spMkLst>
            <pc:docMk/>
            <pc:sldMk cId="1641499803" sldId="305"/>
            <ac:spMk id="2" creationId="{F5E8F584-C693-ECE8-1B7E-3D8AF5DF2362}"/>
          </ac:spMkLst>
        </pc:spChg>
        <pc:spChg chg="mod">
          <ac:chgData name="Mohib Ullah" userId="a85b28ef-015c-444f-9a8b-a68f0710c0dd" providerId="ADAL" clId="{4940304A-E260-48BE-BE9A-92BCAD17AB9F}" dt="2026-01-25T20:39:34.694" v="508" actId="6549"/>
          <ac:spMkLst>
            <pc:docMk/>
            <pc:sldMk cId="1641499803" sldId="305"/>
            <ac:spMk id="3" creationId="{7CF63069-A6DF-1610-5C71-08BE3CE18F78}"/>
          </ac:spMkLst>
        </pc:spChg>
      </pc:sldChg>
      <pc:sldChg chg="addSp delSp modSp new mod">
        <pc:chgData name="Mohib Ullah" userId="a85b28ef-015c-444f-9a8b-a68f0710c0dd" providerId="ADAL" clId="{4940304A-E260-48BE-BE9A-92BCAD17AB9F}" dt="2026-01-25T20:48:30.625" v="707" actId="6549"/>
        <pc:sldMkLst>
          <pc:docMk/>
          <pc:sldMk cId="43712915" sldId="306"/>
        </pc:sldMkLst>
        <pc:spChg chg="mod">
          <ac:chgData name="Mohib Ullah" userId="a85b28ef-015c-444f-9a8b-a68f0710c0dd" providerId="ADAL" clId="{4940304A-E260-48BE-BE9A-92BCAD17AB9F}" dt="2026-01-25T20:39:46.130" v="518" actId="20577"/>
          <ac:spMkLst>
            <pc:docMk/>
            <pc:sldMk cId="43712915" sldId="306"/>
            <ac:spMk id="2" creationId="{2CC03BD2-874E-4699-17A7-84676A88BBE8}"/>
          </ac:spMkLst>
        </pc:spChg>
        <pc:spChg chg="add del mod">
          <ac:chgData name="Mohib Ullah" userId="a85b28ef-015c-444f-9a8b-a68f0710c0dd" providerId="ADAL" clId="{4940304A-E260-48BE-BE9A-92BCAD17AB9F}" dt="2026-01-25T20:48:30.625" v="707" actId="6549"/>
          <ac:spMkLst>
            <pc:docMk/>
            <pc:sldMk cId="43712915" sldId="306"/>
            <ac:spMk id="3" creationId="{D94F3074-CE6B-63C9-2A3C-C594EE0455A6}"/>
          </ac:spMkLst>
        </pc:spChg>
        <pc:graphicFrameChg chg="add mod">
          <ac:chgData name="Mohib Ullah" userId="a85b28ef-015c-444f-9a8b-a68f0710c0dd" providerId="ADAL" clId="{4940304A-E260-48BE-BE9A-92BCAD17AB9F}" dt="2026-01-25T20:39:57.373" v="520"/>
          <ac:graphicFrameMkLst>
            <pc:docMk/>
            <pc:sldMk cId="43712915" sldId="306"/>
            <ac:graphicFrameMk id="4" creationId="{CA148D23-E956-7BD8-B546-55018B41D205}"/>
          </ac:graphicFrameMkLst>
        </pc:graphicFrameChg>
      </pc:sldChg>
      <pc:sldChg chg="modSp new mod">
        <pc:chgData name="Mohib Ullah" userId="a85b28ef-015c-444f-9a8b-a68f0710c0dd" providerId="ADAL" clId="{4940304A-E260-48BE-BE9A-92BCAD17AB9F}" dt="2026-01-25T20:49:07.252" v="773" actId="20577"/>
        <pc:sldMkLst>
          <pc:docMk/>
          <pc:sldMk cId="3827147059" sldId="307"/>
        </pc:sldMkLst>
        <pc:spChg chg="mod">
          <ac:chgData name="Mohib Ullah" userId="a85b28ef-015c-444f-9a8b-a68f0710c0dd" providerId="ADAL" clId="{4940304A-E260-48BE-BE9A-92BCAD17AB9F}" dt="2026-01-25T20:41:45.977" v="620" actId="20577"/>
          <ac:spMkLst>
            <pc:docMk/>
            <pc:sldMk cId="3827147059" sldId="307"/>
            <ac:spMk id="2" creationId="{325B5226-5B5D-DCF1-6630-3DC77496DABD}"/>
          </ac:spMkLst>
        </pc:spChg>
        <pc:spChg chg="mod">
          <ac:chgData name="Mohib Ullah" userId="a85b28ef-015c-444f-9a8b-a68f0710c0dd" providerId="ADAL" clId="{4940304A-E260-48BE-BE9A-92BCAD17AB9F}" dt="2026-01-25T20:49:07.252" v="773" actId="20577"/>
          <ac:spMkLst>
            <pc:docMk/>
            <pc:sldMk cId="3827147059" sldId="307"/>
            <ac:spMk id="3" creationId="{CDC9BACE-3B01-4B3B-125B-208FACAD0990}"/>
          </ac:spMkLst>
        </pc:spChg>
      </pc:sldChg>
      <pc:sldChg chg="modSp new mod">
        <pc:chgData name="Mohib Ullah" userId="a85b28ef-015c-444f-9a8b-a68f0710c0dd" providerId="ADAL" clId="{4940304A-E260-48BE-BE9A-92BCAD17AB9F}" dt="2026-01-25T20:52:46.875" v="961" actId="6549"/>
        <pc:sldMkLst>
          <pc:docMk/>
          <pc:sldMk cId="3524912400" sldId="308"/>
        </pc:sldMkLst>
        <pc:spChg chg="mod">
          <ac:chgData name="Mohib Ullah" userId="a85b28ef-015c-444f-9a8b-a68f0710c0dd" providerId="ADAL" clId="{4940304A-E260-48BE-BE9A-92BCAD17AB9F}" dt="2026-01-25T20:41:55.748" v="629" actId="20577"/>
          <ac:spMkLst>
            <pc:docMk/>
            <pc:sldMk cId="3524912400" sldId="308"/>
            <ac:spMk id="2" creationId="{40F68AB3-6E2D-3DDE-8579-BAC416715C3A}"/>
          </ac:spMkLst>
        </pc:spChg>
        <pc:spChg chg="mod">
          <ac:chgData name="Mohib Ullah" userId="a85b28ef-015c-444f-9a8b-a68f0710c0dd" providerId="ADAL" clId="{4940304A-E260-48BE-BE9A-92BCAD17AB9F}" dt="2026-01-25T20:52:46.875" v="961" actId="6549"/>
          <ac:spMkLst>
            <pc:docMk/>
            <pc:sldMk cId="3524912400" sldId="308"/>
            <ac:spMk id="3" creationId="{5B8C61C9-6647-C524-B229-468462FA6845}"/>
          </ac:spMkLst>
        </pc:spChg>
      </pc:sldChg>
      <pc:sldChg chg="addSp delSp modSp new mod">
        <pc:chgData name="Mohib Ullah" userId="a85b28ef-015c-444f-9a8b-a68f0710c0dd" providerId="ADAL" clId="{4940304A-E260-48BE-BE9A-92BCAD17AB9F}" dt="2026-01-25T20:59:50.902" v="1049" actId="20577"/>
        <pc:sldMkLst>
          <pc:docMk/>
          <pc:sldMk cId="1233928650" sldId="309"/>
        </pc:sldMkLst>
        <pc:spChg chg="mod">
          <ac:chgData name="Mohib Ullah" userId="a85b28ef-015c-444f-9a8b-a68f0710c0dd" providerId="ADAL" clId="{4940304A-E260-48BE-BE9A-92BCAD17AB9F}" dt="2026-01-25T20:57:34.323" v="1020" actId="20577"/>
          <ac:spMkLst>
            <pc:docMk/>
            <pc:sldMk cId="1233928650" sldId="309"/>
            <ac:spMk id="2" creationId="{1BB42DE3-0259-C48B-0D42-F0F952A0436D}"/>
          </ac:spMkLst>
        </pc:spChg>
        <pc:spChg chg="add del">
          <ac:chgData name="Mohib Ullah" userId="a85b28ef-015c-444f-9a8b-a68f0710c0dd" providerId="ADAL" clId="{4940304A-E260-48BE-BE9A-92BCAD17AB9F}" dt="2026-01-25T20:58:06.714" v="1021"/>
          <ac:spMkLst>
            <pc:docMk/>
            <pc:sldMk cId="1233928650" sldId="309"/>
            <ac:spMk id="3" creationId="{F6603002-EBFF-8568-EC58-0244C9C16DF2}"/>
          </ac:spMkLst>
        </pc:spChg>
        <pc:spChg chg="add mod">
          <ac:chgData name="Mohib Ullah" userId="a85b28ef-015c-444f-9a8b-a68f0710c0dd" providerId="ADAL" clId="{4940304A-E260-48BE-BE9A-92BCAD17AB9F}" dt="2026-01-25T20:59:50.902" v="1049" actId="20577"/>
          <ac:spMkLst>
            <pc:docMk/>
            <pc:sldMk cId="1233928650" sldId="309"/>
            <ac:spMk id="5" creationId="{877ABCBC-86CB-6EBA-4FC2-A5735FCD0E7E}"/>
          </ac:spMkLst>
        </pc:spChg>
        <pc:graphicFrameChg chg="add mod">
          <ac:chgData name="Mohib Ullah" userId="a85b28ef-015c-444f-9a8b-a68f0710c0dd" providerId="ADAL" clId="{4940304A-E260-48BE-BE9A-92BCAD17AB9F}" dt="2026-01-25T20:57:20.374" v="984"/>
          <ac:graphicFrameMkLst>
            <pc:docMk/>
            <pc:sldMk cId="1233928650" sldId="309"/>
            <ac:graphicFrameMk id="4" creationId="{44579596-F8E8-289F-7D7A-B0F38518FAEC}"/>
          </ac:graphicFrameMkLst>
        </pc:graphicFrameChg>
      </pc:sldChg>
      <pc:sldChg chg="modSp new mod">
        <pc:chgData name="Mohib Ullah" userId="a85b28ef-015c-444f-9a8b-a68f0710c0dd" providerId="ADAL" clId="{4940304A-E260-48BE-BE9A-92BCAD17AB9F}" dt="2026-01-25T20:54:54.530" v="982" actId="20577"/>
        <pc:sldMkLst>
          <pc:docMk/>
          <pc:sldMk cId="1311718300" sldId="310"/>
        </pc:sldMkLst>
        <pc:spChg chg="mod">
          <ac:chgData name="Mohib Ullah" userId="a85b28ef-015c-444f-9a8b-a68f0710c0dd" providerId="ADAL" clId="{4940304A-E260-48BE-BE9A-92BCAD17AB9F}" dt="2026-01-25T20:54:38.075" v="978" actId="20577"/>
          <ac:spMkLst>
            <pc:docMk/>
            <pc:sldMk cId="1311718300" sldId="310"/>
            <ac:spMk id="2" creationId="{26700CB5-8CF6-B779-4CDF-411879A86C5E}"/>
          </ac:spMkLst>
        </pc:spChg>
        <pc:spChg chg="mod">
          <ac:chgData name="Mohib Ullah" userId="a85b28ef-015c-444f-9a8b-a68f0710c0dd" providerId="ADAL" clId="{4940304A-E260-48BE-BE9A-92BCAD17AB9F}" dt="2026-01-25T20:54:54.530" v="982" actId="20577"/>
          <ac:spMkLst>
            <pc:docMk/>
            <pc:sldMk cId="1311718300" sldId="310"/>
            <ac:spMk id="3" creationId="{B918F6CD-151A-528F-F47F-EB430C5A532F}"/>
          </ac:spMkLst>
        </pc:spChg>
      </pc:sldChg>
      <pc:sldChg chg="modSp new mod">
        <pc:chgData name="Mohib Ullah" userId="a85b28ef-015c-444f-9a8b-a68f0710c0dd" providerId="ADAL" clId="{4940304A-E260-48BE-BE9A-92BCAD17AB9F}" dt="2026-01-25T21:00:17.386" v="1063" actId="15"/>
        <pc:sldMkLst>
          <pc:docMk/>
          <pc:sldMk cId="569352052" sldId="311"/>
        </pc:sldMkLst>
        <pc:spChg chg="mod">
          <ac:chgData name="Mohib Ullah" userId="a85b28ef-015c-444f-9a8b-a68f0710c0dd" providerId="ADAL" clId="{4940304A-E260-48BE-BE9A-92BCAD17AB9F}" dt="2026-01-25T20:59:58.663" v="1050"/>
          <ac:spMkLst>
            <pc:docMk/>
            <pc:sldMk cId="569352052" sldId="311"/>
            <ac:spMk id="2" creationId="{A8928B16-C2AC-E1B0-C42B-4FF9DC0D1E43}"/>
          </ac:spMkLst>
        </pc:spChg>
        <pc:spChg chg="mod">
          <ac:chgData name="Mohib Ullah" userId="a85b28ef-015c-444f-9a8b-a68f0710c0dd" providerId="ADAL" clId="{4940304A-E260-48BE-BE9A-92BCAD17AB9F}" dt="2026-01-25T21:00:17.386" v="1063" actId="15"/>
          <ac:spMkLst>
            <pc:docMk/>
            <pc:sldMk cId="569352052" sldId="311"/>
            <ac:spMk id="3" creationId="{CCB22561-B273-230D-3EE7-7C78DAB8399E}"/>
          </ac:spMkLst>
        </pc:spChg>
      </pc:sldChg>
      <pc:sldChg chg="addSp delSp modSp new mod">
        <pc:chgData name="Mohib Ullah" userId="a85b28ef-015c-444f-9a8b-a68f0710c0dd" providerId="ADAL" clId="{4940304A-E260-48BE-BE9A-92BCAD17AB9F}" dt="2026-01-25T21:03:13.876" v="1112" actId="1036"/>
        <pc:sldMkLst>
          <pc:docMk/>
          <pc:sldMk cId="666931286" sldId="312"/>
        </pc:sldMkLst>
        <pc:spChg chg="mod">
          <ac:chgData name="Mohib Ullah" userId="a85b28ef-015c-444f-9a8b-a68f0710c0dd" providerId="ADAL" clId="{4940304A-E260-48BE-BE9A-92BCAD17AB9F}" dt="2026-01-25T21:03:08.586" v="1091" actId="27636"/>
          <ac:spMkLst>
            <pc:docMk/>
            <pc:sldMk cId="666931286" sldId="312"/>
            <ac:spMk id="2" creationId="{1A650FEA-946D-6D36-1E7D-B516DD35A8C4}"/>
          </ac:spMkLst>
        </pc:spChg>
        <pc:spChg chg="add del mod">
          <ac:chgData name="Mohib Ullah" userId="a85b28ef-015c-444f-9a8b-a68f0710c0dd" providerId="ADAL" clId="{4940304A-E260-48BE-BE9A-92BCAD17AB9F}" dt="2026-01-25T21:03:13.876" v="1112" actId="1036"/>
          <ac:spMkLst>
            <pc:docMk/>
            <pc:sldMk cId="666931286" sldId="312"/>
            <ac:spMk id="3" creationId="{71413CF6-B317-8D71-9AE6-64B4D908C4F9}"/>
          </ac:spMkLst>
        </pc:spChg>
        <pc:spChg chg="add mod">
          <ac:chgData name="Mohib Ullah" userId="a85b28ef-015c-444f-9a8b-a68f0710c0dd" providerId="ADAL" clId="{4940304A-E260-48BE-BE9A-92BCAD17AB9F}" dt="2026-01-25T21:01:24.197" v="1068"/>
          <ac:spMkLst>
            <pc:docMk/>
            <pc:sldMk cId="666931286" sldId="312"/>
            <ac:spMk id="4" creationId="{FB3BC678-EA77-E54A-6D7F-8296BAE5B31D}"/>
          </ac:spMkLst>
        </pc:spChg>
      </pc:sldChg>
      <pc:sldChg chg="new del">
        <pc:chgData name="Mohib Ullah" userId="a85b28ef-015c-444f-9a8b-a68f0710c0dd" providerId="ADAL" clId="{4940304A-E260-48BE-BE9A-92BCAD17AB9F}" dt="2026-01-25T21:03:16.833" v="1113" actId="47"/>
        <pc:sldMkLst>
          <pc:docMk/>
          <pc:sldMk cId="320229803" sldId="313"/>
        </pc:sldMkLst>
      </pc:sldChg>
      <pc:sldChg chg="new del">
        <pc:chgData name="Mohib Ullah" userId="a85b28ef-015c-444f-9a8b-a68f0710c0dd" providerId="ADAL" clId="{4940304A-E260-48BE-BE9A-92BCAD17AB9F}" dt="2026-01-25T21:03:16.833" v="1113" actId="47"/>
        <pc:sldMkLst>
          <pc:docMk/>
          <pc:sldMk cId="1734501871" sldId="314"/>
        </pc:sldMkLst>
      </pc:sldChg>
      <pc:sldChg chg="addSp delSp modSp new mod">
        <pc:chgData name="Mohib Ullah" userId="a85b28ef-015c-444f-9a8b-a68f0710c0dd" providerId="ADAL" clId="{4940304A-E260-48BE-BE9A-92BCAD17AB9F}" dt="2026-01-25T21:02:31.492" v="1089" actId="1076"/>
        <pc:sldMkLst>
          <pc:docMk/>
          <pc:sldMk cId="2992545525" sldId="315"/>
        </pc:sldMkLst>
        <pc:spChg chg="del">
          <ac:chgData name="Mohib Ullah" userId="a85b28ef-015c-444f-9a8b-a68f0710c0dd" providerId="ADAL" clId="{4940304A-E260-48BE-BE9A-92BCAD17AB9F}" dt="2026-01-25T21:02:22.860" v="1085" actId="478"/>
          <ac:spMkLst>
            <pc:docMk/>
            <pc:sldMk cId="2992545525" sldId="315"/>
            <ac:spMk id="2" creationId="{E2E8FC2A-B110-D441-96F4-0C9B933144F0}"/>
          </ac:spMkLst>
        </pc:spChg>
        <pc:spChg chg="del">
          <ac:chgData name="Mohib Ullah" userId="a85b28ef-015c-444f-9a8b-a68f0710c0dd" providerId="ADAL" clId="{4940304A-E260-48BE-BE9A-92BCAD17AB9F}" dt="2026-01-25T21:02:21.505" v="1084" actId="478"/>
          <ac:spMkLst>
            <pc:docMk/>
            <pc:sldMk cId="2992545525" sldId="315"/>
            <ac:spMk id="3" creationId="{5822D6C2-16D2-1B09-6690-0FA7BED60325}"/>
          </ac:spMkLst>
        </pc:spChg>
        <pc:picChg chg="add mod">
          <ac:chgData name="Mohib Ullah" userId="a85b28ef-015c-444f-9a8b-a68f0710c0dd" providerId="ADAL" clId="{4940304A-E260-48BE-BE9A-92BCAD17AB9F}" dt="2026-01-25T21:02:31.492" v="1089" actId="1076"/>
          <ac:picMkLst>
            <pc:docMk/>
            <pc:sldMk cId="2992545525" sldId="315"/>
            <ac:picMk id="5" creationId="{5E98FA9E-6881-3492-291B-AE5CC457C99A}"/>
          </ac:picMkLst>
        </pc:picChg>
      </pc:sldChg>
      <pc:sldChg chg="modSp new mod">
        <pc:chgData name="Mohib Ullah" userId="a85b28ef-015c-444f-9a8b-a68f0710c0dd" providerId="ADAL" clId="{4940304A-E260-48BE-BE9A-92BCAD17AB9F}" dt="2026-01-25T21:05:07.413" v="1142" actId="27636"/>
        <pc:sldMkLst>
          <pc:docMk/>
          <pc:sldMk cId="3220507780" sldId="316"/>
        </pc:sldMkLst>
        <pc:spChg chg="mod">
          <ac:chgData name="Mohib Ullah" userId="a85b28ef-015c-444f-9a8b-a68f0710c0dd" providerId="ADAL" clId="{4940304A-E260-48BE-BE9A-92BCAD17AB9F}" dt="2026-01-25T21:04:42.162" v="1119" actId="21"/>
          <ac:spMkLst>
            <pc:docMk/>
            <pc:sldMk cId="3220507780" sldId="316"/>
            <ac:spMk id="2" creationId="{4E25708F-1A9B-754D-5F62-8EA0C6B056E6}"/>
          </ac:spMkLst>
        </pc:spChg>
        <pc:spChg chg="mod">
          <ac:chgData name="Mohib Ullah" userId="a85b28ef-015c-444f-9a8b-a68f0710c0dd" providerId="ADAL" clId="{4940304A-E260-48BE-BE9A-92BCAD17AB9F}" dt="2026-01-25T21:05:07.413" v="1142" actId="27636"/>
          <ac:spMkLst>
            <pc:docMk/>
            <pc:sldMk cId="3220507780" sldId="316"/>
            <ac:spMk id="3" creationId="{7D9A72A1-CDFA-A9B2-2BEB-99DF6F900966}"/>
          </ac:spMkLst>
        </pc:spChg>
      </pc:sldChg>
      <pc:sldChg chg="addSp delSp modSp new mod">
        <pc:chgData name="Mohib Ullah" userId="a85b28ef-015c-444f-9a8b-a68f0710c0dd" providerId="ADAL" clId="{4940304A-E260-48BE-BE9A-92BCAD17AB9F}" dt="2026-01-25T21:06:14.993" v="1180" actId="1076"/>
        <pc:sldMkLst>
          <pc:docMk/>
          <pc:sldMk cId="3323648511" sldId="317"/>
        </pc:sldMkLst>
        <pc:spChg chg="mod">
          <ac:chgData name="Mohib Ullah" userId="a85b28ef-015c-444f-9a8b-a68f0710c0dd" providerId="ADAL" clId="{4940304A-E260-48BE-BE9A-92BCAD17AB9F}" dt="2026-01-25T21:05:37.060" v="1176" actId="20577"/>
          <ac:spMkLst>
            <pc:docMk/>
            <pc:sldMk cId="3323648511" sldId="317"/>
            <ac:spMk id="2" creationId="{C664C7A7-84C1-9C89-4799-829DFD466C8C}"/>
          </ac:spMkLst>
        </pc:spChg>
        <pc:spChg chg="add del">
          <ac:chgData name="Mohib Ullah" userId="a85b28ef-015c-444f-9a8b-a68f0710c0dd" providerId="ADAL" clId="{4940304A-E260-48BE-BE9A-92BCAD17AB9F}" dt="2026-01-25T21:06:09.328" v="1177" actId="22"/>
          <ac:spMkLst>
            <pc:docMk/>
            <pc:sldMk cId="3323648511" sldId="317"/>
            <ac:spMk id="3" creationId="{7BC3EC33-7616-97D0-80F6-8A59DAE49C04}"/>
          </ac:spMkLst>
        </pc:spChg>
        <pc:graphicFrameChg chg="add mod">
          <ac:chgData name="Mohib Ullah" userId="a85b28ef-015c-444f-9a8b-a68f0710c0dd" providerId="ADAL" clId="{4940304A-E260-48BE-BE9A-92BCAD17AB9F}" dt="2026-01-25T21:05:29.925" v="1145"/>
          <ac:graphicFrameMkLst>
            <pc:docMk/>
            <pc:sldMk cId="3323648511" sldId="317"/>
            <ac:graphicFrameMk id="4" creationId="{C7A2CCD5-3B74-7EEB-B565-EEC87A12D749}"/>
          </ac:graphicFrameMkLst>
        </pc:graphicFrameChg>
        <pc:picChg chg="add mod ord">
          <ac:chgData name="Mohib Ullah" userId="a85b28ef-015c-444f-9a8b-a68f0710c0dd" providerId="ADAL" clId="{4940304A-E260-48BE-BE9A-92BCAD17AB9F}" dt="2026-01-25T21:06:14.993" v="1180" actId="1076"/>
          <ac:picMkLst>
            <pc:docMk/>
            <pc:sldMk cId="3323648511" sldId="317"/>
            <ac:picMk id="6" creationId="{A4595396-CB1C-C89F-134E-F5F4C5923AF5}"/>
          </ac:picMkLst>
        </pc:picChg>
      </pc:sldChg>
      <pc:sldChg chg="modSp new mod ord">
        <pc:chgData name="Mohib Ullah" userId="a85b28ef-015c-444f-9a8b-a68f0710c0dd" providerId="ADAL" clId="{4940304A-E260-48BE-BE9A-92BCAD17AB9F}" dt="2026-01-25T21:13:01.652" v="1204" actId="20577"/>
        <pc:sldMkLst>
          <pc:docMk/>
          <pc:sldMk cId="1222618722" sldId="318"/>
        </pc:sldMkLst>
        <pc:spChg chg="mod">
          <ac:chgData name="Mohib Ullah" userId="a85b28ef-015c-444f-9a8b-a68f0710c0dd" providerId="ADAL" clId="{4940304A-E260-48BE-BE9A-92BCAD17AB9F}" dt="2026-01-25T21:12:10.022" v="1185" actId="27636"/>
          <ac:spMkLst>
            <pc:docMk/>
            <pc:sldMk cId="1222618722" sldId="318"/>
            <ac:spMk id="2" creationId="{A6095B33-45E5-25B4-FC07-32427328131B}"/>
          </ac:spMkLst>
        </pc:spChg>
        <pc:spChg chg="mod">
          <ac:chgData name="Mohib Ullah" userId="a85b28ef-015c-444f-9a8b-a68f0710c0dd" providerId="ADAL" clId="{4940304A-E260-48BE-BE9A-92BCAD17AB9F}" dt="2026-01-25T21:13:01.652" v="1204" actId="20577"/>
          <ac:spMkLst>
            <pc:docMk/>
            <pc:sldMk cId="1222618722" sldId="318"/>
            <ac:spMk id="3" creationId="{2D0BB17E-47E1-1EDD-1C29-632B29A5EC37}"/>
          </ac:spMkLst>
        </pc:spChg>
      </pc:sldChg>
      <pc:sldChg chg="modSp new mod">
        <pc:chgData name="Mohib Ullah" userId="a85b28ef-015c-444f-9a8b-a68f0710c0dd" providerId="ADAL" clId="{4940304A-E260-48BE-BE9A-92BCAD17AB9F}" dt="2026-01-25T21:13:31.930" v="1222" actId="20577"/>
        <pc:sldMkLst>
          <pc:docMk/>
          <pc:sldMk cId="3484900403" sldId="319"/>
        </pc:sldMkLst>
        <pc:spChg chg="mod">
          <ac:chgData name="Mohib Ullah" userId="a85b28ef-015c-444f-9a8b-a68f0710c0dd" providerId="ADAL" clId="{4940304A-E260-48BE-BE9A-92BCAD17AB9F}" dt="2026-01-25T21:13:14.642" v="1214" actId="20577"/>
          <ac:spMkLst>
            <pc:docMk/>
            <pc:sldMk cId="3484900403" sldId="319"/>
            <ac:spMk id="2" creationId="{9CA96CD0-A6F3-AC93-1E75-3CD4BC478EC4}"/>
          </ac:spMkLst>
        </pc:spChg>
        <pc:spChg chg="mod">
          <ac:chgData name="Mohib Ullah" userId="a85b28ef-015c-444f-9a8b-a68f0710c0dd" providerId="ADAL" clId="{4940304A-E260-48BE-BE9A-92BCAD17AB9F}" dt="2026-01-25T21:13:31.930" v="1222" actId="20577"/>
          <ac:spMkLst>
            <pc:docMk/>
            <pc:sldMk cId="3484900403" sldId="319"/>
            <ac:spMk id="3" creationId="{61AFDAEE-9D23-7E66-7E49-07816C65DD0D}"/>
          </ac:spMkLst>
        </pc:spChg>
      </pc:sldChg>
      <pc:sldChg chg="modSp new mod">
        <pc:chgData name="Mohib Ullah" userId="a85b28ef-015c-444f-9a8b-a68f0710c0dd" providerId="ADAL" clId="{4940304A-E260-48BE-BE9A-92BCAD17AB9F}" dt="2026-01-25T21:14:33.010" v="1237" actId="20577"/>
        <pc:sldMkLst>
          <pc:docMk/>
          <pc:sldMk cId="365579541" sldId="320"/>
        </pc:sldMkLst>
        <pc:spChg chg="mod">
          <ac:chgData name="Mohib Ullah" userId="a85b28ef-015c-444f-9a8b-a68f0710c0dd" providerId="ADAL" clId="{4940304A-E260-48BE-BE9A-92BCAD17AB9F}" dt="2026-01-25T21:13:55.851" v="1225" actId="20577"/>
          <ac:spMkLst>
            <pc:docMk/>
            <pc:sldMk cId="365579541" sldId="320"/>
            <ac:spMk id="2" creationId="{35D1AF58-BFD1-A810-FA0D-ED7AF30278EA}"/>
          </ac:spMkLst>
        </pc:spChg>
        <pc:spChg chg="mod">
          <ac:chgData name="Mohib Ullah" userId="a85b28ef-015c-444f-9a8b-a68f0710c0dd" providerId="ADAL" clId="{4940304A-E260-48BE-BE9A-92BCAD17AB9F}" dt="2026-01-25T21:14:33.010" v="1237" actId="20577"/>
          <ac:spMkLst>
            <pc:docMk/>
            <pc:sldMk cId="365579541" sldId="320"/>
            <ac:spMk id="3" creationId="{CAD0F4D1-0093-8F6C-0926-C4076C34DFBC}"/>
          </ac:spMkLst>
        </pc:spChg>
      </pc:sldChg>
      <pc:sldChg chg="modSp new mod">
        <pc:chgData name="Mohib Ullah" userId="a85b28ef-015c-444f-9a8b-a68f0710c0dd" providerId="ADAL" clId="{4940304A-E260-48BE-BE9A-92BCAD17AB9F}" dt="2026-01-25T21:15:34.180" v="1244" actId="20577"/>
        <pc:sldMkLst>
          <pc:docMk/>
          <pc:sldMk cId="3582418044" sldId="321"/>
        </pc:sldMkLst>
        <pc:spChg chg="mod">
          <ac:chgData name="Mohib Ullah" userId="a85b28ef-015c-444f-9a8b-a68f0710c0dd" providerId="ADAL" clId="{4940304A-E260-48BE-BE9A-92BCAD17AB9F}" dt="2026-01-25T21:15:18.366" v="1240" actId="20577"/>
          <ac:spMkLst>
            <pc:docMk/>
            <pc:sldMk cId="3582418044" sldId="321"/>
            <ac:spMk id="2" creationId="{D3CF805B-DB71-41C5-E669-B325E27F6C99}"/>
          </ac:spMkLst>
        </pc:spChg>
        <pc:spChg chg="mod">
          <ac:chgData name="Mohib Ullah" userId="a85b28ef-015c-444f-9a8b-a68f0710c0dd" providerId="ADAL" clId="{4940304A-E260-48BE-BE9A-92BCAD17AB9F}" dt="2026-01-25T21:15:34.180" v="1244" actId="20577"/>
          <ac:spMkLst>
            <pc:docMk/>
            <pc:sldMk cId="3582418044" sldId="321"/>
            <ac:spMk id="3" creationId="{2AC98221-F9D6-84D4-0A3A-18B72CB8FD47}"/>
          </ac:spMkLst>
        </pc:spChg>
      </pc:sldChg>
      <pc:sldChg chg="modSp new mod">
        <pc:chgData name="Mohib Ullah" userId="a85b28ef-015c-444f-9a8b-a68f0710c0dd" providerId="ADAL" clId="{4940304A-E260-48BE-BE9A-92BCAD17AB9F}" dt="2026-01-25T21:17:36.457" v="1469" actId="20577"/>
        <pc:sldMkLst>
          <pc:docMk/>
          <pc:sldMk cId="4046809552" sldId="322"/>
        </pc:sldMkLst>
        <pc:spChg chg="mod">
          <ac:chgData name="Mohib Ullah" userId="a85b28ef-015c-444f-9a8b-a68f0710c0dd" providerId="ADAL" clId="{4940304A-E260-48BE-BE9A-92BCAD17AB9F}" dt="2026-01-25T21:15:56.856" v="1262" actId="20577"/>
          <ac:spMkLst>
            <pc:docMk/>
            <pc:sldMk cId="4046809552" sldId="322"/>
            <ac:spMk id="2" creationId="{638FB92E-735F-D2DE-6BCC-69AF864D9D81}"/>
          </ac:spMkLst>
        </pc:spChg>
        <pc:spChg chg="mod">
          <ac:chgData name="Mohib Ullah" userId="a85b28ef-015c-444f-9a8b-a68f0710c0dd" providerId="ADAL" clId="{4940304A-E260-48BE-BE9A-92BCAD17AB9F}" dt="2026-01-25T21:17:36.457" v="1469" actId="20577"/>
          <ac:spMkLst>
            <pc:docMk/>
            <pc:sldMk cId="4046809552" sldId="322"/>
            <ac:spMk id="3" creationId="{F8398501-FDCD-7445-D36A-9597E5842BB6}"/>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C9CCB54-4E25-4DFB-95A9-93CDBEA42815}" type="datetimeFigureOut">
              <a:rPr lang="en-GB" smtClean="0"/>
              <a:t>25/01/2026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2C7BF1-94DA-42CA-B5F9-67D178EC73EB}" type="slidenum">
              <a:rPr lang="en-GB" smtClean="0"/>
              <a:t>‹#›</a:t>
            </a:fld>
            <a:endParaRPr lang="en-GB"/>
          </a:p>
        </p:txBody>
      </p:sp>
    </p:spTree>
    <p:extLst>
      <p:ext uri="{BB962C8B-B14F-4D97-AF65-F5344CB8AC3E}">
        <p14:creationId xmlns:p14="http://schemas.microsoft.com/office/powerpoint/2010/main" val="19943630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a:t>(Often Ignored but Important)</a:t>
            </a:r>
            <a:endParaRPr lang="en-GB"/>
          </a:p>
        </p:txBody>
      </p:sp>
      <p:sp>
        <p:nvSpPr>
          <p:cNvPr id="4" name="Slide Number Placeholder 3"/>
          <p:cNvSpPr>
            <a:spLocks noGrp="1"/>
          </p:cNvSpPr>
          <p:nvPr>
            <p:ph type="sldNum" sz="quarter" idx="5"/>
          </p:nvPr>
        </p:nvSpPr>
        <p:spPr/>
        <p:txBody>
          <a:bodyPr/>
          <a:lstStyle/>
          <a:p>
            <a:fld id="{942C7BF1-94DA-42CA-B5F9-67D178EC73EB}" type="slidenum">
              <a:rPr lang="en-GB" smtClean="0"/>
              <a:t>25</a:t>
            </a:fld>
            <a:endParaRPr lang="en-GB"/>
          </a:p>
        </p:txBody>
      </p:sp>
    </p:spTree>
    <p:extLst>
      <p:ext uri="{BB962C8B-B14F-4D97-AF65-F5344CB8AC3E}">
        <p14:creationId xmlns:p14="http://schemas.microsoft.com/office/powerpoint/2010/main" val="18980362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512CA4-879E-523C-5966-DD508665048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09E43805-3F48-D3D8-EC84-0E0F5C08AB7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B4EC86FC-16E5-BB4A-A064-606DA39259A5}"/>
              </a:ext>
            </a:extLst>
          </p:cNvPr>
          <p:cNvSpPr>
            <a:spLocks noGrp="1"/>
          </p:cNvSpPr>
          <p:nvPr>
            <p:ph type="dt" sz="half" idx="10"/>
          </p:nvPr>
        </p:nvSpPr>
        <p:spPr/>
        <p:txBody>
          <a:bodyPr/>
          <a:lstStyle/>
          <a:p>
            <a:fld id="{B3B50E3F-0A5A-4247-B233-246556BA3880}" type="datetimeFigureOut">
              <a:rPr lang="en-GB" smtClean="0"/>
              <a:t>25/01/2026</a:t>
            </a:fld>
            <a:endParaRPr lang="en-GB"/>
          </a:p>
        </p:txBody>
      </p:sp>
      <p:sp>
        <p:nvSpPr>
          <p:cNvPr id="5" name="Footer Placeholder 4">
            <a:extLst>
              <a:ext uri="{FF2B5EF4-FFF2-40B4-BE49-F238E27FC236}">
                <a16:creationId xmlns:a16="http://schemas.microsoft.com/office/drawing/2014/main" id="{50BAEED8-A4B6-DAD8-4FA3-C45728819F9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BCCD1EE-3955-EFBA-2084-75D0E292FF3E}"/>
              </a:ext>
            </a:extLst>
          </p:cNvPr>
          <p:cNvSpPr>
            <a:spLocks noGrp="1"/>
          </p:cNvSpPr>
          <p:nvPr>
            <p:ph type="sldNum" sz="quarter" idx="12"/>
          </p:nvPr>
        </p:nvSpPr>
        <p:spPr/>
        <p:txBody>
          <a:bodyPr/>
          <a:lstStyle/>
          <a:p>
            <a:fld id="{6D53BEF1-9D37-4025-AF1D-42A0BDDC6075}" type="slidenum">
              <a:rPr lang="en-GB" smtClean="0"/>
              <a:t>‹#›</a:t>
            </a:fld>
            <a:endParaRPr lang="en-GB"/>
          </a:p>
        </p:txBody>
      </p:sp>
    </p:spTree>
    <p:extLst>
      <p:ext uri="{BB962C8B-B14F-4D97-AF65-F5344CB8AC3E}">
        <p14:creationId xmlns:p14="http://schemas.microsoft.com/office/powerpoint/2010/main" val="499431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0E4A4E-91B0-E4BD-7B35-09D669497A27}"/>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47F7BC49-ED38-4799-B512-1649A2588BE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9327789-29FF-21D6-4463-48071C9DF4CF}"/>
              </a:ext>
            </a:extLst>
          </p:cNvPr>
          <p:cNvSpPr>
            <a:spLocks noGrp="1"/>
          </p:cNvSpPr>
          <p:nvPr>
            <p:ph type="dt" sz="half" idx="10"/>
          </p:nvPr>
        </p:nvSpPr>
        <p:spPr/>
        <p:txBody>
          <a:bodyPr/>
          <a:lstStyle/>
          <a:p>
            <a:fld id="{B3B50E3F-0A5A-4247-B233-246556BA3880}" type="datetimeFigureOut">
              <a:rPr lang="en-GB" smtClean="0"/>
              <a:t>25/01/2026</a:t>
            </a:fld>
            <a:endParaRPr lang="en-GB"/>
          </a:p>
        </p:txBody>
      </p:sp>
      <p:sp>
        <p:nvSpPr>
          <p:cNvPr id="5" name="Footer Placeholder 4">
            <a:extLst>
              <a:ext uri="{FF2B5EF4-FFF2-40B4-BE49-F238E27FC236}">
                <a16:creationId xmlns:a16="http://schemas.microsoft.com/office/drawing/2014/main" id="{A096A004-AF15-DC8D-BAF5-5201B968C21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59EF767-2D99-6CF8-4A83-8E99A37034FF}"/>
              </a:ext>
            </a:extLst>
          </p:cNvPr>
          <p:cNvSpPr>
            <a:spLocks noGrp="1"/>
          </p:cNvSpPr>
          <p:nvPr>
            <p:ph type="sldNum" sz="quarter" idx="12"/>
          </p:nvPr>
        </p:nvSpPr>
        <p:spPr/>
        <p:txBody>
          <a:bodyPr/>
          <a:lstStyle/>
          <a:p>
            <a:fld id="{6D53BEF1-9D37-4025-AF1D-42A0BDDC6075}" type="slidenum">
              <a:rPr lang="en-GB" smtClean="0"/>
              <a:t>‹#›</a:t>
            </a:fld>
            <a:endParaRPr lang="en-GB"/>
          </a:p>
        </p:txBody>
      </p:sp>
    </p:spTree>
    <p:extLst>
      <p:ext uri="{BB962C8B-B14F-4D97-AF65-F5344CB8AC3E}">
        <p14:creationId xmlns:p14="http://schemas.microsoft.com/office/powerpoint/2010/main" val="34882189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56491-5BE6-9DB3-EA3C-81D0E8EB702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4B156F64-C1CB-983E-C62B-FB5B81CB6DC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B28CEB0-E793-6228-8DF9-9461D11F3C68}"/>
              </a:ext>
            </a:extLst>
          </p:cNvPr>
          <p:cNvSpPr>
            <a:spLocks noGrp="1"/>
          </p:cNvSpPr>
          <p:nvPr>
            <p:ph type="dt" sz="half" idx="10"/>
          </p:nvPr>
        </p:nvSpPr>
        <p:spPr/>
        <p:txBody>
          <a:bodyPr/>
          <a:lstStyle/>
          <a:p>
            <a:fld id="{B3B50E3F-0A5A-4247-B233-246556BA3880}" type="datetimeFigureOut">
              <a:rPr lang="en-GB" smtClean="0"/>
              <a:t>25/01/2026</a:t>
            </a:fld>
            <a:endParaRPr lang="en-GB"/>
          </a:p>
        </p:txBody>
      </p:sp>
      <p:sp>
        <p:nvSpPr>
          <p:cNvPr id="5" name="Footer Placeholder 4">
            <a:extLst>
              <a:ext uri="{FF2B5EF4-FFF2-40B4-BE49-F238E27FC236}">
                <a16:creationId xmlns:a16="http://schemas.microsoft.com/office/drawing/2014/main" id="{9F1087FE-D234-3D4D-6250-8CE8BEEE9F6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ED8C3D7-A037-9076-5F72-3947D4BCE0F8}"/>
              </a:ext>
            </a:extLst>
          </p:cNvPr>
          <p:cNvSpPr>
            <a:spLocks noGrp="1"/>
          </p:cNvSpPr>
          <p:nvPr>
            <p:ph type="sldNum" sz="quarter" idx="12"/>
          </p:nvPr>
        </p:nvSpPr>
        <p:spPr/>
        <p:txBody>
          <a:bodyPr/>
          <a:lstStyle/>
          <a:p>
            <a:fld id="{6D53BEF1-9D37-4025-AF1D-42A0BDDC6075}" type="slidenum">
              <a:rPr lang="en-GB" smtClean="0"/>
              <a:t>‹#›</a:t>
            </a:fld>
            <a:endParaRPr lang="en-GB"/>
          </a:p>
        </p:txBody>
      </p:sp>
    </p:spTree>
    <p:extLst>
      <p:ext uri="{BB962C8B-B14F-4D97-AF65-F5344CB8AC3E}">
        <p14:creationId xmlns:p14="http://schemas.microsoft.com/office/powerpoint/2010/main" val="37458444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7DBF7-3F67-31E4-8DE1-E7D5EFB447CD}"/>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05AB9E52-789B-174E-44CB-F8E335ADFB2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53DED1BD-A007-F306-216E-9CDF63E8A61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14F0E55B-D23C-DF8C-BAD3-40CFF38DFBF9}"/>
              </a:ext>
            </a:extLst>
          </p:cNvPr>
          <p:cNvSpPr>
            <a:spLocks noGrp="1"/>
          </p:cNvSpPr>
          <p:nvPr>
            <p:ph type="dt" sz="half" idx="10"/>
          </p:nvPr>
        </p:nvSpPr>
        <p:spPr/>
        <p:txBody>
          <a:bodyPr/>
          <a:lstStyle/>
          <a:p>
            <a:fld id="{B3B50E3F-0A5A-4247-B233-246556BA3880}" type="datetimeFigureOut">
              <a:rPr lang="en-GB" smtClean="0"/>
              <a:t>25/01/2026</a:t>
            </a:fld>
            <a:endParaRPr lang="en-GB"/>
          </a:p>
        </p:txBody>
      </p:sp>
      <p:sp>
        <p:nvSpPr>
          <p:cNvPr id="6" name="Footer Placeholder 5">
            <a:extLst>
              <a:ext uri="{FF2B5EF4-FFF2-40B4-BE49-F238E27FC236}">
                <a16:creationId xmlns:a16="http://schemas.microsoft.com/office/drawing/2014/main" id="{2187E610-7E10-00E7-B9C7-64113E9411D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EE4B90F-C24C-BC48-0BA4-A417B408B791}"/>
              </a:ext>
            </a:extLst>
          </p:cNvPr>
          <p:cNvSpPr>
            <a:spLocks noGrp="1"/>
          </p:cNvSpPr>
          <p:nvPr>
            <p:ph type="sldNum" sz="quarter" idx="12"/>
          </p:nvPr>
        </p:nvSpPr>
        <p:spPr/>
        <p:txBody>
          <a:bodyPr/>
          <a:lstStyle/>
          <a:p>
            <a:fld id="{6D53BEF1-9D37-4025-AF1D-42A0BDDC6075}" type="slidenum">
              <a:rPr lang="en-GB" smtClean="0"/>
              <a:t>‹#›</a:t>
            </a:fld>
            <a:endParaRPr lang="en-GB"/>
          </a:p>
        </p:txBody>
      </p:sp>
    </p:spTree>
    <p:extLst>
      <p:ext uri="{BB962C8B-B14F-4D97-AF65-F5344CB8AC3E}">
        <p14:creationId xmlns:p14="http://schemas.microsoft.com/office/powerpoint/2010/main" val="27777724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3E8735-32FB-B5E9-B44F-404C75936542}"/>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48AFD01F-B6FA-072A-1929-9FC19AAC942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572314D-7ED9-223C-D380-24E4F4025AB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A87E9808-608A-A7B7-DE08-A63045A2FC5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5DA2B22-A15E-0F7D-142D-EE5666536D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0B0AAAC0-9846-1641-4A28-84436FBC9E89}"/>
              </a:ext>
            </a:extLst>
          </p:cNvPr>
          <p:cNvSpPr>
            <a:spLocks noGrp="1"/>
          </p:cNvSpPr>
          <p:nvPr>
            <p:ph type="dt" sz="half" idx="10"/>
          </p:nvPr>
        </p:nvSpPr>
        <p:spPr/>
        <p:txBody>
          <a:bodyPr/>
          <a:lstStyle/>
          <a:p>
            <a:fld id="{B3B50E3F-0A5A-4247-B233-246556BA3880}" type="datetimeFigureOut">
              <a:rPr lang="en-GB" smtClean="0"/>
              <a:t>25/01/2026</a:t>
            </a:fld>
            <a:endParaRPr lang="en-GB"/>
          </a:p>
        </p:txBody>
      </p:sp>
      <p:sp>
        <p:nvSpPr>
          <p:cNvPr id="8" name="Footer Placeholder 7">
            <a:extLst>
              <a:ext uri="{FF2B5EF4-FFF2-40B4-BE49-F238E27FC236}">
                <a16:creationId xmlns:a16="http://schemas.microsoft.com/office/drawing/2014/main" id="{D9EB67D5-AB31-0FD9-C08E-26D3D6D67BEE}"/>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6BBB61AA-77E8-7A13-8FBD-00140CDAB5AC}"/>
              </a:ext>
            </a:extLst>
          </p:cNvPr>
          <p:cNvSpPr>
            <a:spLocks noGrp="1"/>
          </p:cNvSpPr>
          <p:nvPr>
            <p:ph type="sldNum" sz="quarter" idx="12"/>
          </p:nvPr>
        </p:nvSpPr>
        <p:spPr/>
        <p:txBody>
          <a:bodyPr/>
          <a:lstStyle/>
          <a:p>
            <a:fld id="{6D53BEF1-9D37-4025-AF1D-42A0BDDC6075}" type="slidenum">
              <a:rPr lang="en-GB" smtClean="0"/>
              <a:t>‹#›</a:t>
            </a:fld>
            <a:endParaRPr lang="en-GB"/>
          </a:p>
        </p:txBody>
      </p:sp>
    </p:spTree>
    <p:extLst>
      <p:ext uri="{BB962C8B-B14F-4D97-AF65-F5344CB8AC3E}">
        <p14:creationId xmlns:p14="http://schemas.microsoft.com/office/powerpoint/2010/main" val="15569658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D4B95A-E265-0429-370F-1E970E6F918C}"/>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C4C27525-C004-EDF4-33BE-3DDC42364091}"/>
              </a:ext>
            </a:extLst>
          </p:cNvPr>
          <p:cNvSpPr>
            <a:spLocks noGrp="1"/>
          </p:cNvSpPr>
          <p:nvPr>
            <p:ph type="dt" sz="half" idx="10"/>
          </p:nvPr>
        </p:nvSpPr>
        <p:spPr/>
        <p:txBody>
          <a:bodyPr/>
          <a:lstStyle/>
          <a:p>
            <a:fld id="{B3B50E3F-0A5A-4247-B233-246556BA3880}" type="datetimeFigureOut">
              <a:rPr lang="en-GB" smtClean="0"/>
              <a:t>25/01/2026</a:t>
            </a:fld>
            <a:endParaRPr lang="en-GB"/>
          </a:p>
        </p:txBody>
      </p:sp>
      <p:sp>
        <p:nvSpPr>
          <p:cNvPr id="4" name="Footer Placeholder 3">
            <a:extLst>
              <a:ext uri="{FF2B5EF4-FFF2-40B4-BE49-F238E27FC236}">
                <a16:creationId xmlns:a16="http://schemas.microsoft.com/office/drawing/2014/main" id="{1A4CC4DB-7DA1-CF37-0067-D7338F5A5AAA}"/>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4CF8166D-0D9B-6F08-16C8-522A3EFBEA6E}"/>
              </a:ext>
            </a:extLst>
          </p:cNvPr>
          <p:cNvSpPr>
            <a:spLocks noGrp="1"/>
          </p:cNvSpPr>
          <p:nvPr>
            <p:ph type="sldNum" sz="quarter" idx="12"/>
          </p:nvPr>
        </p:nvSpPr>
        <p:spPr/>
        <p:txBody>
          <a:bodyPr/>
          <a:lstStyle/>
          <a:p>
            <a:fld id="{6D53BEF1-9D37-4025-AF1D-42A0BDDC6075}" type="slidenum">
              <a:rPr lang="en-GB" smtClean="0"/>
              <a:t>‹#›</a:t>
            </a:fld>
            <a:endParaRPr lang="en-GB"/>
          </a:p>
        </p:txBody>
      </p:sp>
    </p:spTree>
    <p:extLst>
      <p:ext uri="{BB962C8B-B14F-4D97-AF65-F5344CB8AC3E}">
        <p14:creationId xmlns:p14="http://schemas.microsoft.com/office/powerpoint/2010/main" val="30720793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6A67049-29D5-A2D9-7710-749DDA7A9CFB}"/>
              </a:ext>
            </a:extLst>
          </p:cNvPr>
          <p:cNvSpPr>
            <a:spLocks noGrp="1"/>
          </p:cNvSpPr>
          <p:nvPr>
            <p:ph type="dt" sz="half" idx="10"/>
          </p:nvPr>
        </p:nvSpPr>
        <p:spPr/>
        <p:txBody>
          <a:bodyPr/>
          <a:lstStyle/>
          <a:p>
            <a:fld id="{B3B50E3F-0A5A-4247-B233-246556BA3880}" type="datetimeFigureOut">
              <a:rPr lang="en-GB" smtClean="0"/>
              <a:t>25/01/2026</a:t>
            </a:fld>
            <a:endParaRPr lang="en-GB"/>
          </a:p>
        </p:txBody>
      </p:sp>
      <p:sp>
        <p:nvSpPr>
          <p:cNvPr id="3" name="Footer Placeholder 2">
            <a:extLst>
              <a:ext uri="{FF2B5EF4-FFF2-40B4-BE49-F238E27FC236}">
                <a16:creationId xmlns:a16="http://schemas.microsoft.com/office/drawing/2014/main" id="{7FACE1C6-0F6B-E535-C2BC-FB7E448D8044}"/>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2D5B581F-E486-EF62-69DD-5E8EFC471D14}"/>
              </a:ext>
            </a:extLst>
          </p:cNvPr>
          <p:cNvSpPr>
            <a:spLocks noGrp="1"/>
          </p:cNvSpPr>
          <p:nvPr>
            <p:ph type="sldNum" sz="quarter" idx="12"/>
          </p:nvPr>
        </p:nvSpPr>
        <p:spPr/>
        <p:txBody>
          <a:bodyPr/>
          <a:lstStyle/>
          <a:p>
            <a:fld id="{6D53BEF1-9D37-4025-AF1D-42A0BDDC6075}" type="slidenum">
              <a:rPr lang="en-GB" smtClean="0"/>
              <a:t>‹#›</a:t>
            </a:fld>
            <a:endParaRPr lang="en-GB"/>
          </a:p>
        </p:txBody>
      </p:sp>
    </p:spTree>
    <p:extLst>
      <p:ext uri="{BB962C8B-B14F-4D97-AF65-F5344CB8AC3E}">
        <p14:creationId xmlns:p14="http://schemas.microsoft.com/office/powerpoint/2010/main" val="8507418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E8A087-5A76-9FC2-9C2E-6327879CB51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3F597CFB-5900-BCF9-DA21-25E0AB829DD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B03399DD-A874-1535-3EAF-AA79370564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3AACD79-3A31-A606-D77A-51F64C769EC3}"/>
              </a:ext>
            </a:extLst>
          </p:cNvPr>
          <p:cNvSpPr>
            <a:spLocks noGrp="1"/>
          </p:cNvSpPr>
          <p:nvPr>
            <p:ph type="dt" sz="half" idx="10"/>
          </p:nvPr>
        </p:nvSpPr>
        <p:spPr/>
        <p:txBody>
          <a:bodyPr/>
          <a:lstStyle/>
          <a:p>
            <a:fld id="{B3B50E3F-0A5A-4247-B233-246556BA3880}" type="datetimeFigureOut">
              <a:rPr lang="en-GB" smtClean="0"/>
              <a:t>25/01/2026</a:t>
            </a:fld>
            <a:endParaRPr lang="en-GB"/>
          </a:p>
        </p:txBody>
      </p:sp>
      <p:sp>
        <p:nvSpPr>
          <p:cNvPr id="6" name="Footer Placeholder 5">
            <a:extLst>
              <a:ext uri="{FF2B5EF4-FFF2-40B4-BE49-F238E27FC236}">
                <a16:creationId xmlns:a16="http://schemas.microsoft.com/office/drawing/2014/main" id="{CEC91563-E3D4-3D6F-486B-38EB0D36D20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63F6F00-6DAD-3AD9-E747-F4653C2B8FF2}"/>
              </a:ext>
            </a:extLst>
          </p:cNvPr>
          <p:cNvSpPr>
            <a:spLocks noGrp="1"/>
          </p:cNvSpPr>
          <p:nvPr>
            <p:ph type="sldNum" sz="quarter" idx="12"/>
          </p:nvPr>
        </p:nvSpPr>
        <p:spPr/>
        <p:txBody>
          <a:bodyPr/>
          <a:lstStyle/>
          <a:p>
            <a:fld id="{6D53BEF1-9D37-4025-AF1D-42A0BDDC6075}" type="slidenum">
              <a:rPr lang="en-GB" smtClean="0"/>
              <a:t>‹#›</a:t>
            </a:fld>
            <a:endParaRPr lang="en-GB"/>
          </a:p>
        </p:txBody>
      </p:sp>
    </p:spTree>
    <p:extLst>
      <p:ext uri="{BB962C8B-B14F-4D97-AF65-F5344CB8AC3E}">
        <p14:creationId xmlns:p14="http://schemas.microsoft.com/office/powerpoint/2010/main" val="40811972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F97A45-AD91-0D75-E47C-348F95F8F5F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63E44DF2-2F7D-E606-255B-746FAD7CE43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70DF6BC7-C85F-6209-31CC-7A25797169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BD53197-531D-96E2-6126-88721B162F4D}"/>
              </a:ext>
            </a:extLst>
          </p:cNvPr>
          <p:cNvSpPr>
            <a:spLocks noGrp="1"/>
          </p:cNvSpPr>
          <p:nvPr>
            <p:ph type="dt" sz="half" idx="10"/>
          </p:nvPr>
        </p:nvSpPr>
        <p:spPr/>
        <p:txBody>
          <a:bodyPr/>
          <a:lstStyle/>
          <a:p>
            <a:fld id="{B3B50E3F-0A5A-4247-B233-246556BA3880}" type="datetimeFigureOut">
              <a:rPr lang="en-GB" smtClean="0"/>
              <a:t>25/01/2026</a:t>
            </a:fld>
            <a:endParaRPr lang="en-GB"/>
          </a:p>
        </p:txBody>
      </p:sp>
      <p:sp>
        <p:nvSpPr>
          <p:cNvPr id="6" name="Footer Placeholder 5">
            <a:extLst>
              <a:ext uri="{FF2B5EF4-FFF2-40B4-BE49-F238E27FC236}">
                <a16:creationId xmlns:a16="http://schemas.microsoft.com/office/drawing/2014/main" id="{A6EDE493-749E-7F15-D3B7-4F4B4C9B145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DB71F77-A342-B195-55AB-6AD81015D43B}"/>
              </a:ext>
            </a:extLst>
          </p:cNvPr>
          <p:cNvSpPr>
            <a:spLocks noGrp="1"/>
          </p:cNvSpPr>
          <p:nvPr>
            <p:ph type="sldNum" sz="quarter" idx="12"/>
          </p:nvPr>
        </p:nvSpPr>
        <p:spPr/>
        <p:txBody>
          <a:bodyPr/>
          <a:lstStyle/>
          <a:p>
            <a:fld id="{6D53BEF1-9D37-4025-AF1D-42A0BDDC6075}" type="slidenum">
              <a:rPr lang="en-GB" smtClean="0"/>
              <a:t>‹#›</a:t>
            </a:fld>
            <a:endParaRPr lang="en-GB"/>
          </a:p>
        </p:txBody>
      </p:sp>
    </p:spTree>
    <p:extLst>
      <p:ext uri="{BB962C8B-B14F-4D97-AF65-F5344CB8AC3E}">
        <p14:creationId xmlns:p14="http://schemas.microsoft.com/office/powerpoint/2010/main" val="41334852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3AEF8-2BDC-0EA8-41C5-E57EA7898D84}"/>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7DDAEEC4-E03B-1496-3686-EC9A7E6AAC0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4FF4B62-E4AE-8D13-FAEB-50E0F910D27F}"/>
              </a:ext>
            </a:extLst>
          </p:cNvPr>
          <p:cNvSpPr>
            <a:spLocks noGrp="1"/>
          </p:cNvSpPr>
          <p:nvPr>
            <p:ph type="dt" sz="half" idx="10"/>
          </p:nvPr>
        </p:nvSpPr>
        <p:spPr/>
        <p:txBody>
          <a:bodyPr/>
          <a:lstStyle/>
          <a:p>
            <a:fld id="{B3B50E3F-0A5A-4247-B233-246556BA3880}" type="datetimeFigureOut">
              <a:rPr lang="en-GB" smtClean="0"/>
              <a:t>25/01/2026</a:t>
            </a:fld>
            <a:endParaRPr lang="en-GB"/>
          </a:p>
        </p:txBody>
      </p:sp>
      <p:sp>
        <p:nvSpPr>
          <p:cNvPr id="5" name="Footer Placeholder 4">
            <a:extLst>
              <a:ext uri="{FF2B5EF4-FFF2-40B4-BE49-F238E27FC236}">
                <a16:creationId xmlns:a16="http://schemas.microsoft.com/office/drawing/2014/main" id="{3BB5E3DF-6414-8D2C-7248-C825B711409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CBC6C87-7A9F-A33A-6171-EBAD680C3625}"/>
              </a:ext>
            </a:extLst>
          </p:cNvPr>
          <p:cNvSpPr>
            <a:spLocks noGrp="1"/>
          </p:cNvSpPr>
          <p:nvPr>
            <p:ph type="sldNum" sz="quarter" idx="12"/>
          </p:nvPr>
        </p:nvSpPr>
        <p:spPr/>
        <p:txBody>
          <a:bodyPr/>
          <a:lstStyle/>
          <a:p>
            <a:fld id="{6D53BEF1-9D37-4025-AF1D-42A0BDDC6075}" type="slidenum">
              <a:rPr lang="en-GB" smtClean="0"/>
              <a:t>‹#›</a:t>
            </a:fld>
            <a:endParaRPr lang="en-GB"/>
          </a:p>
        </p:txBody>
      </p:sp>
    </p:spTree>
    <p:extLst>
      <p:ext uri="{BB962C8B-B14F-4D97-AF65-F5344CB8AC3E}">
        <p14:creationId xmlns:p14="http://schemas.microsoft.com/office/powerpoint/2010/main" val="7282268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E4DCA74-2CB2-A302-4C10-CB9D5C6E8D1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A640A334-A0AE-12E6-B784-F77EA6C654B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D64A039-3EFA-9742-4321-AB115029E385}"/>
              </a:ext>
            </a:extLst>
          </p:cNvPr>
          <p:cNvSpPr>
            <a:spLocks noGrp="1"/>
          </p:cNvSpPr>
          <p:nvPr>
            <p:ph type="dt" sz="half" idx="10"/>
          </p:nvPr>
        </p:nvSpPr>
        <p:spPr/>
        <p:txBody>
          <a:bodyPr/>
          <a:lstStyle/>
          <a:p>
            <a:fld id="{B3B50E3F-0A5A-4247-B233-246556BA3880}" type="datetimeFigureOut">
              <a:rPr lang="en-GB" smtClean="0"/>
              <a:t>25/01/2026</a:t>
            </a:fld>
            <a:endParaRPr lang="en-GB"/>
          </a:p>
        </p:txBody>
      </p:sp>
      <p:sp>
        <p:nvSpPr>
          <p:cNvPr id="5" name="Footer Placeholder 4">
            <a:extLst>
              <a:ext uri="{FF2B5EF4-FFF2-40B4-BE49-F238E27FC236}">
                <a16:creationId xmlns:a16="http://schemas.microsoft.com/office/drawing/2014/main" id="{87C475E4-9C2F-4EEE-DC6C-3C75F0615AC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ACE68D3-2D49-D1FD-1C53-C1A57A77F408}"/>
              </a:ext>
            </a:extLst>
          </p:cNvPr>
          <p:cNvSpPr>
            <a:spLocks noGrp="1"/>
          </p:cNvSpPr>
          <p:nvPr>
            <p:ph type="sldNum" sz="quarter" idx="12"/>
          </p:nvPr>
        </p:nvSpPr>
        <p:spPr/>
        <p:txBody>
          <a:bodyPr/>
          <a:lstStyle/>
          <a:p>
            <a:fld id="{6D53BEF1-9D37-4025-AF1D-42A0BDDC6075}" type="slidenum">
              <a:rPr lang="en-GB" smtClean="0"/>
              <a:t>‹#›</a:t>
            </a:fld>
            <a:endParaRPr lang="en-GB"/>
          </a:p>
        </p:txBody>
      </p:sp>
    </p:spTree>
    <p:extLst>
      <p:ext uri="{BB962C8B-B14F-4D97-AF65-F5344CB8AC3E}">
        <p14:creationId xmlns:p14="http://schemas.microsoft.com/office/powerpoint/2010/main" val="42752570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tel og innhold">
    <p:spTree>
      <p:nvGrpSpPr>
        <p:cNvPr id="1" name=""/>
        <p:cNvGrpSpPr/>
        <p:nvPr/>
      </p:nvGrpSpPr>
      <p:grpSpPr>
        <a:xfrm>
          <a:off x="0" y="0"/>
          <a:ext cx="0" cy="0"/>
          <a:chOff x="0" y="0"/>
          <a:chExt cx="0" cy="0"/>
        </a:xfrm>
      </p:grpSpPr>
      <p:sp>
        <p:nvSpPr>
          <p:cNvPr id="14" name="Plassholder for lysbildenummer 5"/>
          <p:cNvSpPr txBox="1">
            <a:spLocks/>
          </p:cNvSpPr>
          <p:nvPr userDrawn="1"/>
        </p:nvSpPr>
        <p:spPr>
          <a:xfrm>
            <a:off x="153494" y="6450278"/>
            <a:ext cx="456108" cy="252103"/>
          </a:xfrm>
          <a:prstGeom prst="rect">
            <a:avLst/>
          </a:prstGeom>
        </p:spPr>
        <p:txBody>
          <a:bodyPr/>
          <a:lstStyle>
            <a:defPPr>
              <a:defRPr lang="nb-NO"/>
            </a:defPPr>
            <a:lvl1pPr marL="0" algn="l" defTabSz="457200" rtl="0" eaLnBrk="1" latinLnBrk="0" hangingPunct="1">
              <a:defRPr sz="10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91853A39-49B3-554A-AE82-85611CEBD8E3}" type="slidenum">
              <a:rPr lang="nb-NO" sz="1333" b="1" i="0" smtClean="0">
                <a:solidFill>
                  <a:schemeClr val="bg1"/>
                </a:solidFill>
                <a:latin typeface="Arial"/>
                <a:cs typeface="Arial"/>
              </a:rPr>
              <a:pPr algn="ctr"/>
              <a:t>‹#›</a:t>
            </a:fld>
            <a:endParaRPr lang="nb-NO" sz="1333" b="1" i="0" dirty="0">
              <a:solidFill>
                <a:schemeClr val="bg1"/>
              </a:solidFill>
              <a:latin typeface="Arial"/>
              <a:cs typeface="Arial"/>
            </a:endParaRPr>
          </a:p>
        </p:txBody>
      </p:sp>
      <p:sp>
        <p:nvSpPr>
          <p:cNvPr id="5" name="Tittel 1">
            <a:extLst>
              <a:ext uri="{FF2B5EF4-FFF2-40B4-BE49-F238E27FC236}">
                <a16:creationId xmlns:a16="http://schemas.microsoft.com/office/drawing/2014/main" id="{DAD5656F-EF39-BD40-B46F-28C614BEB82E}"/>
              </a:ext>
            </a:extLst>
          </p:cNvPr>
          <p:cNvSpPr>
            <a:spLocks noGrp="1"/>
          </p:cNvSpPr>
          <p:nvPr>
            <p:ph type="title"/>
          </p:nvPr>
        </p:nvSpPr>
        <p:spPr>
          <a:xfrm>
            <a:off x="401847" y="397785"/>
            <a:ext cx="11224996" cy="707823"/>
          </a:xfrm>
          <a:prstGeom prst="rect">
            <a:avLst/>
          </a:prstGeom>
        </p:spPr>
        <p:txBody>
          <a:bodyPr wrap="square" lIns="90000" tIns="46800" rIns="90000" bIns="46800" anchor="t" anchorCtr="0">
            <a:spAutoFit/>
          </a:bodyPr>
          <a:lstStyle/>
          <a:p>
            <a:r>
              <a:rPr lang="nb-NO" dirty="0"/>
              <a:t>Klikk for å redigere tittelstil</a:t>
            </a:r>
          </a:p>
        </p:txBody>
      </p:sp>
      <p:sp>
        <p:nvSpPr>
          <p:cNvPr id="6" name="Plassholder for innhold 2">
            <a:extLst>
              <a:ext uri="{FF2B5EF4-FFF2-40B4-BE49-F238E27FC236}">
                <a16:creationId xmlns:a16="http://schemas.microsoft.com/office/drawing/2014/main" id="{F5D824DA-FDAB-4E4D-80C7-D81149C33E39}"/>
              </a:ext>
            </a:extLst>
          </p:cNvPr>
          <p:cNvSpPr>
            <a:spLocks noGrp="1"/>
          </p:cNvSpPr>
          <p:nvPr>
            <p:ph idx="1"/>
          </p:nvPr>
        </p:nvSpPr>
        <p:spPr>
          <a:xfrm>
            <a:off x="401847" y="1347021"/>
            <a:ext cx="11224996" cy="4818365"/>
          </a:xfrm>
          <a:prstGeom prst="rect">
            <a:avLst/>
          </a:prstGeom>
        </p:spPr>
        <p:txBody>
          <a:bodyPr lIns="90000" tIns="46800" rIns="90000" bIns="46800">
            <a:noAutofit/>
          </a:bodyPr>
          <a:lstStyle/>
          <a:p>
            <a:pPr lvl="0"/>
            <a:r>
              <a:rPr lang="nb-NO" dirty="0"/>
              <a:t>Klikk for å redigere tekststiler i malen</a:t>
            </a:r>
          </a:p>
          <a:p>
            <a:pPr lvl="1"/>
            <a:r>
              <a:rPr lang="nb-NO" dirty="0"/>
              <a:t>Andre nivå</a:t>
            </a:r>
          </a:p>
          <a:p>
            <a:pPr lvl="2"/>
            <a:r>
              <a:rPr lang="nb-NO" dirty="0"/>
              <a:t>Tredje nivå</a:t>
            </a:r>
          </a:p>
          <a:p>
            <a:pPr lvl="3"/>
            <a:r>
              <a:rPr lang="nb-NO" dirty="0"/>
              <a:t>Fjerde nivå</a:t>
            </a:r>
          </a:p>
          <a:p>
            <a:pPr lvl="4"/>
            <a:r>
              <a:rPr lang="nb-NO" dirty="0"/>
              <a:t>Femte nivå</a:t>
            </a:r>
          </a:p>
        </p:txBody>
      </p:sp>
    </p:spTree>
    <p:extLst>
      <p:ext uri="{BB962C8B-B14F-4D97-AF65-F5344CB8AC3E}">
        <p14:creationId xmlns:p14="http://schemas.microsoft.com/office/powerpoint/2010/main" val="8917680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7724D3D-00AF-C9D5-0CA6-4FD8FCAE68C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AE8DB08C-6314-EA44-0BEE-BD38EF445FC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800C256-72AD-6BC8-EB3D-985D2D64678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3B50E3F-0A5A-4247-B233-246556BA3880}" type="datetimeFigureOut">
              <a:rPr lang="en-GB" smtClean="0"/>
              <a:t>25/01/2026</a:t>
            </a:fld>
            <a:endParaRPr lang="en-GB"/>
          </a:p>
        </p:txBody>
      </p:sp>
      <p:sp>
        <p:nvSpPr>
          <p:cNvPr id="5" name="Footer Placeholder 4">
            <a:extLst>
              <a:ext uri="{FF2B5EF4-FFF2-40B4-BE49-F238E27FC236}">
                <a16:creationId xmlns:a16="http://schemas.microsoft.com/office/drawing/2014/main" id="{F6F6FF8D-7975-FE7A-CC6E-0530C9C4660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E8FA4E89-549A-B638-5DBA-AFA38D7EF91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D53BEF1-9D37-4025-AF1D-42A0BDDC6075}" type="slidenum">
              <a:rPr lang="en-GB" smtClean="0"/>
              <a:t>‹#›</a:t>
            </a:fld>
            <a:endParaRPr lang="en-GB"/>
          </a:p>
        </p:txBody>
      </p:sp>
    </p:spTree>
    <p:extLst>
      <p:ext uri="{BB962C8B-B14F-4D97-AF65-F5344CB8AC3E}">
        <p14:creationId xmlns:p14="http://schemas.microsoft.com/office/powerpoint/2010/main" val="42028917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columbusglobal.com/en/blog/critical-steps-to-training-and-evaluating-ai-and-ml-models" TargetMode="External"/><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A94188-3652-7F20-34FA-2BF392B9CCE9}"/>
              </a:ext>
            </a:extLst>
          </p:cNvPr>
          <p:cNvSpPr>
            <a:spLocks noGrp="1"/>
          </p:cNvSpPr>
          <p:nvPr>
            <p:ph type="ctrTitle"/>
          </p:nvPr>
        </p:nvSpPr>
        <p:spPr/>
        <p:txBody>
          <a:bodyPr/>
          <a:lstStyle/>
          <a:p>
            <a:r>
              <a:rPr lang="en-GB"/>
              <a:t>AI Evaluation Methods: Quantitative &amp; Qualitative</a:t>
            </a:r>
          </a:p>
        </p:txBody>
      </p:sp>
      <p:sp>
        <p:nvSpPr>
          <p:cNvPr id="3" name="Subtitle 2">
            <a:extLst>
              <a:ext uri="{FF2B5EF4-FFF2-40B4-BE49-F238E27FC236}">
                <a16:creationId xmlns:a16="http://schemas.microsoft.com/office/drawing/2014/main" id="{94639122-7D1D-E243-4EF6-EB644B7262FE}"/>
              </a:ext>
            </a:extLst>
          </p:cNvPr>
          <p:cNvSpPr>
            <a:spLocks noGrp="1"/>
          </p:cNvSpPr>
          <p:nvPr>
            <p:ph type="subTitle" idx="1"/>
          </p:nvPr>
        </p:nvSpPr>
        <p:spPr/>
        <p:txBody>
          <a:bodyPr/>
          <a:lstStyle/>
          <a:p>
            <a:r>
              <a:rPr lang="en-US"/>
              <a:t>26 Jan, 2026</a:t>
            </a:r>
          </a:p>
          <a:p>
            <a:r>
              <a:rPr lang="en-US"/>
              <a:t>Instructor: Mohib Ullah</a:t>
            </a:r>
          </a:p>
          <a:p>
            <a:r>
              <a:rPr lang="en-US"/>
              <a:t>AI and Cyber Security applications (PGR216)</a:t>
            </a:r>
            <a:endParaRPr lang="en-GB"/>
          </a:p>
        </p:txBody>
      </p:sp>
    </p:spTree>
    <p:extLst>
      <p:ext uri="{BB962C8B-B14F-4D97-AF65-F5344CB8AC3E}">
        <p14:creationId xmlns:p14="http://schemas.microsoft.com/office/powerpoint/2010/main" val="25201595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36384B-498E-A818-B481-8684692DCBDF}"/>
              </a:ext>
            </a:extLst>
          </p:cNvPr>
          <p:cNvSpPr>
            <a:spLocks noGrp="1"/>
          </p:cNvSpPr>
          <p:nvPr>
            <p:ph type="title"/>
          </p:nvPr>
        </p:nvSpPr>
        <p:spPr/>
        <p:txBody>
          <a:bodyPr/>
          <a:lstStyle/>
          <a:p>
            <a:r>
              <a:rPr lang="en-US"/>
              <a:t>Content</a:t>
            </a:r>
            <a:endParaRPr lang="en-GB"/>
          </a:p>
        </p:txBody>
      </p:sp>
      <p:sp>
        <p:nvSpPr>
          <p:cNvPr id="3" name="Content Placeholder 2">
            <a:extLst>
              <a:ext uri="{FF2B5EF4-FFF2-40B4-BE49-F238E27FC236}">
                <a16:creationId xmlns:a16="http://schemas.microsoft.com/office/drawing/2014/main" id="{D0ECC52F-C30C-1111-33AB-07948F3D802F}"/>
              </a:ext>
            </a:extLst>
          </p:cNvPr>
          <p:cNvSpPr>
            <a:spLocks noGrp="1"/>
          </p:cNvSpPr>
          <p:nvPr>
            <p:ph idx="1"/>
          </p:nvPr>
        </p:nvSpPr>
        <p:spPr/>
        <p:txBody>
          <a:bodyPr>
            <a:normAutofit/>
          </a:bodyPr>
          <a:lstStyle/>
          <a:p>
            <a:r>
              <a:rPr lang="en-US"/>
              <a:t>Types of evaluation </a:t>
            </a:r>
          </a:p>
          <a:p>
            <a:r>
              <a:rPr lang="en-US"/>
              <a:t>Quantitative </a:t>
            </a:r>
          </a:p>
          <a:p>
            <a:pPr lvl="1"/>
            <a:r>
              <a:rPr lang="en-US"/>
              <a:t>Precision </a:t>
            </a:r>
          </a:p>
          <a:p>
            <a:pPr lvl="1"/>
            <a:r>
              <a:rPr lang="en-US"/>
              <a:t>Recall</a:t>
            </a:r>
          </a:p>
          <a:p>
            <a:pPr lvl="1"/>
            <a:r>
              <a:rPr lang="en-US"/>
              <a:t>Accuracy</a:t>
            </a:r>
          </a:p>
          <a:p>
            <a:pPr lvl="1"/>
            <a:r>
              <a:rPr lang="en-US"/>
              <a:t>F1 Score</a:t>
            </a:r>
          </a:p>
          <a:p>
            <a:r>
              <a:rPr lang="en-US"/>
              <a:t>Qualitative</a:t>
            </a:r>
          </a:p>
          <a:p>
            <a:pPr lvl="1"/>
            <a:r>
              <a:rPr lang="en-US"/>
              <a:t>Mean Opinion Score (MOS)</a:t>
            </a:r>
          </a:p>
          <a:p>
            <a:pPr lvl="1"/>
            <a:r>
              <a:rPr lang="en-US"/>
              <a:t>User Satisfaction Score (USS)</a:t>
            </a:r>
          </a:p>
          <a:p>
            <a:pPr lvl="1"/>
            <a:r>
              <a:rPr lang="en-US"/>
              <a:t>Naturalness Rating</a:t>
            </a:r>
          </a:p>
          <a:p>
            <a:pPr lvl="1"/>
            <a:endParaRPr lang="en-GB"/>
          </a:p>
        </p:txBody>
      </p:sp>
    </p:spTree>
    <p:extLst>
      <p:ext uri="{BB962C8B-B14F-4D97-AF65-F5344CB8AC3E}">
        <p14:creationId xmlns:p14="http://schemas.microsoft.com/office/powerpoint/2010/main" val="29754173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B4EBCA-D670-DC49-7339-9C58611C33E5}"/>
              </a:ext>
            </a:extLst>
          </p:cNvPr>
          <p:cNvSpPr>
            <a:spLocks noGrp="1"/>
          </p:cNvSpPr>
          <p:nvPr>
            <p:ph type="title"/>
          </p:nvPr>
        </p:nvSpPr>
        <p:spPr>
          <a:xfrm>
            <a:off x="765837" y="93296"/>
            <a:ext cx="10515600" cy="1325563"/>
          </a:xfrm>
        </p:spPr>
        <p:txBody>
          <a:bodyPr/>
          <a:lstStyle/>
          <a:p>
            <a:r>
              <a:rPr lang="en-US"/>
              <a:t>AI Model Evaluation</a:t>
            </a:r>
            <a:endParaRPr lang="en-GB"/>
          </a:p>
        </p:txBody>
      </p:sp>
      <p:sp>
        <p:nvSpPr>
          <p:cNvPr id="4" name="Rectangle 1">
            <a:extLst>
              <a:ext uri="{FF2B5EF4-FFF2-40B4-BE49-F238E27FC236}">
                <a16:creationId xmlns:a16="http://schemas.microsoft.com/office/drawing/2014/main" id="{DEB212AF-EE19-2FF9-1EF9-2F133CFD1473}"/>
              </a:ext>
            </a:extLst>
          </p:cNvPr>
          <p:cNvSpPr>
            <a:spLocks noGrp="1" noChangeArrowheads="1"/>
          </p:cNvSpPr>
          <p:nvPr>
            <p:ph idx="1"/>
          </p:nvPr>
        </p:nvSpPr>
        <p:spPr bwMode="auto">
          <a:xfrm>
            <a:off x="838201" y="1609923"/>
            <a:ext cx="5384982"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lang="en-US" altLang="en-US"/>
              <a:t> We will explore how to evaluate AI models using both quantitative and qualitative methods.</a:t>
            </a:r>
          </a:p>
          <a:p>
            <a:pPr marL="0" marR="0" lvl="0" indent="0" algn="just" defTabSz="914400" rtl="0" eaLnBrk="0" fontAlgn="base" latinLnBrk="0" hangingPunct="0">
              <a:lnSpc>
                <a:spcPct val="100000"/>
              </a:lnSpc>
              <a:spcBef>
                <a:spcPct val="0"/>
              </a:spcBef>
              <a:spcAft>
                <a:spcPct val="0"/>
              </a:spcAft>
              <a:buClrTx/>
              <a:buSzTx/>
              <a:buNone/>
              <a:tabLst/>
            </a:pPr>
            <a:endParaRPr lang="en-US" altLang="en-US"/>
          </a:p>
          <a:p>
            <a:pPr marL="0" marR="0" lvl="0" indent="0" algn="just" defTabSz="914400" rtl="0" eaLnBrk="0" fontAlgn="base" latinLnBrk="0" hangingPunct="0">
              <a:lnSpc>
                <a:spcPct val="100000"/>
              </a:lnSpc>
              <a:spcBef>
                <a:spcPct val="0"/>
              </a:spcBef>
              <a:spcAft>
                <a:spcPct val="0"/>
              </a:spcAft>
              <a:buClrTx/>
              <a:buSzTx/>
              <a:buFontTx/>
              <a:buChar char="•"/>
              <a:tabLst/>
            </a:pPr>
            <a:endParaRPr lang="en-US" altLang="en-US"/>
          </a:p>
          <a:p>
            <a:pPr marL="0" marR="0" lvl="0" indent="0" algn="just" defTabSz="914400" rtl="0" eaLnBrk="0" fontAlgn="base" latinLnBrk="0" hangingPunct="0">
              <a:lnSpc>
                <a:spcPct val="100000"/>
              </a:lnSpc>
              <a:spcBef>
                <a:spcPct val="0"/>
              </a:spcBef>
              <a:spcAft>
                <a:spcPct val="0"/>
              </a:spcAft>
              <a:buClrTx/>
              <a:buSzTx/>
              <a:buFontTx/>
              <a:buChar char="•"/>
              <a:tabLst/>
            </a:pPr>
            <a:endParaRPr lang="en-US" altLang="en-US"/>
          </a:p>
          <a:p>
            <a:pPr marL="0" marR="0" lvl="0" indent="0" algn="just" defTabSz="914400" rtl="0" eaLnBrk="0" fontAlgn="base" latinLnBrk="0" hangingPunct="0">
              <a:lnSpc>
                <a:spcPct val="100000"/>
              </a:lnSpc>
              <a:spcBef>
                <a:spcPct val="0"/>
              </a:spcBef>
              <a:spcAft>
                <a:spcPct val="0"/>
              </a:spcAft>
              <a:buClrTx/>
              <a:buSzTx/>
              <a:buFontTx/>
              <a:buChar char="•"/>
              <a:tabLst/>
            </a:pPr>
            <a:r>
              <a:rPr lang="en-US" altLang="en-US"/>
              <a:t> AI models are only useful if they perform well in the real world. How do we measure "good performance"? </a:t>
            </a:r>
          </a:p>
        </p:txBody>
      </p:sp>
      <p:pic>
        <p:nvPicPr>
          <p:cNvPr id="2051" name="Picture 3" descr="Critical steps to training and evaluating AI and ML models">
            <a:extLst>
              <a:ext uri="{FF2B5EF4-FFF2-40B4-BE49-F238E27FC236}">
                <a16:creationId xmlns:a16="http://schemas.microsoft.com/office/drawing/2014/main" id="{71261F5F-ED0E-43D8-CE00-C6AE213BC89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23138" y="2032765"/>
            <a:ext cx="5724663" cy="2960253"/>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116A534E-30D3-5086-2829-61B57416F094}"/>
              </a:ext>
            </a:extLst>
          </p:cNvPr>
          <p:cNvSpPr txBox="1"/>
          <p:nvPr/>
        </p:nvSpPr>
        <p:spPr>
          <a:xfrm>
            <a:off x="0" y="6509645"/>
            <a:ext cx="9703165" cy="307777"/>
          </a:xfrm>
          <a:prstGeom prst="rect">
            <a:avLst/>
          </a:prstGeom>
          <a:noFill/>
        </p:spPr>
        <p:txBody>
          <a:bodyPr wrap="square">
            <a:spAutoFit/>
          </a:bodyPr>
          <a:lstStyle/>
          <a:p>
            <a:r>
              <a:rPr lang="en-GB" sz="1400"/>
              <a:t>Figure courtesy: </a:t>
            </a:r>
            <a:r>
              <a:rPr lang="en-GB" sz="1400">
                <a:hlinkClick r:id="rId3"/>
              </a:rPr>
              <a:t>https://www.columbusglobal.com/en/blog/critical-steps-to-training-and-evaluating-ai-and-ml-models</a:t>
            </a:r>
            <a:r>
              <a:rPr lang="en-GB" sz="1400"/>
              <a:t> </a:t>
            </a:r>
          </a:p>
        </p:txBody>
      </p:sp>
    </p:spTree>
    <p:extLst>
      <p:ext uri="{BB962C8B-B14F-4D97-AF65-F5344CB8AC3E}">
        <p14:creationId xmlns:p14="http://schemas.microsoft.com/office/powerpoint/2010/main" val="5413250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917F6D-F205-5790-20DB-90160E092DE6}"/>
              </a:ext>
            </a:extLst>
          </p:cNvPr>
          <p:cNvSpPr>
            <a:spLocks noGrp="1"/>
          </p:cNvSpPr>
          <p:nvPr>
            <p:ph type="title"/>
          </p:nvPr>
        </p:nvSpPr>
        <p:spPr/>
        <p:txBody>
          <a:bodyPr/>
          <a:lstStyle/>
          <a:p>
            <a:r>
              <a:rPr lang="en-US"/>
              <a:t>Quantitative Vs Qualitative </a:t>
            </a:r>
            <a:endParaRPr lang="en-GB"/>
          </a:p>
        </p:txBody>
      </p:sp>
      <p:sp>
        <p:nvSpPr>
          <p:cNvPr id="3" name="Content Placeholder 2">
            <a:extLst>
              <a:ext uri="{FF2B5EF4-FFF2-40B4-BE49-F238E27FC236}">
                <a16:creationId xmlns:a16="http://schemas.microsoft.com/office/drawing/2014/main" id="{22A3A039-99CA-0ED0-26ED-53080B167E36}"/>
              </a:ext>
            </a:extLst>
          </p:cNvPr>
          <p:cNvSpPr>
            <a:spLocks noGrp="1"/>
          </p:cNvSpPr>
          <p:nvPr>
            <p:ph idx="1"/>
          </p:nvPr>
        </p:nvSpPr>
        <p:spPr>
          <a:xfrm>
            <a:off x="838200" y="1825625"/>
            <a:ext cx="10766128" cy="4351338"/>
          </a:xfrm>
        </p:spPr>
        <p:txBody>
          <a:bodyPr/>
          <a:lstStyle/>
          <a:p>
            <a:pPr marL="0" indent="0">
              <a:buNone/>
            </a:pPr>
            <a:r>
              <a:rPr lang="en-GB"/>
              <a:t>Quantitative Evaluation (Objective, Metric-Based)</a:t>
            </a:r>
          </a:p>
          <a:p>
            <a:pPr>
              <a:lnSpc>
                <a:spcPct val="107000"/>
              </a:lnSpc>
              <a:spcAft>
                <a:spcPts val="800"/>
              </a:spcAft>
            </a:pPr>
            <a:endParaRPr lang="en-GB" sz="1800" kern="100">
              <a:effectLst/>
              <a:latin typeface="Aptos" panose="020B0004020202020204" pitchFamily="34" charset="0"/>
              <a:ea typeface="Aptos" panose="020B0004020202020204" pitchFamily="34" charset="0"/>
              <a:cs typeface="Arial" panose="020B0604020202020204" pitchFamily="34" charset="0"/>
            </a:endParaRPr>
          </a:p>
          <a:p>
            <a:pPr lvl="1">
              <a:lnSpc>
                <a:spcPct val="107000"/>
              </a:lnSpc>
              <a:spcAft>
                <a:spcPts val="800"/>
              </a:spcAft>
            </a:pPr>
            <a:r>
              <a:rPr lang="en-GB" sz="1400" kern="100">
                <a:effectLst/>
                <a:latin typeface="Aptos" panose="020B0004020202020204" pitchFamily="34" charset="0"/>
                <a:ea typeface="Aptos" panose="020B0004020202020204" pitchFamily="34" charset="0"/>
                <a:cs typeface="Arial" panose="020B0604020202020204" pitchFamily="34" charset="0"/>
              </a:rPr>
              <a:t>Uses Numerical Metrics – AI models are evaluated using accuracy, precision, recall, F1-score, IoU, etc.</a:t>
            </a:r>
          </a:p>
          <a:p>
            <a:pPr lvl="1">
              <a:lnSpc>
                <a:spcPct val="107000"/>
              </a:lnSpc>
              <a:spcAft>
                <a:spcPts val="800"/>
              </a:spcAft>
            </a:pPr>
            <a:r>
              <a:rPr lang="en-GB" sz="1400" kern="100">
                <a:effectLst/>
                <a:latin typeface="Aptos" panose="020B0004020202020204" pitchFamily="34" charset="0"/>
                <a:ea typeface="Aptos" panose="020B0004020202020204" pitchFamily="34" charset="0"/>
                <a:cs typeface="Arial" panose="020B0604020202020204" pitchFamily="34" charset="0"/>
              </a:rPr>
              <a:t>Enables Benchmarking – Models can be compared across datasets with standard performance scores.</a:t>
            </a:r>
          </a:p>
          <a:p>
            <a:pPr lvl="1">
              <a:lnSpc>
                <a:spcPct val="107000"/>
              </a:lnSpc>
              <a:spcAft>
                <a:spcPts val="800"/>
              </a:spcAft>
            </a:pPr>
            <a:r>
              <a:rPr lang="en-GB" sz="1400" kern="100">
                <a:effectLst/>
                <a:latin typeface="Aptos" panose="020B0004020202020204" pitchFamily="34" charset="0"/>
                <a:ea typeface="Aptos" panose="020B0004020202020204" pitchFamily="34" charset="0"/>
                <a:cs typeface="Arial" panose="020B0604020202020204" pitchFamily="34" charset="0"/>
              </a:rPr>
              <a:t>Automated &amp; Scalable – Large-scale evaluation is possible without human intervention.</a:t>
            </a:r>
          </a:p>
          <a:p>
            <a:pPr lvl="1">
              <a:lnSpc>
                <a:spcPct val="107000"/>
              </a:lnSpc>
              <a:spcAft>
                <a:spcPts val="800"/>
              </a:spcAft>
            </a:pPr>
            <a:r>
              <a:rPr lang="en-GB" sz="1400" kern="100">
                <a:effectLst/>
                <a:latin typeface="Aptos" panose="020B0004020202020204" pitchFamily="34" charset="0"/>
                <a:ea typeface="Aptos" panose="020B0004020202020204" pitchFamily="34" charset="0"/>
                <a:cs typeface="Arial" panose="020B0604020202020204" pitchFamily="34" charset="0"/>
              </a:rPr>
              <a:t>Focuses on Statistical Validity – Performance is judged based on statistical measures like mean error, variance, etc.</a:t>
            </a:r>
          </a:p>
          <a:p>
            <a:pPr lvl="1">
              <a:lnSpc>
                <a:spcPct val="107000"/>
              </a:lnSpc>
              <a:spcAft>
                <a:spcPts val="800"/>
              </a:spcAft>
            </a:pPr>
            <a:r>
              <a:rPr lang="en-GB" sz="1400" kern="100">
                <a:effectLst/>
                <a:latin typeface="Aptos" panose="020B0004020202020204" pitchFamily="34" charset="0"/>
                <a:ea typeface="Aptos" panose="020B0004020202020204" pitchFamily="34" charset="0"/>
                <a:cs typeface="Arial" panose="020B0604020202020204" pitchFamily="34" charset="0"/>
              </a:rPr>
              <a:t>Limited Interpretability – High accuracy doesn’t always mean correct reasoning (e.g., biased models).</a:t>
            </a:r>
          </a:p>
          <a:p>
            <a:endParaRPr lang="en-GB"/>
          </a:p>
        </p:txBody>
      </p:sp>
    </p:spTree>
    <p:extLst>
      <p:ext uri="{BB962C8B-B14F-4D97-AF65-F5344CB8AC3E}">
        <p14:creationId xmlns:p14="http://schemas.microsoft.com/office/powerpoint/2010/main" val="31771508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E21EB1-DAD0-90F9-D737-ECA87A90F6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1506D9-CDFF-8E1B-3DF0-43EF3999C69A}"/>
              </a:ext>
            </a:extLst>
          </p:cNvPr>
          <p:cNvSpPr>
            <a:spLocks noGrp="1"/>
          </p:cNvSpPr>
          <p:nvPr>
            <p:ph type="title"/>
          </p:nvPr>
        </p:nvSpPr>
        <p:spPr/>
        <p:txBody>
          <a:bodyPr/>
          <a:lstStyle/>
          <a:p>
            <a:r>
              <a:rPr lang="en-US"/>
              <a:t>Quantitative Vs Qualitative </a:t>
            </a:r>
            <a:endParaRPr lang="en-GB"/>
          </a:p>
        </p:txBody>
      </p:sp>
      <p:sp>
        <p:nvSpPr>
          <p:cNvPr id="4" name="Content Placeholder 2">
            <a:extLst>
              <a:ext uri="{FF2B5EF4-FFF2-40B4-BE49-F238E27FC236}">
                <a16:creationId xmlns:a16="http://schemas.microsoft.com/office/drawing/2014/main" id="{052E340B-09B7-DECF-86E2-24C6D2D6F18C}"/>
              </a:ext>
            </a:extLst>
          </p:cNvPr>
          <p:cNvSpPr txBox="1">
            <a:spLocks/>
          </p:cNvSpPr>
          <p:nvPr/>
        </p:nvSpPr>
        <p:spPr>
          <a:xfrm>
            <a:off x="664420" y="1825625"/>
            <a:ext cx="10802857"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a:t>Qualitative Evaluation (Subjective, Human-Based)</a:t>
            </a:r>
          </a:p>
          <a:p>
            <a:endParaRPr lang="en-GB"/>
          </a:p>
          <a:p>
            <a:pPr lvl="1">
              <a:lnSpc>
                <a:spcPct val="107000"/>
              </a:lnSpc>
              <a:spcAft>
                <a:spcPts val="800"/>
              </a:spcAft>
            </a:pPr>
            <a:r>
              <a:rPr lang="en-GB" sz="1400" kern="100">
                <a:effectLst/>
                <a:latin typeface="Aptos" panose="020B0004020202020204" pitchFamily="34" charset="0"/>
                <a:ea typeface="Aptos" panose="020B0004020202020204" pitchFamily="34" charset="0"/>
                <a:cs typeface="Arial" panose="020B0604020202020204" pitchFamily="34" charset="0"/>
              </a:rPr>
              <a:t>Focuses on Interpretability – Evaluates how understandable and trustworthy AI outputs are.</a:t>
            </a:r>
          </a:p>
          <a:p>
            <a:pPr lvl="1">
              <a:lnSpc>
                <a:spcPct val="107000"/>
              </a:lnSpc>
              <a:spcAft>
                <a:spcPts val="800"/>
              </a:spcAft>
            </a:pPr>
            <a:r>
              <a:rPr lang="en-GB" sz="1400" kern="100">
                <a:effectLst/>
                <a:latin typeface="Aptos" panose="020B0004020202020204" pitchFamily="34" charset="0"/>
                <a:ea typeface="Aptos" panose="020B0004020202020204" pitchFamily="34" charset="0"/>
                <a:cs typeface="Arial" panose="020B0604020202020204" pitchFamily="34" charset="0"/>
              </a:rPr>
              <a:t>Human Judgment is Key – Experts review model predictions for fairness, and usability.</a:t>
            </a:r>
          </a:p>
          <a:p>
            <a:pPr lvl="1">
              <a:lnSpc>
                <a:spcPct val="107000"/>
              </a:lnSpc>
              <a:spcAft>
                <a:spcPts val="800"/>
              </a:spcAft>
            </a:pPr>
            <a:r>
              <a:rPr lang="en-GB" sz="1400" kern="100">
                <a:effectLst/>
                <a:latin typeface="Aptos" panose="020B0004020202020204" pitchFamily="34" charset="0"/>
                <a:ea typeface="Aptos" panose="020B0004020202020204" pitchFamily="34" charset="0"/>
                <a:cs typeface="Arial" panose="020B0604020202020204" pitchFamily="34" charset="0"/>
              </a:rPr>
              <a:t>Evaluates User Experience – Used in chatbot interactions, medical AI, and recommendation systems.</a:t>
            </a:r>
          </a:p>
          <a:p>
            <a:pPr lvl="1">
              <a:lnSpc>
                <a:spcPct val="107000"/>
              </a:lnSpc>
              <a:spcAft>
                <a:spcPts val="800"/>
              </a:spcAft>
            </a:pPr>
            <a:r>
              <a:rPr lang="en-GB" sz="1400" kern="100">
                <a:effectLst/>
                <a:latin typeface="Aptos" panose="020B0004020202020204" pitchFamily="34" charset="0"/>
                <a:ea typeface="Aptos" panose="020B0004020202020204" pitchFamily="34" charset="0"/>
                <a:cs typeface="Arial" panose="020B0604020202020204" pitchFamily="34" charset="0"/>
              </a:rPr>
              <a:t>Context-Sensitive – Some AI decisions cannot be quantified (e.g., creativity in AI-generated art).</a:t>
            </a:r>
          </a:p>
          <a:p>
            <a:pPr lvl="1">
              <a:lnSpc>
                <a:spcPct val="107000"/>
              </a:lnSpc>
              <a:spcAft>
                <a:spcPts val="800"/>
              </a:spcAft>
            </a:pPr>
            <a:r>
              <a:rPr lang="en-GB" sz="1400" kern="100">
                <a:effectLst/>
                <a:latin typeface="Aptos" panose="020B0004020202020204" pitchFamily="34" charset="0"/>
                <a:ea typeface="Aptos" panose="020B0004020202020204" pitchFamily="34" charset="0"/>
                <a:cs typeface="Arial" panose="020B0604020202020204" pitchFamily="34" charset="0"/>
              </a:rPr>
              <a:t>Time-Consuming &amp; Costly – Requires human effort, making it harder to scale compared to automated methods.</a:t>
            </a:r>
          </a:p>
          <a:p>
            <a:endParaRPr lang="en-GB"/>
          </a:p>
        </p:txBody>
      </p:sp>
    </p:spTree>
    <p:extLst>
      <p:ext uri="{BB962C8B-B14F-4D97-AF65-F5344CB8AC3E}">
        <p14:creationId xmlns:p14="http://schemas.microsoft.com/office/powerpoint/2010/main" val="33297678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C94E1A-E029-BA63-4715-956833B1CE6B}"/>
              </a:ext>
            </a:extLst>
          </p:cNvPr>
          <p:cNvSpPr>
            <a:spLocks noGrp="1"/>
          </p:cNvSpPr>
          <p:nvPr>
            <p:ph type="title"/>
          </p:nvPr>
        </p:nvSpPr>
        <p:spPr/>
        <p:txBody>
          <a:bodyPr/>
          <a:lstStyle/>
          <a:p>
            <a:r>
              <a:rPr lang="en-US"/>
              <a:t>Quantitative Metrics</a:t>
            </a:r>
            <a:endParaRPr lang="en-GB"/>
          </a:p>
        </p:txBody>
      </p:sp>
      <p:sp>
        <p:nvSpPr>
          <p:cNvPr id="4" name="Rectangle 1">
            <a:extLst>
              <a:ext uri="{FF2B5EF4-FFF2-40B4-BE49-F238E27FC236}">
                <a16:creationId xmlns:a16="http://schemas.microsoft.com/office/drawing/2014/main" id="{FDEBDA2C-47F0-C13B-87DE-03175A284B53}"/>
              </a:ext>
            </a:extLst>
          </p:cNvPr>
          <p:cNvSpPr>
            <a:spLocks noGrp="1" noChangeArrowheads="1"/>
          </p:cNvSpPr>
          <p:nvPr>
            <p:ph idx="1"/>
          </p:nvPr>
        </p:nvSpPr>
        <p:spPr bwMode="auto">
          <a:xfrm>
            <a:off x="838201" y="2108469"/>
            <a:ext cx="4515090"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2000"/>
              <a:t>Accuracy = (TP + TN) / (TP + TN + FP + FN)</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2000"/>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2000"/>
              <a:t>Precision = TP / (TP + FP)</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2000"/>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2000"/>
              <a:t>Recall = TP / (TP + FN)</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2000"/>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2000"/>
              <a:t>F1-Score = 2 × (Precision × Recall) / (Precision + Recall) </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2000"/>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2000"/>
              <a:t>Specificity (True Negative Rate)</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2000"/>
          </a:p>
        </p:txBody>
      </p:sp>
      <p:sp>
        <p:nvSpPr>
          <p:cNvPr id="5" name="Rectangle 1">
            <a:extLst>
              <a:ext uri="{FF2B5EF4-FFF2-40B4-BE49-F238E27FC236}">
                <a16:creationId xmlns:a16="http://schemas.microsoft.com/office/drawing/2014/main" id="{723C5ADB-8086-0876-65F1-5B7CF2FEB120}"/>
              </a:ext>
            </a:extLst>
          </p:cNvPr>
          <p:cNvSpPr txBox="1">
            <a:spLocks noChangeArrowheads="1"/>
          </p:cNvSpPr>
          <p:nvPr/>
        </p:nvSpPr>
        <p:spPr bwMode="auto">
          <a:xfrm>
            <a:off x="6528122" y="1444151"/>
            <a:ext cx="5598289" cy="4956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7000"/>
              </a:lnSpc>
              <a:spcAft>
                <a:spcPts val="800"/>
              </a:spcAft>
            </a:pPr>
            <a:r>
              <a:rPr lang="en-GB" sz="1400" kern="100">
                <a:effectLst/>
                <a:latin typeface="Aptos" panose="020B0004020202020204" pitchFamily="34" charset="0"/>
                <a:ea typeface="Aptos" panose="020B0004020202020204" pitchFamily="34" charset="0"/>
                <a:cs typeface="Arial" panose="020B0604020202020204" pitchFamily="34" charset="0"/>
              </a:rPr>
              <a:t>Classification models predict labels (e.g., spam vs. not spam, disease vs. no disease).</a:t>
            </a:r>
          </a:p>
          <a:p>
            <a:pPr>
              <a:lnSpc>
                <a:spcPct val="107000"/>
              </a:lnSpc>
              <a:spcAft>
                <a:spcPts val="800"/>
              </a:spcAft>
            </a:pPr>
            <a:r>
              <a:rPr lang="en-GB" sz="1400" kern="100">
                <a:effectLst/>
                <a:latin typeface="Aptos" panose="020B0004020202020204" pitchFamily="34" charset="0"/>
                <a:ea typeface="Aptos" panose="020B0004020202020204" pitchFamily="34" charset="0"/>
                <a:cs typeface="Arial" panose="020B0604020202020204" pitchFamily="34" charset="0"/>
              </a:rPr>
              <a:t>Accuracy is the simplest metric, but it doesn’t work well for imbalanced datasets.</a:t>
            </a:r>
          </a:p>
          <a:p>
            <a:pPr marL="0" indent="0">
              <a:lnSpc>
                <a:spcPct val="107000"/>
              </a:lnSpc>
              <a:spcAft>
                <a:spcPts val="800"/>
              </a:spcAft>
              <a:buNone/>
            </a:pPr>
            <a:r>
              <a:rPr lang="en-GB" sz="1400" kern="100">
                <a:effectLst/>
                <a:latin typeface="Aptos" panose="020B0004020202020204" pitchFamily="34" charset="0"/>
                <a:ea typeface="Aptos" panose="020B0004020202020204" pitchFamily="34" charset="0"/>
                <a:cs typeface="Arial" panose="020B0604020202020204" pitchFamily="34" charset="0"/>
              </a:rPr>
              <a:t>Precision vs. Recall Trade-off:</a:t>
            </a:r>
          </a:p>
          <a:p>
            <a:pPr lvl="1">
              <a:lnSpc>
                <a:spcPct val="107000"/>
              </a:lnSpc>
              <a:spcAft>
                <a:spcPts val="800"/>
              </a:spcAft>
            </a:pPr>
            <a:r>
              <a:rPr lang="en-GB" sz="1000" kern="100">
                <a:effectLst/>
                <a:latin typeface="Aptos" panose="020B0004020202020204" pitchFamily="34" charset="0"/>
                <a:ea typeface="Aptos" panose="020B0004020202020204" pitchFamily="34" charset="0"/>
                <a:cs typeface="Arial" panose="020B0604020202020204" pitchFamily="34" charset="0"/>
              </a:rPr>
              <a:t>Precision: "Of all the positive predictions, how many were correct?"</a:t>
            </a:r>
          </a:p>
          <a:p>
            <a:pPr lvl="1">
              <a:lnSpc>
                <a:spcPct val="107000"/>
              </a:lnSpc>
              <a:spcAft>
                <a:spcPts val="800"/>
              </a:spcAft>
            </a:pPr>
            <a:r>
              <a:rPr lang="en-GB" sz="1000" kern="100">
                <a:effectLst/>
                <a:latin typeface="Aptos" panose="020B0004020202020204" pitchFamily="34" charset="0"/>
                <a:ea typeface="Aptos" panose="020B0004020202020204" pitchFamily="34" charset="0"/>
                <a:cs typeface="Arial" panose="020B0604020202020204" pitchFamily="34" charset="0"/>
              </a:rPr>
              <a:t>Recall: "Of all actual positives, how many were detected?"</a:t>
            </a:r>
          </a:p>
          <a:p>
            <a:pPr lvl="1">
              <a:lnSpc>
                <a:spcPct val="107000"/>
              </a:lnSpc>
              <a:spcAft>
                <a:spcPts val="800"/>
              </a:spcAft>
            </a:pPr>
            <a:r>
              <a:rPr lang="en-GB" sz="1000" kern="100">
                <a:effectLst/>
                <a:latin typeface="Aptos" panose="020B0004020202020204" pitchFamily="34" charset="0"/>
                <a:ea typeface="Aptos" panose="020B0004020202020204" pitchFamily="34" charset="0"/>
                <a:cs typeface="Arial" panose="020B0604020202020204" pitchFamily="34" charset="0"/>
              </a:rPr>
              <a:t>Example: In cancer detection, recall is more important than precision.</a:t>
            </a:r>
          </a:p>
          <a:p>
            <a:pPr>
              <a:lnSpc>
                <a:spcPct val="107000"/>
              </a:lnSpc>
              <a:spcAft>
                <a:spcPts val="800"/>
              </a:spcAft>
            </a:pPr>
            <a:r>
              <a:rPr lang="en-GB" sz="1400" kern="100">
                <a:effectLst/>
                <a:latin typeface="Aptos" panose="020B0004020202020204" pitchFamily="34" charset="0"/>
                <a:ea typeface="Aptos" panose="020B0004020202020204" pitchFamily="34" charset="0"/>
                <a:cs typeface="Arial" panose="020B0604020202020204" pitchFamily="34" charset="0"/>
              </a:rPr>
              <a:t>F1-Score balances precision &amp; recall (useful when both are important).</a:t>
            </a:r>
          </a:p>
          <a:p>
            <a:pPr>
              <a:lnSpc>
                <a:spcPct val="107000"/>
              </a:lnSpc>
              <a:spcAft>
                <a:spcPts val="800"/>
              </a:spcAft>
            </a:pPr>
            <a:r>
              <a:rPr lang="en-GB" sz="1400" kern="100">
                <a:latin typeface="Aptos" panose="020B0004020202020204" pitchFamily="34" charset="0"/>
                <a:ea typeface="Aptos" panose="020B0004020202020204" pitchFamily="34" charset="0"/>
                <a:cs typeface="Arial" panose="020B0604020202020204" pitchFamily="34" charset="0"/>
              </a:rPr>
              <a:t>Specificity is important when detecting normal behaviour correctly is important. Mathmatically it is defined as:</a:t>
            </a:r>
          </a:p>
          <a:p>
            <a:pPr marL="0" indent="0">
              <a:lnSpc>
                <a:spcPct val="107000"/>
              </a:lnSpc>
              <a:spcAft>
                <a:spcPts val="800"/>
              </a:spcAft>
              <a:buNone/>
            </a:pPr>
            <a:r>
              <a:rPr lang="en-GB" sz="1400" kern="100">
                <a:effectLst/>
                <a:latin typeface="Aptos" panose="020B0004020202020204" pitchFamily="34" charset="0"/>
                <a:ea typeface="Aptos" panose="020B0004020202020204" pitchFamily="34" charset="0"/>
                <a:cs typeface="Arial" panose="020B0604020202020204" pitchFamily="34" charset="0"/>
              </a:rPr>
              <a:t>		Specificity=TN/(TN+FP)</a:t>
            </a:r>
          </a:p>
          <a:p>
            <a:pPr marL="0" indent="0" eaLnBrk="0" fontAlgn="base" hangingPunct="0">
              <a:lnSpc>
                <a:spcPct val="100000"/>
              </a:lnSpc>
              <a:spcBef>
                <a:spcPct val="0"/>
              </a:spcBef>
              <a:spcAft>
                <a:spcPct val="0"/>
              </a:spcAft>
              <a:buFontTx/>
              <a:buChar char="•"/>
            </a:pPr>
            <a:endParaRPr lang="en-US" altLang="en-US" sz="2000"/>
          </a:p>
        </p:txBody>
      </p:sp>
    </p:spTree>
    <p:extLst>
      <p:ext uri="{BB962C8B-B14F-4D97-AF65-F5344CB8AC3E}">
        <p14:creationId xmlns:p14="http://schemas.microsoft.com/office/powerpoint/2010/main" val="3561156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9D5666F-6C07-3351-98E0-5023E6B71EFC}"/>
              </a:ext>
            </a:extLst>
          </p:cNvPr>
          <p:cNvPicPr>
            <a:picLocks noChangeAspect="1"/>
          </p:cNvPicPr>
          <p:nvPr/>
        </p:nvPicPr>
        <p:blipFill>
          <a:blip r:embed="rId2"/>
          <a:stretch>
            <a:fillRect/>
          </a:stretch>
        </p:blipFill>
        <p:spPr>
          <a:xfrm>
            <a:off x="5092861" y="2225642"/>
            <a:ext cx="6673990" cy="3118761"/>
          </a:xfrm>
          <a:prstGeom prst="rect">
            <a:avLst/>
          </a:prstGeom>
        </p:spPr>
      </p:pic>
      <p:sp>
        <p:nvSpPr>
          <p:cNvPr id="2" name="Content Placeholder 1">
            <a:extLst>
              <a:ext uri="{FF2B5EF4-FFF2-40B4-BE49-F238E27FC236}">
                <a16:creationId xmlns:a16="http://schemas.microsoft.com/office/drawing/2014/main" id="{FB973B92-830B-0D62-FF18-051DAB1D16D5}"/>
              </a:ext>
            </a:extLst>
          </p:cNvPr>
          <p:cNvSpPr>
            <a:spLocks noGrp="1" noChangeArrowheads="1"/>
          </p:cNvSpPr>
          <p:nvPr>
            <p:ph idx="1"/>
          </p:nvPr>
        </p:nvSpPr>
        <p:spPr bwMode="auto">
          <a:xfrm>
            <a:off x="214132" y="1812558"/>
            <a:ext cx="4726107" cy="39449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07000"/>
              </a:lnSpc>
              <a:spcAft>
                <a:spcPts val="800"/>
              </a:spcAft>
            </a:pPr>
            <a:r>
              <a:rPr lang="en-GB" sz="1600" kern="100">
                <a:effectLst/>
                <a:latin typeface="Aptos" panose="020B0004020202020204" pitchFamily="34" charset="0"/>
                <a:ea typeface="Aptos" panose="020B0004020202020204" pitchFamily="34" charset="0"/>
                <a:cs typeface="Arial" panose="020B0604020202020204" pitchFamily="34" charset="0"/>
              </a:rPr>
              <a:t>What is a Confusion Matrix?</a:t>
            </a:r>
          </a:p>
          <a:p>
            <a:pPr marL="0" indent="0">
              <a:lnSpc>
                <a:spcPct val="107000"/>
              </a:lnSpc>
              <a:spcAft>
                <a:spcPts val="800"/>
              </a:spcAft>
              <a:buNone/>
            </a:pPr>
            <a:r>
              <a:rPr lang="en-GB" sz="1600" kern="100">
                <a:effectLst/>
                <a:latin typeface="Aptos" panose="020B0004020202020204" pitchFamily="34" charset="0"/>
                <a:ea typeface="Aptos" panose="020B0004020202020204" pitchFamily="34" charset="0"/>
                <a:cs typeface="Arial" panose="020B0604020202020204" pitchFamily="34" charset="0"/>
              </a:rPr>
              <a:t>A table summarizing AI predictions vs. actual results.</a:t>
            </a:r>
          </a:p>
          <a:p>
            <a:pPr lvl="1">
              <a:lnSpc>
                <a:spcPct val="107000"/>
              </a:lnSpc>
              <a:spcAft>
                <a:spcPts val="800"/>
              </a:spcAft>
            </a:pPr>
            <a:r>
              <a:rPr lang="en-GB" sz="1000" kern="100">
                <a:effectLst/>
                <a:latin typeface="Aptos" panose="020B0004020202020204" pitchFamily="34" charset="0"/>
                <a:ea typeface="Aptos" panose="020B0004020202020204" pitchFamily="34" charset="0"/>
                <a:cs typeface="Arial" panose="020B0604020202020204" pitchFamily="34" charset="0"/>
              </a:rPr>
              <a:t>True Positives (TP): AI correctly detects a positive case.</a:t>
            </a:r>
          </a:p>
          <a:p>
            <a:pPr lvl="1">
              <a:lnSpc>
                <a:spcPct val="107000"/>
              </a:lnSpc>
              <a:spcAft>
                <a:spcPts val="800"/>
              </a:spcAft>
            </a:pPr>
            <a:r>
              <a:rPr lang="en-GB" sz="1000" kern="100">
                <a:effectLst/>
                <a:latin typeface="Aptos" panose="020B0004020202020204" pitchFamily="34" charset="0"/>
                <a:ea typeface="Aptos" panose="020B0004020202020204" pitchFamily="34" charset="0"/>
                <a:cs typeface="Arial" panose="020B0604020202020204" pitchFamily="34" charset="0"/>
              </a:rPr>
              <a:t>False Positives (FP): AI incorrectly predicts positive (false alarm).</a:t>
            </a:r>
          </a:p>
          <a:p>
            <a:pPr lvl="1">
              <a:lnSpc>
                <a:spcPct val="107000"/>
              </a:lnSpc>
              <a:spcAft>
                <a:spcPts val="800"/>
              </a:spcAft>
            </a:pPr>
            <a:r>
              <a:rPr lang="en-GB" sz="1000" kern="100">
                <a:effectLst/>
                <a:latin typeface="Aptos" panose="020B0004020202020204" pitchFamily="34" charset="0"/>
                <a:ea typeface="Aptos" panose="020B0004020202020204" pitchFamily="34" charset="0"/>
                <a:cs typeface="Arial" panose="020B0604020202020204" pitchFamily="34" charset="0"/>
              </a:rPr>
              <a:t>False Negatives (FN): AI misses a real positive case.</a:t>
            </a:r>
          </a:p>
          <a:p>
            <a:pPr lvl="1">
              <a:lnSpc>
                <a:spcPct val="107000"/>
              </a:lnSpc>
              <a:spcAft>
                <a:spcPts val="800"/>
              </a:spcAft>
            </a:pPr>
            <a:r>
              <a:rPr lang="en-GB" sz="1000" kern="100">
                <a:effectLst/>
                <a:latin typeface="Aptos" panose="020B0004020202020204" pitchFamily="34" charset="0"/>
                <a:ea typeface="Aptos" panose="020B0004020202020204" pitchFamily="34" charset="0"/>
                <a:cs typeface="Arial" panose="020B0604020202020204" pitchFamily="34" charset="0"/>
              </a:rPr>
              <a:t>True Negatives (TN): AI correctly predicts negative.</a:t>
            </a:r>
          </a:p>
          <a:p>
            <a:pPr>
              <a:lnSpc>
                <a:spcPct val="107000"/>
              </a:lnSpc>
              <a:spcAft>
                <a:spcPts val="800"/>
              </a:spcAft>
            </a:pPr>
            <a:r>
              <a:rPr lang="en-GB" sz="1600" kern="100">
                <a:effectLst/>
                <a:latin typeface="Aptos" panose="020B0004020202020204" pitchFamily="34" charset="0"/>
                <a:ea typeface="Aptos" panose="020B0004020202020204" pitchFamily="34" charset="0"/>
                <a:cs typeface="Arial" panose="020B0604020202020204" pitchFamily="34" charset="0"/>
              </a:rPr>
              <a:t>Why is it useful?</a:t>
            </a:r>
          </a:p>
          <a:p>
            <a:pPr lvl="1">
              <a:lnSpc>
                <a:spcPct val="107000"/>
              </a:lnSpc>
              <a:spcAft>
                <a:spcPts val="800"/>
              </a:spcAft>
            </a:pPr>
            <a:r>
              <a:rPr lang="en-GB" sz="1000" kern="100">
                <a:effectLst/>
                <a:latin typeface="Aptos" panose="020B0004020202020204" pitchFamily="34" charset="0"/>
                <a:ea typeface="Aptos" panose="020B0004020202020204" pitchFamily="34" charset="0"/>
                <a:cs typeface="Arial" panose="020B0604020202020204" pitchFamily="34" charset="0"/>
              </a:rPr>
              <a:t>Helps analyze model performance beyond simple accuracy.</a:t>
            </a:r>
          </a:p>
          <a:p>
            <a:pPr lvl="1">
              <a:lnSpc>
                <a:spcPct val="107000"/>
              </a:lnSpc>
              <a:spcAft>
                <a:spcPts val="800"/>
              </a:spcAft>
            </a:pPr>
            <a:r>
              <a:rPr lang="en-GB" sz="1000" kern="100">
                <a:effectLst/>
                <a:latin typeface="Aptos" panose="020B0004020202020204" pitchFamily="34" charset="0"/>
                <a:ea typeface="Aptos" panose="020B0004020202020204" pitchFamily="34" charset="0"/>
                <a:cs typeface="Arial" panose="020B0604020202020204" pitchFamily="34" charset="0"/>
              </a:rPr>
              <a:t>Used to compute Precision, Recall, F1-score.</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a:p>
        </p:txBody>
      </p:sp>
      <p:sp>
        <p:nvSpPr>
          <p:cNvPr id="3" name="Title 1">
            <a:extLst>
              <a:ext uri="{FF2B5EF4-FFF2-40B4-BE49-F238E27FC236}">
                <a16:creationId xmlns:a16="http://schemas.microsoft.com/office/drawing/2014/main" id="{B6800CC6-22FB-39C0-8796-BCE73884D802}"/>
              </a:ext>
            </a:extLst>
          </p:cNvPr>
          <p:cNvSpPr>
            <a:spLocks noGrp="1"/>
          </p:cNvSpPr>
          <p:nvPr>
            <p:ph type="title"/>
          </p:nvPr>
        </p:nvSpPr>
        <p:spPr>
          <a:xfrm>
            <a:off x="571983" y="188034"/>
            <a:ext cx="10515600" cy="1325563"/>
          </a:xfrm>
        </p:spPr>
        <p:txBody>
          <a:bodyPr/>
          <a:lstStyle/>
          <a:p>
            <a:r>
              <a:rPr lang="en-US"/>
              <a:t>Confusion Matrix</a:t>
            </a:r>
            <a:endParaRPr lang="en-GB"/>
          </a:p>
        </p:txBody>
      </p:sp>
    </p:spTree>
    <p:extLst>
      <p:ext uri="{BB962C8B-B14F-4D97-AF65-F5344CB8AC3E}">
        <p14:creationId xmlns:p14="http://schemas.microsoft.com/office/powerpoint/2010/main" val="38495758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6416FF-1CC6-B60E-01D9-346CBED2066F}"/>
              </a:ext>
            </a:extLst>
          </p:cNvPr>
          <p:cNvSpPr>
            <a:spLocks noGrp="1"/>
          </p:cNvSpPr>
          <p:nvPr>
            <p:ph type="title"/>
          </p:nvPr>
        </p:nvSpPr>
        <p:spPr/>
        <p:txBody>
          <a:bodyPr/>
          <a:lstStyle/>
          <a:p>
            <a:r>
              <a:rPr lang="en-US"/>
              <a:t>Confusion Matrix</a:t>
            </a:r>
            <a:endParaRPr lang="en-GB"/>
          </a:p>
        </p:txBody>
      </p:sp>
      <p:sp>
        <p:nvSpPr>
          <p:cNvPr id="3" name="Content Placeholder 2">
            <a:extLst>
              <a:ext uri="{FF2B5EF4-FFF2-40B4-BE49-F238E27FC236}">
                <a16:creationId xmlns:a16="http://schemas.microsoft.com/office/drawing/2014/main" id="{773DCBB1-ED70-20CD-BE09-F002D08BEF0D}"/>
              </a:ext>
            </a:extLst>
          </p:cNvPr>
          <p:cNvSpPr>
            <a:spLocks noGrp="1"/>
          </p:cNvSpPr>
          <p:nvPr>
            <p:ph idx="1"/>
          </p:nvPr>
        </p:nvSpPr>
        <p:spPr>
          <a:xfrm>
            <a:off x="163357" y="1825625"/>
            <a:ext cx="5541207" cy="4351338"/>
          </a:xfrm>
        </p:spPr>
        <p:txBody>
          <a:bodyPr>
            <a:normAutofit/>
          </a:bodyPr>
          <a:lstStyle/>
          <a:p>
            <a:pPr algn="just">
              <a:lnSpc>
                <a:spcPct val="150000"/>
              </a:lnSpc>
            </a:pPr>
            <a:r>
              <a:rPr lang="en-US" sz="1600">
                <a:latin typeface="Calibri" panose="020F0502020204030204" pitchFamily="34" charset="0"/>
                <a:cs typeface="Calibri" panose="020F0502020204030204" pitchFamily="34" charset="0"/>
              </a:rPr>
              <a:t>A confusion matrix is a table used in machine learning to evaluate a classification model's performance by comparing actual outcomes with predicted outcomes, revealing correct and incorrect classifications (True Positives, True Negatives, False Positives, False Negatives) to understand where the model confuses classes, helping calculate metrics like accuracy, precision, and recall. </a:t>
            </a:r>
          </a:p>
          <a:p>
            <a:pPr>
              <a:lnSpc>
                <a:spcPct val="150000"/>
              </a:lnSpc>
            </a:pPr>
            <a:endParaRPr lang="en-US" sz="1600">
              <a:latin typeface="Calibri" panose="020F0502020204030204" pitchFamily="34" charset="0"/>
              <a:cs typeface="Calibri" panose="020F0502020204030204" pitchFamily="34" charset="0"/>
            </a:endParaRPr>
          </a:p>
          <a:p>
            <a:pPr algn="just">
              <a:lnSpc>
                <a:spcPct val="150000"/>
              </a:lnSpc>
            </a:pPr>
            <a:r>
              <a:rPr lang="en-US" sz="1600">
                <a:latin typeface="Calibri" panose="020F0502020204030204" pitchFamily="34" charset="0"/>
                <a:cs typeface="Calibri" panose="020F0502020204030204" pitchFamily="34" charset="0"/>
              </a:rPr>
              <a:t>It's a foundational tool for assessing how well a model predicts different categories, with diagonal elements showing correct predictions. </a:t>
            </a:r>
            <a:endParaRPr lang="en-GB" sz="1600">
              <a:latin typeface="Calibri" panose="020F0502020204030204" pitchFamily="34" charset="0"/>
              <a:cs typeface="Calibri" panose="020F0502020204030204" pitchFamily="34" charset="0"/>
            </a:endParaRPr>
          </a:p>
        </p:txBody>
      </p:sp>
      <p:pic>
        <p:nvPicPr>
          <p:cNvPr id="1026" name="Picture 2" descr="Confusion Matrix: How To Use It &amp; Interpret Results [Examples]">
            <a:extLst>
              <a:ext uri="{FF2B5EF4-FFF2-40B4-BE49-F238E27FC236}">
                <a16:creationId xmlns:a16="http://schemas.microsoft.com/office/drawing/2014/main" id="{161AB70E-64C5-7A87-FA86-87E0411097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87437" y="2045887"/>
            <a:ext cx="5165161" cy="37825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107361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64EE4D-87B5-58E2-3A39-FC9CB34477CE}"/>
              </a:ext>
            </a:extLst>
          </p:cNvPr>
          <p:cNvSpPr>
            <a:spLocks noGrp="1"/>
          </p:cNvSpPr>
          <p:nvPr>
            <p:ph type="title"/>
          </p:nvPr>
        </p:nvSpPr>
        <p:spPr/>
        <p:txBody>
          <a:bodyPr/>
          <a:lstStyle/>
          <a:p>
            <a:r>
              <a:rPr lang="en-US"/>
              <a:t>Quantitative Metrics</a:t>
            </a:r>
            <a:endParaRPr lang="en-GB"/>
          </a:p>
        </p:txBody>
      </p:sp>
      <p:sp>
        <p:nvSpPr>
          <p:cNvPr id="3" name="Content Placeholder 2">
            <a:extLst>
              <a:ext uri="{FF2B5EF4-FFF2-40B4-BE49-F238E27FC236}">
                <a16:creationId xmlns:a16="http://schemas.microsoft.com/office/drawing/2014/main" id="{43A398AA-4A63-A227-16DF-D2433AF3A9B3}"/>
              </a:ext>
            </a:extLst>
          </p:cNvPr>
          <p:cNvSpPr>
            <a:spLocks noGrp="1"/>
          </p:cNvSpPr>
          <p:nvPr>
            <p:ph idx="1"/>
          </p:nvPr>
        </p:nvSpPr>
        <p:spPr/>
        <p:txBody>
          <a:bodyPr>
            <a:normAutofit fontScale="55000" lnSpcReduction="20000"/>
          </a:bodyPr>
          <a:lstStyle/>
          <a:p>
            <a:pPr>
              <a:lnSpc>
                <a:spcPct val="107000"/>
              </a:lnSpc>
              <a:spcAft>
                <a:spcPts val="800"/>
              </a:spcAft>
            </a:pPr>
            <a:r>
              <a:rPr lang="en-GB" b="1"/>
              <a:t>R-squared (R²): </a:t>
            </a:r>
          </a:p>
          <a:p>
            <a:pPr marL="0" indent="0">
              <a:lnSpc>
                <a:spcPct val="107000"/>
              </a:lnSpc>
              <a:spcAft>
                <a:spcPts val="800"/>
              </a:spcAft>
              <a:buNone/>
            </a:pPr>
            <a:r>
              <a:rPr lang="en-GB"/>
              <a:t>Measures how well the model explains the variance in the target variable, with values ranging from 0 (poor fit) to 1 (perfect fit).</a:t>
            </a:r>
          </a:p>
          <a:p>
            <a:pPr>
              <a:lnSpc>
                <a:spcPct val="107000"/>
              </a:lnSpc>
              <a:spcAft>
                <a:spcPts val="800"/>
              </a:spcAft>
            </a:pPr>
            <a:r>
              <a:rPr lang="en-GB" b="1"/>
              <a:t>Mean Absolute Error (MAE): </a:t>
            </a:r>
          </a:p>
          <a:p>
            <a:pPr marL="0" indent="0">
              <a:lnSpc>
                <a:spcPct val="107000"/>
              </a:lnSpc>
              <a:spcAft>
                <a:spcPts val="800"/>
              </a:spcAft>
              <a:buNone/>
            </a:pPr>
            <a:r>
              <a:rPr lang="en-GB"/>
              <a:t>Calculates the average absolute difference between actual and predicted values, giving a direct measure of prediction error.</a:t>
            </a:r>
          </a:p>
          <a:p>
            <a:pPr>
              <a:lnSpc>
                <a:spcPct val="107000"/>
              </a:lnSpc>
              <a:spcAft>
                <a:spcPts val="800"/>
              </a:spcAft>
            </a:pPr>
            <a:r>
              <a:rPr lang="en-GB" b="1"/>
              <a:t>Mean Squared Error (MSE): </a:t>
            </a:r>
          </a:p>
          <a:p>
            <a:pPr marL="0" indent="0">
              <a:lnSpc>
                <a:spcPct val="107000"/>
              </a:lnSpc>
              <a:spcAft>
                <a:spcPts val="800"/>
              </a:spcAft>
              <a:buNone/>
            </a:pPr>
            <a:r>
              <a:rPr lang="en-GB"/>
              <a:t>Computes the average squared difference between actual and predicted values, penalizing larger errors more than MAE.</a:t>
            </a:r>
            <a:endParaRPr lang="en-US"/>
          </a:p>
          <a:p>
            <a:pPr>
              <a:lnSpc>
                <a:spcPct val="107000"/>
              </a:lnSpc>
              <a:spcAft>
                <a:spcPts val="800"/>
              </a:spcAft>
            </a:pPr>
            <a:r>
              <a:rPr lang="en-GB" b="1"/>
              <a:t>Intersection over Union (IoU):</a:t>
            </a:r>
          </a:p>
          <a:p>
            <a:pPr marL="0" indent="0">
              <a:lnSpc>
                <a:spcPct val="107000"/>
              </a:lnSpc>
              <a:spcAft>
                <a:spcPts val="800"/>
              </a:spcAft>
              <a:buNone/>
            </a:pPr>
            <a:r>
              <a:rPr lang="en-GB"/>
              <a:t>Evaluates object detection performance by measuring the overlap between predicted and ground-truth bounding boxes.</a:t>
            </a:r>
          </a:p>
          <a:p>
            <a:pPr>
              <a:lnSpc>
                <a:spcPct val="107000"/>
              </a:lnSpc>
              <a:spcAft>
                <a:spcPts val="800"/>
              </a:spcAft>
            </a:pPr>
            <a:r>
              <a:rPr lang="en-GB" b="1"/>
              <a:t>Mean Average Precision (mAP):</a:t>
            </a:r>
          </a:p>
          <a:p>
            <a:pPr marL="0" indent="0">
              <a:lnSpc>
                <a:spcPct val="107000"/>
              </a:lnSpc>
              <a:spcAft>
                <a:spcPts val="800"/>
              </a:spcAft>
              <a:buNone/>
            </a:pPr>
            <a:r>
              <a:rPr lang="en-GB"/>
              <a:t>Used in object detection to measure how well the model detects multiple objects.</a:t>
            </a:r>
          </a:p>
          <a:p>
            <a:endParaRPr lang="en-GB"/>
          </a:p>
        </p:txBody>
      </p:sp>
    </p:spTree>
    <p:extLst>
      <p:ext uri="{BB962C8B-B14F-4D97-AF65-F5344CB8AC3E}">
        <p14:creationId xmlns:p14="http://schemas.microsoft.com/office/powerpoint/2010/main" val="18547048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4CD2CE-A653-1816-5311-A41EBA22422A}"/>
              </a:ext>
            </a:extLst>
          </p:cNvPr>
          <p:cNvSpPr>
            <a:spLocks noGrp="1"/>
          </p:cNvSpPr>
          <p:nvPr>
            <p:ph type="title"/>
          </p:nvPr>
        </p:nvSpPr>
        <p:spPr/>
        <p:txBody>
          <a:bodyPr/>
          <a:lstStyle/>
          <a:p>
            <a:r>
              <a:rPr lang="en-US"/>
              <a:t>Qualitative Metrics</a:t>
            </a:r>
            <a:endParaRPr lang="en-GB"/>
          </a:p>
        </p:txBody>
      </p:sp>
      <p:sp>
        <p:nvSpPr>
          <p:cNvPr id="3" name="Content Placeholder 2">
            <a:extLst>
              <a:ext uri="{FF2B5EF4-FFF2-40B4-BE49-F238E27FC236}">
                <a16:creationId xmlns:a16="http://schemas.microsoft.com/office/drawing/2014/main" id="{A58EB07B-606B-F3D3-A472-013A17ECFB26}"/>
              </a:ext>
            </a:extLst>
          </p:cNvPr>
          <p:cNvSpPr>
            <a:spLocks noGrp="1"/>
          </p:cNvSpPr>
          <p:nvPr>
            <p:ph idx="1"/>
          </p:nvPr>
        </p:nvSpPr>
        <p:spPr/>
        <p:txBody>
          <a:bodyPr>
            <a:normAutofit lnSpcReduction="10000"/>
          </a:bodyPr>
          <a:lstStyle/>
          <a:p>
            <a:r>
              <a:rPr lang="en-US"/>
              <a:t>Mean Opinion Score (MOS):</a:t>
            </a:r>
          </a:p>
          <a:p>
            <a:pPr marL="0" indent="0">
              <a:buNone/>
            </a:pPr>
            <a:r>
              <a:rPr lang="en-US"/>
              <a:t> </a:t>
            </a:r>
            <a:r>
              <a:rPr lang="en-US" sz="2200"/>
              <a:t>A 1-5 scale rating used for subjective assessment, often in speech synthesis, video quality, and human-AI interactions.</a:t>
            </a:r>
          </a:p>
          <a:p>
            <a:endParaRPr lang="en-US" sz="2200"/>
          </a:p>
          <a:p>
            <a:r>
              <a:rPr lang="en-US"/>
              <a:t>User Satisfaction Score (USS):</a:t>
            </a:r>
          </a:p>
          <a:p>
            <a:pPr marL="0" indent="0">
              <a:buNone/>
            </a:pPr>
            <a:r>
              <a:rPr lang="en-US" sz="2200"/>
              <a:t>Measures user experience and satisfaction through surveys or feedback, commonly used in AI-driven recommendation systems and chatbots.</a:t>
            </a:r>
          </a:p>
          <a:p>
            <a:endParaRPr lang="en-US" sz="2200"/>
          </a:p>
          <a:p>
            <a:r>
              <a:rPr lang="en-US"/>
              <a:t>Naturalness Rating:</a:t>
            </a:r>
          </a:p>
          <a:p>
            <a:pPr marL="0" indent="0">
              <a:buNone/>
            </a:pPr>
            <a:r>
              <a:rPr lang="en-US" sz="2200"/>
              <a:t>Used in speech, text, and image generation models to judge how "human-like" the AI output feels (e.g., evaluating AI-generated voices or GPT outputs).</a:t>
            </a:r>
            <a:endParaRPr lang="en-GB" sz="2200"/>
          </a:p>
        </p:txBody>
      </p:sp>
    </p:spTree>
    <p:extLst>
      <p:ext uri="{BB962C8B-B14F-4D97-AF65-F5344CB8AC3E}">
        <p14:creationId xmlns:p14="http://schemas.microsoft.com/office/powerpoint/2010/main" val="8329628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8F584-C693-ECE8-1B7E-3D8AF5DF2362}"/>
              </a:ext>
            </a:extLst>
          </p:cNvPr>
          <p:cNvSpPr>
            <a:spLocks noGrp="1"/>
          </p:cNvSpPr>
          <p:nvPr>
            <p:ph type="title"/>
          </p:nvPr>
        </p:nvSpPr>
        <p:spPr/>
        <p:txBody>
          <a:bodyPr/>
          <a:lstStyle/>
          <a:p>
            <a:r>
              <a:rPr lang="en-US"/>
              <a:t>Pros and Cons</a:t>
            </a:r>
            <a:endParaRPr lang="en-GB"/>
          </a:p>
        </p:txBody>
      </p:sp>
      <p:sp>
        <p:nvSpPr>
          <p:cNvPr id="3" name="Content Placeholder 2">
            <a:extLst>
              <a:ext uri="{FF2B5EF4-FFF2-40B4-BE49-F238E27FC236}">
                <a16:creationId xmlns:a16="http://schemas.microsoft.com/office/drawing/2014/main" id="{7CF63069-A6DF-1610-5C71-08BE3CE18F78}"/>
              </a:ext>
            </a:extLst>
          </p:cNvPr>
          <p:cNvSpPr>
            <a:spLocks noGrp="1"/>
          </p:cNvSpPr>
          <p:nvPr>
            <p:ph idx="1"/>
          </p:nvPr>
        </p:nvSpPr>
        <p:spPr/>
        <p:txBody>
          <a:bodyPr/>
          <a:lstStyle/>
          <a:p>
            <a:r>
              <a:rPr lang="en-US"/>
              <a:t>Accuracy measure overall correctness:</a:t>
            </a:r>
          </a:p>
          <a:p>
            <a:pPr marL="0" indent="0" algn="ctr">
              <a:buNone/>
            </a:pPr>
            <a:r>
              <a:rPr lang="en-US" altLang="en-US"/>
              <a:t>Accuracy = (TP + TN) / (TP + TN + FP + FN)</a:t>
            </a:r>
          </a:p>
          <a:p>
            <a:endParaRPr lang="en-GB"/>
          </a:p>
          <a:p>
            <a:r>
              <a:rPr lang="en-GB"/>
              <a:t>It is very simple to calculate</a:t>
            </a:r>
          </a:p>
          <a:p>
            <a:r>
              <a:rPr lang="en-GB"/>
              <a:t>It is helpful when the classes are balanced</a:t>
            </a:r>
          </a:p>
          <a:p>
            <a:r>
              <a:rPr lang="en-GB"/>
              <a:t>It is misleading for imbalanced datasets</a:t>
            </a:r>
          </a:p>
        </p:txBody>
      </p:sp>
    </p:spTree>
    <p:extLst>
      <p:ext uri="{BB962C8B-B14F-4D97-AF65-F5344CB8AC3E}">
        <p14:creationId xmlns:p14="http://schemas.microsoft.com/office/powerpoint/2010/main" val="16414998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C03BD2-874E-4699-17A7-84676A88BBE8}"/>
              </a:ext>
            </a:extLst>
          </p:cNvPr>
          <p:cNvSpPr>
            <a:spLocks noGrp="1"/>
          </p:cNvSpPr>
          <p:nvPr>
            <p:ph type="title"/>
          </p:nvPr>
        </p:nvSpPr>
        <p:spPr/>
        <p:txBody>
          <a:bodyPr/>
          <a:lstStyle/>
          <a:p>
            <a:r>
              <a:rPr lang="en-US"/>
              <a:t>Precision</a:t>
            </a:r>
            <a:endParaRPr lang="en-GB"/>
          </a:p>
        </p:txBody>
      </p:sp>
      <p:sp>
        <p:nvSpPr>
          <p:cNvPr id="3" name="Content Placeholder 2">
            <a:extLst>
              <a:ext uri="{FF2B5EF4-FFF2-40B4-BE49-F238E27FC236}">
                <a16:creationId xmlns:a16="http://schemas.microsoft.com/office/drawing/2014/main" id="{D94F3074-CE6B-63C9-2A3C-C594EE0455A6}"/>
              </a:ext>
            </a:extLst>
          </p:cNvPr>
          <p:cNvSpPr>
            <a:spLocks noGrp="1"/>
          </p:cNvSpPr>
          <p:nvPr>
            <p:ph idx="1"/>
          </p:nvPr>
        </p:nvSpPr>
        <p:spPr/>
        <p:txBody>
          <a:bodyPr>
            <a:normAutofit fontScale="47500" lnSpcReduction="20000"/>
          </a:bodyPr>
          <a:lstStyle/>
          <a:p>
            <a:pPr>
              <a:lnSpc>
                <a:spcPct val="120000"/>
              </a:lnSpc>
            </a:pPr>
            <a:r>
              <a:rPr lang="en-US">
                <a:latin typeface="Calibri" panose="020F0502020204030204" pitchFamily="34" charset="0"/>
                <a:cs typeface="Calibri" panose="020F0502020204030204" pitchFamily="34" charset="0"/>
              </a:rPr>
              <a:t>Precision measures how many predicted positives are actually correct: </a:t>
            </a:r>
          </a:p>
          <a:p>
            <a:pPr marL="0" indent="0" algn="ctr">
              <a:lnSpc>
                <a:spcPct val="120000"/>
              </a:lnSpc>
              <a:buNone/>
            </a:pPr>
            <a:r>
              <a:rPr lang="en-US" altLang="en-US">
                <a:latin typeface="Calibri" panose="020F0502020204030204" pitchFamily="34" charset="0"/>
                <a:cs typeface="Calibri" panose="020F0502020204030204" pitchFamily="34" charset="0"/>
              </a:rPr>
              <a:t>Precision = TP / (TP + FP)</a:t>
            </a:r>
          </a:p>
          <a:p>
            <a:pPr marL="0" indent="0">
              <a:lnSpc>
                <a:spcPct val="120000"/>
              </a:lnSpc>
              <a:buNone/>
            </a:pPr>
            <a:r>
              <a:rPr lang="en-US" b="1">
                <a:latin typeface="Calibri" panose="020F0502020204030204" pitchFamily="34" charset="0"/>
                <a:cs typeface="Calibri" panose="020F0502020204030204" pitchFamily="34" charset="0"/>
              </a:rPr>
              <a:t>Pros of High Precision</a:t>
            </a:r>
          </a:p>
          <a:p>
            <a:pPr>
              <a:lnSpc>
                <a:spcPct val="120000"/>
              </a:lnSpc>
            </a:pPr>
            <a:r>
              <a:rPr lang="en-US" b="1">
                <a:latin typeface="Calibri" panose="020F0502020204030204" pitchFamily="34" charset="0"/>
                <a:cs typeface="Calibri" panose="020F0502020204030204" pitchFamily="34" charset="0"/>
              </a:rPr>
              <a:t>Reduced alert fatigue for security teams</a:t>
            </a:r>
            <a:r>
              <a:rPr lang="en-US">
                <a:latin typeface="Calibri" panose="020F0502020204030204" pitchFamily="34" charset="0"/>
                <a:cs typeface="Calibri" panose="020F0502020204030204" pitchFamily="34" charset="0"/>
              </a:rPr>
              <a:t> When precision is high, most alerts are real threats (low false positives). This means analysts spend less time investigating noise and can focus on actual incidents i.e., faster and more effective response.</a:t>
            </a:r>
          </a:p>
          <a:p>
            <a:pPr>
              <a:lnSpc>
                <a:spcPct val="120000"/>
              </a:lnSpc>
            </a:pPr>
            <a:r>
              <a:rPr lang="en-US" b="1">
                <a:latin typeface="Calibri" panose="020F0502020204030204" pitchFamily="34" charset="0"/>
                <a:cs typeface="Calibri" panose="020F0502020204030204" pitchFamily="34" charset="0"/>
              </a:rPr>
              <a:t>Lower operational cost and business disruption</a:t>
            </a:r>
            <a:r>
              <a:rPr lang="en-US">
                <a:latin typeface="Calibri" panose="020F0502020204030204" pitchFamily="34" charset="0"/>
                <a:cs typeface="Calibri" panose="020F0502020204030204" pitchFamily="34" charset="0"/>
              </a:rPr>
              <a:t> High-precision detection means fewer unnecessary blocks, quarantines, or resets. This reduces:</a:t>
            </a:r>
          </a:p>
          <a:p>
            <a:pPr lvl="1">
              <a:lnSpc>
                <a:spcPct val="120000"/>
              </a:lnSpc>
            </a:pPr>
            <a:r>
              <a:rPr lang="en-US">
                <a:latin typeface="Calibri" panose="020F0502020204030204" pitchFamily="34" charset="0"/>
                <a:cs typeface="Calibri" panose="020F0502020204030204" pitchFamily="34" charset="0"/>
              </a:rPr>
              <a:t>False-positive-induced downtime</a:t>
            </a:r>
          </a:p>
          <a:p>
            <a:pPr lvl="1">
              <a:lnSpc>
                <a:spcPct val="120000"/>
              </a:lnSpc>
            </a:pPr>
            <a:r>
              <a:rPr lang="en-US">
                <a:latin typeface="Calibri" panose="020F0502020204030204" pitchFamily="34" charset="0"/>
                <a:cs typeface="Calibri" panose="020F0502020204030204" pitchFamily="34" charset="0"/>
              </a:rPr>
              <a:t>Helpdesk tickets from wrongly blocked users</a:t>
            </a:r>
          </a:p>
          <a:p>
            <a:pPr lvl="1">
              <a:lnSpc>
                <a:spcPct val="120000"/>
              </a:lnSpc>
            </a:pPr>
            <a:r>
              <a:rPr lang="en-US">
                <a:latin typeface="Calibri" panose="020F0502020204030204" pitchFamily="34" charset="0"/>
                <a:cs typeface="Calibri" panose="020F0502020204030204" pitchFamily="34" charset="0"/>
              </a:rPr>
              <a:t>Wasted compute/storage resources on inspecting benign activity</a:t>
            </a:r>
          </a:p>
          <a:p>
            <a:pPr marL="0" indent="0">
              <a:lnSpc>
                <a:spcPct val="120000"/>
              </a:lnSpc>
              <a:buNone/>
            </a:pPr>
            <a:r>
              <a:rPr lang="en-US" b="1">
                <a:latin typeface="Calibri" panose="020F0502020204030204" pitchFamily="34" charset="0"/>
                <a:cs typeface="Calibri" panose="020F0502020204030204" pitchFamily="34" charset="0"/>
              </a:rPr>
              <a:t>Cons of Very High Precision</a:t>
            </a:r>
          </a:p>
          <a:p>
            <a:pPr>
              <a:lnSpc>
                <a:spcPct val="120000"/>
              </a:lnSpc>
            </a:pPr>
            <a:r>
              <a:rPr lang="en-US" b="1">
                <a:latin typeface="Calibri" panose="020F0502020204030204" pitchFamily="34" charset="0"/>
                <a:cs typeface="Calibri" panose="020F0502020204030204" pitchFamily="34" charset="0"/>
              </a:rPr>
              <a:t>Higher risk of missing real attacks (lower recall)</a:t>
            </a:r>
            <a:r>
              <a:rPr lang="en-US">
                <a:latin typeface="Calibri" panose="020F0502020204030204" pitchFamily="34" charset="0"/>
                <a:cs typeface="Calibri" panose="020F0502020204030204" pitchFamily="34" charset="0"/>
              </a:rPr>
              <a:t> To achieve very high precision, detection rules and models usually become more strict/narrow i.e., sophisticated or slightly mutated attacks can more easily slip through (classic precision VS recall tradeoff).</a:t>
            </a:r>
          </a:p>
          <a:p>
            <a:pPr>
              <a:lnSpc>
                <a:spcPct val="120000"/>
              </a:lnSpc>
            </a:pPr>
            <a:r>
              <a:rPr lang="en-US" b="1">
                <a:latin typeface="Calibri" panose="020F0502020204030204" pitchFamily="34" charset="0"/>
                <a:cs typeface="Calibri" panose="020F0502020204030204" pitchFamily="34" charset="0"/>
              </a:rPr>
              <a:t>Slower reaction to new/emerging threats</a:t>
            </a:r>
            <a:r>
              <a:rPr lang="en-US">
                <a:latin typeface="Calibri" panose="020F0502020204030204" pitchFamily="34" charset="0"/>
                <a:cs typeface="Calibri" panose="020F0502020204030204" pitchFamily="34" charset="0"/>
              </a:rPr>
              <a:t> High-precision systems often require more evidence or longer observation periods before firing an alert. This can delay detection of novel attacks, zero-days, or living-off-the-land techniques that don't match strong, well-known patterns.</a:t>
            </a:r>
          </a:p>
          <a:p>
            <a:pPr lvl="1">
              <a:lnSpc>
                <a:spcPct val="120000"/>
              </a:lnSpc>
            </a:pPr>
            <a:endParaRPr lang="en-US">
              <a:latin typeface="Calibri" panose="020F0502020204030204" pitchFamily="34" charset="0"/>
              <a:cs typeface="Calibri" panose="020F0502020204030204" pitchFamily="34" charset="0"/>
            </a:endParaRPr>
          </a:p>
          <a:p>
            <a:pPr>
              <a:lnSpc>
                <a:spcPct val="120000"/>
              </a:lnSpc>
            </a:pPr>
            <a:endParaRPr lang="en-GB">
              <a:latin typeface="Calibri" panose="020F0502020204030204" pitchFamily="34" charset="0"/>
              <a:cs typeface="Calibri" panose="020F0502020204030204" pitchFamily="34" charset="0"/>
            </a:endParaRPr>
          </a:p>
          <a:p>
            <a:pPr>
              <a:lnSpc>
                <a:spcPct val="120000"/>
              </a:lnSpc>
            </a:pPr>
            <a:endParaRPr lang="en-GB">
              <a:latin typeface="Calibri" panose="020F0502020204030204" pitchFamily="34" charset="0"/>
              <a:cs typeface="Calibri" panose="020F0502020204030204" pitchFamily="34" charset="0"/>
            </a:endParaRPr>
          </a:p>
          <a:p>
            <a:pPr>
              <a:lnSpc>
                <a:spcPct val="120000"/>
              </a:lnSpc>
            </a:pPr>
            <a:endParaRPr lang="en-GB">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37129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5B5226-5B5D-DCF1-6630-3DC77496DABD}"/>
              </a:ext>
            </a:extLst>
          </p:cNvPr>
          <p:cNvSpPr>
            <a:spLocks noGrp="1"/>
          </p:cNvSpPr>
          <p:nvPr>
            <p:ph type="title"/>
          </p:nvPr>
        </p:nvSpPr>
        <p:spPr/>
        <p:txBody>
          <a:bodyPr/>
          <a:lstStyle/>
          <a:p>
            <a:r>
              <a:rPr lang="en-US"/>
              <a:t>Recall (Sensitivity)</a:t>
            </a:r>
            <a:endParaRPr lang="en-GB"/>
          </a:p>
        </p:txBody>
      </p:sp>
      <p:sp>
        <p:nvSpPr>
          <p:cNvPr id="3" name="Content Placeholder 2">
            <a:extLst>
              <a:ext uri="{FF2B5EF4-FFF2-40B4-BE49-F238E27FC236}">
                <a16:creationId xmlns:a16="http://schemas.microsoft.com/office/drawing/2014/main" id="{CDC9BACE-3B01-4B3B-125B-208FACAD0990}"/>
              </a:ext>
            </a:extLst>
          </p:cNvPr>
          <p:cNvSpPr>
            <a:spLocks noGrp="1"/>
          </p:cNvSpPr>
          <p:nvPr>
            <p:ph idx="1"/>
          </p:nvPr>
        </p:nvSpPr>
        <p:spPr/>
        <p:txBody>
          <a:bodyPr>
            <a:normAutofit fontScale="47500" lnSpcReduction="20000"/>
          </a:bodyPr>
          <a:lstStyle/>
          <a:p>
            <a:pPr marL="0" indent="0">
              <a:lnSpc>
                <a:spcPct val="120000"/>
              </a:lnSpc>
              <a:buNone/>
            </a:pPr>
            <a:r>
              <a:rPr lang="en-US">
                <a:latin typeface="Calibri" panose="020F0502020204030204" pitchFamily="34" charset="0"/>
                <a:cs typeface="Calibri" panose="020F0502020204030204" pitchFamily="34" charset="0"/>
              </a:rPr>
              <a:t>Recall measures how many actual positives are detected. </a:t>
            </a:r>
          </a:p>
          <a:p>
            <a:pPr marL="0" indent="0">
              <a:lnSpc>
                <a:spcPct val="120000"/>
              </a:lnSpc>
              <a:buNone/>
            </a:pPr>
            <a:endParaRPr lang="en-US" b="1">
              <a:latin typeface="Calibri" panose="020F0502020204030204" pitchFamily="34" charset="0"/>
              <a:cs typeface="Calibri" panose="020F0502020204030204" pitchFamily="34" charset="0"/>
            </a:endParaRPr>
          </a:p>
          <a:p>
            <a:pPr marL="0" indent="0">
              <a:lnSpc>
                <a:spcPct val="120000"/>
              </a:lnSpc>
              <a:buNone/>
            </a:pPr>
            <a:r>
              <a:rPr lang="en-US" b="1">
                <a:latin typeface="Calibri" panose="020F0502020204030204" pitchFamily="34" charset="0"/>
                <a:cs typeface="Calibri" panose="020F0502020204030204" pitchFamily="34" charset="0"/>
              </a:rPr>
              <a:t>Pros of High Recall</a:t>
            </a:r>
          </a:p>
          <a:p>
            <a:pPr>
              <a:lnSpc>
                <a:spcPct val="120000"/>
              </a:lnSpc>
            </a:pPr>
            <a:r>
              <a:rPr lang="en-US" b="1">
                <a:latin typeface="Calibri" panose="020F0502020204030204" pitchFamily="34" charset="0"/>
                <a:cs typeface="Calibri" panose="020F0502020204030204" pitchFamily="34" charset="0"/>
              </a:rPr>
              <a:t>Minimizes the risk of missing real threats</a:t>
            </a:r>
            <a:r>
              <a:rPr lang="en-US">
                <a:latin typeface="Calibri" panose="020F0502020204030204" pitchFamily="34" charset="0"/>
                <a:cs typeface="Calibri" panose="020F0502020204030204" pitchFamily="34" charset="0"/>
              </a:rPr>
              <a:t> High recall ensures that the vast majority of actual attacks, malware, intrusions, or malicious behaviors are flagged. In cybersecurity, failing to detect an active breach (false negative) can lead to data exfiltration, ransomware encryption, or persistent access consequences far more damaging than investigating extra alerts.</a:t>
            </a:r>
          </a:p>
          <a:p>
            <a:pPr>
              <a:lnSpc>
                <a:spcPct val="120000"/>
              </a:lnSpc>
            </a:pPr>
            <a:r>
              <a:rPr lang="en-US" b="1">
                <a:latin typeface="Calibri" panose="020F0502020204030204" pitchFamily="34" charset="0"/>
                <a:cs typeface="Calibri" panose="020F0502020204030204" pitchFamily="34" charset="0"/>
              </a:rPr>
              <a:t>Better suited for high-stakes or early-warning scenarios</a:t>
            </a:r>
            <a:r>
              <a:rPr lang="en-US">
                <a:latin typeface="Calibri" panose="020F0502020204030204" pitchFamily="34" charset="0"/>
                <a:cs typeface="Calibri" panose="020F0502020204030204" pitchFamily="34" charset="0"/>
              </a:rPr>
              <a:t> Environments like critical infrastructure, financial systems, APT-targeted organizations, or zero-trust architectures prioritize “catch everything first, filter later.” High-recall detection acts as a broad safety net, especially against novel/unknown threats (zero-days, living-off-the-land, polymorphic malware) where strict signatures would fail.</a:t>
            </a:r>
          </a:p>
          <a:p>
            <a:pPr marL="0" indent="0">
              <a:lnSpc>
                <a:spcPct val="120000"/>
              </a:lnSpc>
              <a:buNone/>
            </a:pPr>
            <a:r>
              <a:rPr lang="en-US" b="1">
                <a:latin typeface="Calibri" panose="020F0502020204030204" pitchFamily="34" charset="0"/>
                <a:cs typeface="Calibri" panose="020F0502020204030204" pitchFamily="34" charset="0"/>
              </a:rPr>
              <a:t>Cons of Very High Recall</a:t>
            </a:r>
          </a:p>
          <a:p>
            <a:pPr>
              <a:lnSpc>
                <a:spcPct val="120000"/>
              </a:lnSpc>
            </a:pPr>
            <a:r>
              <a:rPr lang="en-US" b="1">
                <a:latin typeface="Calibri" panose="020F0502020204030204" pitchFamily="34" charset="0"/>
                <a:cs typeface="Calibri" panose="020F0502020204030204" pitchFamily="34" charset="0"/>
              </a:rPr>
              <a:t>Massive increase in false positives and alert fatigue</a:t>
            </a:r>
            <a:r>
              <a:rPr lang="en-US">
                <a:latin typeface="Calibri" panose="020F0502020204030204" pitchFamily="34" charset="0"/>
                <a:cs typeface="Calibri" panose="020F0502020204030204" pitchFamily="34" charset="0"/>
              </a:rPr>
              <a:t> To catch almost every threat, detection becomes much broader/sensitive which means many benign activities trigger alerts. Security teams drown in noise, leading to burnout, delayed responses to real incidents, and even alert i.e., ignore habits.</a:t>
            </a:r>
          </a:p>
          <a:p>
            <a:pPr>
              <a:lnSpc>
                <a:spcPct val="120000"/>
              </a:lnSpc>
            </a:pPr>
            <a:r>
              <a:rPr lang="en-US" b="1">
                <a:latin typeface="Calibri" panose="020F0502020204030204" pitchFamily="34" charset="0"/>
                <a:cs typeface="Calibri" panose="020F0502020204030204" pitchFamily="34" charset="0"/>
              </a:rPr>
              <a:t>Higher operational cost and business friction</a:t>
            </a:r>
            <a:r>
              <a:rPr lang="en-US">
                <a:latin typeface="Calibri" panose="020F0502020204030204" pitchFamily="34" charset="0"/>
                <a:cs typeface="Calibri" panose="020F0502020204030204" pitchFamily="34" charset="0"/>
              </a:rPr>
              <a:t> More alerts mean more triage time, more automated blocks/quarantines of legitimate traffic/users, increased helpdesk load, and potential disruption (e.g., blocking a developer’s script, dropping customer sessions, or quarantining critical files). This raises SOC costs and can hurt productivity or user experience.</a:t>
            </a:r>
          </a:p>
          <a:p>
            <a:pPr>
              <a:lnSpc>
                <a:spcPct val="120000"/>
              </a:lnSpc>
            </a:pPr>
            <a:endParaRPr lang="en-GB">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271470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68AB3-6E2D-3DDE-8579-BAC416715C3A}"/>
              </a:ext>
            </a:extLst>
          </p:cNvPr>
          <p:cNvSpPr>
            <a:spLocks noGrp="1"/>
          </p:cNvSpPr>
          <p:nvPr>
            <p:ph type="title"/>
          </p:nvPr>
        </p:nvSpPr>
        <p:spPr/>
        <p:txBody>
          <a:bodyPr/>
          <a:lstStyle/>
          <a:p>
            <a:r>
              <a:rPr lang="en-US"/>
              <a:t>F1-Score</a:t>
            </a:r>
            <a:endParaRPr lang="en-GB"/>
          </a:p>
        </p:txBody>
      </p:sp>
      <p:sp>
        <p:nvSpPr>
          <p:cNvPr id="3" name="Content Placeholder 2">
            <a:extLst>
              <a:ext uri="{FF2B5EF4-FFF2-40B4-BE49-F238E27FC236}">
                <a16:creationId xmlns:a16="http://schemas.microsoft.com/office/drawing/2014/main" id="{5B8C61C9-6647-C524-B229-468462FA6845}"/>
              </a:ext>
            </a:extLst>
          </p:cNvPr>
          <p:cNvSpPr>
            <a:spLocks noGrp="1"/>
          </p:cNvSpPr>
          <p:nvPr>
            <p:ph idx="1"/>
          </p:nvPr>
        </p:nvSpPr>
        <p:spPr/>
        <p:txBody>
          <a:bodyPr>
            <a:normAutofit fontScale="40000" lnSpcReduction="20000"/>
          </a:bodyPr>
          <a:lstStyle/>
          <a:p>
            <a:pPr>
              <a:lnSpc>
                <a:spcPct val="120000"/>
              </a:lnSpc>
            </a:pPr>
            <a:r>
              <a:rPr lang="en-US">
                <a:latin typeface="Calibri" panose="020F0502020204030204" pitchFamily="34" charset="0"/>
                <a:cs typeface="Calibri" panose="020F0502020204030204" pitchFamily="34" charset="0"/>
              </a:rPr>
              <a:t>F1 score measures combines precision and recall in a balance way. </a:t>
            </a:r>
          </a:p>
          <a:p>
            <a:pPr>
              <a:lnSpc>
                <a:spcPct val="120000"/>
              </a:lnSpc>
            </a:pPr>
            <a:endParaRPr lang="en-US" b="1">
              <a:latin typeface="Calibri" panose="020F0502020204030204" pitchFamily="34" charset="0"/>
              <a:cs typeface="Calibri" panose="020F0502020204030204" pitchFamily="34" charset="0"/>
            </a:endParaRPr>
          </a:p>
          <a:p>
            <a:pPr marL="0" indent="0">
              <a:lnSpc>
                <a:spcPct val="120000"/>
              </a:lnSpc>
              <a:buNone/>
            </a:pPr>
            <a:r>
              <a:rPr lang="en-US" b="1">
                <a:latin typeface="Calibri" panose="020F0502020204030204" pitchFamily="34" charset="0"/>
                <a:cs typeface="Calibri" panose="020F0502020204030204" pitchFamily="34" charset="0"/>
              </a:rPr>
              <a:t>Pros of Using F1-Score</a:t>
            </a:r>
          </a:p>
          <a:p>
            <a:pPr>
              <a:lnSpc>
                <a:spcPct val="120000"/>
              </a:lnSpc>
            </a:pPr>
            <a:r>
              <a:rPr lang="en-US" b="1">
                <a:latin typeface="Calibri" panose="020F0502020204030204" pitchFamily="34" charset="0"/>
                <a:cs typeface="Calibri" panose="020F0502020204030204" pitchFamily="34" charset="0"/>
              </a:rPr>
              <a:t>Balances precision and recall in imbalanced real-world scenarios:</a:t>
            </a:r>
            <a:r>
              <a:rPr lang="en-US">
                <a:latin typeface="Calibri" panose="020F0502020204030204" pitchFamily="34" charset="0"/>
                <a:cs typeface="Calibri" panose="020F0502020204030204" pitchFamily="34" charset="0"/>
              </a:rPr>
              <a:t> Cybersecurity datasets are heavily skewed (very few actual attacks compared to normal traffic). F1-score (harmonic mean of precision and recall) penalizes models that chase high recall at the cost of flooding analysts with false positives, or high precision that misses many real threats. It gives a single, more realistic number than accuracy (which is misleadingly high when ignoring rare attacks) i.e., it better reflects operational effectiveness.</a:t>
            </a:r>
          </a:p>
          <a:p>
            <a:pPr>
              <a:lnSpc>
                <a:spcPct val="120000"/>
              </a:lnSpc>
            </a:pPr>
            <a:r>
              <a:rPr lang="en-US" b="1">
                <a:latin typeface="Calibri" panose="020F0502020204030204" pitchFamily="34" charset="0"/>
                <a:cs typeface="Calibri" panose="020F0502020204030204" pitchFamily="34" charset="0"/>
              </a:rPr>
              <a:t>Encourages models suitable for security operations workflows:</a:t>
            </a:r>
            <a:r>
              <a:rPr lang="en-US">
                <a:latin typeface="Calibri" panose="020F0502020204030204" pitchFamily="34" charset="0"/>
                <a:cs typeface="Calibri" panose="020F0502020204030204" pitchFamily="34" charset="0"/>
              </a:rPr>
              <a:t> A good F1-score pushes for detectors that are neither too noisy (low precision which may alert fatigue, burnout) nor too conservative (low recall which may lead to missed breaches). This makes it particularly useful when comparing ML/DL-based IDS, EDR models, phishing classifiers, or anomaly detectors during research, vendor evaluations, or tuning thresholds.</a:t>
            </a:r>
          </a:p>
          <a:p>
            <a:pPr marL="0" indent="0">
              <a:lnSpc>
                <a:spcPct val="120000"/>
              </a:lnSpc>
              <a:buNone/>
            </a:pPr>
            <a:endParaRPr lang="en-US" b="1">
              <a:latin typeface="Calibri" panose="020F0502020204030204" pitchFamily="34" charset="0"/>
              <a:cs typeface="Calibri" panose="020F0502020204030204" pitchFamily="34" charset="0"/>
            </a:endParaRPr>
          </a:p>
          <a:p>
            <a:pPr marL="0" indent="0">
              <a:lnSpc>
                <a:spcPct val="120000"/>
              </a:lnSpc>
              <a:buNone/>
            </a:pPr>
            <a:r>
              <a:rPr lang="en-US" b="1">
                <a:latin typeface="Calibri" panose="020F0502020204030204" pitchFamily="34" charset="0"/>
                <a:cs typeface="Calibri" panose="020F0502020204030204" pitchFamily="34" charset="0"/>
              </a:rPr>
              <a:t>Cons of Using F1-Score</a:t>
            </a:r>
          </a:p>
          <a:p>
            <a:pPr>
              <a:lnSpc>
                <a:spcPct val="120000"/>
              </a:lnSpc>
            </a:pPr>
            <a:r>
              <a:rPr lang="en-US" b="1">
                <a:latin typeface="Calibri" panose="020F0502020204030204" pitchFamily="34" charset="0"/>
                <a:cs typeface="Calibri" panose="020F0502020204030204" pitchFamily="34" charset="0"/>
              </a:rPr>
              <a:t>Ignores true negatives and unequal costs of errors:</a:t>
            </a:r>
            <a:r>
              <a:rPr lang="en-US">
                <a:latin typeface="Calibri" panose="020F0502020204030204" pitchFamily="34" charset="0"/>
                <a:cs typeface="Calibri" panose="020F0502020204030204" pitchFamily="34" charset="0"/>
              </a:rPr>
              <a:t> In cybersecurity, the cost of a false negative (missed attack i.e., potential breach, data loss, ransomware) is usually orders of magnitude higher than a false positive (wasted analyst time). F1-score treats both types of errors equally in its calculation and completely ignores true negatives i.e., it can favor models that look "balanced" on paper but are actually too risky or inefficient in practice.</a:t>
            </a:r>
          </a:p>
          <a:p>
            <a:pPr>
              <a:lnSpc>
                <a:spcPct val="120000"/>
              </a:lnSpc>
            </a:pPr>
            <a:r>
              <a:rPr lang="en-US" b="1">
                <a:latin typeface="Calibri" panose="020F0502020204030204" pitchFamily="34" charset="0"/>
                <a:cs typeface="Calibri" panose="020F0502020204030204" pitchFamily="34" charset="0"/>
              </a:rPr>
              <a:t>Not cost-sensitive or business-aligned for many security use cases:</a:t>
            </a:r>
            <a:r>
              <a:rPr lang="en-US">
                <a:latin typeface="Calibri" panose="020F0502020204030204" pitchFamily="34" charset="0"/>
                <a:cs typeface="Calibri" panose="020F0502020204030204" pitchFamily="34" charset="0"/>
              </a:rPr>
              <a:t> Recent research highlights that F1-score can be suboptimal for threat detection because it doesn't account for asymmetric costs (e.g., FP might cost minutes of triage, FN might cost millions). Alternatives like cost-aware metrics (e.g., Cscore proposals), expected cost, or prioritizing recall with precision thresholds often better match SOC priorities, leading some teams to de-emphasize pure F1 optimization.</a:t>
            </a:r>
          </a:p>
          <a:p>
            <a:pPr>
              <a:lnSpc>
                <a:spcPct val="120000"/>
              </a:lnSpc>
            </a:pPr>
            <a:endParaRPr lang="en-GB">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5249124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700CB5-8CF6-B779-4CDF-411879A86C5E}"/>
              </a:ext>
            </a:extLst>
          </p:cNvPr>
          <p:cNvSpPr>
            <a:spLocks noGrp="1"/>
          </p:cNvSpPr>
          <p:nvPr>
            <p:ph type="title"/>
          </p:nvPr>
        </p:nvSpPr>
        <p:spPr/>
        <p:txBody>
          <a:bodyPr/>
          <a:lstStyle/>
          <a:p>
            <a:r>
              <a:rPr lang="en-US"/>
              <a:t>Specificity</a:t>
            </a:r>
            <a:endParaRPr lang="en-GB"/>
          </a:p>
        </p:txBody>
      </p:sp>
      <p:sp>
        <p:nvSpPr>
          <p:cNvPr id="3" name="Content Placeholder 2">
            <a:extLst>
              <a:ext uri="{FF2B5EF4-FFF2-40B4-BE49-F238E27FC236}">
                <a16:creationId xmlns:a16="http://schemas.microsoft.com/office/drawing/2014/main" id="{B918F6CD-151A-528F-F47F-EB430C5A532F}"/>
              </a:ext>
            </a:extLst>
          </p:cNvPr>
          <p:cNvSpPr>
            <a:spLocks noGrp="1"/>
          </p:cNvSpPr>
          <p:nvPr>
            <p:ph idx="1"/>
          </p:nvPr>
        </p:nvSpPr>
        <p:spPr/>
        <p:txBody>
          <a:bodyPr>
            <a:normAutofit fontScale="47500" lnSpcReduction="20000"/>
          </a:bodyPr>
          <a:lstStyle/>
          <a:p>
            <a:pPr>
              <a:lnSpc>
                <a:spcPct val="120000"/>
              </a:lnSpc>
            </a:pPr>
            <a:r>
              <a:rPr lang="en-US">
                <a:latin typeface="Calibri" panose="020F0502020204030204" pitchFamily="34" charset="0"/>
                <a:cs typeface="Calibri" panose="020F0502020204030204" pitchFamily="34" charset="0"/>
              </a:rPr>
              <a:t>It measures how well a detection system correctly identifies </a:t>
            </a:r>
            <a:r>
              <a:rPr lang="en-US" b="1">
                <a:latin typeface="Calibri" panose="020F0502020204030204" pitchFamily="34" charset="0"/>
                <a:cs typeface="Calibri" panose="020F0502020204030204" pitchFamily="34" charset="0"/>
              </a:rPr>
              <a:t>non-malicious</a:t>
            </a:r>
            <a:r>
              <a:rPr lang="en-US">
                <a:latin typeface="Calibri" panose="020F0502020204030204" pitchFamily="34" charset="0"/>
                <a:cs typeface="Calibri" panose="020F0502020204030204" pitchFamily="34" charset="0"/>
              </a:rPr>
              <a:t> activity i.e., how good it is at not flagging benign behavior as threats.)</a:t>
            </a:r>
          </a:p>
          <a:p>
            <a:pPr marL="0" indent="0">
              <a:lnSpc>
                <a:spcPct val="120000"/>
              </a:lnSpc>
              <a:buNone/>
            </a:pPr>
            <a:r>
              <a:rPr lang="en-US" b="1">
                <a:latin typeface="Calibri" panose="020F0502020204030204" pitchFamily="34" charset="0"/>
                <a:cs typeface="Calibri" panose="020F0502020204030204" pitchFamily="34" charset="0"/>
              </a:rPr>
              <a:t>Pros of High Specificity</a:t>
            </a:r>
          </a:p>
          <a:p>
            <a:pPr>
              <a:lnSpc>
                <a:spcPct val="120000"/>
              </a:lnSpc>
            </a:pPr>
            <a:r>
              <a:rPr lang="en-US" b="1">
                <a:latin typeface="Calibri" panose="020F0502020204030204" pitchFamily="34" charset="0"/>
                <a:cs typeface="Calibri" panose="020F0502020204030204" pitchFamily="34" charset="0"/>
              </a:rPr>
              <a:t>Greatly reduces false positives and alert fatigue</a:t>
            </a:r>
            <a:r>
              <a:rPr lang="en-US">
                <a:latin typeface="Calibri" panose="020F0502020204030204" pitchFamily="34" charset="0"/>
                <a:cs typeface="Calibri" panose="020F0502020204030204" pitchFamily="34" charset="0"/>
              </a:rPr>
              <a:t> High specificity means very few benign activities (normal user behavior, legitimate scripts, known-good software) are flagged as threats. This keeps the volume of alerts low, allowing security analysts to focus on real incidents without being overwhelmed by noise — a common reason SOC teams burn out or miss genuine attacks.</a:t>
            </a:r>
          </a:p>
          <a:p>
            <a:pPr>
              <a:lnSpc>
                <a:spcPct val="120000"/>
              </a:lnSpc>
            </a:pPr>
            <a:r>
              <a:rPr lang="en-US" b="1">
                <a:latin typeface="Calibri" panose="020F0502020204030204" pitchFamily="34" charset="0"/>
                <a:cs typeface="Calibri" panose="020F0502020204030204" pitchFamily="34" charset="0"/>
              </a:rPr>
              <a:t>Minimizes business disruption and user friction</a:t>
            </a:r>
            <a:r>
              <a:rPr lang="en-US">
                <a:latin typeface="Calibri" panose="020F0502020204030204" pitchFamily="34" charset="0"/>
                <a:cs typeface="Calibri" panose="020F0502020204030204" pitchFamily="34" charset="0"/>
              </a:rPr>
              <a:t> When specificity is high, legitimate traffic, applications, and user actions are rarely blocked, quarantined, or reset. This leads to:</a:t>
            </a:r>
          </a:p>
          <a:p>
            <a:pPr lvl="1">
              <a:lnSpc>
                <a:spcPct val="120000"/>
              </a:lnSpc>
            </a:pPr>
            <a:r>
              <a:rPr lang="en-US">
                <a:latin typeface="Calibri" panose="020F0502020204030204" pitchFamily="34" charset="0"/>
                <a:cs typeface="Calibri" panose="020F0502020204030204" pitchFamily="34" charset="0"/>
              </a:rPr>
              <a:t>Fewer helpdesk tickets</a:t>
            </a:r>
          </a:p>
          <a:p>
            <a:pPr lvl="1">
              <a:lnSpc>
                <a:spcPct val="120000"/>
              </a:lnSpc>
            </a:pPr>
            <a:r>
              <a:rPr lang="en-US">
                <a:latin typeface="Calibri" panose="020F0502020204030204" pitchFamily="34" charset="0"/>
                <a:cs typeface="Calibri" panose="020F0502020204030204" pitchFamily="34" charset="0"/>
              </a:rPr>
              <a:t>Less productivity loss (e.g., developers can run scripts without constant interruptions)</a:t>
            </a:r>
          </a:p>
          <a:p>
            <a:pPr lvl="1">
              <a:lnSpc>
                <a:spcPct val="120000"/>
              </a:lnSpc>
            </a:pPr>
            <a:r>
              <a:rPr lang="en-US">
                <a:latin typeface="Calibri" panose="020F0502020204030204" pitchFamily="34" charset="0"/>
                <a:cs typeface="Calibri" panose="020F0502020204030204" pitchFamily="34" charset="0"/>
              </a:rPr>
              <a:t>Better user experience and adoption of security tools</a:t>
            </a:r>
          </a:p>
          <a:p>
            <a:pPr marL="0" indent="0">
              <a:lnSpc>
                <a:spcPct val="120000"/>
              </a:lnSpc>
              <a:buNone/>
            </a:pPr>
            <a:r>
              <a:rPr lang="en-US" b="1">
                <a:latin typeface="Calibri" panose="020F0502020204030204" pitchFamily="34" charset="0"/>
                <a:cs typeface="Calibri" panose="020F0502020204030204" pitchFamily="34" charset="0"/>
              </a:rPr>
              <a:t>Cons of Very High Specificity</a:t>
            </a:r>
          </a:p>
          <a:p>
            <a:pPr>
              <a:lnSpc>
                <a:spcPct val="120000"/>
              </a:lnSpc>
            </a:pPr>
            <a:r>
              <a:rPr lang="en-US" b="1">
                <a:latin typeface="Calibri" panose="020F0502020204030204" pitchFamily="34" charset="0"/>
                <a:cs typeface="Calibri" panose="020F0502020204030204" pitchFamily="34" charset="0"/>
              </a:rPr>
              <a:t>Can lead to lower sensitivity/recall (more missed threats)</a:t>
            </a:r>
            <a:r>
              <a:rPr lang="en-US">
                <a:latin typeface="Calibri" panose="020F0502020204030204" pitchFamily="34" charset="0"/>
                <a:cs typeface="Calibri" panose="020F0502020204030204" pitchFamily="34" charset="0"/>
              </a:rPr>
              <a:t> To achieve very high specificity, detection rules or models often become very strict. This increases the risk of false negatives — real attacks that look “normal enough” (e.g., living-off-the-land techniques, subtle credential abuse, or low-and-slow exfiltration) slip through undetected.</a:t>
            </a:r>
          </a:p>
          <a:p>
            <a:pPr>
              <a:lnSpc>
                <a:spcPct val="120000"/>
              </a:lnSpc>
            </a:pPr>
            <a:r>
              <a:rPr lang="en-US" b="1">
                <a:latin typeface="Calibri" panose="020F0502020204030204" pitchFamily="34" charset="0"/>
                <a:cs typeface="Calibri" panose="020F0502020204030204" pitchFamily="34" charset="0"/>
              </a:rPr>
              <a:t>Makes the system less effective against novel or evasive threats</a:t>
            </a:r>
            <a:r>
              <a:rPr lang="en-US">
                <a:latin typeface="Calibri" panose="020F0502020204030204" pitchFamily="34" charset="0"/>
                <a:cs typeface="Calibri" panose="020F0502020204030204" pitchFamily="34" charset="0"/>
              </a:rPr>
              <a:t> High-specificity detectors rely heavily on well-known malicious patterns. Zero-days, polymorphic malware, or attackers using legitimate tools in unusual ways are more likely to be classified as benign. This can create a false sense of security in environments facing sophisticated or unknown adversaries.</a:t>
            </a:r>
          </a:p>
          <a:p>
            <a:pPr>
              <a:lnSpc>
                <a:spcPct val="120000"/>
              </a:lnSpc>
            </a:pPr>
            <a:endParaRPr lang="en-GB">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3117183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095B33-45E5-25B4-FC07-32427328131B}"/>
              </a:ext>
            </a:extLst>
          </p:cNvPr>
          <p:cNvSpPr>
            <a:spLocks noGrp="1"/>
          </p:cNvSpPr>
          <p:nvPr>
            <p:ph type="title"/>
          </p:nvPr>
        </p:nvSpPr>
        <p:spPr/>
        <p:txBody>
          <a:bodyPr>
            <a:normAutofit/>
          </a:bodyPr>
          <a:lstStyle/>
          <a:p>
            <a:r>
              <a:rPr lang="en-GB" b="1"/>
              <a:t>Internal vs External Clustering Evaluation Metrics</a:t>
            </a:r>
            <a:endParaRPr lang="en-GB"/>
          </a:p>
        </p:txBody>
      </p:sp>
      <p:sp>
        <p:nvSpPr>
          <p:cNvPr id="3" name="Content Placeholder 2">
            <a:extLst>
              <a:ext uri="{FF2B5EF4-FFF2-40B4-BE49-F238E27FC236}">
                <a16:creationId xmlns:a16="http://schemas.microsoft.com/office/drawing/2014/main" id="{2D0BB17E-47E1-1EDD-1C29-632B29A5EC37}"/>
              </a:ext>
            </a:extLst>
          </p:cNvPr>
          <p:cNvSpPr>
            <a:spLocks noGrp="1"/>
          </p:cNvSpPr>
          <p:nvPr>
            <p:ph idx="1"/>
          </p:nvPr>
        </p:nvSpPr>
        <p:spPr/>
        <p:txBody>
          <a:bodyPr/>
          <a:lstStyle/>
          <a:p>
            <a:pPr marL="0" indent="0">
              <a:buNone/>
            </a:pPr>
            <a:r>
              <a:rPr lang="en-GB">
                <a:latin typeface="Calibri" panose="020F0502020204030204" pitchFamily="34" charset="0"/>
                <a:cs typeface="Calibri" panose="020F0502020204030204" pitchFamily="34" charset="0"/>
              </a:rPr>
              <a:t>In clustering, </a:t>
            </a:r>
            <a:r>
              <a:rPr lang="en-GB" b="1">
                <a:latin typeface="Calibri" panose="020F0502020204030204" pitchFamily="34" charset="0"/>
                <a:cs typeface="Calibri" panose="020F0502020204030204" pitchFamily="34" charset="0"/>
              </a:rPr>
              <a:t>evaluation metrics are divided into two types based on what information they use</a:t>
            </a:r>
            <a:r>
              <a:rPr lang="en-GB">
                <a:latin typeface="Calibri" panose="020F0502020204030204" pitchFamily="34" charset="0"/>
                <a:cs typeface="Calibri" panose="020F0502020204030204" pitchFamily="34" charset="0"/>
              </a:rPr>
              <a:t>:</a:t>
            </a:r>
          </a:p>
          <a:p>
            <a:endParaRPr lang="en-GB">
              <a:latin typeface="Calibri" panose="020F0502020204030204" pitchFamily="34" charset="0"/>
              <a:cs typeface="Calibri" panose="020F0502020204030204" pitchFamily="34" charset="0"/>
            </a:endParaRPr>
          </a:p>
          <a:p>
            <a:endParaRPr lang="en-GB">
              <a:latin typeface="Calibri" panose="020F0502020204030204" pitchFamily="34" charset="0"/>
              <a:cs typeface="Calibri" panose="020F0502020204030204" pitchFamily="34" charset="0"/>
            </a:endParaRPr>
          </a:p>
          <a:p>
            <a:r>
              <a:rPr lang="en-GB" b="1">
                <a:latin typeface="Calibri" panose="020F0502020204030204" pitchFamily="34" charset="0"/>
                <a:cs typeface="Calibri" panose="020F0502020204030204" pitchFamily="34" charset="0"/>
              </a:rPr>
              <a:t>Internal metrics</a:t>
            </a:r>
            <a:r>
              <a:rPr lang="en-GB">
                <a:latin typeface="Calibri" panose="020F0502020204030204" pitchFamily="34" charset="0"/>
                <a:cs typeface="Calibri" panose="020F0502020204030204" pitchFamily="34" charset="0"/>
              </a:rPr>
              <a:t> is use </a:t>
            </a:r>
            <a:r>
              <a:rPr lang="en-GB" i="1">
                <a:latin typeface="Calibri" panose="020F0502020204030204" pitchFamily="34" charset="0"/>
                <a:cs typeface="Calibri" panose="020F0502020204030204" pitchFamily="34" charset="0"/>
              </a:rPr>
              <a:t>only the data and cluster assignments</a:t>
            </a:r>
          </a:p>
          <a:p>
            <a:r>
              <a:rPr lang="en-GB" b="1">
                <a:latin typeface="Calibri" panose="020F0502020204030204" pitchFamily="34" charset="0"/>
                <a:cs typeface="Calibri" panose="020F0502020204030204" pitchFamily="34" charset="0"/>
              </a:rPr>
              <a:t>External metrics</a:t>
            </a:r>
            <a:r>
              <a:rPr lang="en-GB">
                <a:latin typeface="Calibri" panose="020F0502020204030204" pitchFamily="34" charset="0"/>
                <a:cs typeface="Calibri" panose="020F0502020204030204" pitchFamily="34" charset="0"/>
              </a:rPr>
              <a:t> is compare clustering results with </a:t>
            </a:r>
            <a:r>
              <a:rPr lang="en-GB" i="1">
                <a:latin typeface="Calibri" panose="020F0502020204030204" pitchFamily="34" charset="0"/>
                <a:cs typeface="Calibri" panose="020F0502020204030204" pitchFamily="34" charset="0"/>
              </a:rPr>
              <a:t>ground‑truth labels</a:t>
            </a:r>
            <a:endParaRPr lang="en-GB">
              <a:latin typeface="Calibri" panose="020F0502020204030204" pitchFamily="34" charset="0"/>
              <a:cs typeface="Calibri" panose="020F0502020204030204" pitchFamily="34" charset="0"/>
            </a:endParaRPr>
          </a:p>
          <a:p>
            <a:endParaRPr lang="en-GB">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2226187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A96CD0-A6F3-AC93-1E75-3CD4BC478EC4}"/>
              </a:ext>
            </a:extLst>
          </p:cNvPr>
          <p:cNvSpPr>
            <a:spLocks noGrp="1"/>
          </p:cNvSpPr>
          <p:nvPr>
            <p:ph type="title"/>
          </p:nvPr>
        </p:nvSpPr>
        <p:spPr/>
        <p:txBody>
          <a:bodyPr/>
          <a:lstStyle/>
          <a:p>
            <a:r>
              <a:rPr lang="en-US"/>
              <a:t>Intuition</a:t>
            </a:r>
            <a:endParaRPr lang="en-GB"/>
          </a:p>
        </p:txBody>
      </p:sp>
      <p:sp>
        <p:nvSpPr>
          <p:cNvPr id="3" name="Content Placeholder 2">
            <a:extLst>
              <a:ext uri="{FF2B5EF4-FFF2-40B4-BE49-F238E27FC236}">
                <a16:creationId xmlns:a16="http://schemas.microsoft.com/office/drawing/2014/main" id="{61AFDAEE-9D23-7E66-7E49-07816C65DD0D}"/>
              </a:ext>
            </a:extLst>
          </p:cNvPr>
          <p:cNvSpPr>
            <a:spLocks noGrp="1"/>
          </p:cNvSpPr>
          <p:nvPr>
            <p:ph idx="1"/>
          </p:nvPr>
        </p:nvSpPr>
        <p:spPr/>
        <p:txBody>
          <a:bodyPr/>
          <a:lstStyle/>
          <a:p>
            <a:pPr lvl="0"/>
            <a:r>
              <a:rPr lang="en-GB" b="1"/>
              <a:t>Internal metrics</a:t>
            </a:r>
            <a:r>
              <a:rPr lang="en-GB"/>
              <a:t> answer:</a:t>
            </a:r>
            <a:br>
              <a:rPr lang="en-GB"/>
            </a:br>
            <a:r>
              <a:rPr lang="en-GB" i="1"/>
              <a:t>“How good is this clustering based only on the data itself?”</a:t>
            </a:r>
            <a:endParaRPr lang="en-GB"/>
          </a:p>
          <a:p>
            <a:pPr lvl="0"/>
            <a:endParaRPr lang="en-GB" b="1"/>
          </a:p>
          <a:p>
            <a:pPr lvl="0"/>
            <a:endParaRPr lang="en-GB" b="1"/>
          </a:p>
          <a:p>
            <a:pPr lvl="0"/>
            <a:endParaRPr lang="en-GB" b="1"/>
          </a:p>
          <a:p>
            <a:pPr lvl="0"/>
            <a:r>
              <a:rPr lang="en-GB" b="1"/>
              <a:t>External metrics</a:t>
            </a:r>
            <a:r>
              <a:rPr lang="en-GB"/>
              <a:t> answer:</a:t>
            </a:r>
            <a:br>
              <a:rPr lang="en-GB"/>
            </a:br>
            <a:r>
              <a:rPr lang="en-GB" i="1"/>
              <a:t>“How close is this clustering to the true labels?”</a:t>
            </a:r>
            <a:endParaRPr lang="en-GB"/>
          </a:p>
          <a:p>
            <a:endParaRPr lang="en-GB"/>
          </a:p>
        </p:txBody>
      </p:sp>
    </p:spTree>
    <p:extLst>
      <p:ext uri="{BB962C8B-B14F-4D97-AF65-F5344CB8AC3E}">
        <p14:creationId xmlns:p14="http://schemas.microsoft.com/office/powerpoint/2010/main" val="34849004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D1AF58-BFD1-A810-FA0D-ED7AF30278EA}"/>
              </a:ext>
            </a:extLst>
          </p:cNvPr>
          <p:cNvSpPr>
            <a:spLocks noGrp="1"/>
          </p:cNvSpPr>
          <p:nvPr>
            <p:ph type="title"/>
          </p:nvPr>
        </p:nvSpPr>
        <p:spPr/>
        <p:txBody>
          <a:bodyPr/>
          <a:lstStyle/>
          <a:p>
            <a:r>
              <a:rPr lang="en-GB" b="1"/>
              <a:t>Internal Clustering Metrics</a:t>
            </a:r>
            <a:endParaRPr lang="en-GB"/>
          </a:p>
        </p:txBody>
      </p:sp>
      <p:sp>
        <p:nvSpPr>
          <p:cNvPr id="3" name="Content Placeholder 2">
            <a:extLst>
              <a:ext uri="{FF2B5EF4-FFF2-40B4-BE49-F238E27FC236}">
                <a16:creationId xmlns:a16="http://schemas.microsoft.com/office/drawing/2014/main" id="{CAD0F4D1-0093-8F6C-0926-C4076C34DFBC}"/>
              </a:ext>
            </a:extLst>
          </p:cNvPr>
          <p:cNvSpPr>
            <a:spLocks noGrp="1"/>
          </p:cNvSpPr>
          <p:nvPr>
            <p:ph idx="1"/>
          </p:nvPr>
        </p:nvSpPr>
        <p:spPr/>
        <p:txBody>
          <a:bodyPr/>
          <a:lstStyle/>
          <a:p>
            <a:endParaRPr lang="en-GB"/>
          </a:p>
          <a:p>
            <a:r>
              <a:rPr lang="en-GB"/>
              <a:t>Internal metrics evaluate clustering quality using only:</a:t>
            </a:r>
          </a:p>
          <a:p>
            <a:pPr lvl="1">
              <a:buFont typeface="Courier New" panose="02070309020205020404" pitchFamily="49" charset="0"/>
              <a:buChar char="o"/>
            </a:pPr>
            <a:r>
              <a:rPr lang="en-GB"/>
              <a:t>the data points</a:t>
            </a:r>
          </a:p>
          <a:p>
            <a:pPr lvl="1">
              <a:buFont typeface="Courier New" panose="02070309020205020404" pitchFamily="49" charset="0"/>
              <a:buChar char="o"/>
            </a:pPr>
            <a:r>
              <a:rPr lang="en-GB"/>
              <a:t>the distances between them</a:t>
            </a:r>
          </a:p>
          <a:p>
            <a:pPr lvl="1">
              <a:buFont typeface="Courier New" panose="02070309020205020404" pitchFamily="49" charset="0"/>
              <a:buChar char="o"/>
            </a:pPr>
            <a:r>
              <a:rPr lang="en-GB"/>
              <a:t>the cluster assignments</a:t>
            </a:r>
          </a:p>
          <a:p>
            <a:endParaRPr lang="en-GB"/>
          </a:p>
          <a:p>
            <a:endParaRPr lang="en-GB"/>
          </a:p>
          <a:p>
            <a:r>
              <a:rPr lang="en-GB"/>
              <a:t>No ground‑truth labels are required</a:t>
            </a:r>
          </a:p>
        </p:txBody>
      </p:sp>
    </p:spTree>
    <p:extLst>
      <p:ext uri="{BB962C8B-B14F-4D97-AF65-F5344CB8AC3E}">
        <p14:creationId xmlns:p14="http://schemas.microsoft.com/office/powerpoint/2010/main" val="3655795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CF805B-DB71-41C5-E669-B325E27F6C99}"/>
              </a:ext>
            </a:extLst>
          </p:cNvPr>
          <p:cNvSpPr>
            <a:spLocks noGrp="1"/>
          </p:cNvSpPr>
          <p:nvPr>
            <p:ph type="title"/>
          </p:nvPr>
        </p:nvSpPr>
        <p:spPr/>
        <p:txBody>
          <a:bodyPr/>
          <a:lstStyle/>
          <a:p>
            <a:r>
              <a:rPr lang="en-GB" b="1"/>
              <a:t>When are internal metrics used?</a:t>
            </a:r>
            <a:endParaRPr lang="en-GB"/>
          </a:p>
        </p:txBody>
      </p:sp>
      <p:sp>
        <p:nvSpPr>
          <p:cNvPr id="3" name="Content Placeholder 2">
            <a:extLst>
              <a:ext uri="{FF2B5EF4-FFF2-40B4-BE49-F238E27FC236}">
                <a16:creationId xmlns:a16="http://schemas.microsoft.com/office/drawing/2014/main" id="{2AC98221-F9D6-84D4-0A3A-18B72CB8FD47}"/>
              </a:ext>
            </a:extLst>
          </p:cNvPr>
          <p:cNvSpPr>
            <a:spLocks noGrp="1"/>
          </p:cNvSpPr>
          <p:nvPr>
            <p:ph idx="1"/>
          </p:nvPr>
        </p:nvSpPr>
        <p:spPr/>
        <p:txBody>
          <a:bodyPr/>
          <a:lstStyle/>
          <a:p>
            <a:pPr lvl="0"/>
            <a:r>
              <a:rPr lang="en-GB"/>
              <a:t>Unsupervised learning (no labels available)</a:t>
            </a:r>
          </a:p>
          <a:p>
            <a:pPr lvl="0"/>
            <a:endParaRPr lang="en-GB"/>
          </a:p>
          <a:p>
            <a:pPr lvl="0"/>
            <a:r>
              <a:rPr lang="en-GB"/>
              <a:t>Exploratory data analysis</a:t>
            </a:r>
          </a:p>
          <a:p>
            <a:pPr lvl="0"/>
            <a:endParaRPr lang="en-GB"/>
          </a:p>
          <a:p>
            <a:pPr lvl="0"/>
            <a:r>
              <a:rPr lang="en-GB"/>
              <a:t>Comparing different values of </a:t>
            </a:r>
            <a:r>
              <a:rPr lang="en-GB" i="1"/>
              <a:t>k</a:t>
            </a:r>
            <a:r>
              <a:rPr lang="en-GB"/>
              <a:t> in k‑means</a:t>
            </a:r>
          </a:p>
          <a:p>
            <a:pPr lvl="0"/>
            <a:endParaRPr lang="en-GB"/>
          </a:p>
          <a:p>
            <a:pPr lvl="0"/>
            <a:r>
              <a:rPr lang="en-GB"/>
              <a:t>Real‑world problems where true labels are unknown</a:t>
            </a:r>
          </a:p>
          <a:p>
            <a:endParaRPr lang="en-GB"/>
          </a:p>
        </p:txBody>
      </p:sp>
    </p:spTree>
    <p:extLst>
      <p:ext uri="{BB962C8B-B14F-4D97-AF65-F5344CB8AC3E}">
        <p14:creationId xmlns:p14="http://schemas.microsoft.com/office/powerpoint/2010/main" val="35824180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8FB92E-735F-D2DE-6BCC-69AF864D9D81}"/>
              </a:ext>
            </a:extLst>
          </p:cNvPr>
          <p:cNvSpPr>
            <a:spLocks noGrp="1"/>
          </p:cNvSpPr>
          <p:nvPr>
            <p:ph type="title"/>
          </p:nvPr>
        </p:nvSpPr>
        <p:spPr/>
        <p:txBody>
          <a:bodyPr/>
          <a:lstStyle/>
          <a:p>
            <a:r>
              <a:rPr lang="en-GB" b="1"/>
              <a:t>What do internal metrics measure?</a:t>
            </a:r>
            <a:endParaRPr lang="en-GB"/>
          </a:p>
        </p:txBody>
      </p:sp>
      <p:sp>
        <p:nvSpPr>
          <p:cNvPr id="3" name="Content Placeholder 2">
            <a:extLst>
              <a:ext uri="{FF2B5EF4-FFF2-40B4-BE49-F238E27FC236}">
                <a16:creationId xmlns:a16="http://schemas.microsoft.com/office/drawing/2014/main" id="{F8398501-FDCD-7445-D36A-9597E5842BB6}"/>
              </a:ext>
            </a:extLst>
          </p:cNvPr>
          <p:cNvSpPr>
            <a:spLocks noGrp="1"/>
          </p:cNvSpPr>
          <p:nvPr>
            <p:ph idx="1"/>
          </p:nvPr>
        </p:nvSpPr>
        <p:spPr/>
        <p:txBody>
          <a:bodyPr/>
          <a:lstStyle/>
          <a:p>
            <a:pPr marL="0" indent="0">
              <a:buNone/>
            </a:pPr>
            <a:r>
              <a:rPr lang="en-GB"/>
              <a:t>They typically measure </a:t>
            </a:r>
            <a:r>
              <a:rPr lang="en-GB" b="1"/>
              <a:t>two properties</a:t>
            </a:r>
            <a:r>
              <a:rPr lang="en-GB"/>
              <a:t>:</a:t>
            </a:r>
          </a:p>
          <a:p>
            <a:pPr lvl="1"/>
            <a:endParaRPr lang="en-GB" b="1"/>
          </a:p>
          <a:p>
            <a:pPr lvl="1"/>
            <a:r>
              <a:rPr lang="en-GB" b="1"/>
              <a:t>Cohesion</a:t>
            </a:r>
            <a:r>
              <a:rPr lang="en-GB"/>
              <a:t> means data points in the same cluster should be close. In other words, similar data should be close to one another.</a:t>
            </a:r>
          </a:p>
          <a:p>
            <a:pPr lvl="1"/>
            <a:endParaRPr lang="en-GB" b="1"/>
          </a:p>
          <a:p>
            <a:pPr lvl="1"/>
            <a:endParaRPr lang="en-GB" b="1"/>
          </a:p>
          <a:p>
            <a:pPr lvl="1"/>
            <a:r>
              <a:rPr lang="en-GB" b="1"/>
              <a:t>Separation</a:t>
            </a:r>
            <a:r>
              <a:rPr lang="en-GB"/>
              <a:t> means data points in different clusters should be far apart. In other words, different data should be we far from one another in the feature space. </a:t>
            </a:r>
          </a:p>
          <a:p>
            <a:endParaRPr lang="en-GB"/>
          </a:p>
        </p:txBody>
      </p:sp>
    </p:spTree>
    <p:extLst>
      <p:ext uri="{BB962C8B-B14F-4D97-AF65-F5344CB8AC3E}">
        <p14:creationId xmlns:p14="http://schemas.microsoft.com/office/powerpoint/2010/main" val="40468095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B42DE3-0259-C48B-0D42-F0F952A0436D}"/>
              </a:ext>
            </a:extLst>
          </p:cNvPr>
          <p:cNvSpPr>
            <a:spLocks noGrp="1"/>
          </p:cNvSpPr>
          <p:nvPr>
            <p:ph type="title"/>
          </p:nvPr>
        </p:nvSpPr>
        <p:spPr/>
        <p:txBody>
          <a:bodyPr/>
          <a:lstStyle/>
          <a:p>
            <a:r>
              <a:rPr lang="en-US"/>
              <a:t>Clustering Metrics (Unsupervised AI)</a:t>
            </a:r>
            <a:endParaRPr lang="en-GB"/>
          </a:p>
        </p:txBody>
      </p:sp>
      <p:sp>
        <p:nvSpPr>
          <p:cNvPr id="5" name="Rectangle 1">
            <a:extLst>
              <a:ext uri="{FF2B5EF4-FFF2-40B4-BE49-F238E27FC236}">
                <a16:creationId xmlns:a16="http://schemas.microsoft.com/office/drawing/2014/main" id="{877ABCBC-86CB-6EBA-4FC2-A5735FCD0E7E}"/>
              </a:ext>
            </a:extLst>
          </p:cNvPr>
          <p:cNvSpPr>
            <a:spLocks noGrp="1" noChangeArrowheads="1"/>
          </p:cNvSpPr>
          <p:nvPr>
            <p:ph idx="1"/>
          </p:nvPr>
        </p:nvSpPr>
        <p:spPr bwMode="auto">
          <a:xfrm>
            <a:off x="838200" y="1871257"/>
            <a:ext cx="10258887" cy="42600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None/>
              <a:tabLst/>
            </a:pPr>
            <a:r>
              <a:rPr kumimoji="0" lang="en-US" altLang="en-US" sz="1600" b="1" i="0" u="none" strike="noStrike" cap="none" normalizeH="0" baseline="0">
                <a:ln>
                  <a:noFill/>
                </a:ln>
                <a:solidFill>
                  <a:schemeClr val="tx1"/>
                </a:solidFill>
                <a:effectLst/>
                <a:latin typeface="Calibri" panose="020F0502020204030204" pitchFamily="34" charset="0"/>
                <a:cs typeface="Calibri" panose="020F0502020204030204" pitchFamily="34" charset="0"/>
              </a:rPr>
              <a:t>1. Silhouette Score</a:t>
            </a:r>
            <a:r>
              <a:rPr kumimoji="0" lang="en-US" altLang="en-US" sz="1600" b="0" i="0" u="none" strike="noStrike" cap="none" normalizeH="0" baseline="0">
                <a:ln>
                  <a:noFill/>
                </a:ln>
                <a:solidFill>
                  <a:schemeClr val="tx1"/>
                </a:solidFill>
                <a:effectLst/>
                <a:latin typeface="Calibri" panose="020F0502020204030204" pitchFamily="34" charset="0"/>
                <a:cs typeface="Calibri" panose="020F0502020204030204" pitchFamily="34" charset="0"/>
              </a:rPr>
              <a:t> Measures how similar an object is to its own cluster (cohesion) compared to other clusters (separation).</a:t>
            </a:r>
          </a:p>
          <a:p>
            <a:pPr marL="457200" lvl="1" indent="0" eaLnBrk="0" fontAlgn="base" hangingPunct="0">
              <a:lnSpc>
                <a:spcPct val="150000"/>
              </a:lnSpc>
              <a:spcBef>
                <a:spcPct val="0"/>
              </a:spcBef>
              <a:spcAft>
                <a:spcPct val="0"/>
              </a:spcAft>
              <a:buFontTx/>
              <a:buChar char="•"/>
            </a:pPr>
            <a:r>
              <a:rPr kumimoji="0" lang="en-US" altLang="en-US" sz="1400" b="0" i="0" u="none" strike="noStrike" cap="none" normalizeH="0" baseline="0">
                <a:ln>
                  <a:noFill/>
                </a:ln>
                <a:solidFill>
                  <a:schemeClr val="tx1"/>
                </a:solidFill>
                <a:effectLst/>
                <a:latin typeface="Calibri" panose="020F0502020204030204" pitchFamily="34" charset="0"/>
                <a:cs typeface="Calibri" panose="020F0502020204030204" pitchFamily="34" charset="0"/>
              </a:rPr>
              <a:t>Range: </a:t>
            </a:r>
            <a:r>
              <a:rPr kumimoji="0" lang="en-US" altLang="en-US" sz="1400" b="1" i="0" u="none" strike="noStrike" cap="none" normalizeH="0" baseline="0">
                <a:ln>
                  <a:noFill/>
                </a:ln>
                <a:solidFill>
                  <a:schemeClr val="tx1"/>
                </a:solidFill>
                <a:effectLst/>
                <a:latin typeface="Calibri" panose="020F0502020204030204" pitchFamily="34" charset="0"/>
                <a:cs typeface="Calibri" panose="020F0502020204030204" pitchFamily="34" charset="0"/>
              </a:rPr>
              <a:t>-1 to +1</a:t>
            </a:r>
            <a:r>
              <a:rPr kumimoji="0" lang="en-US" altLang="en-US" sz="1400" b="0" i="0" u="none" strike="noStrike" cap="none" normalizeH="0" baseline="0">
                <a:ln>
                  <a:noFill/>
                </a:ln>
                <a:solidFill>
                  <a:schemeClr val="tx1"/>
                </a:solidFill>
                <a:effectLst/>
                <a:latin typeface="Calibri" panose="020F0502020204030204" pitchFamily="34" charset="0"/>
                <a:cs typeface="Calibri" panose="020F0502020204030204" pitchFamily="34" charset="0"/>
              </a:rPr>
              <a:t> </a:t>
            </a:r>
          </a:p>
          <a:p>
            <a:pPr marL="457200" lvl="1" indent="0" eaLnBrk="0" fontAlgn="base" hangingPunct="0">
              <a:lnSpc>
                <a:spcPct val="150000"/>
              </a:lnSpc>
              <a:spcBef>
                <a:spcPct val="0"/>
              </a:spcBef>
              <a:spcAft>
                <a:spcPct val="0"/>
              </a:spcAft>
              <a:buFontTx/>
              <a:buChar char="•"/>
            </a:pPr>
            <a:r>
              <a:rPr kumimoji="0" lang="en-US" altLang="en-US" sz="1400" b="0" i="0" u="none" strike="noStrike" cap="none" normalizeH="0" baseline="0">
                <a:ln>
                  <a:noFill/>
                </a:ln>
                <a:solidFill>
                  <a:schemeClr val="tx1"/>
                </a:solidFill>
                <a:effectLst/>
                <a:latin typeface="Calibri" panose="020F0502020204030204" pitchFamily="34" charset="0"/>
                <a:cs typeface="Calibri" panose="020F0502020204030204" pitchFamily="34" charset="0"/>
              </a:rPr>
              <a:t>Higher is better (close to +1 = well-separated, compact clusters; near 0 = overlapping; negative = possible misassignment). </a:t>
            </a:r>
          </a:p>
          <a:p>
            <a:pPr marL="457200" lvl="1" indent="0" eaLnBrk="0" fontAlgn="base" hangingPunct="0">
              <a:lnSpc>
                <a:spcPct val="150000"/>
              </a:lnSpc>
              <a:spcBef>
                <a:spcPct val="0"/>
              </a:spcBef>
              <a:spcAft>
                <a:spcPct val="0"/>
              </a:spcAft>
              <a:buFontTx/>
              <a:buChar char="•"/>
            </a:pPr>
            <a:r>
              <a:rPr kumimoji="0" lang="en-US" altLang="en-US" sz="1400" b="0" i="0" u="none" strike="noStrike" cap="none" normalizeH="0" baseline="0">
                <a:ln>
                  <a:noFill/>
                </a:ln>
                <a:solidFill>
                  <a:schemeClr val="tx1"/>
                </a:solidFill>
                <a:effectLst/>
                <a:latin typeface="Calibri" panose="020F0502020204030204" pitchFamily="34" charset="0"/>
                <a:cs typeface="Calibri" panose="020F0502020204030204" pitchFamily="34" charset="0"/>
              </a:rPr>
              <a:t>Very widely used because it's intuitive and works well for assessing cluster quality visually and numerically. </a:t>
            </a:r>
          </a:p>
          <a:p>
            <a:pPr marL="0" marR="0" lvl="0" indent="0" algn="l" defTabSz="914400" rtl="0" eaLnBrk="0" fontAlgn="base" latinLnBrk="0" hangingPunct="0">
              <a:lnSpc>
                <a:spcPct val="150000"/>
              </a:lnSpc>
              <a:spcBef>
                <a:spcPct val="0"/>
              </a:spcBef>
              <a:spcAft>
                <a:spcPct val="0"/>
              </a:spcAft>
              <a:buClrTx/>
              <a:buSzTx/>
              <a:buNone/>
              <a:tabLst/>
            </a:pPr>
            <a:endParaRPr kumimoji="0" lang="en-US" altLang="en-US" sz="1600" b="1" i="0" u="none" strike="noStrike" cap="none" normalizeH="0" baseline="0">
              <a:ln>
                <a:noFill/>
              </a:ln>
              <a:solidFill>
                <a:schemeClr val="tx1"/>
              </a:solidFill>
              <a:effectLst/>
              <a:latin typeface="Calibri" panose="020F0502020204030204" pitchFamily="34" charset="0"/>
              <a:cs typeface="Calibri" panose="020F0502020204030204" pitchFamily="34" charset="0"/>
            </a:endParaRPr>
          </a:p>
          <a:p>
            <a:pPr marL="0" marR="0" lvl="0" indent="0" algn="l" defTabSz="914400" rtl="0" eaLnBrk="0" fontAlgn="base" latinLnBrk="0" hangingPunct="0">
              <a:lnSpc>
                <a:spcPct val="150000"/>
              </a:lnSpc>
              <a:spcBef>
                <a:spcPct val="0"/>
              </a:spcBef>
              <a:spcAft>
                <a:spcPct val="0"/>
              </a:spcAft>
              <a:buClrTx/>
              <a:buSzTx/>
              <a:buNone/>
              <a:tabLst/>
            </a:pPr>
            <a:endParaRPr lang="en-US" altLang="en-US" sz="1600" b="1">
              <a:latin typeface="Calibri" panose="020F0502020204030204" pitchFamily="34" charset="0"/>
              <a:cs typeface="Calibri" panose="020F0502020204030204" pitchFamily="34" charset="0"/>
            </a:endParaRPr>
          </a:p>
          <a:p>
            <a:pPr marL="0" marR="0" lvl="0" indent="0" algn="l" defTabSz="914400" rtl="0" eaLnBrk="0" fontAlgn="base" latinLnBrk="0" hangingPunct="0">
              <a:lnSpc>
                <a:spcPct val="150000"/>
              </a:lnSpc>
              <a:spcBef>
                <a:spcPct val="0"/>
              </a:spcBef>
              <a:spcAft>
                <a:spcPct val="0"/>
              </a:spcAft>
              <a:buClrTx/>
              <a:buSzTx/>
              <a:buNone/>
              <a:tabLst/>
            </a:pPr>
            <a:endParaRPr kumimoji="0" lang="en-US" altLang="en-US" sz="1600" b="1" i="0" u="none" strike="noStrike" cap="none" normalizeH="0" baseline="0">
              <a:ln>
                <a:noFill/>
              </a:ln>
              <a:solidFill>
                <a:schemeClr val="tx1"/>
              </a:solidFill>
              <a:effectLst/>
              <a:latin typeface="Calibri" panose="020F0502020204030204" pitchFamily="34" charset="0"/>
              <a:cs typeface="Calibri" panose="020F0502020204030204" pitchFamily="34" charset="0"/>
            </a:endParaRPr>
          </a:p>
          <a:p>
            <a:pPr marL="0" marR="0" lvl="0" indent="0" algn="l" defTabSz="914400" rtl="0" eaLnBrk="0" fontAlgn="base" latinLnBrk="0" hangingPunct="0">
              <a:lnSpc>
                <a:spcPct val="150000"/>
              </a:lnSpc>
              <a:spcBef>
                <a:spcPct val="0"/>
              </a:spcBef>
              <a:spcAft>
                <a:spcPct val="0"/>
              </a:spcAft>
              <a:buClrTx/>
              <a:buSzTx/>
              <a:buNone/>
              <a:tabLst/>
            </a:pPr>
            <a:r>
              <a:rPr kumimoji="0" lang="en-US" altLang="en-US" sz="1600" b="1" i="0" u="none" strike="noStrike" cap="none" normalizeH="0" baseline="0">
                <a:ln>
                  <a:noFill/>
                </a:ln>
                <a:solidFill>
                  <a:schemeClr val="tx1"/>
                </a:solidFill>
                <a:effectLst/>
                <a:latin typeface="Calibri" panose="020F0502020204030204" pitchFamily="34" charset="0"/>
                <a:cs typeface="Calibri" panose="020F0502020204030204" pitchFamily="34" charset="0"/>
              </a:rPr>
              <a:t>2. Davies-Bouldin Index (DB Index)</a:t>
            </a:r>
            <a:r>
              <a:rPr kumimoji="0" lang="en-US" altLang="en-US" sz="1600" b="0" i="0" u="none" strike="noStrike" cap="none" normalizeH="0" baseline="0">
                <a:ln>
                  <a:noFill/>
                </a:ln>
                <a:solidFill>
                  <a:schemeClr val="tx1"/>
                </a:solidFill>
                <a:effectLst/>
                <a:latin typeface="Calibri" panose="020F0502020204030204" pitchFamily="34" charset="0"/>
                <a:cs typeface="Calibri" panose="020F0502020204030204" pitchFamily="34" charset="0"/>
              </a:rPr>
              <a:t> Evaluates the average similarity between each cluster and its most similar one (ratio of within-cluster scatter to between-cluster separation).</a:t>
            </a:r>
          </a:p>
          <a:p>
            <a:pPr marL="457200" lvl="1" indent="0" eaLnBrk="0" fontAlgn="base" hangingPunct="0">
              <a:lnSpc>
                <a:spcPct val="150000"/>
              </a:lnSpc>
              <a:spcBef>
                <a:spcPct val="0"/>
              </a:spcBef>
              <a:spcAft>
                <a:spcPct val="0"/>
              </a:spcAft>
              <a:buFontTx/>
              <a:buChar char="•"/>
            </a:pPr>
            <a:r>
              <a:rPr kumimoji="0" lang="en-US" altLang="en-US" sz="1400" b="0" i="0" u="none" strike="noStrike" cap="none" normalizeH="0" baseline="0">
                <a:ln>
                  <a:noFill/>
                </a:ln>
                <a:solidFill>
                  <a:schemeClr val="tx1"/>
                </a:solidFill>
                <a:effectLst/>
                <a:latin typeface="Calibri" panose="020F0502020204030204" pitchFamily="34" charset="0"/>
                <a:cs typeface="Calibri" panose="020F0502020204030204" pitchFamily="34" charset="0"/>
              </a:rPr>
              <a:t>Range: </a:t>
            </a:r>
            <a:r>
              <a:rPr kumimoji="0" lang="en-US" altLang="en-US" sz="1400" b="1" i="0" u="none" strike="noStrike" cap="none" normalizeH="0" baseline="0">
                <a:ln>
                  <a:noFill/>
                </a:ln>
                <a:solidFill>
                  <a:schemeClr val="tx1"/>
                </a:solidFill>
                <a:effectLst/>
                <a:latin typeface="Calibri" panose="020F0502020204030204" pitchFamily="34" charset="0"/>
                <a:cs typeface="Calibri" panose="020F0502020204030204" pitchFamily="34" charset="0"/>
              </a:rPr>
              <a:t>≥ 0</a:t>
            </a:r>
            <a:r>
              <a:rPr kumimoji="0" lang="en-US" altLang="en-US" sz="1400" b="0" i="0" u="none" strike="noStrike" cap="none" normalizeH="0" baseline="0">
                <a:ln>
                  <a:noFill/>
                </a:ln>
                <a:solidFill>
                  <a:schemeClr val="tx1"/>
                </a:solidFill>
                <a:effectLst/>
                <a:latin typeface="Calibri" panose="020F0502020204030204" pitchFamily="34" charset="0"/>
                <a:cs typeface="Calibri" panose="020F0502020204030204" pitchFamily="34" charset="0"/>
              </a:rPr>
              <a:t> (lower is better; 0 would be perfect separation). </a:t>
            </a:r>
          </a:p>
          <a:p>
            <a:pPr marL="457200" lvl="1" indent="0" eaLnBrk="0" fontAlgn="base" hangingPunct="0">
              <a:lnSpc>
                <a:spcPct val="150000"/>
              </a:lnSpc>
              <a:spcBef>
                <a:spcPct val="0"/>
              </a:spcBef>
              <a:spcAft>
                <a:spcPct val="0"/>
              </a:spcAft>
              <a:buFontTx/>
              <a:buChar char="•"/>
            </a:pPr>
            <a:r>
              <a:rPr kumimoji="0" lang="en-US" altLang="en-US" sz="1400" b="0" i="0" u="none" strike="noStrike" cap="none" normalizeH="0" baseline="0">
                <a:ln>
                  <a:noFill/>
                </a:ln>
                <a:solidFill>
                  <a:schemeClr val="tx1"/>
                </a:solidFill>
                <a:effectLst/>
                <a:latin typeface="Calibri" panose="020F0502020204030204" pitchFamily="34" charset="0"/>
                <a:cs typeface="Calibri" panose="020F0502020204030204" pitchFamily="34" charset="0"/>
              </a:rPr>
              <a:t>Useful for comparing different numbers of clusters or algorithms; penalizes overlapping or poorly separated clusters. </a:t>
            </a:r>
          </a:p>
        </p:txBody>
      </p:sp>
    </p:spTree>
    <p:extLst>
      <p:ext uri="{BB962C8B-B14F-4D97-AF65-F5344CB8AC3E}">
        <p14:creationId xmlns:p14="http://schemas.microsoft.com/office/powerpoint/2010/main" val="12339286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928B16-C2AC-E1B0-C42B-4FF9DC0D1E43}"/>
              </a:ext>
            </a:extLst>
          </p:cNvPr>
          <p:cNvSpPr>
            <a:spLocks noGrp="1"/>
          </p:cNvSpPr>
          <p:nvPr>
            <p:ph type="title"/>
          </p:nvPr>
        </p:nvSpPr>
        <p:spPr/>
        <p:txBody>
          <a:bodyPr/>
          <a:lstStyle/>
          <a:p>
            <a:r>
              <a:rPr lang="en-US"/>
              <a:t>Clustering Metrics (Unsupervised AI)</a:t>
            </a:r>
            <a:endParaRPr lang="en-GB"/>
          </a:p>
        </p:txBody>
      </p:sp>
      <p:sp>
        <p:nvSpPr>
          <p:cNvPr id="3" name="Content Placeholder 2">
            <a:extLst>
              <a:ext uri="{FF2B5EF4-FFF2-40B4-BE49-F238E27FC236}">
                <a16:creationId xmlns:a16="http://schemas.microsoft.com/office/drawing/2014/main" id="{CCB22561-B273-230D-3EE7-7C78DAB8399E}"/>
              </a:ext>
            </a:extLst>
          </p:cNvPr>
          <p:cNvSpPr>
            <a:spLocks noGrp="1"/>
          </p:cNvSpPr>
          <p:nvPr>
            <p:ph idx="1"/>
          </p:nvPr>
        </p:nvSpPr>
        <p:spPr/>
        <p:txBody>
          <a:bodyPr>
            <a:normAutofit fontScale="62500" lnSpcReduction="20000"/>
          </a:bodyPr>
          <a:lstStyle/>
          <a:p>
            <a:pPr marL="0" lvl="0" indent="0" eaLnBrk="0" fontAlgn="base" hangingPunct="0">
              <a:lnSpc>
                <a:spcPct val="150000"/>
              </a:lnSpc>
              <a:spcBef>
                <a:spcPct val="0"/>
              </a:spcBef>
              <a:spcAft>
                <a:spcPct val="0"/>
              </a:spcAft>
              <a:buNone/>
            </a:pPr>
            <a:r>
              <a:rPr lang="en-US" altLang="en-US" b="1">
                <a:latin typeface="Calibri" panose="020F0502020204030204" pitchFamily="34" charset="0"/>
                <a:cs typeface="Calibri" panose="020F0502020204030204" pitchFamily="34" charset="0"/>
              </a:rPr>
              <a:t>3. Calinski-Harabasz Index (Variance Ratio Criterion)</a:t>
            </a:r>
            <a:r>
              <a:rPr lang="en-US" altLang="en-US">
                <a:latin typeface="Calibri" panose="020F0502020204030204" pitchFamily="34" charset="0"/>
                <a:cs typeface="Calibri" panose="020F0502020204030204" pitchFamily="34" charset="0"/>
              </a:rPr>
              <a:t> Ratio of between-cluster dispersion to within-cluster dispersion.</a:t>
            </a:r>
          </a:p>
          <a:p>
            <a:pPr marL="457200" lvl="1" indent="0" eaLnBrk="0" fontAlgn="base" hangingPunct="0">
              <a:lnSpc>
                <a:spcPct val="150000"/>
              </a:lnSpc>
              <a:spcBef>
                <a:spcPct val="0"/>
              </a:spcBef>
              <a:spcAft>
                <a:spcPct val="0"/>
              </a:spcAft>
              <a:buFontTx/>
              <a:buChar char="•"/>
            </a:pPr>
            <a:r>
              <a:rPr lang="en-US" altLang="en-US">
                <a:latin typeface="Calibri" panose="020F0502020204030204" pitchFamily="34" charset="0"/>
                <a:cs typeface="Calibri" panose="020F0502020204030204" pitchFamily="34" charset="0"/>
              </a:rPr>
              <a:t>Range: </a:t>
            </a:r>
            <a:r>
              <a:rPr lang="en-US" altLang="en-US" b="1">
                <a:latin typeface="Calibri" panose="020F0502020204030204" pitchFamily="34" charset="0"/>
                <a:cs typeface="Calibri" panose="020F0502020204030204" pitchFamily="34" charset="0"/>
              </a:rPr>
              <a:t>&gt; 0</a:t>
            </a:r>
            <a:r>
              <a:rPr lang="en-US" altLang="en-US">
                <a:latin typeface="Calibri" panose="020F0502020204030204" pitchFamily="34" charset="0"/>
                <a:cs typeface="Calibri" panose="020F0502020204030204" pitchFamily="34" charset="0"/>
              </a:rPr>
              <a:t> (higher is better). </a:t>
            </a:r>
          </a:p>
          <a:p>
            <a:pPr marL="457200" lvl="1" indent="0" eaLnBrk="0" fontAlgn="base" hangingPunct="0">
              <a:lnSpc>
                <a:spcPct val="150000"/>
              </a:lnSpc>
              <a:spcBef>
                <a:spcPct val="0"/>
              </a:spcBef>
              <a:spcAft>
                <a:spcPct val="0"/>
              </a:spcAft>
              <a:buFontTx/>
              <a:buChar char="•"/>
            </a:pPr>
            <a:r>
              <a:rPr lang="en-US" altLang="en-US">
                <a:latin typeface="Calibri" panose="020F0502020204030204" pitchFamily="34" charset="0"/>
                <a:cs typeface="Calibri" panose="020F0502020204030204" pitchFamily="34" charset="0"/>
              </a:rPr>
              <a:t>Especially good for compact, well-separated clusters (e.g., in k-means-like algorithms); often used in elbow-method extensions to choose the number of clusters. </a:t>
            </a:r>
          </a:p>
          <a:p>
            <a:pPr marL="0" lvl="0" indent="0" eaLnBrk="0" fontAlgn="base" hangingPunct="0">
              <a:lnSpc>
                <a:spcPct val="150000"/>
              </a:lnSpc>
              <a:spcBef>
                <a:spcPct val="0"/>
              </a:spcBef>
              <a:spcAft>
                <a:spcPct val="0"/>
              </a:spcAft>
              <a:buNone/>
            </a:pPr>
            <a:endParaRPr lang="en-US" altLang="en-US" b="1">
              <a:latin typeface="Calibri" panose="020F0502020204030204" pitchFamily="34" charset="0"/>
              <a:cs typeface="Calibri" panose="020F0502020204030204" pitchFamily="34" charset="0"/>
            </a:endParaRPr>
          </a:p>
          <a:p>
            <a:pPr marL="0" lvl="0" indent="0" eaLnBrk="0" fontAlgn="base" hangingPunct="0">
              <a:lnSpc>
                <a:spcPct val="150000"/>
              </a:lnSpc>
              <a:spcBef>
                <a:spcPct val="0"/>
              </a:spcBef>
              <a:spcAft>
                <a:spcPct val="0"/>
              </a:spcAft>
              <a:buNone/>
            </a:pPr>
            <a:endParaRPr lang="en-US" altLang="en-US" b="1">
              <a:latin typeface="Calibri" panose="020F0502020204030204" pitchFamily="34" charset="0"/>
              <a:cs typeface="Calibri" panose="020F0502020204030204" pitchFamily="34" charset="0"/>
            </a:endParaRPr>
          </a:p>
          <a:p>
            <a:pPr marL="0" lvl="0" indent="0" eaLnBrk="0" fontAlgn="base" hangingPunct="0">
              <a:lnSpc>
                <a:spcPct val="150000"/>
              </a:lnSpc>
              <a:spcBef>
                <a:spcPct val="0"/>
              </a:spcBef>
              <a:spcAft>
                <a:spcPct val="0"/>
              </a:spcAft>
              <a:buNone/>
            </a:pPr>
            <a:r>
              <a:rPr lang="en-US" altLang="en-US" b="1">
                <a:latin typeface="Calibri" panose="020F0502020204030204" pitchFamily="34" charset="0"/>
                <a:cs typeface="Calibri" panose="020F0502020204030204" pitchFamily="34" charset="0"/>
              </a:rPr>
              <a:t>4. Inertia (Within-Cluster Sum of Squares – WCSS)</a:t>
            </a:r>
            <a:r>
              <a:rPr lang="en-US" altLang="en-US">
                <a:latin typeface="Calibri" panose="020F0502020204030204" pitchFamily="34" charset="0"/>
                <a:cs typeface="Calibri" panose="020F0502020204030204" pitchFamily="34" charset="0"/>
              </a:rPr>
              <a:t> Sum of squared distances between each point and its cluster centroid.</a:t>
            </a:r>
          </a:p>
          <a:p>
            <a:pPr marL="457200" lvl="1" indent="0" eaLnBrk="0" fontAlgn="base" hangingPunct="0">
              <a:lnSpc>
                <a:spcPct val="150000"/>
              </a:lnSpc>
              <a:spcBef>
                <a:spcPct val="0"/>
              </a:spcBef>
              <a:spcAft>
                <a:spcPct val="0"/>
              </a:spcAft>
              <a:buFontTx/>
              <a:buChar char="•"/>
            </a:pPr>
            <a:r>
              <a:rPr lang="en-US" altLang="en-US">
                <a:latin typeface="Calibri" panose="020F0502020204030204" pitchFamily="34" charset="0"/>
                <a:cs typeface="Calibri" panose="020F0502020204030204" pitchFamily="34" charset="0"/>
              </a:rPr>
              <a:t>Range: </a:t>
            </a:r>
            <a:r>
              <a:rPr lang="en-US" altLang="en-US" b="1">
                <a:latin typeface="Calibri" panose="020F0502020204030204" pitchFamily="34" charset="0"/>
                <a:cs typeface="Calibri" panose="020F0502020204030204" pitchFamily="34" charset="0"/>
              </a:rPr>
              <a:t>≥ 0</a:t>
            </a:r>
            <a:r>
              <a:rPr lang="en-US" altLang="en-US">
                <a:latin typeface="Calibri" panose="020F0502020204030204" pitchFamily="34" charset="0"/>
                <a:cs typeface="Calibri" panose="020F0502020204030204" pitchFamily="34" charset="0"/>
              </a:rPr>
              <a:t> (lower is better). </a:t>
            </a:r>
          </a:p>
          <a:p>
            <a:pPr marL="457200" lvl="1" indent="0" eaLnBrk="0" fontAlgn="base" hangingPunct="0">
              <a:lnSpc>
                <a:spcPct val="150000"/>
              </a:lnSpc>
              <a:spcBef>
                <a:spcPct val="0"/>
              </a:spcBef>
              <a:spcAft>
                <a:spcPct val="0"/>
              </a:spcAft>
              <a:buFontTx/>
              <a:buChar char="•"/>
            </a:pPr>
            <a:r>
              <a:rPr lang="en-US" altLang="en-US">
                <a:latin typeface="Calibri" panose="020F0502020204030204" pitchFamily="34" charset="0"/>
                <a:cs typeface="Calibri" panose="020F0502020204030204" pitchFamily="34" charset="0"/>
              </a:rPr>
              <a:t>Primary metric for k-means; commonly plotted in the "elbow method" to find the optimal k. Note: it always decreases with more clusters, so it's not comparable across different algorithms.</a:t>
            </a:r>
          </a:p>
          <a:p>
            <a:pPr marL="0" lvl="0" indent="0" eaLnBrk="0" fontAlgn="base" hangingPunct="0">
              <a:lnSpc>
                <a:spcPct val="150000"/>
              </a:lnSpc>
              <a:spcBef>
                <a:spcPct val="0"/>
              </a:spcBef>
              <a:spcAft>
                <a:spcPct val="0"/>
              </a:spcAft>
              <a:buNone/>
            </a:pPr>
            <a:endParaRPr lang="en-US" altLang="en-US">
              <a:latin typeface="Calibri" panose="020F0502020204030204" pitchFamily="34" charset="0"/>
              <a:cs typeface="Calibri" panose="020F0502020204030204" pitchFamily="34" charset="0"/>
            </a:endParaRPr>
          </a:p>
          <a:p>
            <a:endParaRPr lang="en-GB"/>
          </a:p>
        </p:txBody>
      </p:sp>
    </p:spTree>
    <p:extLst>
      <p:ext uri="{BB962C8B-B14F-4D97-AF65-F5344CB8AC3E}">
        <p14:creationId xmlns:p14="http://schemas.microsoft.com/office/powerpoint/2010/main" val="5693520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650FEA-946D-6D36-1E7D-B516DD35A8C4}"/>
              </a:ext>
            </a:extLst>
          </p:cNvPr>
          <p:cNvSpPr>
            <a:spLocks noGrp="1"/>
          </p:cNvSpPr>
          <p:nvPr>
            <p:ph type="title"/>
          </p:nvPr>
        </p:nvSpPr>
        <p:spPr/>
        <p:txBody>
          <a:bodyPr>
            <a:normAutofit/>
          </a:bodyPr>
          <a:lstStyle/>
          <a:p>
            <a:r>
              <a:rPr lang="en-GB" b="1"/>
              <a:t>Popular Metrics (when ground-truth labels are available for benchmarking)</a:t>
            </a:r>
            <a:endParaRPr lang="en-GB"/>
          </a:p>
        </p:txBody>
      </p:sp>
      <p:sp>
        <p:nvSpPr>
          <p:cNvPr id="3" name="Content Placeholder 2">
            <a:extLst>
              <a:ext uri="{FF2B5EF4-FFF2-40B4-BE49-F238E27FC236}">
                <a16:creationId xmlns:a16="http://schemas.microsoft.com/office/drawing/2014/main" id="{71413CF6-B317-8D71-9AE6-64B4D908C4F9}"/>
              </a:ext>
            </a:extLst>
          </p:cNvPr>
          <p:cNvSpPr>
            <a:spLocks noGrp="1"/>
          </p:cNvSpPr>
          <p:nvPr>
            <p:ph idx="1"/>
          </p:nvPr>
        </p:nvSpPr>
        <p:spPr>
          <a:xfrm>
            <a:off x="838200" y="2311051"/>
            <a:ext cx="10515600" cy="4351338"/>
          </a:xfrm>
        </p:spPr>
        <p:txBody>
          <a:bodyPr>
            <a:normAutofit/>
          </a:bodyPr>
          <a:lstStyle/>
          <a:p>
            <a:pPr lvl="0"/>
            <a:r>
              <a:rPr lang="en-GB" b="1">
                <a:latin typeface="Calibri" panose="020F0502020204030204" pitchFamily="34" charset="0"/>
                <a:cs typeface="Calibri" panose="020F0502020204030204" pitchFamily="34" charset="0"/>
              </a:rPr>
              <a:t>Adjusted Rand Index (ARI)</a:t>
            </a:r>
            <a:r>
              <a:rPr lang="en-GB">
                <a:latin typeface="Calibri" panose="020F0502020204030204" pitchFamily="34" charset="0"/>
                <a:cs typeface="Calibri" panose="020F0502020204030204" pitchFamily="34" charset="0"/>
              </a:rPr>
              <a:t> Measures similarity between predicted clusters and true labels, adjusted for chance.</a:t>
            </a:r>
            <a:endParaRPr lang="en-GB" sz="2400">
              <a:latin typeface="Calibri" panose="020F0502020204030204" pitchFamily="34" charset="0"/>
              <a:cs typeface="Calibri" panose="020F0502020204030204" pitchFamily="34" charset="0"/>
            </a:endParaRPr>
          </a:p>
          <a:p>
            <a:pPr lvl="1"/>
            <a:r>
              <a:rPr lang="en-GB">
                <a:latin typeface="Calibri" panose="020F0502020204030204" pitchFamily="34" charset="0"/>
                <a:cs typeface="Calibri" panose="020F0502020204030204" pitchFamily="34" charset="0"/>
              </a:rPr>
              <a:t>Range: </a:t>
            </a:r>
            <a:r>
              <a:rPr lang="en-GB" b="1">
                <a:latin typeface="Calibri" panose="020F0502020204030204" pitchFamily="34" charset="0"/>
                <a:cs typeface="Calibri" panose="020F0502020204030204" pitchFamily="34" charset="0"/>
              </a:rPr>
              <a:t>-1 to +1</a:t>
            </a:r>
            <a:r>
              <a:rPr lang="en-GB">
                <a:latin typeface="Calibri" panose="020F0502020204030204" pitchFamily="34" charset="0"/>
                <a:cs typeface="Calibri" panose="020F0502020204030204" pitchFamily="34" charset="0"/>
              </a:rPr>
              <a:t> (1 = perfect match, 0 = random, negative = worse than random).</a:t>
            </a:r>
            <a:endParaRPr lang="en-GB" sz="2000">
              <a:latin typeface="Calibri" panose="020F0502020204030204" pitchFamily="34" charset="0"/>
              <a:cs typeface="Calibri" panose="020F0502020204030204" pitchFamily="34" charset="0"/>
            </a:endParaRPr>
          </a:p>
          <a:p>
            <a:pPr lvl="1"/>
            <a:r>
              <a:rPr lang="en-GB">
                <a:latin typeface="Calibri" panose="020F0502020204030204" pitchFamily="34" charset="0"/>
                <a:cs typeface="Calibri" panose="020F0502020204030204" pitchFamily="34" charset="0"/>
              </a:rPr>
              <a:t>One of the most robust and commonly reported external metrics.</a:t>
            </a:r>
            <a:endParaRPr lang="en-GB" sz="2000">
              <a:latin typeface="Calibri" panose="020F0502020204030204" pitchFamily="34" charset="0"/>
              <a:cs typeface="Calibri" panose="020F0502020204030204" pitchFamily="34" charset="0"/>
            </a:endParaRPr>
          </a:p>
          <a:p>
            <a:pPr lvl="0"/>
            <a:endParaRPr lang="en-GB" b="1">
              <a:latin typeface="Calibri" panose="020F0502020204030204" pitchFamily="34" charset="0"/>
              <a:cs typeface="Calibri" panose="020F0502020204030204" pitchFamily="34" charset="0"/>
            </a:endParaRPr>
          </a:p>
          <a:p>
            <a:pPr lvl="0"/>
            <a:r>
              <a:rPr lang="en-GB" b="1">
                <a:latin typeface="Calibri" panose="020F0502020204030204" pitchFamily="34" charset="0"/>
                <a:cs typeface="Calibri" panose="020F0502020204030204" pitchFamily="34" charset="0"/>
              </a:rPr>
              <a:t>Normalized Mutual Information (NMI)</a:t>
            </a:r>
            <a:r>
              <a:rPr lang="en-GB">
                <a:latin typeface="Calibri" panose="020F0502020204030204" pitchFamily="34" charset="0"/>
                <a:cs typeface="Calibri" panose="020F0502020204030204" pitchFamily="34" charset="0"/>
              </a:rPr>
              <a:t> Quantifies shared information between cluster assignments and true labels, normalized to [0,1].</a:t>
            </a:r>
            <a:endParaRPr lang="en-GB" sz="2400">
              <a:latin typeface="Calibri" panose="020F0502020204030204" pitchFamily="34" charset="0"/>
              <a:cs typeface="Calibri" panose="020F0502020204030204" pitchFamily="34" charset="0"/>
            </a:endParaRPr>
          </a:p>
          <a:p>
            <a:pPr lvl="1"/>
            <a:r>
              <a:rPr lang="en-GB">
                <a:latin typeface="Calibri" panose="020F0502020204030204" pitchFamily="34" charset="0"/>
                <a:cs typeface="Calibri" panose="020F0502020204030204" pitchFamily="34" charset="0"/>
              </a:rPr>
              <a:t>Higher is better (1 = perfect agreement).</a:t>
            </a:r>
            <a:endParaRPr lang="en-GB" sz="2000">
              <a:latin typeface="Calibri" panose="020F0502020204030204" pitchFamily="34" charset="0"/>
              <a:cs typeface="Calibri" panose="020F0502020204030204" pitchFamily="34" charset="0"/>
            </a:endParaRPr>
          </a:p>
          <a:p>
            <a:endParaRPr lang="en-GB">
              <a:latin typeface="Calibri" panose="020F0502020204030204" pitchFamily="34" charset="0"/>
              <a:cs typeface="Calibri" panose="020F0502020204030204" pitchFamily="34" charset="0"/>
            </a:endParaRPr>
          </a:p>
          <a:p>
            <a:endParaRPr lang="en-GB">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6669312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E98FA9E-6881-3492-291B-AE5CC457C99A}"/>
              </a:ext>
            </a:extLst>
          </p:cNvPr>
          <p:cNvPicPr>
            <a:picLocks noChangeAspect="1"/>
          </p:cNvPicPr>
          <p:nvPr/>
        </p:nvPicPr>
        <p:blipFill>
          <a:blip r:embed="rId2"/>
          <a:stretch>
            <a:fillRect/>
          </a:stretch>
        </p:blipFill>
        <p:spPr>
          <a:xfrm>
            <a:off x="1053129" y="608013"/>
            <a:ext cx="10085741" cy="5810121"/>
          </a:xfrm>
          <a:prstGeom prst="rect">
            <a:avLst/>
          </a:prstGeom>
        </p:spPr>
      </p:pic>
    </p:spTree>
    <p:extLst>
      <p:ext uri="{BB962C8B-B14F-4D97-AF65-F5344CB8AC3E}">
        <p14:creationId xmlns:p14="http://schemas.microsoft.com/office/powerpoint/2010/main" val="29925455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25708F-1A9B-754D-5F62-8EA0C6B056E6}"/>
              </a:ext>
            </a:extLst>
          </p:cNvPr>
          <p:cNvSpPr>
            <a:spLocks noGrp="1"/>
          </p:cNvSpPr>
          <p:nvPr>
            <p:ph type="title"/>
          </p:nvPr>
        </p:nvSpPr>
        <p:spPr/>
        <p:txBody>
          <a:bodyPr>
            <a:normAutofit/>
          </a:bodyPr>
          <a:lstStyle/>
          <a:p>
            <a:r>
              <a:rPr lang="en-GB" b="1"/>
              <a:t>Efficiency &amp; System Metrics</a:t>
            </a:r>
            <a:endParaRPr lang="en-GB"/>
          </a:p>
        </p:txBody>
      </p:sp>
      <p:sp>
        <p:nvSpPr>
          <p:cNvPr id="3" name="Content Placeholder 2">
            <a:extLst>
              <a:ext uri="{FF2B5EF4-FFF2-40B4-BE49-F238E27FC236}">
                <a16:creationId xmlns:a16="http://schemas.microsoft.com/office/drawing/2014/main" id="{7D9A72A1-CDFA-A9B2-2BEB-99DF6F900966}"/>
              </a:ext>
            </a:extLst>
          </p:cNvPr>
          <p:cNvSpPr>
            <a:spLocks noGrp="1"/>
          </p:cNvSpPr>
          <p:nvPr>
            <p:ph idx="1"/>
          </p:nvPr>
        </p:nvSpPr>
        <p:spPr/>
        <p:txBody>
          <a:bodyPr>
            <a:normAutofit fontScale="85000" lnSpcReduction="20000"/>
          </a:bodyPr>
          <a:lstStyle/>
          <a:p>
            <a:pPr marL="0" indent="0">
              <a:buNone/>
            </a:pPr>
            <a:r>
              <a:rPr lang="en-GB" b="1"/>
              <a:t>Inference Time</a:t>
            </a:r>
            <a:endParaRPr lang="en-GB"/>
          </a:p>
          <a:p>
            <a:pPr lvl="0"/>
            <a:r>
              <a:rPr lang="en-GB"/>
              <a:t>Time per prediction (ms)</a:t>
            </a:r>
          </a:p>
          <a:p>
            <a:pPr marL="0" indent="0">
              <a:buNone/>
            </a:pPr>
            <a:endParaRPr lang="en-GB" b="1"/>
          </a:p>
          <a:p>
            <a:pPr marL="0" indent="0">
              <a:buNone/>
            </a:pPr>
            <a:r>
              <a:rPr lang="en-GB" b="1"/>
              <a:t>Throughput</a:t>
            </a:r>
            <a:endParaRPr lang="en-GB"/>
          </a:p>
          <a:p>
            <a:pPr lvl="0"/>
            <a:r>
              <a:rPr lang="en-GB"/>
              <a:t>Predictions per second</a:t>
            </a:r>
          </a:p>
          <a:p>
            <a:pPr marL="0" indent="0">
              <a:buNone/>
            </a:pPr>
            <a:endParaRPr lang="en-GB" b="1"/>
          </a:p>
          <a:p>
            <a:pPr marL="0" indent="0">
              <a:buNone/>
            </a:pPr>
            <a:r>
              <a:rPr lang="en-GB" b="1"/>
              <a:t>Model Size</a:t>
            </a:r>
            <a:endParaRPr lang="en-GB"/>
          </a:p>
          <a:p>
            <a:pPr lvl="0"/>
            <a:r>
              <a:rPr lang="en-GB"/>
              <a:t>Memory footprint (MB)</a:t>
            </a:r>
          </a:p>
          <a:p>
            <a:pPr marL="0" indent="0">
              <a:buNone/>
            </a:pPr>
            <a:endParaRPr lang="en-GB" b="1"/>
          </a:p>
          <a:p>
            <a:pPr marL="0" indent="0">
              <a:buNone/>
            </a:pPr>
            <a:r>
              <a:rPr lang="en-GB" b="1"/>
              <a:t>Energy / Power</a:t>
            </a:r>
            <a:endParaRPr lang="en-GB"/>
          </a:p>
          <a:p>
            <a:pPr lvl="0"/>
            <a:r>
              <a:rPr lang="en-GB"/>
              <a:t>Important for edge AI</a:t>
            </a:r>
          </a:p>
          <a:p>
            <a:endParaRPr lang="en-GB"/>
          </a:p>
        </p:txBody>
      </p:sp>
    </p:spTree>
    <p:extLst>
      <p:ext uri="{BB962C8B-B14F-4D97-AF65-F5344CB8AC3E}">
        <p14:creationId xmlns:p14="http://schemas.microsoft.com/office/powerpoint/2010/main" val="32205077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4C7A7-84C1-9C89-4799-829DFD466C8C}"/>
              </a:ext>
            </a:extLst>
          </p:cNvPr>
          <p:cNvSpPr>
            <a:spLocks noGrp="1"/>
          </p:cNvSpPr>
          <p:nvPr>
            <p:ph type="title"/>
          </p:nvPr>
        </p:nvSpPr>
        <p:spPr/>
        <p:txBody>
          <a:bodyPr/>
          <a:lstStyle/>
          <a:p>
            <a:r>
              <a:rPr lang="en-US"/>
              <a:t>How to choose the right metric?</a:t>
            </a:r>
            <a:endParaRPr lang="en-GB"/>
          </a:p>
        </p:txBody>
      </p:sp>
      <p:pic>
        <p:nvPicPr>
          <p:cNvPr id="6" name="Content Placeholder 5">
            <a:extLst>
              <a:ext uri="{FF2B5EF4-FFF2-40B4-BE49-F238E27FC236}">
                <a16:creationId xmlns:a16="http://schemas.microsoft.com/office/drawing/2014/main" id="{A4595396-CB1C-C89F-134E-F5F4C5923AF5}"/>
              </a:ext>
            </a:extLst>
          </p:cNvPr>
          <p:cNvPicPr>
            <a:picLocks noGrp="1" noChangeAspect="1"/>
          </p:cNvPicPr>
          <p:nvPr>
            <p:ph idx="1"/>
          </p:nvPr>
        </p:nvPicPr>
        <p:blipFill>
          <a:blip r:embed="rId2"/>
          <a:stretch>
            <a:fillRect/>
          </a:stretch>
        </p:blipFill>
        <p:spPr>
          <a:xfrm>
            <a:off x="3395397" y="1666266"/>
            <a:ext cx="5401205" cy="4826609"/>
          </a:xfrm>
          <a:prstGeom prst="rect">
            <a:avLst/>
          </a:prstGeom>
        </p:spPr>
      </p:pic>
    </p:spTree>
    <p:extLst>
      <p:ext uri="{BB962C8B-B14F-4D97-AF65-F5344CB8AC3E}">
        <p14:creationId xmlns:p14="http://schemas.microsoft.com/office/powerpoint/2010/main" val="33236485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89A27D2-C986-4535-B473-42B1A890333D}"/>
              </a:ext>
            </a:extLst>
          </p:cNvPr>
          <p:cNvPicPr>
            <a:picLocks noChangeAspect="1"/>
          </p:cNvPicPr>
          <p:nvPr/>
        </p:nvPicPr>
        <p:blipFill>
          <a:blip r:embed="rId2"/>
          <a:stretch>
            <a:fillRect/>
          </a:stretch>
        </p:blipFill>
        <p:spPr>
          <a:xfrm>
            <a:off x="2512848" y="-28027"/>
            <a:ext cx="6858000" cy="6858000"/>
          </a:xfrm>
          <a:prstGeom prst="rect">
            <a:avLst/>
          </a:prstGeom>
        </p:spPr>
      </p:pic>
    </p:spTree>
    <p:extLst>
      <p:ext uri="{BB962C8B-B14F-4D97-AF65-F5344CB8AC3E}">
        <p14:creationId xmlns:p14="http://schemas.microsoft.com/office/powerpoint/2010/main" val="25728281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167</TotalTime>
  <Words>2605</Words>
  <Application>Microsoft Office PowerPoint</Application>
  <PresentationFormat>Widescreen</PresentationFormat>
  <Paragraphs>220</Paragraphs>
  <Slides>27</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Aptos</vt:lpstr>
      <vt:lpstr>Aptos Display</vt:lpstr>
      <vt:lpstr>Arial</vt:lpstr>
      <vt:lpstr>Calibri</vt:lpstr>
      <vt:lpstr>Courier New</vt:lpstr>
      <vt:lpstr>Office Theme</vt:lpstr>
      <vt:lpstr>AI Evaluation Methods: Quantitative &amp; Qualitative</vt:lpstr>
      <vt:lpstr>Content</vt:lpstr>
      <vt:lpstr>AI Model Evaluation</vt:lpstr>
      <vt:lpstr>Quantitative Vs Qualitative </vt:lpstr>
      <vt:lpstr>Quantitative Vs Qualitative </vt:lpstr>
      <vt:lpstr>Quantitative Metrics</vt:lpstr>
      <vt:lpstr>Confusion Matrix</vt:lpstr>
      <vt:lpstr>Confusion Matrix</vt:lpstr>
      <vt:lpstr>Quantitative Metrics</vt:lpstr>
      <vt:lpstr>Qualitative Metrics</vt:lpstr>
      <vt:lpstr>Pros and Cons</vt:lpstr>
      <vt:lpstr>Precision</vt:lpstr>
      <vt:lpstr>Recall (Sensitivity)</vt:lpstr>
      <vt:lpstr>F1-Score</vt:lpstr>
      <vt:lpstr>Specificity</vt:lpstr>
      <vt:lpstr>Internal vs External Clustering Evaluation Metrics</vt:lpstr>
      <vt:lpstr>Intuition</vt:lpstr>
      <vt:lpstr>Internal Clustering Metrics</vt:lpstr>
      <vt:lpstr>When are internal metrics used?</vt:lpstr>
      <vt:lpstr>What do internal metrics measure?</vt:lpstr>
      <vt:lpstr>Clustering Metrics (Unsupervised AI)</vt:lpstr>
      <vt:lpstr>Clustering Metrics (Unsupervised AI)</vt:lpstr>
      <vt:lpstr>Popular Metrics (when ground-truth labels are available for benchmarking)</vt:lpstr>
      <vt:lpstr>PowerPoint Presentation</vt:lpstr>
      <vt:lpstr>Efficiency &amp; System Metrics</vt:lpstr>
      <vt:lpstr>How to choose the right metric?</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Mohib Ullah</dc:creator>
  <cp:lastModifiedBy>Mohib Ullah</cp:lastModifiedBy>
  <cp:revision>1</cp:revision>
  <dcterms:created xsi:type="dcterms:W3CDTF">2025-01-26T13:33:47Z</dcterms:created>
  <dcterms:modified xsi:type="dcterms:W3CDTF">2026-01-25T21:17:37Z</dcterms:modified>
</cp:coreProperties>
</file>