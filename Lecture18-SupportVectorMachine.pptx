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7" r:id="rId3"/>
    <p:sldId id="258" r:id="rId4"/>
    <p:sldId id="310" r:id="rId5"/>
    <p:sldId id="297" r:id="rId6"/>
    <p:sldId id="298" r:id="rId7"/>
    <p:sldId id="296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300" r:id="rId21"/>
    <p:sldId id="271" r:id="rId22"/>
    <p:sldId id="272" r:id="rId23"/>
    <p:sldId id="273" r:id="rId24"/>
    <p:sldId id="299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301" r:id="rId41"/>
    <p:sldId id="302" r:id="rId42"/>
    <p:sldId id="289" r:id="rId43"/>
    <p:sldId id="294" r:id="rId44"/>
    <p:sldId id="304" r:id="rId45"/>
    <p:sldId id="291" r:id="rId46"/>
    <p:sldId id="305" r:id="rId47"/>
    <p:sldId id="314" r:id="rId48"/>
    <p:sldId id="315" r:id="rId49"/>
    <p:sldId id="316" r:id="rId50"/>
    <p:sldId id="317" r:id="rId51"/>
    <p:sldId id="318" r:id="rId52"/>
    <p:sldId id="319" r:id="rId53"/>
    <p:sldId id="320" r:id="rId54"/>
    <p:sldId id="309" r:id="rId55"/>
    <p:sldId id="311" r:id="rId56"/>
    <p:sldId id="312" r:id="rId57"/>
    <p:sldId id="313" r:id="rId58"/>
    <p:sldId id="308" r:id="rId59"/>
    <p:sldId id="303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b Ullah" userId="a85b28ef-015c-444f-9a8b-a68f0710c0dd" providerId="ADAL" clId="{4940304A-E260-48BE-BE9A-92BCAD17AB9F}"/>
    <pc:docChg chg="undo custSel addSld delSld modSld">
      <pc:chgData name="Mohib Ullah" userId="a85b28ef-015c-444f-9a8b-a68f0710c0dd" providerId="ADAL" clId="{4940304A-E260-48BE-BE9A-92BCAD17AB9F}" dt="2026-03-19T05:40:36.638" v="508" actId="20577"/>
      <pc:docMkLst>
        <pc:docMk/>
      </pc:docMkLst>
      <pc:sldChg chg="delSp modSp add mod">
        <pc:chgData name="Mohib Ullah" userId="a85b28ef-015c-444f-9a8b-a68f0710c0dd" providerId="ADAL" clId="{4940304A-E260-48BE-BE9A-92BCAD17AB9F}" dt="2026-03-19T05:40:36.638" v="508" actId="20577"/>
        <pc:sldMkLst>
          <pc:docMk/>
          <pc:sldMk cId="4024984527" sldId="257"/>
        </pc:sldMkLst>
        <pc:spChg chg="mod">
          <ac:chgData name="Mohib Ullah" userId="a85b28ef-015c-444f-9a8b-a68f0710c0dd" providerId="ADAL" clId="{4940304A-E260-48BE-BE9A-92BCAD17AB9F}" dt="2026-03-19T05:40:36.638" v="508" actId="20577"/>
          <ac:spMkLst>
            <pc:docMk/>
            <pc:sldMk cId="4024984527" sldId="257"/>
            <ac:spMk id="3" creationId="{52844D87-665A-6E7E-EBF8-1ED2FCD624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F6103-8D80-5908-39B0-23194B4C8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3281E-30AC-8C72-49B3-C6A515612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9BB53-F1F1-A063-3B6F-B24B1F72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A74-4CFC-48DD-9B8C-0DD1A00D661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3DCA6-6E2D-1FE7-F0BA-9EAE3EA16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6DCD3-803C-B622-FDFE-21D67DA4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038DA-BFD5-4BB2-AA97-7E508D3A7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34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0588-C0CD-D8D5-70DD-EBEF13727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D79E6-CA49-D628-22D3-2969C1ECA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34E87-3B21-B70D-3210-2EB37138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A74-4CFC-48DD-9B8C-0DD1A00D661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96CE4-A096-171B-9774-B255BE652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2185B-CE6C-E022-70A0-EAD1B7433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038DA-BFD5-4BB2-AA97-7E508D3A7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500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3FBD1-1AA3-2DCD-DCE5-CF16D5F19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20200-0407-6161-F750-53FEFB987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D798D-F2BA-1590-1AD0-5A94FA6A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A74-4CFC-48DD-9B8C-0DD1A00D661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13C15-E367-C862-CA4F-383FE17E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023BF-463F-94BD-CDBC-B16D2E0C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038DA-BFD5-4BB2-AA97-7E508D3A7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9576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BFF91-FE60-516D-39F2-27B69BC7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52822-E416-EC1C-2524-806B89C5E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AF938-3978-E7A3-F478-8A6E97384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B4884-CE87-9878-AE5C-43C8A82CA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A74-4CFC-48DD-9B8C-0DD1A00D661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E2D6-9780-6D5D-E500-54B40F94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7C4DE-21CC-0875-800B-B06B4B45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038DA-BFD5-4BB2-AA97-7E508D3A7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464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064C-C3FC-96FB-1658-271B0DC1E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F675D-EC8A-3611-0B1B-269679D6A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49E14-E7DF-6DCB-1DB9-95BB39E2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B123D0-FD24-D6F8-6D2C-5A02EF46F4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F5AD1B-B5D5-5485-73A5-021302E89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522E7-1072-A7E8-84F3-7A3A9E30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A74-4CFC-48DD-9B8C-0DD1A00D661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1C6DF9-E27F-536C-5562-B13E199B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CE1F5A-A3DD-1EC3-055C-D740D66EF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038DA-BFD5-4BB2-AA97-7E508D3A7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540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95A7-14B6-3649-04BB-86BEA8475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C762EF-3C47-D50B-0885-5DED1BEB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A74-4CFC-48DD-9B8C-0DD1A00D661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5E12C-22E6-2E82-7FC8-19234CB0E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99C76F-997A-C697-9C6B-F3A13C4E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038DA-BFD5-4BB2-AA97-7E508D3A7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59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FF0C0F-131A-EE49-9A03-8AAC95CEC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A74-4CFC-48DD-9B8C-0DD1A00D661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15D38C-6787-67D3-480A-0B412C49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43246-AC37-36B6-27AB-0F610EBD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038DA-BFD5-4BB2-AA97-7E508D3A7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19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8FCF-A779-CE80-3B9B-AAEF12634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D092C-E3A2-0B9A-F410-76DAD3CD0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32D38-4430-0751-5AAA-066E61531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4D684-3E9B-DB6D-E8BB-9234F19C2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A74-4CFC-48DD-9B8C-0DD1A00D661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5F141-48DE-587F-F11B-46B1993F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41398-957E-BE3E-0629-31D5CBDC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038DA-BFD5-4BB2-AA97-7E508D3A7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237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559AF-0650-0B86-C083-08C8993C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B51E2-C50B-82CC-DCBB-A701B2F05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CF8EF-0B9A-085E-8439-46AA6F650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279D6-5B10-5C9C-BFB9-91F90EE9B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A74-4CFC-48DD-9B8C-0DD1A00D661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32E68-1BEA-5CC8-CEFA-94DD368CB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F61A3-DC06-F52A-3EC2-992989E6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038DA-BFD5-4BB2-AA97-7E508D3A7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11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6B29-32DF-9302-15B2-7786337F0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70AB8-DD5E-4938-9B6D-F19DF2C72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E3DBD-A1A9-7405-8BC0-95C5A45F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A74-4CFC-48DD-9B8C-0DD1A00D661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C2113-31A7-D2B7-F40A-DD5B4A7FB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51471-AADF-E9DA-ACD4-C3C4E1010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038DA-BFD5-4BB2-AA97-7E508D3A7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1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63CB29-13C9-5CAA-E732-0B1A70CD9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D8A963-383E-2899-A235-79721977D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43C34-E812-FDAB-5291-3ABC4D20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A74-4CFC-48DD-9B8C-0DD1A00D661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15D59-967F-8359-B9E5-F7AA2099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29F85-6657-9F97-E38C-BB6C3FEB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038DA-BFD5-4BB2-AA97-7E508D3A7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120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lysbildenummer 5"/>
          <p:cNvSpPr txBox="1">
            <a:spLocks/>
          </p:cNvSpPr>
          <p:nvPr userDrawn="1"/>
        </p:nvSpPr>
        <p:spPr>
          <a:xfrm>
            <a:off x="153494" y="6450278"/>
            <a:ext cx="456108" cy="252103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333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333" b="1" i="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Tittel 1">
            <a:extLst>
              <a:ext uri="{FF2B5EF4-FFF2-40B4-BE49-F238E27FC236}">
                <a16:creationId xmlns:a16="http://schemas.microsoft.com/office/drawing/2014/main" id="{DAD5656F-EF39-BD40-B46F-28C614BEB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47" y="397785"/>
            <a:ext cx="11224996" cy="707823"/>
          </a:xfrm>
          <a:prstGeom prst="rect">
            <a:avLst/>
          </a:prstGeom>
        </p:spPr>
        <p:txBody>
          <a:bodyPr wrap="square" lIns="90000" tIns="46800" rIns="90000" bIns="46800" anchor="t" anchorCtr="0">
            <a:sp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F5D824DA-FDAB-4E4D-80C7-D81149C33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847" y="1347021"/>
            <a:ext cx="11224996" cy="4818365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789383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1FADF0-44D8-6F03-DF8A-C9E407CC9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9FFA9-3348-A6E0-B742-F8AA3478D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76DA0-0929-C27D-04B7-C4938F33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49A74-4CFC-48DD-9B8C-0DD1A00D6617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7088C-6142-9C63-39F0-8C6DCC5CE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1CCCD-7935-2293-D8CD-2E709EF5A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038DA-BFD5-4BB2-AA97-7E508D3A7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82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image" Target="../media/image20.png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image" Target="../media/image20.png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image" Target="../media/image20.png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2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image" Target="../media/image20.png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image" Target="../media/image2.png"/><Relationship Id="rId21" Type="http://schemas.openxmlformats.org/officeDocument/2006/relationships/image" Target="../media/image26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2" Type="http://schemas.openxmlformats.org/officeDocument/2006/relationships/image" Target="../media/image20.png"/><Relationship Id="rId16" Type="http://schemas.openxmlformats.org/officeDocument/2006/relationships/image" Target="../media/image17.png"/><Relationship Id="rId20" Type="http://schemas.openxmlformats.org/officeDocument/2006/relationships/image" Target="../media/image25.png"/><Relationship Id="rId29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9.png"/><Relationship Id="rId5" Type="http://schemas.openxmlformats.org/officeDocument/2006/relationships/image" Target="../media/image4.png"/><Relationship Id="rId15" Type="http://schemas.openxmlformats.org/officeDocument/2006/relationships/image" Target="../media/image16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10" Type="http://schemas.openxmlformats.org/officeDocument/2006/relationships/image" Target="../media/image9.png"/><Relationship Id="rId19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5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Relationship Id="rId30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30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21" Type="http://schemas.openxmlformats.org/officeDocument/2006/relationships/image" Target="../media/image34.png"/><Relationship Id="rId7" Type="http://schemas.openxmlformats.org/officeDocument/2006/relationships/image" Target="../media/image4.png"/><Relationship Id="rId12" Type="http://schemas.openxmlformats.org/officeDocument/2006/relationships/image" Target="../media/image29.png"/><Relationship Id="rId17" Type="http://schemas.openxmlformats.org/officeDocument/2006/relationships/image" Target="../media/image33.png"/><Relationship Id="rId2" Type="http://schemas.openxmlformats.org/officeDocument/2006/relationships/image" Target="../media/image20.png"/><Relationship Id="rId16" Type="http://schemas.openxmlformats.org/officeDocument/2006/relationships/image" Target="../media/image13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8.png"/><Relationship Id="rId24" Type="http://schemas.openxmlformats.org/officeDocument/2006/relationships/image" Target="../media/image38.png"/><Relationship Id="rId5" Type="http://schemas.openxmlformats.org/officeDocument/2006/relationships/image" Target="../media/image2.png"/><Relationship Id="rId15" Type="http://schemas.openxmlformats.org/officeDocument/2006/relationships/image" Target="../media/image35.png"/><Relationship Id="rId23" Type="http://schemas.openxmlformats.org/officeDocument/2006/relationships/image" Target="../media/image37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14" Type="http://schemas.openxmlformats.org/officeDocument/2006/relationships/image" Target="../media/image11.png"/><Relationship Id="rId22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0.png"/><Relationship Id="rId7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image" Target="../media/image42.png"/><Relationship Id="rId10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3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11" Type="http://schemas.openxmlformats.org/officeDocument/2006/relationships/image" Target="../media/image35.png"/><Relationship Id="rId5" Type="http://schemas.openxmlformats.org/officeDocument/2006/relationships/image" Target="../media/image5.png"/><Relationship Id="rId15" Type="http://schemas.openxmlformats.org/officeDocument/2006/relationships/image" Target="../media/image34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61.png"/><Relationship Id="rId1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1.png"/><Relationship Id="rId3" Type="http://schemas.openxmlformats.org/officeDocument/2006/relationships/image" Target="../media/image3.png"/><Relationship Id="rId7" Type="http://schemas.openxmlformats.org/officeDocument/2006/relationships/image" Target="../media/image66.png"/><Relationship Id="rId12" Type="http://schemas.openxmlformats.org/officeDocument/2006/relationships/image" Target="../media/image7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69.png"/><Relationship Id="rId5" Type="http://schemas.openxmlformats.org/officeDocument/2006/relationships/image" Target="../media/image65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4.png"/><Relationship Id="rId9" Type="http://schemas.openxmlformats.org/officeDocument/2006/relationships/image" Target="../media/image12.png"/><Relationship Id="rId14" Type="http://schemas.openxmlformats.org/officeDocument/2006/relationships/image" Target="../media/image7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53.png"/><Relationship Id="rId7" Type="http://schemas.openxmlformats.org/officeDocument/2006/relationships/image" Target="../media/image7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8.png"/><Relationship Id="rId11" Type="http://schemas.openxmlformats.org/officeDocument/2006/relationships/image" Target="../media/image43.png"/><Relationship Id="rId5" Type="http://schemas.openxmlformats.org/officeDocument/2006/relationships/image" Target="../media/image77.png"/><Relationship Id="rId10" Type="http://schemas.openxmlformats.org/officeDocument/2006/relationships/image" Target="../media/image4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svm.html" TargetMode="External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6.png"/><Relationship Id="rId4" Type="http://schemas.openxmlformats.org/officeDocument/2006/relationships/hyperlink" Target="https://spotintelligence.com/2024/05/08/support-vector-regression-svr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29177-D296-318B-C493-9D913D095F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Support Vector Machine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44D87-665A-6E7E-EBF8-1ED2FCD624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PGR216</a:t>
            </a:r>
          </a:p>
          <a:p>
            <a:r>
              <a:rPr lang="en-US"/>
              <a:t>Mohib Ullah</a:t>
            </a:r>
            <a:endParaRPr lang="en-GB"/>
          </a:p>
          <a:p>
            <a:r>
              <a:rPr lang="en-US"/>
              <a:t>19 March 2026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984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B7E33-7F93-A4BD-3BEF-ADD5533F7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57C8-DF2F-E165-5E02-59E97D195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24996" cy="707823"/>
          </a:xfrm>
        </p:spPr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AFE99-F3E1-92D9-5200-D8FDB8E83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112" y="748800"/>
            <a:ext cx="11224996" cy="4818365"/>
          </a:xfrm>
        </p:spPr>
        <p:txBody>
          <a:bodyPr/>
          <a:lstStyle/>
          <a:p>
            <a:pPr marL="0" indent="0">
              <a:buNone/>
            </a:pPr>
            <a:r>
              <a:rPr lang="en-US" sz="2133" b="1"/>
              <a:t>Support </a:t>
            </a:r>
            <a:r>
              <a:rPr lang="en-US" sz="2133" b="1" dirty="0"/>
              <a:t>Vector Machine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GB" sz="200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GB" sz="2000"/>
              <a:t>Understand the intuition behind SVM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1867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867"/>
              <a:t>Linear </a:t>
            </a:r>
            <a:r>
              <a:rPr lang="en-US" sz="1867" dirty="0"/>
              <a:t>Classifier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1867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867"/>
              <a:t>Maximum </a:t>
            </a:r>
            <a:r>
              <a:rPr lang="en-US" sz="1867" dirty="0"/>
              <a:t>Margin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1867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867"/>
              <a:t>Constrained </a:t>
            </a:r>
            <a:r>
              <a:rPr lang="en-US" sz="1867" dirty="0"/>
              <a:t>optimization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1867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867"/>
              <a:t>Quadratic </a:t>
            </a:r>
            <a:r>
              <a:rPr lang="en-US" sz="1867" dirty="0"/>
              <a:t>programming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1867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867"/>
              <a:t>Soft </a:t>
            </a:r>
            <a:r>
              <a:rPr lang="en-US" sz="1867" dirty="0"/>
              <a:t>margin Vs hard margin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1867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867"/>
              <a:t>SVM kernels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1867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1867"/>
              <a:t>SVM for Classification &amp; Regression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961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9946-FED7-4BCB-AA44-4932E9C6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A99C5-91C4-445B-8DD5-F2F30C7AF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dirty="0"/>
              <a:t>SVMs are one of the popular fully supervised efficiently trained linear machines. 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b="0" i="0">
              <a:solidFill>
                <a:srgbClr val="212529"/>
              </a:solidFill>
              <a:effectLst/>
              <a:latin typeface="+mj-lt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b="0" i="0">
                <a:solidFill>
                  <a:srgbClr val="212529"/>
                </a:solidFill>
                <a:effectLst/>
                <a:latin typeface="+mj-lt"/>
              </a:rPr>
              <a:t>They </a:t>
            </a:r>
            <a:r>
              <a:rPr lang="en-US" b="0" i="0" dirty="0">
                <a:solidFill>
                  <a:srgbClr val="212529"/>
                </a:solidFill>
                <a:effectLst/>
                <a:latin typeface="+mj-lt"/>
              </a:rPr>
              <a:t>are famous because they are:</a:t>
            </a:r>
            <a:endParaRPr lang="en-US" sz="2133" dirty="0">
              <a:solidFill>
                <a:srgbClr val="212529"/>
              </a:solidFill>
              <a:latin typeface="-apple-system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12529"/>
                </a:solidFill>
                <a:latin typeface="-apple-system"/>
              </a:rPr>
              <a:t>Effective in high dimensional spaces.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12529"/>
                </a:solidFill>
                <a:latin typeface="-apple-system"/>
              </a:rPr>
              <a:t>Effective in cases where number of dimensions is greater than the number of samples.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12529"/>
                </a:solidFill>
                <a:latin typeface="-apple-system"/>
              </a:rPr>
              <a:t>Very efficient in training stage. They use a subset of training points in the decision function and use the computer memory in an effective way.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12529"/>
                </a:solidFill>
                <a:latin typeface="-apple-system"/>
              </a:rPr>
              <a:t>Versatile: different kernel function can be specified for the decision function. Common kernels are provided, but it is also possible to specify custom kernels.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6859E-E940-4AB2-BCAE-C36BFF0792BC}"/>
              </a:ext>
            </a:extLst>
          </p:cNvPr>
          <p:cNvSpPr txBox="1"/>
          <p:nvPr/>
        </p:nvSpPr>
        <p:spPr>
          <a:xfrm>
            <a:off x="0" y="6460215"/>
            <a:ext cx="84268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https://scikit-learn.org/stable/modules/svm.html</a:t>
            </a:r>
          </a:p>
        </p:txBody>
      </p:sp>
    </p:spTree>
    <p:extLst>
      <p:ext uri="{BB962C8B-B14F-4D97-AF65-F5344CB8AC3E}">
        <p14:creationId xmlns:p14="http://schemas.microsoft.com/office/powerpoint/2010/main" val="4217258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166F-844F-54FE-69A5-39D635A08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Machines</a:t>
            </a:r>
            <a:endParaRPr lang="en-GB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8B7F9E-EAE7-FB28-00D2-24FF32CA64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1847" y="1401715"/>
            <a:ext cx="11099871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A supervised learning algorithm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Used for: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/>
              <a:t>Classification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/>
              <a:t>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Finds an optimal decision boundary /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Maximizes margin between data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Uses kernel functions for non-linear problems</a:t>
            </a:r>
          </a:p>
        </p:txBody>
      </p:sp>
    </p:spTree>
    <p:extLst>
      <p:ext uri="{BB962C8B-B14F-4D97-AF65-F5344CB8AC3E}">
        <p14:creationId xmlns:p14="http://schemas.microsoft.com/office/powerpoint/2010/main" val="1532759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2212-7E25-4DE4-801C-97BF569C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75202-FBE3-4CF2-896F-5E4EFF02A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847" y="1176687"/>
            <a:ext cx="11224996" cy="4818365"/>
          </a:xfrm>
        </p:spPr>
        <p:txBody>
          <a:bodyPr/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dirty="0"/>
              <a:t>Equation of a linear function is written as:</a:t>
            </a:r>
          </a:p>
          <a:p>
            <a:pPr marL="0" indent="0" algn="ctr">
              <a:buClr>
                <a:srgbClr val="0070C0"/>
              </a:buClr>
              <a:buNone/>
            </a:pPr>
            <a:r>
              <a:rPr lang="en-US" dirty="0"/>
              <a:t>Y = mx + c</a:t>
            </a:r>
          </a:p>
          <a:p>
            <a:pPr marL="0" indent="0" algn="ctr">
              <a:buClr>
                <a:srgbClr val="0070C0"/>
              </a:buClr>
              <a:buNone/>
            </a:pPr>
            <a:r>
              <a:rPr lang="en-US" spc="-5" dirty="0">
                <a:latin typeface="+mj-lt"/>
                <a:cs typeface="Times New Roman"/>
              </a:rPr>
              <a:t>f(</a:t>
            </a:r>
            <a:r>
              <a:rPr lang="en-US" spc="-5" dirty="0" err="1">
                <a:latin typeface="+mj-lt"/>
                <a:cs typeface="Times New Roman"/>
              </a:rPr>
              <a:t>x,w,b</a:t>
            </a:r>
            <a:r>
              <a:rPr lang="en-US" spc="-5" dirty="0">
                <a:latin typeface="+mj-lt"/>
                <a:cs typeface="Times New Roman"/>
              </a:rPr>
              <a:t>) = </a:t>
            </a:r>
            <a:r>
              <a:rPr lang="en-US" spc="-5" dirty="0" err="1">
                <a:latin typeface="+mj-lt"/>
                <a:cs typeface="Times New Roman"/>
              </a:rPr>
              <a:t>w</a:t>
            </a:r>
            <a:r>
              <a:rPr lang="en-US" spc="-8" baseline="24305" dirty="0" err="1">
                <a:latin typeface="+mj-lt"/>
                <a:cs typeface="Times New Roman"/>
              </a:rPr>
              <a:t>T</a:t>
            </a:r>
            <a:r>
              <a:rPr lang="en-US" spc="-5" dirty="0" err="1">
                <a:latin typeface="+mj-lt"/>
                <a:cs typeface="Times New Roman"/>
              </a:rPr>
              <a:t>x</a:t>
            </a:r>
            <a:r>
              <a:rPr lang="en-US" spc="-5" dirty="0">
                <a:latin typeface="+mj-lt"/>
                <a:cs typeface="Times New Roman"/>
              </a:rPr>
              <a:t> + b (linear machine)</a:t>
            </a:r>
            <a:endParaRPr lang="en-US" dirty="0">
              <a:latin typeface="+mj-lt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/>
              <a:t>Where </a:t>
            </a:r>
            <a:r>
              <a:rPr lang="en-US" dirty="0"/>
              <a:t>m is slope of the line and c is the y intercept. 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/>
              <a:t>However</a:t>
            </a:r>
            <a:r>
              <a:rPr lang="en-US" dirty="0"/>
              <a:t>, the most generic equation of a linear machine/straight line is:</a:t>
            </a:r>
          </a:p>
          <a:p>
            <a:pPr marL="0" indent="0" algn="ctr">
              <a:buClr>
                <a:srgbClr val="0070C0"/>
              </a:buClr>
              <a:buNone/>
            </a:pPr>
            <a:r>
              <a:rPr lang="en-US" dirty="0"/>
              <a:t>ax + by + c = 0  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/>
              <a:t>If </a:t>
            </a:r>
            <a:r>
              <a:rPr lang="en-US" dirty="0"/>
              <a:t>a = 0, the line is horizontal, and if b = 0, it would be a vertical line. </a:t>
            </a:r>
          </a:p>
          <a:p>
            <a:pPr marL="0" indent="0" algn="ctr">
              <a:buClr>
                <a:srgbClr val="0070C0"/>
              </a:buClr>
              <a:buNone/>
            </a:pPr>
            <a:endParaRPr lang="en-US" dirty="0"/>
          </a:p>
          <a:p>
            <a:pPr marL="0" indent="0" algn="ctr">
              <a:buClr>
                <a:srgbClr val="0070C0"/>
              </a:buClr>
              <a:buNone/>
            </a:pPr>
            <a:endParaRPr lang="en-US" dirty="0"/>
          </a:p>
          <a:p>
            <a:pPr marL="0" indent="0">
              <a:buClr>
                <a:srgbClr val="0070C0"/>
              </a:buCl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94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A42D-7133-4736-ABB5-D986F2F7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</a:t>
            </a:r>
            <a:r>
              <a:rPr lang="en-US" dirty="0" err="1"/>
              <a:t>Boundry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C3C44-9920-4072-90EC-BE25EC212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933" dirty="0"/>
              <a:t>For different configuration of parameter (a, b, c), there exist infinite solutions.  </a:t>
            </a:r>
          </a:p>
          <a:p>
            <a:pPr eaLnBrk="1" hangingPunct="1"/>
            <a:endParaRPr lang="en-US" altLang="en-US" sz="2933" dirty="0"/>
          </a:p>
          <a:p>
            <a:pPr eaLnBrk="1" hangingPunct="1"/>
            <a:r>
              <a:rPr lang="en-US" altLang="en-US" sz="2933" dirty="0"/>
              <a:t>Support Vector Machine (SVM) finds an optimal</a:t>
            </a:r>
            <a:r>
              <a:rPr lang="en-US" altLang="en-US" sz="2933" dirty="0">
                <a:solidFill>
                  <a:srgbClr val="6B006A"/>
                </a:solidFill>
              </a:rPr>
              <a:t>*</a:t>
            </a:r>
            <a:r>
              <a:rPr lang="en-US" altLang="en-US" sz="2933" dirty="0"/>
              <a:t> solution.</a:t>
            </a:r>
          </a:p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altLang="en-US" sz="2667"/>
          </a:p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sz="2667"/>
              <a:t>Maximizes </a:t>
            </a:r>
            <a:r>
              <a:rPr lang="en-US" altLang="en-US" sz="2667" dirty="0"/>
              <a:t>the distance between the (line, plane, or hyperplane, depending on dimensions) and the “difficult points” close to decision boundary</a:t>
            </a:r>
          </a:p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altLang="en-US" sz="2667"/>
          </a:p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sz="2667"/>
              <a:t>One </a:t>
            </a:r>
            <a:r>
              <a:rPr lang="en-US" altLang="en-US" sz="2667" dirty="0"/>
              <a:t>intuition: if there are no points near the decision boundary, then we will have a very certain classification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883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4D72-D3BB-4484-B4F9-46504F98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47" y="397785"/>
            <a:ext cx="11224996" cy="1317221"/>
          </a:xfrm>
        </p:spPr>
        <p:txBody>
          <a:bodyPr/>
          <a:lstStyle/>
          <a:p>
            <a:r>
              <a:rPr lang="en-US" dirty="0"/>
              <a:t>Two key attributes of SVMs are: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8DB2E-E46F-4DD9-9E43-8D9F520EE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Sparseness</a:t>
            </a:r>
          </a:p>
          <a:p>
            <a:pPr marL="533387" lvl="1" indent="0">
              <a:buNone/>
            </a:pPr>
            <a:r>
              <a:rPr lang="en-US" dirty="0"/>
              <a:t>Using subset of training points for training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</a:t>
            </a:r>
            <a:r>
              <a:rPr lang="en-US"/>
              <a:t>. Convexity</a:t>
            </a:r>
            <a:endParaRPr lang="en-US" dirty="0"/>
          </a:p>
          <a:p>
            <a:pPr marL="609585" lvl="1" indent="0">
              <a:buNone/>
            </a:pPr>
            <a:r>
              <a:rPr lang="en-US" dirty="0"/>
              <a:t>Define a convex objective function. </a:t>
            </a:r>
          </a:p>
        </p:txBody>
      </p:sp>
    </p:spTree>
    <p:extLst>
      <p:ext uri="{BB962C8B-B14F-4D97-AF65-F5344CB8AC3E}">
        <p14:creationId xmlns:p14="http://schemas.microsoft.com/office/powerpoint/2010/main" val="143082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A0AE2-F4DD-408D-A882-1AA72A3E8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48" y="397785"/>
            <a:ext cx="5117977" cy="707823"/>
          </a:xfrm>
        </p:spPr>
        <p:txBody>
          <a:bodyPr/>
          <a:lstStyle/>
          <a:p>
            <a:r>
              <a:rPr lang="en-US" dirty="0"/>
              <a:t>Linear Classifier</a:t>
            </a:r>
          </a:p>
        </p:txBody>
      </p:sp>
      <p:sp>
        <p:nvSpPr>
          <p:cNvPr id="5" name="object 60">
            <a:extLst>
              <a:ext uri="{FF2B5EF4-FFF2-40B4-BE49-F238E27FC236}">
                <a16:creationId xmlns:a16="http://schemas.microsoft.com/office/drawing/2014/main" id="{40B20A57-F7B4-490E-9D04-8CEF1A44BC9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01847" y="1347022"/>
            <a:ext cx="11224996" cy="1216506"/>
          </a:xfrm>
          <a:prstGeom prst="rect">
            <a:avLst/>
          </a:prstGeom>
        </p:spPr>
        <p:txBody>
          <a:bodyPr vert="horz" wrap="square" lIns="0" tIns="53041" rIns="0" bIns="0" rtlCol="0">
            <a:spAutoFit/>
          </a:bodyPr>
          <a:lstStyle/>
          <a:p>
            <a:pPr marL="0" indent="0">
              <a:spcBef>
                <a:spcPts val="417"/>
              </a:spcBef>
              <a:buNone/>
            </a:pPr>
            <a:r>
              <a:rPr sz="2117" b="1" spc="-5" dirty="0">
                <a:latin typeface="Arial"/>
                <a:cs typeface="Arial"/>
              </a:rPr>
              <a:t>Label</a:t>
            </a:r>
            <a:r>
              <a:rPr sz="2117" b="1" spc="-12" dirty="0">
                <a:latin typeface="Arial"/>
                <a:cs typeface="Arial"/>
              </a:rPr>
              <a:t> </a:t>
            </a:r>
            <a:r>
              <a:rPr sz="2117" b="1" i="1" spc="-5" dirty="0">
                <a:latin typeface="Arial"/>
                <a:cs typeface="Arial"/>
              </a:rPr>
              <a:t>y</a:t>
            </a:r>
            <a:r>
              <a:rPr sz="2117" b="1" spc="-5" dirty="0">
                <a:latin typeface="Arial"/>
                <a:cs typeface="Arial"/>
              </a:rPr>
              <a:t>:</a:t>
            </a:r>
            <a:endParaRPr sz="2117" dirty="0">
              <a:latin typeface="Arial"/>
              <a:cs typeface="Arial"/>
            </a:endParaRPr>
          </a:p>
          <a:p>
            <a:pPr marL="14941">
              <a:spcBef>
                <a:spcPts val="329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65" dirty="0">
                <a:latin typeface="Tahoma"/>
                <a:cs typeface="Tahoma"/>
              </a:rPr>
              <a:t> </a:t>
            </a:r>
            <a:r>
              <a:rPr sz="2353" b="1" spc="-12" dirty="0">
                <a:latin typeface="Tahoma"/>
                <a:cs typeface="Tahoma"/>
              </a:rPr>
              <a:t>+1</a:t>
            </a:r>
            <a:endParaRPr sz="2353" dirty="0">
              <a:latin typeface="Tahoma"/>
              <a:cs typeface="Tahoma"/>
            </a:endParaRPr>
          </a:p>
          <a:p>
            <a:pPr marL="71720">
              <a:spcBef>
                <a:spcPts val="1412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47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-1</a:t>
            </a:r>
            <a:endParaRPr sz="2353" dirty="0">
              <a:latin typeface="Tahoma"/>
              <a:cs typeface="Tahom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5C728F1-216D-4C29-A261-87DB920665B4}"/>
              </a:ext>
            </a:extLst>
          </p:cNvPr>
          <p:cNvSpPr/>
          <p:nvPr/>
        </p:nvSpPr>
        <p:spPr>
          <a:xfrm>
            <a:off x="8098671" y="877640"/>
            <a:ext cx="1882588" cy="770217"/>
          </a:xfrm>
          <a:custGeom>
            <a:avLst/>
            <a:gdLst/>
            <a:ahLst/>
            <a:cxnLst/>
            <a:rect l="l" t="t" r="r" b="b"/>
            <a:pathLst>
              <a:path w="1600200" h="654685">
                <a:moveTo>
                  <a:pt x="0" y="0"/>
                </a:moveTo>
                <a:lnTo>
                  <a:pt x="0" y="654557"/>
                </a:lnTo>
                <a:lnTo>
                  <a:pt x="1600200" y="654557"/>
                </a:lnTo>
                <a:lnTo>
                  <a:pt x="160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9E614447-0DFB-46F2-B949-CE8CEBD33BFE}"/>
              </a:ext>
            </a:extLst>
          </p:cNvPr>
          <p:cNvSpPr/>
          <p:nvPr/>
        </p:nvSpPr>
        <p:spPr>
          <a:xfrm>
            <a:off x="8091499" y="870469"/>
            <a:ext cx="1898276" cy="784412"/>
          </a:xfrm>
          <a:custGeom>
            <a:avLst/>
            <a:gdLst/>
            <a:ahLst/>
            <a:cxnLst/>
            <a:rect l="l" t="t" r="r" b="b"/>
            <a:pathLst>
              <a:path w="1613534" h="666750">
                <a:moveTo>
                  <a:pt x="1613153" y="666750"/>
                </a:moveTo>
                <a:lnTo>
                  <a:pt x="1613153" y="0"/>
                </a:lnTo>
                <a:lnTo>
                  <a:pt x="0" y="0"/>
                </a:lnTo>
                <a:lnTo>
                  <a:pt x="0" y="666750"/>
                </a:lnTo>
                <a:lnTo>
                  <a:pt x="6096" y="666750"/>
                </a:lnTo>
                <a:lnTo>
                  <a:pt x="6096" y="12954"/>
                </a:lnTo>
                <a:lnTo>
                  <a:pt x="12954" y="6096"/>
                </a:lnTo>
                <a:lnTo>
                  <a:pt x="12954" y="12954"/>
                </a:lnTo>
                <a:lnTo>
                  <a:pt x="1600200" y="12953"/>
                </a:lnTo>
                <a:lnTo>
                  <a:pt x="1600200" y="6095"/>
                </a:lnTo>
                <a:lnTo>
                  <a:pt x="1606296" y="12953"/>
                </a:lnTo>
                <a:lnTo>
                  <a:pt x="1606296" y="666750"/>
                </a:lnTo>
                <a:lnTo>
                  <a:pt x="1613153" y="666750"/>
                </a:lnTo>
                <a:close/>
              </a:path>
              <a:path w="1613534" h="666750">
                <a:moveTo>
                  <a:pt x="12954" y="12954"/>
                </a:moveTo>
                <a:lnTo>
                  <a:pt x="12954" y="6096"/>
                </a:lnTo>
                <a:lnTo>
                  <a:pt x="6096" y="12954"/>
                </a:lnTo>
                <a:lnTo>
                  <a:pt x="12954" y="12954"/>
                </a:lnTo>
                <a:close/>
              </a:path>
              <a:path w="1613534" h="666750">
                <a:moveTo>
                  <a:pt x="12954" y="653795"/>
                </a:moveTo>
                <a:lnTo>
                  <a:pt x="12954" y="12954"/>
                </a:lnTo>
                <a:lnTo>
                  <a:pt x="6096" y="12954"/>
                </a:lnTo>
                <a:lnTo>
                  <a:pt x="6096" y="653795"/>
                </a:lnTo>
                <a:lnTo>
                  <a:pt x="12954" y="653795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6096" y="653795"/>
                </a:lnTo>
                <a:lnTo>
                  <a:pt x="12954" y="660654"/>
                </a:lnTo>
                <a:lnTo>
                  <a:pt x="12954" y="666750"/>
                </a:lnTo>
                <a:lnTo>
                  <a:pt x="1600200" y="666750"/>
                </a:lnTo>
                <a:lnTo>
                  <a:pt x="1600200" y="660654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2954" y="666750"/>
                </a:moveTo>
                <a:lnTo>
                  <a:pt x="12954" y="660654"/>
                </a:lnTo>
                <a:lnTo>
                  <a:pt x="6096" y="653795"/>
                </a:lnTo>
                <a:lnTo>
                  <a:pt x="6096" y="666750"/>
                </a:lnTo>
                <a:lnTo>
                  <a:pt x="12954" y="666750"/>
                </a:lnTo>
                <a:close/>
              </a:path>
              <a:path w="1613534" h="666750">
                <a:moveTo>
                  <a:pt x="1606296" y="12953"/>
                </a:moveTo>
                <a:lnTo>
                  <a:pt x="1600200" y="6095"/>
                </a:lnTo>
                <a:lnTo>
                  <a:pt x="1600200" y="12953"/>
                </a:lnTo>
                <a:lnTo>
                  <a:pt x="1606296" y="12953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1606296" y="12953"/>
                </a:lnTo>
                <a:lnTo>
                  <a:pt x="1600200" y="12953"/>
                </a:lnTo>
                <a:lnTo>
                  <a:pt x="1600200" y="653795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606296" y="666750"/>
                </a:moveTo>
                <a:lnTo>
                  <a:pt x="1606296" y="653795"/>
                </a:lnTo>
                <a:lnTo>
                  <a:pt x="1600200" y="660654"/>
                </a:lnTo>
                <a:lnTo>
                  <a:pt x="1600200" y="666750"/>
                </a:lnTo>
                <a:lnTo>
                  <a:pt x="1606296" y="666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618E0884-25DA-4598-A5BA-1E32F3A24D4E}"/>
              </a:ext>
            </a:extLst>
          </p:cNvPr>
          <p:cNvSpPr txBox="1"/>
          <p:nvPr/>
        </p:nvSpPr>
        <p:spPr>
          <a:xfrm>
            <a:off x="8098671" y="891275"/>
            <a:ext cx="1882588" cy="703850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algn="ctr">
              <a:spcBef>
                <a:spcPts val="124"/>
              </a:spcBef>
            </a:pPr>
            <a:r>
              <a:rPr sz="4471" b="1" i="1" spc="-95" dirty="0">
                <a:latin typeface="Tahoma"/>
                <a:cs typeface="Tahoma"/>
              </a:rPr>
              <a:t>f</a:t>
            </a:r>
            <a:endParaRPr sz="4471" dirty="0">
              <a:latin typeface="Tahoma"/>
              <a:cs typeface="Tahoma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CA512699-D328-47BF-832E-FF3C9D13BDF4}"/>
              </a:ext>
            </a:extLst>
          </p:cNvPr>
          <p:cNvSpPr/>
          <p:nvPr/>
        </p:nvSpPr>
        <p:spPr>
          <a:xfrm>
            <a:off x="6485025" y="1174371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7"/>
                </a:moveTo>
                <a:lnTo>
                  <a:pt x="1308353" y="32003"/>
                </a:lnTo>
                <a:lnTo>
                  <a:pt x="0" y="32003"/>
                </a:lnTo>
                <a:lnTo>
                  <a:pt x="0" y="44957"/>
                </a:lnTo>
                <a:lnTo>
                  <a:pt x="1308353" y="44957"/>
                </a:lnTo>
                <a:close/>
              </a:path>
              <a:path w="1371600" h="76200">
                <a:moveTo>
                  <a:pt x="1371600" y="38099"/>
                </a:moveTo>
                <a:lnTo>
                  <a:pt x="1295400" y="0"/>
                </a:lnTo>
                <a:lnTo>
                  <a:pt x="1295400" y="32003"/>
                </a:lnTo>
                <a:lnTo>
                  <a:pt x="1308353" y="32003"/>
                </a:lnTo>
                <a:lnTo>
                  <a:pt x="1308353" y="69722"/>
                </a:lnTo>
                <a:lnTo>
                  <a:pt x="1371600" y="38099"/>
                </a:lnTo>
                <a:close/>
              </a:path>
              <a:path w="1371600" h="76200">
                <a:moveTo>
                  <a:pt x="1308353" y="69722"/>
                </a:moveTo>
                <a:lnTo>
                  <a:pt x="1308353" y="44957"/>
                </a:lnTo>
                <a:lnTo>
                  <a:pt x="1295400" y="44957"/>
                </a:lnTo>
                <a:lnTo>
                  <a:pt x="1295400" y="76199"/>
                </a:lnTo>
                <a:lnTo>
                  <a:pt x="1308353" y="69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FD0066A2-C78C-4C20-9C1A-18D592299801}"/>
              </a:ext>
            </a:extLst>
          </p:cNvPr>
          <p:cNvSpPr txBox="1"/>
          <p:nvPr/>
        </p:nvSpPr>
        <p:spPr>
          <a:xfrm>
            <a:off x="6164387" y="872955"/>
            <a:ext cx="283135" cy="550716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3471" b="1" i="1" spc="-105" dirty="0">
                <a:latin typeface="Tahoma"/>
                <a:cs typeface="Tahoma"/>
              </a:rPr>
              <a:t>x</a:t>
            </a:r>
            <a:endParaRPr sz="3471">
              <a:latin typeface="Tahoma"/>
              <a:cs typeface="Tahoma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F91499DB-2C43-4C51-95E6-086E38462B8E}"/>
              </a:ext>
            </a:extLst>
          </p:cNvPr>
          <p:cNvSpPr/>
          <p:nvPr/>
        </p:nvSpPr>
        <p:spPr>
          <a:xfrm>
            <a:off x="8860671" y="412371"/>
            <a:ext cx="89647" cy="448235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76200" y="304799"/>
                </a:moveTo>
                <a:lnTo>
                  <a:pt x="0" y="304799"/>
                </a:lnTo>
                <a:lnTo>
                  <a:pt x="32004" y="368808"/>
                </a:lnTo>
                <a:lnTo>
                  <a:pt x="32004" y="317753"/>
                </a:lnTo>
                <a:lnTo>
                  <a:pt x="44958" y="317753"/>
                </a:lnTo>
                <a:lnTo>
                  <a:pt x="44958" y="367283"/>
                </a:lnTo>
                <a:lnTo>
                  <a:pt x="76200" y="304799"/>
                </a:lnTo>
                <a:close/>
              </a:path>
              <a:path w="76200" h="381000">
                <a:moveTo>
                  <a:pt x="44958" y="304799"/>
                </a:moveTo>
                <a:lnTo>
                  <a:pt x="44958" y="0"/>
                </a:lnTo>
                <a:lnTo>
                  <a:pt x="32004" y="0"/>
                </a:lnTo>
                <a:lnTo>
                  <a:pt x="32004" y="304799"/>
                </a:lnTo>
                <a:lnTo>
                  <a:pt x="44958" y="304799"/>
                </a:lnTo>
                <a:close/>
              </a:path>
              <a:path w="76200" h="381000">
                <a:moveTo>
                  <a:pt x="44958" y="367283"/>
                </a:moveTo>
                <a:lnTo>
                  <a:pt x="44958" y="317753"/>
                </a:lnTo>
                <a:lnTo>
                  <a:pt x="32004" y="317753"/>
                </a:lnTo>
                <a:lnTo>
                  <a:pt x="32004" y="368808"/>
                </a:lnTo>
                <a:lnTo>
                  <a:pt x="38100" y="380999"/>
                </a:lnTo>
                <a:lnTo>
                  <a:pt x="44958" y="367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E729B396-D3EA-4A9C-8E4D-0F2EFC1B4A91}"/>
              </a:ext>
            </a:extLst>
          </p:cNvPr>
          <p:cNvSpPr/>
          <p:nvPr/>
        </p:nvSpPr>
        <p:spPr>
          <a:xfrm>
            <a:off x="9981259" y="1174371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8"/>
                </a:moveTo>
                <a:lnTo>
                  <a:pt x="1308353" y="32004"/>
                </a:lnTo>
                <a:lnTo>
                  <a:pt x="0" y="32004"/>
                </a:lnTo>
                <a:lnTo>
                  <a:pt x="0" y="44958"/>
                </a:lnTo>
                <a:lnTo>
                  <a:pt x="1308353" y="44958"/>
                </a:lnTo>
                <a:close/>
              </a:path>
              <a:path w="1371600" h="76200">
                <a:moveTo>
                  <a:pt x="1371600" y="38100"/>
                </a:moveTo>
                <a:lnTo>
                  <a:pt x="1295400" y="0"/>
                </a:lnTo>
                <a:lnTo>
                  <a:pt x="1295400" y="32004"/>
                </a:lnTo>
                <a:lnTo>
                  <a:pt x="1308353" y="32004"/>
                </a:lnTo>
                <a:lnTo>
                  <a:pt x="1308353" y="69723"/>
                </a:lnTo>
                <a:lnTo>
                  <a:pt x="1371600" y="38100"/>
                </a:lnTo>
                <a:close/>
              </a:path>
              <a:path w="1371600" h="76200">
                <a:moveTo>
                  <a:pt x="1308353" y="69723"/>
                </a:moveTo>
                <a:lnTo>
                  <a:pt x="1308353" y="44958"/>
                </a:lnTo>
                <a:lnTo>
                  <a:pt x="1295400" y="44958"/>
                </a:lnTo>
                <a:lnTo>
                  <a:pt x="1295400" y="76200"/>
                </a:lnTo>
                <a:lnTo>
                  <a:pt x="1308353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3F18FE01-B680-46D2-92A0-4A07DD895869}"/>
              </a:ext>
            </a:extLst>
          </p:cNvPr>
          <p:cNvSpPr txBox="1"/>
          <p:nvPr/>
        </p:nvSpPr>
        <p:spPr>
          <a:xfrm>
            <a:off x="11687541" y="987307"/>
            <a:ext cx="305547" cy="593723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3765" b="1" spc="-5" dirty="0">
                <a:latin typeface="Tahoma"/>
                <a:cs typeface="Tahoma"/>
              </a:rPr>
              <a:t>y</a:t>
            </a:r>
            <a:endParaRPr sz="3765">
              <a:latin typeface="Tahoma"/>
              <a:cs typeface="Tahoma"/>
            </a:endParaRPr>
          </a:p>
        </p:txBody>
      </p:sp>
      <p:sp>
        <p:nvSpPr>
          <p:cNvPr id="23" name="object 11">
            <a:extLst>
              <a:ext uri="{FF2B5EF4-FFF2-40B4-BE49-F238E27FC236}">
                <a16:creationId xmlns:a16="http://schemas.microsoft.com/office/drawing/2014/main" id="{4E2E7310-C4E1-4F54-895A-9863281AF8E7}"/>
              </a:ext>
            </a:extLst>
          </p:cNvPr>
          <p:cNvSpPr/>
          <p:nvPr/>
        </p:nvSpPr>
        <p:spPr>
          <a:xfrm>
            <a:off x="4675776" y="2179220"/>
            <a:ext cx="0" cy="4123765"/>
          </a:xfrm>
          <a:custGeom>
            <a:avLst/>
            <a:gdLst/>
            <a:ahLst/>
            <a:cxnLst/>
            <a:rect l="l" t="t" r="r" b="b"/>
            <a:pathLst>
              <a:path h="3505200">
                <a:moveTo>
                  <a:pt x="0" y="0"/>
                </a:moveTo>
                <a:lnTo>
                  <a:pt x="0" y="350520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2">
            <a:extLst>
              <a:ext uri="{FF2B5EF4-FFF2-40B4-BE49-F238E27FC236}">
                <a16:creationId xmlns:a16="http://schemas.microsoft.com/office/drawing/2014/main" id="{3EB500AD-7F47-46B5-A8CA-8F3A27900B05}"/>
              </a:ext>
            </a:extLst>
          </p:cNvPr>
          <p:cNvSpPr/>
          <p:nvPr/>
        </p:nvSpPr>
        <p:spPr>
          <a:xfrm>
            <a:off x="4692083" y="6299731"/>
            <a:ext cx="4303059" cy="0"/>
          </a:xfrm>
          <a:custGeom>
            <a:avLst/>
            <a:gdLst/>
            <a:ahLst/>
            <a:cxnLst/>
            <a:rect l="l" t="t" r="r" b="b"/>
            <a:pathLst>
              <a:path w="3657600">
                <a:moveTo>
                  <a:pt x="0" y="0"/>
                </a:moveTo>
                <a:lnTo>
                  <a:pt x="3657600" y="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13">
            <a:extLst>
              <a:ext uri="{FF2B5EF4-FFF2-40B4-BE49-F238E27FC236}">
                <a16:creationId xmlns:a16="http://schemas.microsoft.com/office/drawing/2014/main" id="{B64E5415-D48E-40DB-AA9D-3AC4A0EAC84D}"/>
              </a:ext>
            </a:extLst>
          </p:cNvPr>
          <p:cNvSpPr/>
          <p:nvPr/>
        </p:nvSpPr>
        <p:spPr>
          <a:xfrm>
            <a:off x="6191879" y="5670409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64008" y="45720"/>
                </a:moveTo>
                <a:lnTo>
                  <a:pt x="64008" y="12192"/>
                </a:lnTo>
                <a:lnTo>
                  <a:pt x="63246" y="12192"/>
                </a:lnTo>
                <a:lnTo>
                  <a:pt x="60198" y="8382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763" y="4572"/>
                </a:lnTo>
                <a:lnTo>
                  <a:pt x="16001" y="4572"/>
                </a:lnTo>
                <a:lnTo>
                  <a:pt x="16001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6095" y="12954"/>
                </a:lnTo>
                <a:lnTo>
                  <a:pt x="3809" y="16764"/>
                </a:lnTo>
                <a:lnTo>
                  <a:pt x="3047" y="16764"/>
                </a:lnTo>
                <a:lnTo>
                  <a:pt x="3047" y="17526"/>
                </a:lnTo>
                <a:lnTo>
                  <a:pt x="2285" y="20574"/>
                </a:lnTo>
                <a:lnTo>
                  <a:pt x="761" y="22860"/>
                </a:lnTo>
                <a:lnTo>
                  <a:pt x="761" y="25908"/>
                </a:lnTo>
                <a:lnTo>
                  <a:pt x="0" y="28956"/>
                </a:lnTo>
                <a:lnTo>
                  <a:pt x="2286" y="38100"/>
                </a:lnTo>
                <a:lnTo>
                  <a:pt x="3048" y="40386"/>
                </a:lnTo>
                <a:lnTo>
                  <a:pt x="3810" y="41148"/>
                </a:lnTo>
                <a:lnTo>
                  <a:pt x="6096" y="44958"/>
                </a:lnTo>
                <a:lnTo>
                  <a:pt x="9906" y="48768"/>
                </a:lnTo>
                <a:lnTo>
                  <a:pt x="9906" y="26670"/>
                </a:lnTo>
                <a:lnTo>
                  <a:pt x="10668" y="25146"/>
                </a:lnTo>
                <a:lnTo>
                  <a:pt x="10668" y="23622"/>
                </a:lnTo>
                <a:lnTo>
                  <a:pt x="11430" y="21336"/>
                </a:lnTo>
                <a:lnTo>
                  <a:pt x="11430" y="22098"/>
                </a:lnTo>
                <a:lnTo>
                  <a:pt x="13716" y="19240"/>
                </a:lnTo>
                <a:lnTo>
                  <a:pt x="13716" y="19050"/>
                </a:lnTo>
                <a:lnTo>
                  <a:pt x="17526" y="15240"/>
                </a:lnTo>
                <a:lnTo>
                  <a:pt x="17526" y="15494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3340" y="15494"/>
                </a:lnTo>
                <a:lnTo>
                  <a:pt x="53340" y="15240"/>
                </a:lnTo>
                <a:lnTo>
                  <a:pt x="57150" y="19050"/>
                </a:lnTo>
                <a:lnTo>
                  <a:pt x="57150" y="19240"/>
                </a:lnTo>
                <a:lnTo>
                  <a:pt x="59436" y="22098"/>
                </a:lnTo>
                <a:lnTo>
                  <a:pt x="59436" y="23622"/>
                </a:lnTo>
                <a:lnTo>
                  <a:pt x="60198" y="25908"/>
                </a:lnTo>
                <a:lnTo>
                  <a:pt x="60198" y="25146"/>
                </a:lnTo>
                <a:lnTo>
                  <a:pt x="60960" y="27432"/>
                </a:lnTo>
                <a:lnTo>
                  <a:pt x="60960" y="48577"/>
                </a:lnTo>
                <a:lnTo>
                  <a:pt x="63246" y="45720"/>
                </a:lnTo>
                <a:lnTo>
                  <a:pt x="64008" y="45720"/>
                </a:lnTo>
                <a:close/>
              </a:path>
              <a:path w="70485" h="57150">
                <a:moveTo>
                  <a:pt x="14139" y="39200"/>
                </a:moveTo>
                <a:lnTo>
                  <a:pt x="11430" y="35814"/>
                </a:lnTo>
                <a:lnTo>
                  <a:pt x="10668" y="34290"/>
                </a:lnTo>
                <a:lnTo>
                  <a:pt x="9906" y="32004"/>
                </a:lnTo>
                <a:lnTo>
                  <a:pt x="9906" y="48768"/>
                </a:lnTo>
                <a:lnTo>
                  <a:pt x="10668" y="49530"/>
                </a:lnTo>
                <a:lnTo>
                  <a:pt x="11430" y="49530"/>
                </a:lnTo>
                <a:lnTo>
                  <a:pt x="13716" y="51054"/>
                </a:lnTo>
                <a:lnTo>
                  <a:pt x="13716" y="38862"/>
                </a:lnTo>
                <a:lnTo>
                  <a:pt x="14139" y="39200"/>
                </a:lnTo>
                <a:close/>
              </a:path>
              <a:path w="70485" h="57150">
                <a:moveTo>
                  <a:pt x="14478" y="18288"/>
                </a:moveTo>
                <a:lnTo>
                  <a:pt x="13716" y="19050"/>
                </a:lnTo>
                <a:lnTo>
                  <a:pt x="13716" y="19240"/>
                </a:lnTo>
                <a:lnTo>
                  <a:pt x="14478" y="18288"/>
                </a:lnTo>
                <a:close/>
              </a:path>
              <a:path w="70485" h="57150">
                <a:moveTo>
                  <a:pt x="14478" y="39624"/>
                </a:moveTo>
                <a:lnTo>
                  <a:pt x="14139" y="39200"/>
                </a:lnTo>
                <a:lnTo>
                  <a:pt x="13716" y="38862"/>
                </a:lnTo>
                <a:lnTo>
                  <a:pt x="14478" y="39624"/>
                </a:lnTo>
                <a:close/>
              </a:path>
              <a:path w="70485" h="57150">
                <a:moveTo>
                  <a:pt x="14478" y="51562"/>
                </a:moveTo>
                <a:lnTo>
                  <a:pt x="14478" y="39624"/>
                </a:lnTo>
                <a:lnTo>
                  <a:pt x="13716" y="38862"/>
                </a:lnTo>
                <a:lnTo>
                  <a:pt x="13716" y="51054"/>
                </a:lnTo>
                <a:lnTo>
                  <a:pt x="14478" y="51562"/>
                </a:lnTo>
                <a:close/>
              </a:path>
              <a:path w="70485" h="57150">
                <a:moveTo>
                  <a:pt x="17526" y="41910"/>
                </a:moveTo>
                <a:lnTo>
                  <a:pt x="14139" y="39200"/>
                </a:lnTo>
                <a:lnTo>
                  <a:pt x="14478" y="39624"/>
                </a:lnTo>
                <a:lnTo>
                  <a:pt x="14478" y="51562"/>
                </a:lnTo>
                <a:lnTo>
                  <a:pt x="16002" y="52578"/>
                </a:lnTo>
                <a:lnTo>
                  <a:pt x="16763" y="53340"/>
                </a:lnTo>
                <a:lnTo>
                  <a:pt x="16763" y="41910"/>
                </a:lnTo>
                <a:lnTo>
                  <a:pt x="17526" y="41910"/>
                </a:lnTo>
                <a:close/>
              </a:path>
              <a:path w="70485" h="57150">
                <a:moveTo>
                  <a:pt x="17526" y="15494"/>
                </a:moveTo>
                <a:lnTo>
                  <a:pt x="17526" y="15240"/>
                </a:lnTo>
                <a:lnTo>
                  <a:pt x="16763" y="16002"/>
                </a:lnTo>
                <a:lnTo>
                  <a:pt x="17526" y="15494"/>
                </a:lnTo>
                <a:close/>
              </a:path>
              <a:path w="70485" h="57150">
                <a:moveTo>
                  <a:pt x="21336" y="54864"/>
                </a:moveTo>
                <a:lnTo>
                  <a:pt x="21336" y="44958"/>
                </a:lnTo>
                <a:lnTo>
                  <a:pt x="16763" y="41910"/>
                </a:lnTo>
                <a:lnTo>
                  <a:pt x="16763" y="53340"/>
                </a:lnTo>
                <a:lnTo>
                  <a:pt x="21336" y="54864"/>
                </a:lnTo>
                <a:close/>
              </a:path>
              <a:path w="70485" h="57150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57150">
                <a:moveTo>
                  <a:pt x="25146" y="46482"/>
                </a:moveTo>
                <a:lnTo>
                  <a:pt x="20574" y="44196"/>
                </a:lnTo>
                <a:lnTo>
                  <a:pt x="21336" y="44958"/>
                </a:lnTo>
                <a:lnTo>
                  <a:pt x="21336" y="54864"/>
                </a:lnTo>
                <a:lnTo>
                  <a:pt x="22098" y="55626"/>
                </a:lnTo>
                <a:lnTo>
                  <a:pt x="24384" y="56197"/>
                </a:lnTo>
                <a:lnTo>
                  <a:pt x="24384" y="46482"/>
                </a:lnTo>
                <a:lnTo>
                  <a:pt x="25146" y="46482"/>
                </a:lnTo>
                <a:close/>
              </a:path>
              <a:path w="70485" h="57150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57150">
                <a:moveTo>
                  <a:pt x="35814" y="57150"/>
                </a:moveTo>
                <a:lnTo>
                  <a:pt x="35814" y="48006"/>
                </a:lnTo>
                <a:lnTo>
                  <a:pt x="35052" y="48006"/>
                </a:lnTo>
                <a:lnTo>
                  <a:pt x="29718" y="47244"/>
                </a:lnTo>
                <a:lnTo>
                  <a:pt x="24384" y="46482"/>
                </a:lnTo>
                <a:lnTo>
                  <a:pt x="24384" y="56197"/>
                </a:lnTo>
                <a:lnTo>
                  <a:pt x="28194" y="57150"/>
                </a:lnTo>
                <a:lnTo>
                  <a:pt x="35814" y="57150"/>
                </a:lnTo>
                <a:close/>
              </a:path>
              <a:path w="70485" h="57150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57150">
                <a:moveTo>
                  <a:pt x="30480" y="47244"/>
                </a:moveTo>
                <a:lnTo>
                  <a:pt x="29718" y="47148"/>
                </a:lnTo>
                <a:lnTo>
                  <a:pt x="30480" y="47244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7150"/>
                </a:moveTo>
                <a:lnTo>
                  <a:pt x="41148" y="47244"/>
                </a:lnTo>
                <a:lnTo>
                  <a:pt x="35433" y="47958"/>
                </a:lnTo>
                <a:lnTo>
                  <a:pt x="35814" y="48006"/>
                </a:lnTo>
                <a:lnTo>
                  <a:pt x="35814" y="57150"/>
                </a:lnTo>
                <a:lnTo>
                  <a:pt x="41148" y="57150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56279"/>
                </a:moveTo>
                <a:lnTo>
                  <a:pt x="45720" y="46482"/>
                </a:lnTo>
                <a:lnTo>
                  <a:pt x="40386" y="47244"/>
                </a:lnTo>
                <a:lnTo>
                  <a:pt x="41148" y="47244"/>
                </a:lnTo>
                <a:lnTo>
                  <a:pt x="41148" y="57150"/>
                </a:lnTo>
                <a:lnTo>
                  <a:pt x="42672" y="57150"/>
                </a:lnTo>
                <a:lnTo>
                  <a:pt x="45720" y="56279"/>
                </a:lnTo>
                <a:close/>
              </a:path>
              <a:path w="70485" h="57150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57150">
                <a:moveTo>
                  <a:pt x="50292" y="44196"/>
                </a:moveTo>
                <a:lnTo>
                  <a:pt x="44958" y="46482"/>
                </a:lnTo>
                <a:lnTo>
                  <a:pt x="45720" y="46482"/>
                </a:lnTo>
                <a:lnTo>
                  <a:pt x="45720" y="56279"/>
                </a:lnTo>
                <a:lnTo>
                  <a:pt x="48006" y="55626"/>
                </a:lnTo>
                <a:lnTo>
                  <a:pt x="48768" y="55626"/>
                </a:lnTo>
                <a:lnTo>
                  <a:pt x="48768" y="54864"/>
                </a:lnTo>
                <a:lnTo>
                  <a:pt x="49530" y="54646"/>
                </a:lnTo>
                <a:lnTo>
                  <a:pt x="49530" y="44958"/>
                </a:lnTo>
                <a:lnTo>
                  <a:pt x="50292" y="44196"/>
                </a:lnTo>
                <a:close/>
              </a:path>
              <a:path w="70485" h="57150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57150">
                <a:moveTo>
                  <a:pt x="54102" y="41910"/>
                </a:moveTo>
                <a:lnTo>
                  <a:pt x="49530" y="44958"/>
                </a:lnTo>
                <a:lnTo>
                  <a:pt x="49530" y="54646"/>
                </a:lnTo>
                <a:lnTo>
                  <a:pt x="53340" y="53557"/>
                </a:lnTo>
                <a:lnTo>
                  <a:pt x="53340" y="42672"/>
                </a:lnTo>
                <a:lnTo>
                  <a:pt x="54102" y="41910"/>
                </a:lnTo>
                <a:close/>
              </a:path>
              <a:path w="70485" h="57150">
                <a:moveTo>
                  <a:pt x="54102" y="16002"/>
                </a:moveTo>
                <a:lnTo>
                  <a:pt x="53340" y="15240"/>
                </a:lnTo>
                <a:lnTo>
                  <a:pt x="53340" y="15494"/>
                </a:lnTo>
                <a:lnTo>
                  <a:pt x="54102" y="16002"/>
                </a:lnTo>
                <a:close/>
              </a:path>
              <a:path w="70485" h="57150">
                <a:moveTo>
                  <a:pt x="57150" y="51054"/>
                </a:moveTo>
                <a:lnTo>
                  <a:pt x="57150" y="38862"/>
                </a:lnTo>
                <a:lnTo>
                  <a:pt x="53340" y="42672"/>
                </a:lnTo>
                <a:lnTo>
                  <a:pt x="53340" y="53557"/>
                </a:lnTo>
                <a:lnTo>
                  <a:pt x="54102" y="53340"/>
                </a:lnTo>
                <a:lnTo>
                  <a:pt x="54102" y="52578"/>
                </a:lnTo>
                <a:lnTo>
                  <a:pt x="54864" y="52578"/>
                </a:lnTo>
                <a:lnTo>
                  <a:pt x="57150" y="51054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50"/>
                </a:lnTo>
                <a:lnTo>
                  <a:pt x="56388" y="18288"/>
                </a:lnTo>
                <a:lnTo>
                  <a:pt x="57150" y="19240"/>
                </a:lnTo>
                <a:close/>
              </a:path>
              <a:path w="70485" h="57150">
                <a:moveTo>
                  <a:pt x="59436" y="49530"/>
                </a:moveTo>
                <a:lnTo>
                  <a:pt x="59436" y="35814"/>
                </a:lnTo>
                <a:lnTo>
                  <a:pt x="56388" y="39624"/>
                </a:lnTo>
                <a:lnTo>
                  <a:pt x="57150" y="38862"/>
                </a:lnTo>
                <a:lnTo>
                  <a:pt x="57150" y="51054"/>
                </a:lnTo>
                <a:lnTo>
                  <a:pt x="59436" y="49530"/>
                </a:lnTo>
                <a:close/>
              </a:path>
              <a:path w="70485" h="57150">
                <a:moveTo>
                  <a:pt x="59436" y="23622"/>
                </a:moveTo>
                <a:lnTo>
                  <a:pt x="59436" y="22098"/>
                </a:lnTo>
                <a:lnTo>
                  <a:pt x="58674" y="21336"/>
                </a:lnTo>
                <a:lnTo>
                  <a:pt x="59436" y="23622"/>
                </a:lnTo>
                <a:close/>
              </a:path>
              <a:path w="70485" h="57150">
                <a:moveTo>
                  <a:pt x="60960" y="48577"/>
                </a:moveTo>
                <a:lnTo>
                  <a:pt x="60960" y="28956"/>
                </a:lnTo>
                <a:lnTo>
                  <a:pt x="60198" y="31242"/>
                </a:lnTo>
                <a:lnTo>
                  <a:pt x="60198" y="32004"/>
                </a:lnTo>
                <a:lnTo>
                  <a:pt x="58674" y="36576"/>
                </a:lnTo>
                <a:lnTo>
                  <a:pt x="59436" y="35814"/>
                </a:lnTo>
                <a:lnTo>
                  <a:pt x="59436" y="49530"/>
                </a:lnTo>
                <a:lnTo>
                  <a:pt x="60198" y="49530"/>
                </a:lnTo>
                <a:lnTo>
                  <a:pt x="60960" y="48577"/>
                </a:lnTo>
                <a:close/>
              </a:path>
              <a:path w="70485" h="57150">
                <a:moveTo>
                  <a:pt x="67056" y="41148"/>
                </a:moveTo>
                <a:lnTo>
                  <a:pt x="67056" y="16764"/>
                </a:lnTo>
                <a:lnTo>
                  <a:pt x="64008" y="12954"/>
                </a:lnTo>
                <a:lnTo>
                  <a:pt x="64008" y="44958"/>
                </a:lnTo>
                <a:lnTo>
                  <a:pt x="67056" y="41148"/>
                </a:lnTo>
                <a:close/>
              </a:path>
              <a:path w="70485" h="57150">
                <a:moveTo>
                  <a:pt x="69342" y="35052"/>
                </a:moveTo>
                <a:lnTo>
                  <a:pt x="69342" y="22098"/>
                </a:lnTo>
                <a:lnTo>
                  <a:pt x="67818" y="17526"/>
                </a:lnTo>
                <a:lnTo>
                  <a:pt x="67056" y="17526"/>
                </a:lnTo>
                <a:lnTo>
                  <a:pt x="67056" y="40386"/>
                </a:lnTo>
                <a:lnTo>
                  <a:pt x="67818" y="39624"/>
                </a:lnTo>
                <a:lnTo>
                  <a:pt x="69342" y="35052"/>
                </a:lnTo>
                <a:close/>
              </a:path>
              <a:path w="70485" h="57150">
                <a:moveTo>
                  <a:pt x="70104" y="31242"/>
                </a:moveTo>
                <a:lnTo>
                  <a:pt x="70104" y="25146"/>
                </a:lnTo>
                <a:lnTo>
                  <a:pt x="69342" y="22860"/>
                </a:lnTo>
                <a:lnTo>
                  <a:pt x="69342" y="34290"/>
                </a:lnTo>
                <a:lnTo>
                  <a:pt x="70104" y="31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14">
            <a:extLst>
              <a:ext uri="{FF2B5EF4-FFF2-40B4-BE49-F238E27FC236}">
                <a16:creationId xmlns:a16="http://schemas.microsoft.com/office/drawing/2014/main" id="{69BE6F4A-2DD0-4559-85C7-80255DC111FB}"/>
              </a:ext>
            </a:extLst>
          </p:cNvPr>
          <p:cNvSpPr/>
          <p:nvPr/>
        </p:nvSpPr>
        <p:spPr>
          <a:xfrm>
            <a:off x="4743180" y="4342774"/>
            <a:ext cx="81936" cy="671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EAEAF0C7-BDDC-4C98-909A-A996987A8E31}"/>
              </a:ext>
            </a:extLst>
          </p:cNvPr>
          <p:cNvSpPr/>
          <p:nvPr/>
        </p:nvSpPr>
        <p:spPr>
          <a:xfrm>
            <a:off x="6929673" y="3067059"/>
            <a:ext cx="70971" cy="56776"/>
          </a:xfrm>
          <a:custGeom>
            <a:avLst/>
            <a:gdLst/>
            <a:ahLst/>
            <a:cxnLst/>
            <a:rect l="l" t="t" r="r" b="b"/>
            <a:pathLst>
              <a:path w="60325" h="48260">
                <a:moveTo>
                  <a:pt x="60198" y="23622"/>
                </a:moveTo>
                <a:lnTo>
                  <a:pt x="57912" y="14466"/>
                </a:lnTo>
                <a:lnTo>
                  <a:pt x="51625" y="6953"/>
                </a:lnTo>
                <a:lnTo>
                  <a:pt x="42195" y="1869"/>
                </a:lnTo>
                <a:lnTo>
                  <a:pt x="30480" y="0"/>
                </a:lnTo>
                <a:lnTo>
                  <a:pt x="18645" y="1869"/>
                </a:lnTo>
                <a:lnTo>
                  <a:pt x="8953" y="6953"/>
                </a:lnTo>
                <a:lnTo>
                  <a:pt x="2405" y="14466"/>
                </a:lnTo>
                <a:lnTo>
                  <a:pt x="0" y="23622"/>
                </a:lnTo>
                <a:lnTo>
                  <a:pt x="2405" y="33218"/>
                </a:lnTo>
                <a:lnTo>
                  <a:pt x="8953" y="40957"/>
                </a:lnTo>
                <a:lnTo>
                  <a:pt x="18645" y="46124"/>
                </a:lnTo>
                <a:lnTo>
                  <a:pt x="30480" y="48006"/>
                </a:lnTo>
                <a:lnTo>
                  <a:pt x="42195" y="46124"/>
                </a:lnTo>
                <a:lnTo>
                  <a:pt x="51625" y="40957"/>
                </a:lnTo>
                <a:lnTo>
                  <a:pt x="57912" y="33218"/>
                </a:lnTo>
                <a:lnTo>
                  <a:pt x="6019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16">
            <a:extLst>
              <a:ext uri="{FF2B5EF4-FFF2-40B4-BE49-F238E27FC236}">
                <a16:creationId xmlns:a16="http://schemas.microsoft.com/office/drawing/2014/main" id="{9CE7CB32-173C-4431-9852-25807B7152EF}"/>
              </a:ext>
            </a:extLst>
          </p:cNvPr>
          <p:cNvSpPr/>
          <p:nvPr/>
        </p:nvSpPr>
        <p:spPr>
          <a:xfrm>
            <a:off x="6924294" y="3061679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1523" y="19811"/>
                </a:lnTo>
                <a:lnTo>
                  <a:pt x="0" y="25907"/>
                </a:lnTo>
                <a:lnTo>
                  <a:pt x="0" y="32003"/>
                </a:lnTo>
                <a:lnTo>
                  <a:pt x="762" y="35051"/>
                </a:lnTo>
                <a:lnTo>
                  <a:pt x="1524" y="37337"/>
                </a:lnTo>
                <a:lnTo>
                  <a:pt x="3048" y="39623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191"/>
                </a:lnTo>
                <a:lnTo>
                  <a:pt x="63246" y="12191"/>
                </a:lnTo>
                <a:lnTo>
                  <a:pt x="59436" y="8381"/>
                </a:lnTo>
                <a:lnTo>
                  <a:pt x="59436" y="7619"/>
                </a:lnTo>
                <a:lnTo>
                  <a:pt x="58674" y="7619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1910" y="761"/>
                </a:lnTo>
                <a:lnTo>
                  <a:pt x="40386" y="666"/>
                </a:lnTo>
                <a:lnTo>
                  <a:pt x="35052" y="0"/>
                </a:lnTo>
                <a:lnTo>
                  <a:pt x="34290" y="0"/>
                </a:lnTo>
                <a:lnTo>
                  <a:pt x="28956" y="666"/>
                </a:lnTo>
                <a:lnTo>
                  <a:pt x="27432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5239" y="4571"/>
                </a:lnTo>
                <a:lnTo>
                  <a:pt x="10667" y="7619"/>
                </a:lnTo>
                <a:lnTo>
                  <a:pt x="10667" y="8381"/>
                </a:lnTo>
                <a:lnTo>
                  <a:pt x="6857" y="11429"/>
                </a:lnTo>
                <a:lnTo>
                  <a:pt x="6095" y="12191"/>
                </a:lnTo>
                <a:lnTo>
                  <a:pt x="3047" y="16763"/>
                </a:lnTo>
                <a:lnTo>
                  <a:pt x="3048" y="40385"/>
                </a:lnTo>
                <a:lnTo>
                  <a:pt x="6096" y="44195"/>
                </a:lnTo>
                <a:lnTo>
                  <a:pt x="6096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4383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764" y="15239"/>
                </a:lnTo>
                <a:lnTo>
                  <a:pt x="16764" y="15493"/>
                </a:lnTo>
                <a:lnTo>
                  <a:pt x="19812" y="13461"/>
                </a:lnTo>
                <a:lnTo>
                  <a:pt x="19812" y="12953"/>
                </a:lnTo>
                <a:lnTo>
                  <a:pt x="25146" y="10667"/>
                </a:lnTo>
                <a:lnTo>
                  <a:pt x="25146" y="11212"/>
                </a:lnTo>
                <a:lnTo>
                  <a:pt x="28956" y="10123"/>
                </a:lnTo>
                <a:lnTo>
                  <a:pt x="28956" y="9905"/>
                </a:lnTo>
                <a:lnTo>
                  <a:pt x="34290" y="9239"/>
                </a:lnTo>
                <a:lnTo>
                  <a:pt x="40386" y="9905"/>
                </a:lnTo>
                <a:lnTo>
                  <a:pt x="40386" y="10096"/>
                </a:lnTo>
                <a:lnTo>
                  <a:pt x="44958" y="11239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563"/>
                </a:lnTo>
                <a:lnTo>
                  <a:pt x="53340" y="16001"/>
                </a:lnTo>
                <a:lnTo>
                  <a:pt x="53340" y="15239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097"/>
                </a:lnTo>
                <a:lnTo>
                  <a:pt x="58674" y="21335"/>
                </a:lnTo>
                <a:lnTo>
                  <a:pt x="60198" y="25145"/>
                </a:lnTo>
                <a:lnTo>
                  <a:pt x="60198" y="48005"/>
                </a:lnTo>
                <a:lnTo>
                  <a:pt x="63246" y="44957"/>
                </a:lnTo>
                <a:lnTo>
                  <a:pt x="64008" y="44957"/>
                </a:lnTo>
                <a:lnTo>
                  <a:pt x="64008" y="44195"/>
                </a:lnTo>
                <a:lnTo>
                  <a:pt x="67056" y="40385"/>
                </a:lnTo>
                <a:close/>
              </a:path>
              <a:path w="70485" h="57150">
                <a:moveTo>
                  <a:pt x="13716" y="38861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0668" y="49529"/>
                </a:lnTo>
                <a:lnTo>
                  <a:pt x="11430" y="49529"/>
                </a:lnTo>
                <a:lnTo>
                  <a:pt x="12954" y="50749"/>
                </a:lnTo>
                <a:lnTo>
                  <a:pt x="12954" y="38099"/>
                </a:lnTo>
                <a:lnTo>
                  <a:pt x="13716" y="38861"/>
                </a:lnTo>
                <a:close/>
              </a:path>
              <a:path w="7048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70485" h="57150">
                <a:moveTo>
                  <a:pt x="16764" y="52904"/>
                </a:moveTo>
                <a:lnTo>
                  <a:pt x="16764" y="41909"/>
                </a:lnTo>
                <a:lnTo>
                  <a:pt x="12954" y="38099"/>
                </a:lnTo>
                <a:lnTo>
                  <a:pt x="12954" y="50749"/>
                </a:lnTo>
                <a:lnTo>
                  <a:pt x="15240" y="52577"/>
                </a:lnTo>
                <a:lnTo>
                  <a:pt x="16002" y="52577"/>
                </a:lnTo>
                <a:lnTo>
                  <a:pt x="16764" y="52904"/>
                </a:lnTo>
                <a:close/>
              </a:path>
              <a:path w="70485" h="57150">
                <a:moveTo>
                  <a:pt x="16764" y="15493"/>
                </a:moveTo>
                <a:lnTo>
                  <a:pt x="16764" y="15239"/>
                </a:lnTo>
                <a:lnTo>
                  <a:pt x="16002" y="16001"/>
                </a:lnTo>
                <a:lnTo>
                  <a:pt x="16764" y="15493"/>
                </a:lnTo>
                <a:close/>
              </a:path>
              <a:path w="70485" h="57150">
                <a:moveTo>
                  <a:pt x="20574" y="44195"/>
                </a:moveTo>
                <a:lnTo>
                  <a:pt x="16002" y="41147"/>
                </a:lnTo>
                <a:lnTo>
                  <a:pt x="16764" y="41909"/>
                </a:lnTo>
                <a:lnTo>
                  <a:pt x="16764" y="52904"/>
                </a:lnTo>
                <a:lnTo>
                  <a:pt x="19812" y="54210"/>
                </a:lnTo>
                <a:lnTo>
                  <a:pt x="19812" y="44195"/>
                </a:lnTo>
                <a:lnTo>
                  <a:pt x="20574" y="44195"/>
                </a:lnTo>
                <a:close/>
              </a:path>
              <a:path w="70485" h="57150">
                <a:moveTo>
                  <a:pt x="20574" y="12953"/>
                </a:moveTo>
                <a:lnTo>
                  <a:pt x="19812" y="12953"/>
                </a:lnTo>
                <a:lnTo>
                  <a:pt x="19812" y="13461"/>
                </a:lnTo>
                <a:lnTo>
                  <a:pt x="20574" y="12953"/>
                </a:lnTo>
                <a:close/>
              </a:path>
              <a:path w="70485" h="57150">
                <a:moveTo>
                  <a:pt x="25146" y="55734"/>
                </a:moveTo>
                <a:lnTo>
                  <a:pt x="25146" y="46481"/>
                </a:lnTo>
                <a:lnTo>
                  <a:pt x="19812" y="44195"/>
                </a:lnTo>
                <a:lnTo>
                  <a:pt x="19812" y="54210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734"/>
                </a:lnTo>
                <a:close/>
              </a:path>
              <a:path w="70485" h="57150">
                <a:moveTo>
                  <a:pt x="25146" y="11212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12"/>
                </a:lnTo>
                <a:close/>
              </a:path>
              <a:path w="70485" h="57150">
                <a:moveTo>
                  <a:pt x="29718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734"/>
                </a:lnTo>
                <a:lnTo>
                  <a:pt x="27432" y="56387"/>
                </a:lnTo>
                <a:lnTo>
                  <a:pt x="28956" y="56483"/>
                </a:lnTo>
                <a:lnTo>
                  <a:pt x="28956" y="47243"/>
                </a:lnTo>
                <a:lnTo>
                  <a:pt x="29718" y="47243"/>
                </a:lnTo>
                <a:close/>
              </a:path>
              <a:path w="70485" h="57150">
                <a:moveTo>
                  <a:pt x="29718" y="9905"/>
                </a:moveTo>
                <a:lnTo>
                  <a:pt x="28956" y="9905"/>
                </a:lnTo>
                <a:lnTo>
                  <a:pt x="28956" y="10123"/>
                </a:lnTo>
                <a:lnTo>
                  <a:pt x="29718" y="9905"/>
                </a:lnTo>
                <a:close/>
              </a:path>
              <a:path w="70485" h="57150">
                <a:moveTo>
                  <a:pt x="40386" y="56483"/>
                </a:moveTo>
                <a:lnTo>
                  <a:pt x="40386" y="47243"/>
                </a:lnTo>
                <a:lnTo>
                  <a:pt x="28956" y="47243"/>
                </a:lnTo>
                <a:lnTo>
                  <a:pt x="28956" y="56483"/>
                </a:lnTo>
                <a:lnTo>
                  <a:pt x="34290" y="57149"/>
                </a:lnTo>
                <a:lnTo>
                  <a:pt x="35052" y="57149"/>
                </a:lnTo>
                <a:lnTo>
                  <a:pt x="40386" y="56483"/>
                </a:lnTo>
                <a:close/>
              </a:path>
              <a:path w="70485" h="57150">
                <a:moveTo>
                  <a:pt x="34671" y="9191"/>
                </a:moveTo>
                <a:lnTo>
                  <a:pt x="34290" y="9143"/>
                </a:lnTo>
                <a:lnTo>
                  <a:pt x="34671" y="9191"/>
                </a:lnTo>
                <a:close/>
              </a:path>
              <a:path w="70485" h="57150">
                <a:moveTo>
                  <a:pt x="35052" y="9239"/>
                </a:moveTo>
                <a:lnTo>
                  <a:pt x="34671" y="9191"/>
                </a:lnTo>
                <a:lnTo>
                  <a:pt x="35052" y="9239"/>
                </a:lnTo>
                <a:close/>
              </a:path>
              <a:path w="70485" h="57150">
                <a:moveTo>
                  <a:pt x="40386" y="10096"/>
                </a:moveTo>
                <a:lnTo>
                  <a:pt x="40386" y="9905"/>
                </a:lnTo>
                <a:lnTo>
                  <a:pt x="39624" y="9905"/>
                </a:lnTo>
                <a:lnTo>
                  <a:pt x="40386" y="10096"/>
                </a:lnTo>
                <a:close/>
              </a:path>
              <a:path w="70485" h="57150">
                <a:moveTo>
                  <a:pt x="45720" y="45719"/>
                </a:moveTo>
                <a:lnTo>
                  <a:pt x="39624" y="47243"/>
                </a:lnTo>
                <a:lnTo>
                  <a:pt x="40386" y="47243"/>
                </a:lnTo>
                <a:lnTo>
                  <a:pt x="40386" y="56483"/>
                </a:lnTo>
                <a:lnTo>
                  <a:pt x="41910" y="56387"/>
                </a:lnTo>
                <a:lnTo>
                  <a:pt x="44958" y="55625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39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625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563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563"/>
                </a:lnTo>
                <a:close/>
              </a:path>
              <a:path w="70485" h="57150">
                <a:moveTo>
                  <a:pt x="53775" y="41365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3775" y="41365"/>
                </a:lnTo>
                <a:close/>
              </a:path>
              <a:path w="70485" h="57150">
                <a:moveTo>
                  <a:pt x="54102" y="41147"/>
                </a:moveTo>
                <a:lnTo>
                  <a:pt x="53775" y="41365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52577"/>
                </a:moveTo>
                <a:lnTo>
                  <a:pt x="54102" y="41147"/>
                </a:ln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close/>
              </a:path>
              <a:path w="70485" h="57150">
                <a:moveTo>
                  <a:pt x="60198" y="48005"/>
                </a:moveTo>
                <a:lnTo>
                  <a:pt x="60198" y="31241"/>
                </a:lnTo>
                <a:lnTo>
                  <a:pt x="58674" y="35813"/>
                </a:lnTo>
                <a:lnTo>
                  <a:pt x="58674" y="35051"/>
                </a:lnTo>
                <a:lnTo>
                  <a:pt x="56388" y="38861"/>
                </a:lnTo>
                <a:lnTo>
                  <a:pt x="56388" y="38099"/>
                </a:lnTo>
                <a:lnTo>
                  <a:pt x="53775" y="41365"/>
                </a:lnTo>
                <a:lnTo>
                  <a:pt x="54102" y="41147"/>
                </a:lnTo>
                <a:lnTo>
                  <a:pt x="54102" y="52577"/>
                </a:lnTo>
                <a:lnTo>
                  <a:pt x="58674" y="49529"/>
                </a:lnTo>
                <a:lnTo>
                  <a:pt x="59436" y="49529"/>
                </a:lnTo>
                <a:lnTo>
                  <a:pt x="59436" y="48767"/>
                </a:lnTo>
                <a:lnTo>
                  <a:pt x="60198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8580" y="22097"/>
                </a:lnTo>
                <a:lnTo>
                  <a:pt x="67056" y="17525"/>
                </a:lnTo>
                <a:lnTo>
                  <a:pt x="67056" y="39623"/>
                </a:lnTo>
                <a:lnTo>
                  <a:pt x="68580" y="35051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8193"/>
                </a:lnTo>
                <a:lnTo>
                  <a:pt x="69342" y="25145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17">
            <a:extLst>
              <a:ext uri="{FF2B5EF4-FFF2-40B4-BE49-F238E27FC236}">
                <a16:creationId xmlns:a16="http://schemas.microsoft.com/office/drawing/2014/main" id="{ACCA316F-C30D-480F-81EC-27D900C05220}"/>
              </a:ext>
            </a:extLst>
          </p:cNvPr>
          <p:cNvSpPr/>
          <p:nvPr/>
        </p:nvSpPr>
        <p:spPr>
          <a:xfrm>
            <a:off x="6998702" y="4027177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2285" y="19811"/>
                </a:lnTo>
                <a:lnTo>
                  <a:pt x="761" y="22859"/>
                </a:lnTo>
                <a:lnTo>
                  <a:pt x="761" y="25907"/>
                </a:lnTo>
                <a:lnTo>
                  <a:pt x="0" y="28955"/>
                </a:lnTo>
                <a:lnTo>
                  <a:pt x="1524" y="35051"/>
                </a:lnTo>
                <a:lnTo>
                  <a:pt x="3048" y="39623"/>
                </a:lnTo>
                <a:close/>
              </a:path>
              <a:path w="70485" h="57150">
                <a:moveTo>
                  <a:pt x="59436" y="22097"/>
                </a:moveTo>
                <a:lnTo>
                  <a:pt x="59436" y="7619"/>
                </a:lnTo>
                <a:lnTo>
                  <a:pt x="54864" y="4571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763" y="4571"/>
                </a:lnTo>
                <a:lnTo>
                  <a:pt x="16001" y="4571"/>
                </a:lnTo>
                <a:lnTo>
                  <a:pt x="11429" y="7619"/>
                </a:lnTo>
                <a:lnTo>
                  <a:pt x="6857" y="12191"/>
                </a:lnTo>
                <a:lnTo>
                  <a:pt x="6095" y="12191"/>
                </a:lnTo>
                <a:lnTo>
                  <a:pt x="6095" y="12953"/>
                </a:lnTo>
                <a:lnTo>
                  <a:pt x="3809" y="16763"/>
                </a:lnTo>
                <a:lnTo>
                  <a:pt x="3047" y="16763"/>
                </a:lnTo>
                <a:lnTo>
                  <a:pt x="3048" y="40385"/>
                </a:lnTo>
                <a:lnTo>
                  <a:pt x="3810" y="40385"/>
                </a:lnTo>
                <a:lnTo>
                  <a:pt x="6096" y="44957"/>
                </a:lnTo>
                <a:lnTo>
                  <a:pt x="6858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6669"/>
                </a:lnTo>
                <a:lnTo>
                  <a:pt x="10668" y="24383"/>
                </a:lnTo>
                <a:lnTo>
                  <a:pt x="10668" y="22859"/>
                </a:lnTo>
                <a:lnTo>
                  <a:pt x="11430" y="21335"/>
                </a:lnTo>
                <a:lnTo>
                  <a:pt x="11430" y="22097"/>
                </a:lnTo>
                <a:lnTo>
                  <a:pt x="13716" y="19240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0574" y="13461"/>
                </a:lnTo>
                <a:lnTo>
                  <a:pt x="20574" y="12953"/>
                </a:lnTo>
                <a:lnTo>
                  <a:pt x="25146" y="10667"/>
                </a:lnTo>
                <a:lnTo>
                  <a:pt x="25146" y="1123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4958" y="11212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461"/>
                </a:lnTo>
                <a:lnTo>
                  <a:pt x="53340" y="15493"/>
                </a:lnTo>
                <a:lnTo>
                  <a:pt x="53340" y="15239"/>
                </a:lnTo>
                <a:lnTo>
                  <a:pt x="57150" y="19049"/>
                </a:lnTo>
                <a:lnTo>
                  <a:pt x="57150" y="19240"/>
                </a:lnTo>
                <a:lnTo>
                  <a:pt x="59436" y="22097"/>
                </a:lnTo>
                <a:close/>
              </a:path>
              <a:path w="70485" h="57150">
                <a:moveTo>
                  <a:pt x="14260" y="39297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1430" y="49529"/>
                </a:lnTo>
                <a:lnTo>
                  <a:pt x="13716" y="51053"/>
                </a:lnTo>
                <a:lnTo>
                  <a:pt x="13716" y="38861"/>
                </a:lnTo>
                <a:lnTo>
                  <a:pt x="14260" y="39297"/>
                </a:lnTo>
                <a:close/>
              </a:path>
              <a:path w="70485" h="57150">
                <a:moveTo>
                  <a:pt x="14478" y="18287"/>
                </a:moveTo>
                <a:lnTo>
                  <a:pt x="13716" y="19049"/>
                </a:lnTo>
                <a:lnTo>
                  <a:pt x="13716" y="19240"/>
                </a:lnTo>
                <a:lnTo>
                  <a:pt x="14478" y="18287"/>
                </a:lnTo>
                <a:close/>
              </a:path>
              <a:path w="70485" h="57150">
                <a:moveTo>
                  <a:pt x="14478" y="39623"/>
                </a:moveTo>
                <a:lnTo>
                  <a:pt x="14260" y="39297"/>
                </a:lnTo>
                <a:lnTo>
                  <a:pt x="13716" y="38861"/>
                </a:lnTo>
                <a:lnTo>
                  <a:pt x="14478" y="39623"/>
                </a:lnTo>
                <a:close/>
              </a:path>
              <a:path w="70485" h="57150">
                <a:moveTo>
                  <a:pt x="14478" y="51561"/>
                </a:moveTo>
                <a:lnTo>
                  <a:pt x="14478" y="39623"/>
                </a:lnTo>
                <a:lnTo>
                  <a:pt x="13716" y="38861"/>
                </a:lnTo>
                <a:lnTo>
                  <a:pt x="13716" y="51053"/>
                </a:lnTo>
                <a:lnTo>
                  <a:pt x="14478" y="51561"/>
                </a:lnTo>
                <a:close/>
              </a:path>
              <a:path w="70485" h="57150">
                <a:moveTo>
                  <a:pt x="17526" y="52958"/>
                </a:moveTo>
                <a:lnTo>
                  <a:pt x="17526" y="41909"/>
                </a:lnTo>
                <a:lnTo>
                  <a:pt x="14260" y="39297"/>
                </a:lnTo>
                <a:lnTo>
                  <a:pt x="14478" y="39623"/>
                </a:lnTo>
                <a:lnTo>
                  <a:pt x="14478" y="51561"/>
                </a:lnTo>
                <a:lnTo>
                  <a:pt x="16002" y="52577"/>
                </a:lnTo>
                <a:lnTo>
                  <a:pt x="16763" y="52577"/>
                </a:lnTo>
                <a:lnTo>
                  <a:pt x="17526" y="52958"/>
                </a:lnTo>
                <a:close/>
              </a:path>
              <a:path w="70485" h="57150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57150">
                <a:moveTo>
                  <a:pt x="21336" y="44195"/>
                </a:moveTo>
                <a:lnTo>
                  <a:pt x="16763" y="41147"/>
                </a:lnTo>
                <a:lnTo>
                  <a:pt x="17526" y="41909"/>
                </a:lnTo>
                <a:lnTo>
                  <a:pt x="17526" y="52958"/>
                </a:lnTo>
                <a:lnTo>
                  <a:pt x="20574" y="54482"/>
                </a:lnTo>
                <a:lnTo>
                  <a:pt x="20574" y="44195"/>
                </a:lnTo>
                <a:lnTo>
                  <a:pt x="21336" y="44195"/>
                </a:lnTo>
                <a:close/>
              </a:path>
              <a:path w="70485" h="57150">
                <a:moveTo>
                  <a:pt x="21336" y="12953"/>
                </a:moveTo>
                <a:lnTo>
                  <a:pt x="20574" y="12953"/>
                </a:lnTo>
                <a:lnTo>
                  <a:pt x="20574" y="13461"/>
                </a:lnTo>
                <a:lnTo>
                  <a:pt x="21336" y="12953"/>
                </a:lnTo>
                <a:close/>
              </a:path>
              <a:path w="70485" h="57150">
                <a:moveTo>
                  <a:pt x="25146" y="55625"/>
                </a:moveTo>
                <a:lnTo>
                  <a:pt x="25146" y="46481"/>
                </a:lnTo>
                <a:lnTo>
                  <a:pt x="20574" y="44195"/>
                </a:lnTo>
                <a:lnTo>
                  <a:pt x="20574" y="54482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625"/>
                </a:lnTo>
                <a:close/>
              </a:path>
              <a:path w="70485" h="57150">
                <a:moveTo>
                  <a:pt x="25146" y="11239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39"/>
                </a:lnTo>
                <a:close/>
              </a:path>
              <a:path w="70485" h="57150">
                <a:moveTo>
                  <a:pt x="30480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625"/>
                </a:lnTo>
                <a:lnTo>
                  <a:pt x="28194" y="56387"/>
                </a:lnTo>
                <a:lnTo>
                  <a:pt x="29718" y="56483"/>
                </a:lnTo>
                <a:lnTo>
                  <a:pt x="29718" y="47243"/>
                </a:lnTo>
                <a:lnTo>
                  <a:pt x="30480" y="47243"/>
                </a:lnTo>
                <a:close/>
              </a:path>
              <a:path w="70485" h="57150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57150">
                <a:moveTo>
                  <a:pt x="35814" y="57149"/>
                </a:moveTo>
                <a:lnTo>
                  <a:pt x="35814" y="48005"/>
                </a:lnTo>
                <a:lnTo>
                  <a:pt x="35052" y="48005"/>
                </a:lnTo>
                <a:lnTo>
                  <a:pt x="29718" y="47243"/>
                </a:lnTo>
                <a:lnTo>
                  <a:pt x="29718" y="56483"/>
                </a:lnTo>
                <a:lnTo>
                  <a:pt x="35052" y="57149"/>
                </a:lnTo>
                <a:lnTo>
                  <a:pt x="35814" y="57149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6483"/>
                </a:moveTo>
                <a:lnTo>
                  <a:pt x="41148" y="47243"/>
                </a:lnTo>
                <a:lnTo>
                  <a:pt x="35433" y="47958"/>
                </a:lnTo>
                <a:lnTo>
                  <a:pt x="35814" y="48005"/>
                </a:lnTo>
                <a:lnTo>
                  <a:pt x="35814" y="57149"/>
                </a:lnTo>
                <a:lnTo>
                  <a:pt x="41148" y="56483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45719"/>
                </a:moveTo>
                <a:lnTo>
                  <a:pt x="40386" y="47243"/>
                </a:lnTo>
                <a:lnTo>
                  <a:pt x="41148" y="47243"/>
                </a:lnTo>
                <a:lnTo>
                  <a:pt x="41148" y="56483"/>
                </a:lnTo>
                <a:lnTo>
                  <a:pt x="42672" y="56387"/>
                </a:lnTo>
                <a:lnTo>
                  <a:pt x="44958" y="55734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12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734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461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461"/>
                </a:lnTo>
                <a:close/>
              </a:path>
              <a:path w="70485" h="57150">
                <a:moveTo>
                  <a:pt x="54102" y="41147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16001"/>
                </a:moveTo>
                <a:lnTo>
                  <a:pt x="53340" y="15239"/>
                </a:lnTo>
                <a:lnTo>
                  <a:pt x="53340" y="15493"/>
                </a:lnTo>
                <a:lnTo>
                  <a:pt x="54102" y="16001"/>
                </a:lnTo>
                <a:close/>
              </a:path>
              <a:path w="70485" h="57150">
                <a:moveTo>
                  <a:pt x="56605" y="39297"/>
                </a:move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lnTo>
                  <a:pt x="54864" y="52577"/>
                </a:lnTo>
                <a:lnTo>
                  <a:pt x="56388" y="51561"/>
                </a:lnTo>
                <a:lnTo>
                  <a:pt x="56388" y="39623"/>
                </a:lnTo>
                <a:lnTo>
                  <a:pt x="56605" y="39297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49"/>
                </a:lnTo>
                <a:lnTo>
                  <a:pt x="56388" y="18287"/>
                </a:lnTo>
                <a:lnTo>
                  <a:pt x="57150" y="19240"/>
                </a:lnTo>
                <a:close/>
              </a:path>
              <a:path w="70485" h="57150">
                <a:moveTo>
                  <a:pt x="57150" y="38861"/>
                </a:moveTo>
                <a:lnTo>
                  <a:pt x="56605" y="39297"/>
                </a:lnTo>
                <a:lnTo>
                  <a:pt x="56388" y="39623"/>
                </a:lnTo>
                <a:lnTo>
                  <a:pt x="57150" y="38861"/>
                </a:lnTo>
                <a:close/>
              </a:path>
              <a:path w="70485" h="57150">
                <a:moveTo>
                  <a:pt x="57150" y="51053"/>
                </a:moveTo>
                <a:lnTo>
                  <a:pt x="57150" y="38861"/>
                </a:lnTo>
                <a:lnTo>
                  <a:pt x="56388" y="39623"/>
                </a:lnTo>
                <a:lnTo>
                  <a:pt x="56388" y="51561"/>
                </a:lnTo>
                <a:lnTo>
                  <a:pt x="57150" y="51053"/>
                </a:lnTo>
                <a:close/>
              </a:path>
              <a:path w="70485" h="57150">
                <a:moveTo>
                  <a:pt x="59436" y="49529"/>
                </a:moveTo>
                <a:lnTo>
                  <a:pt x="59436" y="35051"/>
                </a:lnTo>
                <a:lnTo>
                  <a:pt x="56605" y="39297"/>
                </a:lnTo>
                <a:lnTo>
                  <a:pt x="57150" y="38861"/>
                </a:lnTo>
                <a:lnTo>
                  <a:pt x="57150" y="51053"/>
                </a:lnTo>
                <a:lnTo>
                  <a:pt x="59436" y="49529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953"/>
                </a:lnTo>
                <a:lnTo>
                  <a:pt x="64008" y="12191"/>
                </a:lnTo>
                <a:lnTo>
                  <a:pt x="63246" y="12191"/>
                </a:lnTo>
                <a:lnTo>
                  <a:pt x="60198" y="8381"/>
                </a:lnTo>
                <a:lnTo>
                  <a:pt x="59436" y="8381"/>
                </a:lnTo>
                <a:lnTo>
                  <a:pt x="59436" y="22097"/>
                </a:lnTo>
                <a:lnTo>
                  <a:pt x="58674" y="21335"/>
                </a:lnTo>
                <a:lnTo>
                  <a:pt x="60198" y="25907"/>
                </a:lnTo>
                <a:lnTo>
                  <a:pt x="60198" y="24383"/>
                </a:lnTo>
                <a:lnTo>
                  <a:pt x="60960" y="27431"/>
                </a:lnTo>
                <a:lnTo>
                  <a:pt x="60960" y="48005"/>
                </a:lnTo>
                <a:lnTo>
                  <a:pt x="64008" y="44957"/>
                </a:lnTo>
                <a:lnTo>
                  <a:pt x="67056" y="40385"/>
                </a:lnTo>
                <a:close/>
              </a:path>
              <a:path w="70485" h="57150">
                <a:moveTo>
                  <a:pt x="60960" y="48005"/>
                </a:moveTo>
                <a:lnTo>
                  <a:pt x="60960" y="28955"/>
                </a:lnTo>
                <a:lnTo>
                  <a:pt x="60198" y="30479"/>
                </a:lnTo>
                <a:lnTo>
                  <a:pt x="60198" y="32003"/>
                </a:lnTo>
                <a:lnTo>
                  <a:pt x="58674" y="35813"/>
                </a:lnTo>
                <a:lnTo>
                  <a:pt x="59436" y="35051"/>
                </a:lnTo>
                <a:lnTo>
                  <a:pt x="59436" y="48767"/>
                </a:lnTo>
                <a:lnTo>
                  <a:pt x="60198" y="48767"/>
                </a:lnTo>
                <a:lnTo>
                  <a:pt x="60960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7818" y="17525"/>
                </a:lnTo>
                <a:lnTo>
                  <a:pt x="67056" y="17525"/>
                </a:lnTo>
                <a:lnTo>
                  <a:pt x="67056" y="39623"/>
                </a:lnTo>
                <a:lnTo>
                  <a:pt x="67818" y="39623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5145"/>
                </a:lnTo>
                <a:lnTo>
                  <a:pt x="69342" y="22859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18">
            <a:extLst>
              <a:ext uri="{FF2B5EF4-FFF2-40B4-BE49-F238E27FC236}">
                <a16:creationId xmlns:a16="http://schemas.microsoft.com/office/drawing/2014/main" id="{D3E790E3-C343-465E-9AE5-0BC49F5577EB}"/>
              </a:ext>
            </a:extLst>
          </p:cNvPr>
          <p:cNvSpPr/>
          <p:nvPr/>
        </p:nvSpPr>
        <p:spPr>
          <a:xfrm>
            <a:off x="5835083" y="2889556"/>
            <a:ext cx="71717" cy="60512"/>
          </a:xfrm>
          <a:custGeom>
            <a:avLst/>
            <a:gdLst/>
            <a:ahLst/>
            <a:cxnLst/>
            <a:rect l="l" t="t" r="r" b="b"/>
            <a:pathLst>
              <a:path w="60960" h="51435">
                <a:moveTo>
                  <a:pt x="60960" y="25908"/>
                </a:moveTo>
                <a:lnTo>
                  <a:pt x="58554" y="15751"/>
                </a:lnTo>
                <a:lnTo>
                  <a:pt x="52006" y="7524"/>
                </a:lnTo>
                <a:lnTo>
                  <a:pt x="42314" y="2012"/>
                </a:lnTo>
                <a:lnTo>
                  <a:pt x="30480" y="0"/>
                </a:lnTo>
                <a:lnTo>
                  <a:pt x="18645" y="2012"/>
                </a:lnTo>
                <a:lnTo>
                  <a:pt x="8953" y="7524"/>
                </a:lnTo>
                <a:lnTo>
                  <a:pt x="2405" y="15751"/>
                </a:lnTo>
                <a:lnTo>
                  <a:pt x="0" y="25908"/>
                </a:lnTo>
                <a:lnTo>
                  <a:pt x="2405" y="35623"/>
                </a:lnTo>
                <a:lnTo>
                  <a:pt x="8953" y="43624"/>
                </a:lnTo>
                <a:lnTo>
                  <a:pt x="18645" y="49053"/>
                </a:lnTo>
                <a:lnTo>
                  <a:pt x="30480" y="51054"/>
                </a:lnTo>
                <a:lnTo>
                  <a:pt x="42314" y="49053"/>
                </a:lnTo>
                <a:lnTo>
                  <a:pt x="52006" y="43624"/>
                </a:lnTo>
                <a:lnTo>
                  <a:pt x="58554" y="35623"/>
                </a:lnTo>
                <a:lnTo>
                  <a:pt x="6096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6097DA0D-2091-4D6A-B507-F65D6ADB8D6B}"/>
              </a:ext>
            </a:extLst>
          </p:cNvPr>
          <p:cNvSpPr/>
          <p:nvPr/>
        </p:nvSpPr>
        <p:spPr>
          <a:xfrm>
            <a:off x="5829705" y="2884177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09"/>
                </a:moveTo>
                <a:lnTo>
                  <a:pt x="3047" y="18287"/>
                </a:lnTo>
                <a:lnTo>
                  <a:pt x="1523" y="21335"/>
                </a:lnTo>
                <a:lnTo>
                  <a:pt x="0" y="27431"/>
                </a:lnTo>
                <a:lnTo>
                  <a:pt x="0" y="30479"/>
                </a:lnTo>
                <a:lnTo>
                  <a:pt x="762" y="33527"/>
                </a:lnTo>
                <a:lnTo>
                  <a:pt x="762" y="36575"/>
                </a:lnTo>
                <a:lnTo>
                  <a:pt x="2286" y="39623"/>
                </a:lnTo>
                <a:lnTo>
                  <a:pt x="3048" y="41909"/>
                </a:lnTo>
                <a:close/>
              </a:path>
              <a:path w="70485" h="60325">
                <a:moveTo>
                  <a:pt x="54102" y="16001"/>
                </a:move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6001" y="5333"/>
                </a:lnTo>
                <a:lnTo>
                  <a:pt x="15239" y="5333"/>
                </a:lnTo>
                <a:lnTo>
                  <a:pt x="11429" y="8381"/>
                </a:lnTo>
                <a:lnTo>
                  <a:pt x="10667" y="8381"/>
                </a:lnTo>
                <a:lnTo>
                  <a:pt x="10667" y="9143"/>
                </a:lnTo>
                <a:lnTo>
                  <a:pt x="6857" y="12953"/>
                </a:lnTo>
                <a:lnTo>
                  <a:pt x="6095" y="12953"/>
                </a:lnTo>
                <a:lnTo>
                  <a:pt x="6095" y="13715"/>
                </a:lnTo>
                <a:lnTo>
                  <a:pt x="3047" y="17525"/>
                </a:lnTo>
                <a:lnTo>
                  <a:pt x="3048" y="42671"/>
                </a:lnTo>
                <a:lnTo>
                  <a:pt x="6096" y="47243"/>
                </a:lnTo>
                <a:lnTo>
                  <a:pt x="9906" y="51053"/>
                </a:lnTo>
                <a:lnTo>
                  <a:pt x="9906" y="25907"/>
                </a:lnTo>
                <a:lnTo>
                  <a:pt x="10668" y="24383"/>
                </a:lnTo>
                <a:lnTo>
                  <a:pt x="11430" y="22097"/>
                </a:lnTo>
                <a:lnTo>
                  <a:pt x="11430" y="22859"/>
                </a:lnTo>
                <a:lnTo>
                  <a:pt x="13716" y="18287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1336" y="12953"/>
                </a:lnTo>
                <a:lnTo>
                  <a:pt x="21336" y="13334"/>
                </a:lnTo>
                <a:lnTo>
                  <a:pt x="24384" y="11810"/>
                </a:lnTo>
                <a:lnTo>
                  <a:pt x="24384" y="1142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5720" y="11429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3"/>
                </a:lnTo>
                <a:lnTo>
                  <a:pt x="53340" y="15493"/>
                </a:lnTo>
                <a:lnTo>
                  <a:pt x="53340" y="15239"/>
                </a:lnTo>
                <a:lnTo>
                  <a:pt x="54102" y="16001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7"/>
                </a:lnTo>
                <a:lnTo>
                  <a:pt x="13716" y="41147"/>
                </a:lnTo>
                <a:lnTo>
                  <a:pt x="13716" y="41909"/>
                </a:lnTo>
                <a:lnTo>
                  <a:pt x="11430" y="37337"/>
                </a:lnTo>
                <a:lnTo>
                  <a:pt x="11430" y="38099"/>
                </a:lnTo>
                <a:lnTo>
                  <a:pt x="9906" y="33527"/>
                </a:lnTo>
                <a:lnTo>
                  <a:pt x="9906" y="51053"/>
                </a:lnTo>
                <a:lnTo>
                  <a:pt x="10668" y="51815"/>
                </a:lnTo>
                <a:lnTo>
                  <a:pt x="11430" y="51815"/>
                </a:lnTo>
                <a:lnTo>
                  <a:pt x="15240" y="54863"/>
                </a:lnTo>
                <a:lnTo>
                  <a:pt x="16002" y="55625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60325">
                <a:moveTo>
                  <a:pt x="21336" y="47243"/>
                </a:moveTo>
                <a:lnTo>
                  <a:pt x="16763" y="44195"/>
                </a:lnTo>
                <a:lnTo>
                  <a:pt x="17526" y="44957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3"/>
                </a:lnTo>
                <a:lnTo>
                  <a:pt x="21336" y="47243"/>
                </a:lnTo>
                <a:close/>
              </a:path>
              <a:path w="70485" h="60325">
                <a:moveTo>
                  <a:pt x="21336" y="13334"/>
                </a:moveTo>
                <a:lnTo>
                  <a:pt x="21336" y="12953"/>
                </a:lnTo>
                <a:lnTo>
                  <a:pt x="20574" y="13715"/>
                </a:lnTo>
                <a:lnTo>
                  <a:pt x="21336" y="13334"/>
                </a:lnTo>
                <a:close/>
              </a:path>
              <a:path w="70485" h="60325">
                <a:moveTo>
                  <a:pt x="25146" y="58673"/>
                </a:moveTo>
                <a:lnTo>
                  <a:pt x="25146" y="49529"/>
                </a:lnTo>
                <a:lnTo>
                  <a:pt x="20574" y="47243"/>
                </a:lnTo>
                <a:lnTo>
                  <a:pt x="20574" y="57585"/>
                </a:lnTo>
                <a:lnTo>
                  <a:pt x="21336" y="57911"/>
                </a:lnTo>
                <a:lnTo>
                  <a:pt x="22098" y="57911"/>
                </a:lnTo>
                <a:lnTo>
                  <a:pt x="25146" y="58673"/>
                </a:lnTo>
                <a:close/>
              </a:path>
              <a:path w="70485" h="60325">
                <a:moveTo>
                  <a:pt x="25146" y="11429"/>
                </a:moveTo>
                <a:lnTo>
                  <a:pt x="24384" y="11429"/>
                </a:lnTo>
                <a:lnTo>
                  <a:pt x="24384" y="11810"/>
                </a:lnTo>
                <a:lnTo>
                  <a:pt x="25146" y="11429"/>
                </a:lnTo>
                <a:close/>
              </a:path>
              <a:path w="70485" h="60325">
                <a:moveTo>
                  <a:pt x="30480" y="50291"/>
                </a:moveTo>
                <a:lnTo>
                  <a:pt x="24384" y="48767"/>
                </a:lnTo>
                <a:lnTo>
                  <a:pt x="25146" y="49529"/>
                </a:lnTo>
                <a:lnTo>
                  <a:pt x="25146" y="58673"/>
                </a:lnTo>
                <a:lnTo>
                  <a:pt x="28194" y="59435"/>
                </a:lnTo>
                <a:lnTo>
                  <a:pt x="28956" y="60197"/>
                </a:lnTo>
                <a:lnTo>
                  <a:pt x="29718" y="60197"/>
                </a:lnTo>
                <a:lnTo>
                  <a:pt x="29718" y="50291"/>
                </a:lnTo>
                <a:lnTo>
                  <a:pt x="30480" y="50291"/>
                </a:lnTo>
                <a:close/>
              </a:path>
              <a:path w="70485" h="60325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60325">
                <a:moveTo>
                  <a:pt x="35814" y="60197"/>
                </a:moveTo>
                <a:lnTo>
                  <a:pt x="35814" y="51053"/>
                </a:lnTo>
                <a:lnTo>
                  <a:pt x="35052" y="51053"/>
                </a:lnTo>
                <a:lnTo>
                  <a:pt x="29718" y="50291"/>
                </a:lnTo>
                <a:lnTo>
                  <a:pt x="29718" y="60197"/>
                </a:lnTo>
                <a:lnTo>
                  <a:pt x="35814" y="60197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7"/>
                </a:moveTo>
                <a:lnTo>
                  <a:pt x="41148" y="50291"/>
                </a:lnTo>
                <a:lnTo>
                  <a:pt x="35433" y="51006"/>
                </a:lnTo>
                <a:lnTo>
                  <a:pt x="35814" y="51053"/>
                </a:lnTo>
                <a:lnTo>
                  <a:pt x="35814" y="60197"/>
                </a:lnTo>
                <a:lnTo>
                  <a:pt x="41148" y="60197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7"/>
                </a:moveTo>
                <a:lnTo>
                  <a:pt x="40386" y="50291"/>
                </a:lnTo>
                <a:lnTo>
                  <a:pt x="41148" y="50291"/>
                </a:lnTo>
                <a:lnTo>
                  <a:pt x="41148" y="60197"/>
                </a:lnTo>
                <a:lnTo>
                  <a:pt x="41910" y="60197"/>
                </a:lnTo>
                <a:lnTo>
                  <a:pt x="41910" y="59435"/>
                </a:lnTo>
                <a:lnTo>
                  <a:pt x="42672" y="59435"/>
                </a:lnTo>
                <a:lnTo>
                  <a:pt x="44958" y="58782"/>
                </a:lnTo>
                <a:lnTo>
                  <a:pt x="44958" y="49529"/>
                </a:lnTo>
                <a:lnTo>
                  <a:pt x="45720" y="48767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29"/>
                </a:lnTo>
                <a:lnTo>
                  <a:pt x="44958" y="11429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3"/>
                </a:lnTo>
                <a:lnTo>
                  <a:pt x="44958" y="49529"/>
                </a:lnTo>
                <a:lnTo>
                  <a:pt x="44958" y="58782"/>
                </a:lnTo>
                <a:lnTo>
                  <a:pt x="48006" y="57911"/>
                </a:lnTo>
                <a:lnTo>
                  <a:pt x="48768" y="57911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5"/>
                </a:moveTo>
                <a:lnTo>
                  <a:pt x="49530" y="12953"/>
                </a:lnTo>
                <a:lnTo>
                  <a:pt x="49530" y="13389"/>
                </a:lnTo>
                <a:lnTo>
                  <a:pt x="50292" y="13715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3"/>
                </a:lnTo>
                <a:lnTo>
                  <a:pt x="50292" y="47243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7"/>
                </a:lnTo>
                <a:lnTo>
                  <a:pt x="53775" y="44413"/>
                </a:lnTo>
                <a:close/>
              </a:path>
              <a:path w="70485" h="60325">
                <a:moveTo>
                  <a:pt x="54102" y="16001"/>
                </a:moveTo>
                <a:lnTo>
                  <a:pt x="53340" y="15239"/>
                </a:lnTo>
                <a:lnTo>
                  <a:pt x="53775" y="15784"/>
                </a:lnTo>
                <a:lnTo>
                  <a:pt x="54102" y="16001"/>
                </a:lnTo>
                <a:close/>
              </a:path>
              <a:path w="70485" h="60325">
                <a:moveTo>
                  <a:pt x="53775" y="15784"/>
                </a:moveTo>
                <a:lnTo>
                  <a:pt x="53340" y="15239"/>
                </a:lnTo>
                <a:lnTo>
                  <a:pt x="53340" y="15493"/>
                </a:lnTo>
                <a:lnTo>
                  <a:pt x="53775" y="15784"/>
                </a:lnTo>
                <a:close/>
              </a:path>
              <a:path w="70485" h="60325">
                <a:moveTo>
                  <a:pt x="54102" y="44195"/>
                </a:moveTo>
                <a:lnTo>
                  <a:pt x="53775" y="44413"/>
                </a:lnTo>
                <a:lnTo>
                  <a:pt x="53340" y="44957"/>
                </a:lnTo>
                <a:lnTo>
                  <a:pt x="54102" y="44195"/>
                </a:lnTo>
                <a:close/>
              </a:path>
              <a:path w="70485" h="60325">
                <a:moveTo>
                  <a:pt x="54102" y="55625"/>
                </a:moveTo>
                <a:lnTo>
                  <a:pt x="54102" y="44195"/>
                </a:lnTo>
                <a:lnTo>
                  <a:pt x="53340" y="44957"/>
                </a:lnTo>
                <a:lnTo>
                  <a:pt x="53340" y="55952"/>
                </a:lnTo>
                <a:lnTo>
                  <a:pt x="54102" y="55625"/>
                </a:lnTo>
                <a:close/>
              </a:path>
              <a:path w="70485" h="60325">
                <a:moveTo>
                  <a:pt x="67056" y="42671"/>
                </a:moveTo>
                <a:lnTo>
                  <a:pt x="67056" y="17525"/>
                </a:lnTo>
                <a:lnTo>
                  <a:pt x="64008" y="13715"/>
                </a:lnTo>
                <a:lnTo>
                  <a:pt x="64008" y="12953"/>
                </a:lnTo>
                <a:lnTo>
                  <a:pt x="63246" y="12953"/>
                </a:lnTo>
                <a:lnTo>
                  <a:pt x="60198" y="9143"/>
                </a:lnTo>
                <a:lnTo>
                  <a:pt x="59436" y="8381"/>
                </a:lnTo>
                <a:lnTo>
                  <a:pt x="54864" y="5333"/>
                </a:lnTo>
                <a:lnTo>
                  <a:pt x="54102" y="5333"/>
                </a:lnTo>
                <a:lnTo>
                  <a:pt x="54102" y="16001"/>
                </a:lnTo>
                <a:lnTo>
                  <a:pt x="53775" y="15784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859"/>
                </a:lnTo>
                <a:lnTo>
                  <a:pt x="58674" y="22097"/>
                </a:lnTo>
                <a:lnTo>
                  <a:pt x="60198" y="26669"/>
                </a:lnTo>
                <a:lnTo>
                  <a:pt x="60198" y="51815"/>
                </a:lnTo>
                <a:lnTo>
                  <a:pt x="63246" y="48005"/>
                </a:lnTo>
                <a:lnTo>
                  <a:pt x="64008" y="47243"/>
                </a:lnTo>
                <a:lnTo>
                  <a:pt x="67056" y="42671"/>
                </a:lnTo>
                <a:close/>
              </a:path>
              <a:path w="70485" h="60325">
                <a:moveTo>
                  <a:pt x="60198" y="51815"/>
                </a:moveTo>
                <a:lnTo>
                  <a:pt x="60198" y="33527"/>
                </a:lnTo>
                <a:lnTo>
                  <a:pt x="58674" y="38099"/>
                </a:lnTo>
                <a:lnTo>
                  <a:pt x="58674" y="37337"/>
                </a:lnTo>
                <a:lnTo>
                  <a:pt x="56388" y="41909"/>
                </a:lnTo>
                <a:lnTo>
                  <a:pt x="56388" y="41147"/>
                </a:lnTo>
                <a:lnTo>
                  <a:pt x="53775" y="44413"/>
                </a:lnTo>
                <a:lnTo>
                  <a:pt x="54102" y="44195"/>
                </a:lnTo>
                <a:lnTo>
                  <a:pt x="54102" y="55625"/>
                </a:lnTo>
                <a:lnTo>
                  <a:pt x="54864" y="54863"/>
                </a:lnTo>
                <a:lnTo>
                  <a:pt x="59436" y="51815"/>
                </a:lnTo>
                <a:lnTo>
                  <a:pt x="60198" y="51815"/>
                </a:lnTo>
                <a:close/>
              </a:path>
              <a:path w="70485" h="60325">
                <a:moveTo>
                  <a:pt x="69342" y="37337"/>
                </a:moveTo>
                <a:lnTo>
                  <a:pt x="69342" y="23621"/>
                </a:lnTo>
                <a:lnTo>
                  <a:pt x="67056" y="19049"/>
                </a:lnTo>
                <a:lnTo>
                  <a:pt x="67056" y="41909"/>
                </a:lnTo>
                <a:lnTo>
                  <a:pt x="69342" y="37337"/>
                </a:lnTo>
                <a:close/>
              </a:path>
              <a:path w="70485" h="60325">
                <a:moveTo>
                  <a:pt x="70104" y="32765"/>
                </a:moveTo>
                <a:lnTo>
                  <a:pt x="70104" y="26669"/>
                </a:lnTo>
                <a:lnTo>
                  <a:pt x="69342" y="24383"/>
                </a:lnTo>
                <a:lnTo>
                  <a:pt x="69342" y="36575"/>
                </a:lnTo>
                <a:lnTo>
                  <a:pt x="70104" y="32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7A7586DB-A303-448B-A0EF-CC01C35F4024}"/>
              </a:ext>
            </a:extLst>
          </p:cNvPr>
          <p:cNvSpPr/>
          <p:nvPr/>
        </p:nvSpPr>
        <p:spPr>
          <a:xfrm>
            <a:off x="6395378" y="4148201"/>
            <a:ext cx="64247" cy="56776"/>
          </a:xfrm>
          <a:custGeom>
            <a:avLst/>
            <a:gdLst/>
            <a:ahLst/>
            <a:cxnLst/>
            <a:rect l="l" t="t" r="r" b="b"/>
            <a:pathLst>
              <a:path w="54610" h="48260">
                <a:moveTo>
                  <a:pt x="54102" y="24384"/>
                </a:moveTo>
                <a:lnTo>
                  <a:pt x="51970" y="14787"/>
                </a:lnTo>
                <a:lnTo>
                  <a:pt x="46196" y="7048"/>
                </a:lnTo>
                <a:lnTo>
                  <a:pt x="37707" y="1881"/>
                </a:lnTo>
                <a:lnTo>
                  <a:pt x="27432" y="0"/>
                </a:lnTo>
                <a:lnTo>
                  <a:pt x="16716" y="1881"/>
                </a:lnTo>
                <a:lnTo>
                  <a:pt x="8000" y="7048"/>
                </a:lnTo>
                <a:lnTo>
                  <a:pt x="2143" y="14787"/>
                </a:lnTo>
                <a:lnTo>
                  <a:pt x="0" y="24384"/>
                </a:lnTo>
                <a:lnTo>
                  <a:pt x="2143" y="33539"/>
                </a:lnTo>
                <a:lnTo>
                  <a:pt x="8001" y="41052"/>
                </a:lnTo>
                <a:lnTo>
                  <a:pt x="16716" y="46136"/>
                </a:lnTo>
                <a:lnTo>
                  <a:pt x="27432" y="48006"/>
                </a:lnTo>
                <a:lnTo>
                  <a:pt x="37707" y="46136"/>
                </a:lnTo>
                <a:lnTo>
                  <a:pt x="46196" y="41052"/>
                </a:lnTo>
                <a:lnTo>
                  <a:pt x="51970" y="33539"/>
                </a:lnTo>
                <a:lnTo>
                  <a:pt x="54102" y="2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1">
            <a:extLst>
              <a:ext uri="{FF2B5EF4-FFF2-40B4-BE49-F238E27FC236}">
                <a16:creationId xmlns:a16="http://schemas.microsoft.com/office/drawing/2014/main" id="{AD2B45D4-0192-46E0-8C7C-607D3717FBB3}"/>
              </a:ext>
            </a:extLst>
          </p:cNvPr>
          <p:cNvSpPr/>
          <p:nvPr/>
        </p:nvSpPr>
        <p:spPr>
          <a:xfrm>
            <a:off x="6389999" y="4142823"/>
            <a:ext cx="75453" cy="67235"/>
          </a:xfrm>
          <a:custGeom>
            <a:avLst/>
            <a:gdLst/>
            <a:ahLst/>
            <a:cxnLst/>
            <a:rect l="l" t="t" r="r" b="b"/>
            <a:pathLst>
              <a:path w="64135" h="57150">
                <a:moveTo>
                  <a:pt x="762" y="34289"/>
                </a:moveTo>
                <a:lnTo>
                  <a:pt x="761" y="23621"/>
                </a:lnTo>
                <a:lnTo>
                  <a:pt x="0" y="28193"/>
                </a:lnTo>
                <a:lnTo>
                  <a:pt x="0" y="28955"/>
                </a:lnTo>
                <a:lnTo>
                  <a:pt x="762" y="34289"/>
                </a:lnTo>
                <a:close/>
              </a:path>
              <a:path w="64135" h="57150">
                <a:moveTo>
                  <a:pt x="3048" y="39623"/>
                </a:moveTo>
                <a:lnTo>
                  <a:pt x="3047" y="17525"/>
                </a:lnTo>
                <a:lnTo>
                  <a:pt x="2285" y="17525"/>
                </a:lnTo>
                <a:lnTo>
                  <a:pt x="761" y="22097"/>
                </a:lnTo>
                <a:lnTo>
                  <a:pt x="762" y="35051"/>
                </a:lnTo>
                <a:lnTo>
                  <a:pt x="2286" y="39623"/>
                </a:lnTo>
                <a:lnTo>
                  <a:pt x="3048" y="39623"/>
                </a:lnTo>
                <a:close/>
              </a:path>
              <a:path w="64135" h="57150">
                <a:moveTo>
                  <a:pt x="60960" y="40385"/>
                </a:moveTo>
                <a:lnTo>
                  <a:pt x="60960" y="16763"/>
                </a:lnTo>
                <a:lnTo>
                  <a:pt x="58674" y="12953"/>
                </a:lnTo>
                <a:lnTo>
                  <a:pt x="57912" y="12953"/>
                </a:lnTo>
                <a:lnTo>
                  <a:pt x="57912" y="12191"/>
                </a:lnTo>
                <a:lnTo>
                  <a:pt x="54864" y="8381"/>
                </a:lnTo>
                <a:lnTo>
                  <a:pt x="54038" y="8339"/>
                </a:lnTo>
                <a:lnTo>
                  <a:pt x="49530" y="5333"/>
                </a:lnTo>
                <a:lnTo>
                  <a:pt x="49530" y="4571"/>
                </a:lnTo>
                <a:lnTo>
                  <a:pt x="48768" y="4571"/>
                </a:lnTo>
                <a:lnTo>
                  <a:pt x="44196" y="2285"/>
                </a:lnTo>
                <a:lnTo>
                  <a:pt x="43434" y="2285"/>
                </a:lnTo>
                <a:lnTo>
                  <a:pt x="38862" y="761"/>
                </a:lnTo>
                <a:lnTo>
                  <a:pt x="38100" y="761"/>
                </a:lnTo>
                <a:lnTo>
                  <a:pt x="32004" y="0"/>
                </a:lnTo>
                <a:lnTo>
                  <a:pt x="31242" y="0"/>
                </a:lnTo>
                <a:lnTo>
                  <a:pt x="26670" y="653"/>
                </a:lnTo>
                <a:lnTo>
                  <a:pt x="25145" y="761"/>
                </a:lnTo>
                <a:lnTo>
                  <a:pt x="19811" y="2285"/>
                </a:lnTo>
                <a:lnTo>
                  <a:pt x="19049" y="2285"/>
                </a:lnTo>
                <a:lnTo>
                  <a:pt x="14477" y="4571"/>
                </a:lnTo>
                <a:lnTo>
                  <a:pt x="14477" y="5333"/>
                </a:lnTo>
                <a:lnTo>
                  <a:pt x="13715" y="5333"/>
                </a:lnTo>
                <a:lnTo>
                  <a:pt x="9905" y="8381"/>
                </a:lnTo>
                <a:lnTo>
                  <a:pt x="9143" y="8381"/>
                </a:lnTo>
                <a:lnTo>
                  <a:pt x="6095" y="12191"/>
                </a:lnTo>
                <a:lnTo>
                  <a:pt x="5333" y="12953"/>
                </a:lnTo>
                <a:lnTo>
                  <a:pt x="3047" y="16763"/>
                </a:lnTo>
                <a:lnTo>
                  <a:pt x="3048" y="40385"/>
                </a:lnTo>
                <a:lnTo>
                  <a:pt x="5334" y="44195"/>
                </a:lnTo>
                <a:lnTo>
                  <a:pt x="5334" y="44957"/>
                </a:lnTo>
                <a:lnTo>
                  <a:pt x="6096" y="44957"/>
                </a:lnTo>
                <a:lnTo>
                  <a:pt x="9144" y="48767"/>
                </a:lnTo>
                <a:lnTo>
                  <a:pt x="9906" y="48767"/>
                </a:lnTo>
                <a:lnTo>
                  <a:pt x="9906" y="25145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002" y="15239"/>
                </a:lnTo>
                <a:lnTo>
                  <a:pt x="16002" y="16001"/>
                </a:lnTo>
                <a:lnTo>
                  <a:pt x="19050" y="13563"/>
                </a:lnTo>
                <a:lnTo>
                  <a:pt x="19050" y="12953"/>
                </a:lnTo>
                <a:lnTo>
                  <a:pt x="22860" y="11683"/>
                </a:lnTo>
                <a:lnTo>
                  <a:pt x="22860" y="11429"/>
                </a:lnTo>
                <a:lnTo>
                  <a:pt x="26670" y="10159"/>
                </a:lnTo>
                <a:lnTo>
                  <a:pt x="26670" y="9905"/>
                </a:lnTo>
                <a:lnTo>
                  <a:pt x="36576" y="9905"/>
                </a:lnTo>
                <a:lnTo>
                  <a:pt x="36576" y="10123"/>
                </a:lnTo>
                <a:lnTo>
                  <a:pt x="41148" y="11429"/>
                </a:lnTo>
                <a:lnTo>
                  <a:pt x="41148" y="11683"/>
                </a:lnTo>
                <a:lnTo>
                  <a:pt x="44958" y="12953"/>
                </a:lnTo>
                <a:lnTo>
                  <a:pt x="44958" y="13563"/>
                </a:lnTo>
                <a:lnTo>
                  <a:pt x="47244" y="15392"/>
                </a:lnTo>
                <a:lnTo>
                  <a:pt x="47244" y="15239"/>
                </a:lnTo>
                <a:lnTo>
                  <a:pt x="51053" y="19049"/>
                </a:lnTo>
                <a:lnTo>
                  <a:pt x="51053" y="19557"/>
                </a:lnTo>
                <a:lnTo>
                  <a:pt x="52577" y="22097"/>
                </a:lnTo>
                <a:lnTo>
                  <a:pt x="52577" y="21335"/>
                </a:lnTo>
                <a:lnTo>
                  <a:pt x="54102" y="25145"/>
                </a:lnTo>
                <a:lnTo>
                  <a:pt x="54102" y="48767"/>
                </a:lnTo>
                <a:lnTo>
                  <a:pt x="54864" y="48767"/>
                </a:lnTo>
                <a:lnTo>
                  <a:pt x="57912" y="44957"/>
                </a:lnTo>
                <a:lnTo>
                  <a:pt x="58674" y="44195"/>
                </a:lnTo>
                <a:lnTo>
                  <a:pt x="60960" y="40385"/>
                </a:lnTo>
                <a:close/>
              </a:path>
              <a:path w="64135" h="57150">
                <a:moveTo>
                  <a:pt x="13716" y="39623"/>
                </a:moveTo>
                <a:lnTo>
                  <a:pt x="11430" y="35813"/>
                </a:lnTo>
                <a:lnTo>
                  <a:pt x="11430" y="36575"/>
                </a:lnTo>
                <a:lnTo>
                  <a:pt x="9906" y="32003"/>
                </a:lnTo>
                <a:lnTo>
                  <a:pt x="9906" y="49529"/>
                </a:lnTo>
                <a:lnTo>
                  <a:pt x="12954" y="51968"/>
                </a:lnTo>
                <a:lnTo>
                  <a:pt x="12954" y="38861"/>
                </a:lnTo>
                <a:lnTo>
                  <a:pt x="13716" y="39623"/>
                </a:lnTo>
                <a:close/>
              </a:path>
              <a:path w="6413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64135" h="57150">
                <a:moveTo>
                  <a:pt x="19812" y="54863"/>
                </a:moveTo>
                <a:lnTo>
                  <a:pt x="19812" y="44957"/>
                </a:lnTo>
                <a:lnTo>
                  <a:pt x="16002" y="41909"/>
                </a:lnTo>
                <a:lnTo>
                  <a:pt x="16002" y="42671"/>
                </a:lnTo>
                <a:lnTo>
                  <a:pt x="12954" y="38861"/>
                </a:lnTo>
                <a:lnTo>
                  <a:pt x="12954" y="51968"/>
                </a:lnTo>
                <a:lnTo>
                  <a:pt x="13716" y="52577"/>
                </a:lnTo>
                <a:lnTo>
                  <a:pt x="14478" y="52577"/>
                </a:lnTo>
                <a:lnTo>
                  <a:pt x="19050" y="54863"/>
                </a:lnTo>
                <a:lnTo>
                  <a:pt x="19812" y="54863"/>
                </a:lnTo>
                <a:close/>
              </a:path>
              <a:path w="64135" h="57150">
                <a:moveTo>
                  <a:pt x="19812" y="12953"/>
                </a:moveTo>
                <a:lnTo>
                  <a:pt x="19050" y="12953"/>
                </a:lnTo>
                <a:lnTo>
                  <a:pt x="19050" y="13563"/>
                </a:lnTo>
                <a:lnTo>
                  <a:pt x="19812" y="12953"/>
                </a:lnTo>
                <a:close/>
              </a:path>
              <a:path w="64135" h="57150">
                <a:moveTo>
                  <a:pt x="23622" y="56170"/>
                </a:moveTo>
                <a:lnTo>
                  <a:pt x="23622" y="46481"/>
                </a:lnTo>
                <a:lnTo>
                  <a:pt x="19050" y="44195"/>
                </a:lnTo>
                <a:lnTo>
                  <a:pt x="19812" y="44957"/>
                </a:lnTo>
                <a:lnTo>
                  <a:pt x="19812" y="55625"/>
                </a:lnTo>
                <a:lnTo>
                  <a:pt x="23622" y="56170"/>
                </a:lnTo>
                <a:close/>
              </a:path>
              <a:path w="64135" h="57150">
                <a:moveTo>
                  <a:pt x="23622" y="11429"/>
                </a:moveTo>
                <a:lnTo>
                  <a:pt x="22860" y="11429"/>
                </a:lnTo>
                <a:lnTo>
                  <a:pt x="22860" y="11683"/>
                </a:lnTo>
                <a:lnTo>
                  <a:pt x="23622" y="11429"/>
                </a:lnTo>
                <a:close/>
              </a:path>
              <a:path w="64135" h="57150">
                <a:moveTo>
                  <a:pt x="27432" y="47243"/>
                </a:moveTo>
                <a:lnTo>
                  <a:pt x="22860" y="45719"/>
                </a:lnTo>
                <a:lnTo>
                  <a:pt x="23622" y="46481"/>
                </a:lnTo>
                <a:lnTo>
                  <a:pt x="23622" y="56170"/>
                </a:lnTo>
                <a:lnTo>
                  <a:pt x="25146" y="56387"/>
                </a:lnTo>
                <a:lnTo>
                  <a:pt x="25908" y="56387"/>
                </a:lnTo>
                <a:lnTo>
                  <a:pt x="25908" y="57149"/>
                </a:lnTo>
                <a:lnTo>
                  <a:pt x="26670" y="57149"/>
                </a:lnTo>
                <a:lnTo>
                  <a:pt x="26670" y="47243"/>
                </a:lnTo>
                <a:lnTo>
                  <a:pt x="27432" y="47243"/>
                </a:lnTo>
                <a:close/>
              </a:path>
              <a:path w="64135" h="57150">
                <a:moveTo>
                  <a:pt x="27432" y="9905"/>
                </a:moveTo>
                <a:lnTo>
                  <a:pt x="26670" y="9905"/>
                </a:lnTo>
                <a:lnTo>
                  <a:pt x="26670" y="10159"/>
                </a:lnTo>
                <a:lnTo>
                  <a:pt x="27432" y="9905"/>
                </a:lnTo>
                <a:close/>
              </a:path>
              <a:path w="64135" h="57150">
                <a:moveTo>
                  <a:pt x="32004" y="57149"/>
                </a:moveTo>
                <a:lnTo>
                  <a:pt x="32004" y="48005"/>
                </a:lnTo>
                <a:lnTo>
                  <a:pt x="31242" y="48005"/>
                </a:lnTo>
                <a:lnTo>
                  <a:pt x="26670" y="47243"/>
                </a:lnTo>
                <a:lnTo>
                  <a:pt x="26670" y="57149"/>
                </a:lnTo>
                <a:lnTo>
                  <a:pt x="32004" y="57149"/>
                </a:lnTo>
                <a:close/>
              </a:path>
              <a:path w="64135" h="57150">
                <a:moveTo>
                  <a:pt x="31622" y="47951"/>
                </a:moveTo>
                <a:lnTo>
                  <a:pt x="31242" y="47897"/>
                </a:lnTo>
                <a:lnTo>
                  <a:pt x="31622" y="47951"/>
                </a:lnTo>
                <a:close/>
              </a:path>
              <a:path w="64135" h="57150">
                <a:moveTo>
                  <a:pt x="36576" y="57149"/>
                </a:moveTo>
                <a:lnTo>
                  <a:pt x="36576" y="47243"/>
                </a:lnTo>
                <a:lnTo>
                  <a:pt x="31622" y="47951"/>
                </a:lnTo>
                <a:lnTo>
                  <a:pt x="32004" y="48005"/>
                </a:lnTo>
                <a:lnTo>
                  <a:pt x="32004" y="57149"/>
                </a:lnTo>
                <a:lnTo>
                  <a:pt x="36576" y="57149"/>
                </a:lnTo>
                <a:close/>
              </a:path>
              <a:path w="64135" h="57150">
                <a:moveTo>
                  <a:pt x="36576" y="10123"/>
                </a:moveTo>
                <a:lnTo>
                  <a:pt x="36576" y="9905"/>
                </a:lnTo>
                <a:lnTo>
                  <a:pt x="35814" y="9905"/>
                </a:lnTo>
                <a:lnTo>
                  <a:pt x="36576" y="10123"/>
                </a:lnTo>
                <a:close/>
              </a:path>
              <a:path w="64135" h="57150">
                <a:moveTo>
                  <a:pt x="41148" y="45719"/>
                </a:moveTo>
                <a:lnTo>
                  <a:pt x="35814" y="47243"/>
                </a:lnTo>
                <a:lnTo>
                  <a:pt x="36576" y="47243"/>
                </a:lnTo>
                <a:lnTo>
                  <a:pt x="36576" y="57149"/>
                </a:lnTo>
                <a:lnTo>
                  <a:pt x="38100" y="57149"/>
                </a:lnTo>
                <a:lnTo>
                  <a:pt x="38100" y="56387"/>
                </a:lnTo>
                <a:lnTo>
                  <a:pt x="38862" y="56387"/>
                </a:lnTo>
                <a:lnTo>
                  <a:pt x="40386" y="56133"/>
                </a:lnTo>
                <a:lnTo>
                  <a:pt x="40386" y="46481"/>
                </a:lnTo>
                <a:lnTo>
                  <a:pt x="41148" y="45719"/>
                </a:lnTo>
                <a:close/>
              </a:path>
              <a:path w="64135" h="57150">
                <a:moveTo>
                  <a:pt x="41148" y="11683"/>
                </a:moveTo>
                <a:lnTo>
                  <a:pt x="41148" y="11429"/>
                </a:lnTo>
                <a:lnTo>
                  <a:pt x="40386" y="11429"/>
                </a:lnTo>
                <a:lnTo>
                  <a:pt x="41148" y="11683"/>
                </a:lnTo>
                <a:close/>
              </a:path>
              <a:path w="64135" h="57150">
                <a:moveTo>
                  <a:pt x="44958" y="44195"/>
                </a:moveTo>
                <a:lnTo>
                  <a:pt x="40386" y="46481"/>
                </a:lnTo>
                <a:lnTo>
                  <a:pt x="40386" y="56133"/>
                </a:lnTo>
                <a:lnTo>
                  <a:pt x="43434" y="55625"/>
                </a:lnTo>
                <a:lnTo>
                  <a:pt x="44196" y="54863"/>
                </a:lnTo>
                <a:lnTo>
                  <a:pt x="44196" y="44957"/>
                </a:lnTo>
                <a:lnTo>
                  <a:pt x="44958" y="44195"/>
                </a:lnTo>
                <a:close/>
              </a:path>
              <a:path w="64135" h="57150">
                <a:moveTo>
                  <a:pt x="44958" y="13563"/>
                </a:moveTo>
                <a:lnTo>
                  <a:pt x="44958" y="12953"/>
                </a:lnTo>
                <a:lnTo>
                  <a:pt x="44196" y="12953"/>
                </a:lnTo>
                <a:lnTo>
                  <a:pt x="44958" y="13563"/>
                </a:lnTo>
                <a:close/>
              </a:path>
              <a:path w="64135" h="57150">
                <a:moveTo>
                  <a:pt x="48005" y="41909"/>
                </a:moveTo>
                <a:lnTo>
                  <a:pt x="44196" y="44957"/>
                </a:lnTo>
                <a:lnTo>
                  <a:pt x="44196" y="54863"/>
                </a:lnTo>
                <a:lnTo>
                  <a:pt x="47244" y="53339"/>
                </a:lnTo>
                <a:lnTo>
                  <a:pt x="47244" y="42671"/>
                </a:lnTo>
                <a:lnTo>
                  <a:pt x="48005" y="41909"/>
                </a:lnTo>
                <a:close/>
              </a:path>
              <a:path w="64135" h="57150">
                <a:moveTo>
                  <a:pt x="48005" y="16001"/>
                </a:moveTo>
                <a:lnTo>
                  <a:pt x="47244" y="15239"/>
                </a:lnTo>
                <a:lnTo>
                  <a:pt x="47244" y="15392"/>
                </a:lnTo>
                <a:lnTo>
                  <a:pt x="48005" y="16001"/>
                </a:lnTo>
                <a:close/>
              </a:path>
              <a:path w="64135" h="57150">
                <a:moveTo>
                  <a:pt x="51053" y="51561"/>
                </a:moveTo>
                <a:lnTo>
                  <a:pt x="51053" y="38861"/>
                </a:lnTo>
                <a:lnTo>
                  <a:pt x="47244" y="42671"/>
                </a:lnTo>
                <a:lnTo>
                  <a:pt x="47244" y="53339"/>
                </a:lnTo>
                <a:lnTo>
                  <a:pt x="48768" y="52577"/>
                </a:lnTo>
                <a:lnTo>
                  <a:pt x="49530" y="52577"/>
                </a:lnTo>
                <a:lnTo>
                  <a:pt x="51053" y="51561"/>
                </a:lnTo>
                <a:close/>
              </a:path>
              <a:path w="64135" h="57150">
                <a:moveTo>
                  <a:pt x="51053" y="19557"/>
                </a:moveTo>
                <a:lnTo>
                  <a:pt x="51053" y="19049"/>
                </a:lnTo>
                <a:lnTo>
                  <a:pt x="50292" y="18287"/>
                </a:lnTo>
                <a:lnTo>
                  <a:pt x="51053" y="19557"/>
                </a:lnTo>
                <a:close/>
              </a:path>
              <a:path w="64135" h="57150">
                <a:moveTo>
                  <a:pt x="54102" y="49529"/>
                </a:moveTo>
                <a:lnTo>
                  <a:pt x="54102" y="32003"/>
                </a:lnTo>
                <a:lnTo>
                  <a:pt x="52577" y="36575"/>
                </a:lnTo>
                <a:lnTo>
                  <a:pt x="52577" y="35813"/>
                </a:lnTo>
                <a:lnTo>
                  <a:pt x="50292" y="39623"/>
                </a:lnTo>
                <a:lnTo>
                  <a:pt x="51053" y="38861"/>
                </a:lnTo>
                <a:lnTo>
                  <a:pt x="51053" y="51561"/>
                </a:lnTo>
                <a:lnTo>
                  <a:pt x="54102" y="49529"/>
                </a:lnTo>
                <a:close/>
              </a:path>
              <a:path w="64135" h="57150">
                <a:moveTo>
                  <a:pt x="54102" y="28193"/>
                </a:moveTo>
                <a:lnTo>
                  <a:pt x="54102" y="25145"/>
                </a:lnTo>
                <a:lnTo>
                  <a:pt x="53340" y="24383"/>
                </a:lnTo>
                <a:lnTo>
                  <a:pt x="54038" y="28574"/>
                </a:lnTo>
                <a:lnTo>
                  <a:pt x="54102" y="28193"/>
                </a:lnTo>
                <a:close/>
              </a:path>
              <a:path w="64135" h="57150">
                <a:moveTo>
                  <a:pt x="54102" y="32003"/>
                </a:moveTo>
                <a:lnTo>
                  <a:pt x="54102" y="28955"/>
                </a:lnTo>
                <a:lnTo>
                  <a:pt x="54038" y="28574"/>
                </a:lnTo>
                <a:lnTo>
                  <a:pt x="53340" y="32765"/>
                </a:lnTo>
                <a:lnTo>
                  <a:pt x="54102" y="32003"/>
                </a:lnTo>
                <a:close/>
              </a:path>
              <a:path w="64135" h="57150">
                <a:moveTo>
                  <a:pt x="54102" y="28955"/>
                </a:moveTo>
                <a:lnTo>
                  <a:pt x="54102" y="28193"/>
                </a:lnTo>
                <a:lnTo>
                  <a:pt x="54038" y="28574"/>
                </a:lnTo>
                <a:lnTo>
                  <a:pt x="54102" y="28955"/>
                </a:lnTo>
                <a:close/>
              </a:path>
              <a:path w="64135" h="57150">
                <a:moveTo>
                  <a:pt x="63246" y="35051"/>
                </a:moveTo>
                <a:lnTo>
                  <a:pt x="63246" y="22859"/>
                </a:lnTo>
                <a:lnTo>
                  <a:pt x="62484" y="22097"/>
                </a:lnTo>
                <a:lnTo>
                  <a:pt x="60960" y="17525"/>
                </a:lnTo>
                <a:lnTo>
                  <a:pt x="60960" y="39623"/>
                </a:lnTo>
                <a:lnTo>
                  <a:pt x="62484" y="35051"/>
                </a:lnTo>
                <a:lnTo>
                  <a:pt x="63246" y="35051"/>
                </a:lnTo>
                <a:close/>
              </a:path>
              <a:path w="64135" h="57150">
                <a:moveTo>
                  <a:pt x="64008" y="28955"/>
                </a:moveTo>
                <a:lnTo>
                  <a:pt x="64008" y="28193"/>
                </a:lnTo>
                <a:lnTo>
                  <a:pt x="63246" y="23621"/>
                </a:lnTo>
                <a:lnTo>
                  <a:pt x="63246" y="34289"/>
                </a:lnTo>
                <a:lnTo>
                  <a:pt x="64008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2">
            <a:extLst>
              <a:ext uri="{FF2B5EF4-FFF2-40B4-BE49-F238E27FC236}">
                <a16:creationId xmlns:a16="http://schemas.microsoft.com/office/drawing/2014/main" id="{22EF9AD1-4FFB-46D7-96FC-F783EBAB125F}"/>
              </a:ext>
            </a:extLst>
          </p:cNvPr>
          <p:cNvSpPr/>
          <p:nvPr/>
        </p:nvSpPr>
        <p:spPr>
          <a:xfrm>
            <a:off x="5403880" y="3425648"/>
            <a:ext cx="82475" cy="806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3">
            <a:extLst>
              <a:ext uri="{FF2B5EF4-FFF2-40B4-BE49-F238E27FC236}">
                <a16:creationId xmlns:a16="http://schemas.microsoft.com/office/drawing/2014/main" id="{8BD9DE8F-3C2D-404A-87C6-2E1C03BA5A1A}"/>
              </a:ext>
            </a:extLst>
          </p:cNvPr>
          <p:cNvSpPr/>
          <p:nvPr/>
        </p:nvSpPr>
        <p:spPr>
          <a:xfrm>
            <a:off x="7824351" y="4591059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10"/>
                </a:moveTo>
                <a:lnTo>
                  <a:pt x="3047" y="18288"/>
                </a:lnTo>
                <a:lnTo>
                  <a:pt x="1523" y="21336"/>
                </a:lnTo>
                <a:lnTo>
                  <a:pt x="0" y="27432"/>
                </a:lnTo>
                <a:lnTo>
                  <a:pt x="0" y="30480"/>
                </a:lnTo>
                <a:lnTo>
                  <a:pt x="762" y="33528"/>
                </a:lnTo>
                <a:lnTo>
                  <a:pt x="762" y="36576"/>
                </a:lnTo>
                <a:lnTo>
                  <a:pt x="2286" y="39624"/>
                </a:lnTo>
                <a:lnTo>
                  <a:pt x="3048" y="41910"/>
                </a:lnTo>
                <a:close/>
              </a:path>
              <a:path w="70485" h="60325">
                <a:moveTo>
                  <a:pt x="6096" y="47244"/>
                </a:moveTo>
                <a:lnTo>
                  <a:pt x="6095" y="13716"/>
                </a:lnTo>
                <a:lnTo>
                  <a:pt x="3047" y="17526"/>
                </a:lnTo>
                <a:lnTo>
                  <a:pt x="3048" y="42672"/>
                </a:lnTo>
                <a:lnTo>
                  <a:pt x="6096" y="47244"/>
                </a:lnTo>
                <a:close/>
              </a:path>
              <a:path w="70485" h="60325">
                <a:moveTo>
                  <a:pt x="54102" y="16002"/>
                </a:move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001" y="4572"/>
                </a:lnTo>
                <a:lnTo>
                  <a:pt x="16001" y="5334"/>
                </a:lnTo>
                <a:lnTo>
                  <a:pt x="15239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10667" y="9144"/>
                </a:lnTo>
                <a:lnTo>
                  <a:pt x="6857" y="12954"/>
                </a:lnTo>
                <a:lnTo>
                  <a:pt x="6095" y="12954"/>
                </a:lnTo>
                <a:lnTo>
                  <a:pt x="6096" y="48006"/>
                </a:lnTo>
                <a:lnTo>
                  <a:pt x="6858" y="48006"/>
                </a:lnTo>
                <a:lnTo>
                  <a:pt x="9906" y="51054"/>
                </a:lnTo>
                <a:lnTo>
                  <a:pt x="9906" y="25908"/>
                </a:lnTo>
                <a:lnTo>
                  <a:pt x="10668" y="24384"/>
                </a:lnTo>
                <a:lnTo>
                  <a:pt x="11430" y="22098"/>
                </a:lnTo>
                <a:lnTo>
                  <a:pt x="11430" y="22860"/>
                </a:lnTo>
                <a:lnTo>
                  <a:pt x="13716" y="19050"/>
                </a:lnTo>
                <a:lnTo>
                  <a:pt x="13716" y="19812"/>
                </a:lnTo>
                <a:lnTo>
                  <a:pt x="16763" y="16764"/>
                </a:lnTo>
                <a:lnTo>
                  <a:pt x="16763" y="16002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4102" y="16002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8"/>
                </a:lnTo>
                <a:lnTo>
                  <a:pt x="13716" y="41148"/>
                </a:lnTo>
                <a:lnTo>
                  <a:pt x="13716" y="41910"/>
                </a:lnTo>
                <a:lnTo>
                  <a:pt x="11430" y="37338"/>
                </a:lnTo>
                <a:lnTo>
                  <a:pt x="11430" y="38100"/>
                </a:lnTo>
                <a:lnTo>
                  <a:pt x="10668" y="35814"/>
                </a:lnTo>
                <a:lnTo>
                  <a:pt x="9906" y="34290"/>
                </a:lnTo>
                <a:lnTo>
                  <a:pt x="9906" y="51054"/>
                </a:lnTo>
                <a:lnTo>
                  <a:pt x="11430" y="52578"/>
                </a:lnTo>
                <a:lnTo>
                  <a:pt x="15240" y="55626"/>
                </a:lnTo>
                <a:lnTo>
                  <a:pt x="16002" y="55626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6002"/>
                </a:moveTo>
                <a:lnTo>
                  <a:pt x="16763" y="16002"/>
                </a:lnTo>
                <a:lnTo>
                  <a:pt x="16763" y="16764"/>
                </a:lnTo>
                <a:lnTo>
                  <a:pt x="17526" y="16002"/>
                </a:lnTo>
                <a:close/>
              </a:path>
              <a:path w="70485" h="60325">
                <a:moveTo>
                  <a:pt x="21336" y="47244"/>
                </a:moveTo>
                <a:lnTo>
                  <a:pt x="16763" y="44196"/>
                </a:lnTo>
                <a:lnTo>
                  <a:pt x="17526" y="44958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4"/>
                </a:lnTo>
                <a:lnTo>
                  <a:pt x="21336" y="47244"/>
                </a:lnTo>
                <a:close/>
              </a:path>
              <a:path w="70485" h="60325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60325">
                <a:moveTo>
                  <a:pt x="25146" y="59436"/>
                </a:moveTo>
                <a:lnTo>
                  <a:pt x="25146" y="49530"/>
                </a:lnTo>
                <a:lnTo>
                  <a:pt x="20574" y="47244"/>
                </a:lnTo>
                <a:lnTo>
                  <a:pt x="20574" y="57585"/>
                </a:lnTo>
                <a:lnTo>
                  <a:pt x="21336" y="57912"/>
                </a:lnTo>
                <a:lnTo>
                  <a:pt x="22098" y="57912"/>
                </a:lnTo>
                <a:lnTo>
                  <a:pt x="22098" y="58674"/>
                </a:lnTo>
                <a:lnTo>
                  <a:pt x="25146" y="59436"/>
                </a:lnTo>
                <a:close/>
              </a:path>
              <a:path w="70485" h="60325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60325">
                <a:moveTo>
                  <a:pt x="30480" y="50292"/>
                </a:moveTo>
                <a:lnTo>
                  <a:pt x="24384" y="48768"/>
                </a:lnTo>
                <a:lnTo>
                  <a:pt x="25146" y="49530"/>
                </a:lnTo>
                <a:lnTo>
                  <a:pt x="25146" y="59436"/>
                </a:lnTo>
                <a:lnTo>
                  <a:pt x="28194" y="60198"/>
                </a:lnTo>
                <a:lnTo>
                  <a:pt x="29718" y="60198"/>
                </a:lnTo>
                <a:lnTo>
                  <a:pt x="29718" y="50292"/>
                </a:lnTo>
                <a:lnTo>
                  <a:pt x="30480" y="50292"/>
                </a:lnTo>
                <a:close/>
              </a:path>
              <a:path w="70485" h="60325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60325">
                <a:moveTo>
                  <a:pt x="35814" y="60198"/>
                </a:moveTo>
                <a:lnTo>
                  <a:pt x="35814" y="51054"/>
                </a:lnTo>
                <a:lnTo>
                  <a:pt x="35052" y="51054"/>
                </a:lnTo>
                <a:lnTo>
                  <a:pt x="29718" y="50292"/>
                </a:lnTo>
                <a:lnTo>
                  <a:pt x="29718" y="60198"/>
                </a:lnTo>
                <a:lnTo>
                  <a:pt x="35814" y="60198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8"/>
                </a:moveTo>
                <a:lnTo>
                  <a:pt x="41148" y="50292"/>
                </a:lnTo>
                <a:lnTo>
                  <a:pt x="35433" y="51006"/>
                </a:lnTo>
                <a:lnTo>
                  <a:pt x="35814" y="51054"/>
                </a:lnTo>
                <a:lnTo>
                  <a:pt x="35814" y="60198"/>
                </a:lnTo>
                <a:lnTo>
                  <a:pt x="41148" y="60198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8"/>
                </a:moveTo>
                <a:lnTo>
                  <a:pt x="40386" y="50292"/>
                </a:lnTo>
                <a:lnTo>
                  <a:pt x="41148" y="50292"/>
                </a:lnTo>
                <a:lnTo>
                  <a:pt x="41148" y="60198"/>
                </a:lnTo>
                <a:lnTo>
                  <a:pt x="42672" y="60198"/>
                </a:lnTo>
                <a:lnTo>
                  <a:pt x="44958" y="59544"/>
                </a:lnTo>
                <a:lnTo>
                  <a:pt x="44958" y="49530"/>
                </a:lnTo>
                <a:lnTo>
                  <a:pt x="45720" y="48768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4"/>
                </a:lnTo>
                <a:lnTo>
                  <a:pt x="44958" y="49530"/>
                </a:lnTo>
                <a:lnTo>
                  <a:pt x="44958" y="59544"/>
                </a:lnTo>
                <a:lnTo>
                  <a:pt x="48006" y="58674"/>
                </a:lnTo>
                <a:lnTo>
                  <a:pt x="48006" y="57912"/>
                </a:lnTo>
                <a:lnTo>
                  <a:pt x="48768" y="57912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4"/>
                </a:lnTo>
                <a:lnTo>
                  <a:pt x="50292" y="47244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8"/>
                </a:lnTo>
                <a:lnTo>
                  <a:pt x="53775" y="44413"/>
                </a:lnTo>
                <a:close/>
              </a:path>
              <a:path w="70485" h="60325">
                <a:moveTo>
                  <a:pt x="64008" y="48006"/>
                </a:moveTo>
                <a:lnTo>
                  <a:pt x="64008" y="12954"/>
                </a:lnTo>
                <a:lnTo>
                  <a:pt x="63246" y="12954"/>
                </a:lnTo>
                <a:lnTo>
                  <a:pt x="60198" y="9144"/>
                </a:lnTo>
                <a:lnTo>
                  <a:pt x="59436" y="9144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5334"/>
                </a:lnTo>
                <a:lnTo>
                  <a:pt x="54102" y="16002"/>
                </a:lnTo>
                <a:lnTo>
                  <a:pt x="53340" y="16002"/>
                </a:lnTo>
                <a:lnTo>
                  <a:pt x="56388" y="19812"/>
                </a:lnTo>
                <a:lnTo>
                  <a:pt x="56388" y="19050"/>
                </a:lnTo>
                <a:lnTo>
                  <a:pt x="58674" y="22860"/>
                </a:lnTo>
                <a:lnTo>
                  <a:pt x="58674" y="22098"/>
                </a:lnTo>
                <a:lnTo>
                  <a:pt x="60198" y="26670"/>
                </a:lnTo>
                <a:lnTo>
                  <a:pt x="60198" y="51816"/>
                </a:lnTo>
                <a:lnTo>
                  <a:pt x="63246" y="48006"/>
                </a:lnTo>
                <a:lnTo>
                  <a:pt x="64008" y="48006"/>
                </a:lnTo>
                <a:close/>
              </a:path>
              <a:path w="70485" h="60325">
                <a:moveTo>
                  <a:pt x="54102" y="44196"/>
                </a:moveTo>
                <a:lnTo>
                  <a:pt x="53775" y="44413"/>
                </a:lnTo>
                <a:lnTo>
                  <a:pt x="53340" y="44958"/>
                </a:lnTo>
                <a:lnTo>
                  <a:pt x="54102" y="44196"/>
                </a:lnTo>
                <a:close/>
              </a:path>
              <a:path w="70485" h="60325">
                <a:moveTo>
                  <a:pt x="54102" y="55626"/>
                </a:moveTo>
                <a:lnTo>
                  <a:pt x="54102" y="44196"/>
                </a:lnTo>
                <a:lnTo>
                  <a:pt x="53340" y="44958"/>
                </a:lnTo>
                <a:lnTo>
                  <a:pt x="53340" y="55952"/>
                </a:lnTo>
                <a:lnTo>
                  <a:pt x="54102" y="55626"/>
                </a:lnTo>
                <a:close/>
              </a:path>
              <a:path w="70485" h="60325">
                <a:moveTo>
                  <a:pt x="60198" y="51816"/>
                </a:moveTo>
                <a:lnTo>
                  <a:pt x="60198" y="33528"/>
                </a:lnTo>
                <a:lnTo>
                  <a:pt x="58674" y="38862"/>
                </a:lnTo>
                <a:lnTo>
                  <a:pt x="58674" y="37338"/>
                </a:lnTo>
                <a:lnTo>
                  <a:pt x="56388" y="41910"/>
                </a:lnTo>
                <a:lnTo>
                  <a:pt x="56388" y="41148"/>
                </a:lnTo>
                <a:lnTo>
                  <a:pt x="53775" y="44413"/>
                </a:lnTo>
                <a:lnTo>
                  <a:pt x="54102" y="44196"/>
                </a:lnTo>
                <a:lnTo>
                  <a:pt x="54102" y="55626"/>
                </a:lnTo>
                <a:lnTo>
                  <a:pt x="54864" y="55626"/>
                </a:lnTo>
                <a:lnTo>
                  <a:pt x="59436" y="52578"/>
                </a:lnTo>
                <a:lnTo>
                  <a:pt x="59436" y="51816"/>
                </a:lnTo>
                <a:lnTo>
                  <a:pt x="60198" y="51816"/>
                </a:lnTo>
                <a:close/>
              </a:path>
              <a:path w="70485" h="60325">
                <a:moveTo>
                  <a:pt x="67056" y="42672"/>
                </a:moveTo>
                <a:lnTo>
                  <a:pt x="67056" y="17526"/>
                </a:lnTo>
                <a:lnTo>
                  <a:pt x="64008" y="13716"/>
                </a:lnTo>
                <a:lnTo>
                  <a:pt x="64008" y="47244"/>
                </a:lnTo>
                <a:lnTo>
                  <a:pt x="67056" y="42672"/>
                </a:lnTo>
                <a:close/>
              </a:path>
              <a:path w="70485" h="60325">
                <a:moveTo>
                  <a:pt x="69342" y="37338"/>
                </a:moveTo>
                <a:lnTo>
                  <a:pt x="69342" y="23622"/>
                </a:lnTo>
                <a:lnTo>
                  <a:pt x="67056" y="19050"/>
                </a:lnTo>
                <a:lnTo>
                  <a:pt x="67056" y="41910"/>
                </a:lnTo>
                <a:lnTo>
                  <a:pt x="69342" y="37338"/>
                </a:lnTo>
                <a:close/>
              </a:path>
              <a:path w="70485" h="60325">
                <a:moveTo>
                  <a:pt x="70104" y="33528"/>
                </a:moveTo>
                <a:lnTo>
                  <a:pt x="70104" y="26670"/>
                </a:lnTo>
                <a:lnTo>
                  <a:pt x="69342" y="24384"/>
                </a:lnTo>
                <a:lnTo>
                  <a:pt x="69342" y="36576"/>
                </a:lnTo>
                <a:lnTo>
                  <a:pt x="7010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24">
            <a:extLst>
              <a:ext uri="{FF2B5EF4-FFF2-40B4-BE49-F238E27FC236}">
                <a16:creationId xmlns:a16="http://schemas.microsoft.com/office/drawing/2014/main" id="{6238FF21-DAB3-4230-B549-BC474CCC3D6D}"/>
              </a:ext>
            </a:extLst>
          </p:cNvPr>
          <p:cNvSpPr/>
          <p:nvPr/>
        </p:nvSpPr>
        <p:spPr>
          <a:xfrm>
            <a:off x="6392687" y="4977438"/>
            <a:ext cx="73511" cy="681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25">
            <a:extLst>
              <a:ext uri="{FF2B5EF4-FFF2-40B4-BE49-F238E27FC236}">
                <a16:creationId xmlns:a16="http://schemas.microsoft.com/office/drawing/2014/main" id="{BAD30CF5-9D64-401B-990B-D9E01D0E120E}"/>
              </a:ext>
            </a:extLst>
          </p:cNvPr>
          <p:cNvSpPr/>
          <p:nvPr/>
        </p:nvSpPr>
        <p:spPr>
          <a:xfrm>
            <a:off x="8882185" y="3548575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906"/>
                </a:moveTo>
                <a:lnTo>
                  <a:pt x="18288" y="15906"/>
                </a:lnTo>
                <a:lnTo>
                  <a:pt x="18288" y="5238"/>
                </a:lnTo>
                <a:lnTo>
                  <a:pt x="12954" y="8286"/>
                </a:lnTo>
                <a:lnTo>
                  <a:pt x="12954" y="9048"/>
                </a:lnTo>
                <a:lnTo>
                  <a:pt x="8382" y="12858"/>
                </a:lnTo>
                <a:lnTo>
                  <a:pt x="7620" y="12858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1524" y="24288"/>
                </a:lnTo>
                <a:lnTo>
                  <a:pt x="0" y="28860"/>
                </a:lnTo>
                <a:lnTo>
                  <a:pt x="0" y="35718"/>
                </a:lnTo>
                <a:lnTo>
                  <a:pt x="1524" y="41814"/>
                </a:lnTo>
                <a:lnTo>
                  <a:pt x="4572" y="47910"/>
                </a:lnTo>
                <a:lnTo>
                  <a:pt x="6096" y="50196"/>
                </a:lnTo>
                <a:lnTo>
                  <a:pt x="7620" y="51720"/>
                </a:lnTo>
                <a:lnTo>
                  <a:pt x="7620" y="52482"/>
                </a:lnTo>
                <a:lnTo>
                  <a:pt x="8382" y="52482"/>
                </a:lnTo>
                <a:lnTo>
                  <a:pt x="9906" y="53701"/>
                </a:lnTo>
                <a:lnTo>
                  <a:pt x="9906" y="31146"/>
                </a:lnTo>
                <a:lnTo>
                  <a:pt x="10668" y="26574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8954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62229">
                <a:moveTo>
                  <a:pt x="18288" y="58578"/>
                </a:moveTo>
                <a:lnTo>
                  <a:pt x="18288" y="48672"/>
                </a:lnTo>
                <a:lnTo>
                  <a:pt x="14478" y="44862"/>
                </a:lnTo>
                <a:lnTo>
                  <a:pt x="14478" y="45624"/>
                </a:lnTo>
                <a:lnTo>
                  <a:pt x="12954" y="44100"/>
                </a:lnTo>
                <a:lnTo>
                  <a:pt x="12192" y="41814"/>
                </a:lnTo>
                <a:lnTo>
                  <a:pt x="10668" y="40290"/>
                </a:lnTo>
                <a:lnTo>
                  <a:pt x="10668" y="38766"/>
                </a:lnTo>
                <a:lnTo>
                  <a:pt x="9906" y="36480"/>
                </a:lnTo>
                <a:lnTo>
                  <a:pt x="9906" y="53701"/>
                </a:lnTo>
                <a:lnTo>
                  <a:pt x="12192" y="55530"/>
                </a:lnTo>
                <a:lnTo>
                  <a:pt x="12192" y="56292"/>
                </a:lnTo>
                <a:lnTo>
                  <a:pt x="12954" y="56292"/>
                </a:lnTo>
                <a:lnTo>
                  <a:pt x="17526" y="58578"/>
                </a:lnTo>
                <a:lnTo>
                  <a:pt x="18288" y="58578"/>
                </a:lnTo>
                <a:close/>
              </a:path>
              <a:path w="68579" h="62229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62229">
                <a:moveTo>
                  <a:pt x="22098" y="50196"/>
                </a:moveTo>
                <a:lnTo>
                  <a:pt x="17526" y="47910"/>
                </a:lnTo>
                <a:lnTo>
                  <a:pt x="18288" y="48672"/>
                </a:lnTo>
                <a:lnTo>
                  <a:pt x="18288" y="59340"/>
                </a:lnTo>
                <a:lnTo>
                  <a:pt x="19050" y="59340"/>
                </a:lnTo>
                <a:lnTo>
                  <a:pt x="21336" y="60102"/>
                </a:lnTo>
                <a:lnTo>
                  <a:pt x="21336" y="50196"/>
                </a:lnTo>
                <a:lnTo>
                  <a:pt x="22098" y="50196"/>
                </a:lnTo>
                <a:close/>
              </a:path>
              <a:path w="68579" h="62229">
                <a:moveTo>
                  <a:pt x="60960" y="48672"/>
                </a:moveTo>
                <a:lnTo>
                  <a:pt x="60960" y="8286"/>
                </a:lnTo>
                <a:lnTo>
                  <a:pt x="56388" y="5238"/>
                </a:lnTo>
                <a:lnTo>
                  <a:pt x="55626" y="5238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146" y="2190"/>
                </a:lnTo>
                <a:lnTo>
                  <a:pt x="24384" y="2190"/>
                </a:lnTo>
                <a:lnTo>
                  <a:pt x="19050" y="4476"/>
                </a:lnTo>
                <a:lnTo>
                  <a:pt x="18288" y="4476"/>
                </a:lnTo>
                <a:lnTo>
                  <a:pt x="18288" y="15906"/>
                </a:lnTo>
                <a:lnTo>
                  <a:pt x="23622" y="12858"/>
                </a:lnTo>
                <a:lnTo>
                  <a:pt x="23622" y="13185"/>
                </a:lnTo>
                <a:lnTo>
                  <a:pt x="28194" y="10572"/>
                </a:lnTo>
                <a:lnTo>
                  <a:pt x="28194" y="11144"/>
                </a:lnTo>
                <a:lnTo>
                  <a:pt x="32766" y="10001"/>
                </a:lnTo>
                <a:lnTo>
                  <a:pt x="32766" y="9810"/>
                </a:lnTo>
                <a:lnTo>
                  <a:pt x="37338" y="9239"/>
                </a:lnTo>
                <a:lnTo>
                  <a:pt x="37338" y="9048"/>
                </a:lnTo>
                <a:lnTo>
                  <a:pt x="38862" y="9048"/>
                </a:lnTo>
                <a:lnTo>
                  <a:pt x="38862" y="9239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987"/>
                </a:lnTo>
                <a:lnTo>
                  <a:pt x="50292" y="12967"/>
                </a:lnTo>
                <a:lnTo>
                  <a:pt x="51816" y="13620"/>
                </a:lnTo>
                <a:lnTo>
                  <a:pt x="51816" y="13874"/>
                </a:lnTo>
                <a:lnTo>
                  <a:pt x="54102" y="15398"/>
                </a:lnTo>
                <a:lnTo>
                  <a:pt x="54102" y="15144"/>
                </a:lnTo>
                <a:lnTo>
                  <a:pt x="54864" y="15906"/>
                </a:lnTo>
                <a:lnTo>
                  <a:pt x="54864" y="16097"/>
                </a:lnTo>
                <a:lnTo>
                  <a:pt x="57150" y="18954"/>
                </a:lnTo>
                <a:lnTo>
                  <a:pt x="57150" y="20097"/>
                </a:lnTo>
                <a:lnTo>
                  <a:pt x="57912" y="21240"/>
                </a:lnTo>
                <a:lnTo>
                  <a:pt x="58674" y="22764"/>
                </a:lnTo>
                <a:lnTo>
                  <a:pt x="59436" y="25050"/>
                </a:lnTo>
                <a:lnTo>
                  <a:pt x="59436" y="49434"/>
                </a:lnTo>
                <a:lnTo>
                  <a:pt x="60198" y="48672"/>
                </a:lnTo>
                <a:lnTo>
                  <a:pt x="60960" y="48672"/>
                </a:lnTo>
                <a:close/>
              </a:path>
              <a:path w="68579" h="62229">
                <a:moveTo>
                  <a:pt x="26670" y="61150"/>
                </a:moveTo>
                <a:lnTo>
                  <a:pt x="26670" y="51720"/>
                </a:lnTo>
                <a:lnTo>
                  <a:pt x="21336" y="50196"/>
                </a:lnTo>
                <a:lnTo>
                  <a:pt x="21336" y="60102"/>
                </a:lnTo>
                <a:lnTo>
                  <a:pt x="23622" y="60864"/>
                </a:lnTo>
                <a:lnTo>
                  <a:pt x="25146" y="60960"/>
                </a:lnTo>
                <a:lnTo>
                  <a:pt x="26670" y="61150"/>
                </a:lnTo>
                <a:close/>
              </a:path>
              <a:path w="68579" h="62229">
                <a:moveTo>
                  <a:pt x="23622" y="13185"/>
                </a:moveTo>
                <a:lnTo>
                  <a:pt x="23622" y="12858"/>
                </a:lnTo>
                <a:lnTo>
                  <a:pt x="22860" y="13620"/>
                </a:lnTo>
                <a:lnTo>
                  <a:pt x="23622" y="13185"/>
                </a:lnTo>
                <a:close/>
              </a:path>
              <a:path w="68579" h="62229">
                <a:moveTo>
                  <a:pt x="36576" y="60960"/>
                </a:moveTo>
                <a:lnTo>
                  <a:pt x="36576" y="51720"/>
                </a:lnTo>
                <a:lnTo>
                  <a:pt x="30480" y="51720"/>
                </a:lnTo>
                <a:lnTo>
                  <a:pt x="25908" y="50958"/>
                </a:lnTo>
                <a:lnTo>
                  <a:pt x="26670" y="51720"/>
                </a:lnTo>
                <a:lnTo>
                  <a:pt x="26670" y="61150"/>
                </a:lnTo>
                <a:lnTo>
                  <a:pt x="30480" y="61626"/>
                </a:lnTo>
                <a:lnTo>
                  <a:pt x="32004" y="61531"/>
                </a:lnTo>
                <a:lnTo>
                  <a:pt x="36576" y="60960"/>
                </a:lnTo>
                <a:close/>
              </a:path>
              <a:path w="68579" h="62229">
                <a:moveTo>
                  <a:pt x="28194" y="11144"/>
                </a:moveTo>
                <a:lnTo>
                  <a:pt x="28194" y="10572"/>
                </a:lnTo>
                <a:lnTo>
                  <a:pt x="27432" y="11334"/>
                </a:lnTo>
                <a:lnTo>
                  <a:pt x="28194" y="11144"/>
                </a:lnTo>
                <a:close/>
              </a:path>
              <a:path w="68579" h="62229">
                <a:moveTo>
                  <a:pt x="31242" y="51720"/>
                </a:moveTo>
                <a:lnTo>
                  <a:pt x="30480" y="51611"/>
                </a:lnTo>
                <a:lnTo>
                  <a:pt x="31242" y="51720"/>
                </a:lnTo>
                <a:close/>
              </a:path>
              <a:path w="68579" h="62229">
                <a:moveTo>
                  <a:pt x="33528" y="9810"/>
                </a:moveTo>
                <a:lnTo>
                  <a:pt x="32766" y="9810"/>
                </a:lnTo>
                <a:lnTo>
                  <a:pt x="32766" y="10001"/>
                </a:lnTo>
                <a:lnTo>
                  <a:pt x="33528" y="9810"/>
                </a:lnTo>
                <a:close/>
              </a:path>
              <a:path w="68579" h="62229">
                <a:moveTo>
                  <a:pt x="41148" y="59993"/>
                </a:moveTo>
                <a:lnTo>
                  <a:pt x="41148" y="50196"/>
                </a:lnTo>
                <a:lnTo>
                  <a:pt x="35814" y="51720"/>
                </a:lnTo>
                <a:lnTo>
                  <a:pt x="36576" y="51720"/>
                </a:lnTo>
                <a:lnTo>
                  <a:pt x="36576" y="60960"/>
                </a:lnTo>
                <a:lnTo>
                  <a:pt x="38100" y="60864"/>
                </a:lnTo>
                <a:lnTo>
                  <a:pt x="41148" y="59993"/>
                </a:lnTo>
                <a:close/>
              </a:path>
              <a:path w="68579" h="62229">
                <a:moveTo>
                  <a:pt x="38100" y="9144"/>
                </a:moveTo>
                <a:lnTo>
                  <a:pt x="37338" y="9048"/>
                </a:lnTo>
                <a:lnTo>
                  <a:pt x="37338" y="9239"/>
                </a:lnTo>
                <a:lnTo>
                  <a:pt x="38100" y="9144"/>
                </a:lnTo>
                <a:close/>
              </a:path>
              <a:path w="68579" h="62229">
                <a:moveTo>
                  <a:pt x="38862" y="9239"/>
                </a:moveTo>
                <a:lnTo>
                  <a:pt x="38862" y="9048"/>
                </a:lnTo>
                <a:lnTo>
                  <a:pt x="38100" y="9144"/>
                </a:lnTo>
                <a:lnTo>
                  <a:pt x="38862" y="9239"/>
                </a:lnTo>
                <a:close/>
              </a:path>
              <a:path w="68579" h="62229">
                <a:moveTo>
                  <a:pt x="46482" y="58197"/>
                </a:moveTo>
                <a:lnTo>
                  <a:pt x="46482" y="47910"/>
                </a:lnTo>
                <a:lnTo>
                  <a:pt x="40386" y="50196"/>
                </a:lnTo>
                <a:lnTo>
                  <a:pt x="41148" y="50196"/>
                </a:lnTo>
                <a:lnTo>
                  <a:pt x="41148" y="59993"/>
                </a:lnTo>
                <a:lnTo>
                  <a:pt x="43434" y="59340"/>
                </a:lnTo>
                <a:lnTo>
                  <a:pt x="44196" y="59340"/>
                </a:lnTo>
                <a:lnTo>
                  <a:pt x="46482" y="58197"/>
                </a:lnTo>
                <a:close/>
              </a:path>
              <a:path w="68579" h="62229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62229">
                <a:moveTo>
                  <a:pt x="50292" y="44862"/>
                </a:moveTo>
                <a:lnTo>
                  <a:pt x="45720" y="47910"/>
                </a:lnTo>
                <a:lnTo>
                  <a:pt x="46482" y="47910"/>
                </a:lnTo>
                <a:lnTo>
                  <a:pt x="46482" y="58197"/>
                </a:lnTo>
                <a:lnTo>
                  <a:pt x="49530" y="56673"/>
                </a:lnTo>
                <a:lnTo>
                  <a:pt x="49530" y="45624"/>
                </a:lnTo>
                <a:lnTo>
                  <a:pt x="50292" y="44862"/>
                </a:lnTo>
                <a:close/>
              </a:path>
              <a:path w="68579" h="62229">
                <a:moveTo>
                  <a:pt x="48006" y="11987"/>
                </a:moveTo>
                <a:lnTo>
                  <a:pt x="48006" y="11334"/>
                </a:lnTo>
                <a:lnTo>
                  <a:pt x="46482" y="11334"/>
                </a:lnTo>
                <a:lnTo>
                  <a:pt x="48006" y="11987"/>
                </a:lnTo>
                <a:close/>
              </a:path>
              <a:path w="68579" h="62229">
                <a:moveTo>
                  <a:pt x="53530" y="42291"/>
                </a:moveTo>
                <a:lnTo>
                  <a:pt x="49530" y="45624"/>
                </a:lnTo>
                <a:lnTo>
                  <a:pt x="49530" y="56673"/>
                </a:lnTo>
                <a:lnTo>
                  <a:pt x="50292" y="56292"/>
                </a:lnTo>
                <a:lnTo>
                  <a:pt x="51054" y="56292"/>
                </a:lnTo>
                <a:lnTo>
                  <a:pt x="53340" y="54768"/>
                </a:lnTo>
                <a:lnTo>
                  <a:pt x="53340" y="42576"/>
                </a:lnTo>
                <a:lnTo>
                  <a:pt x="53530" y="42291"/>
                </a:lnTo>
                <a:close/>
              </a:path>
              <a:path w="68579" h="62229">
                <a:moveTo>
                  <a:pt x="51816" y="13620"/>
                </a:moveTo>
                <a:lnTo>
                  <a:pt x="50292" y="12858"/>
                </a:lnTo>
                <a:lnTo>
                  <a:pt x="50749" y="13163"/>
                </a:lnTo>
                <a:lnTo>
                  <a:pt x="51816" y="13620"/>
                </a:lnTo>
                <a:close/>
              </a:path>
              <a:path w="68579" h="62229">
                <a:moveTo>
                  <a:pt x="50749" y="13163"/>
                </a:moveTo>
                <a:lnTo>
                  <a:pt x="50292" y="12858"/>
                </a:lnTo>
                <a:lnTo>
                  <a:pt x="50749" y="13163"/>
                </a:lnTo>
                <a:close/>
              </a:path>
              <a:path w="68579" h="62229">
                <a:moveTo>
                  <a:pt x="51816" y="13874"/>
                </a:moveTo>
                <a:lnTo>
                  <a:pt x="51816" y="13620"/>
                </a:lnTo>
                <a:lnTo>
                  <a:pt x="50749" y="13163"/>
                </a:lnTo>
                <a:lnTo>
                  <a:pt x="51816" y="13874"/>
                </a:lnTo>
                <a:close/>
              </a:path>
              <a:path w="68579" h="62229">
                <a:moveTo>
                  <a:pt x="54102" y="41814"/>
                </a:moveTo>
                <a:lnTo>
                  <a:pt x="53530" y="42291"/>
                </a:lnTo>
                <a:lnTo>
                  <a:pt x="53340" y="42576"/>
                </a:lnTo>
                <a:lnTo>
                  <a:pt x="54102" y="41814"/>
                </a:lnTo>
                <a:close/>
              </a:path>
              <a:path w="68579" h="62229">
                <a:moveTo>
                  <a:pt x="54102" y="54260"/>
                </a:moveTo>
                <a:lnTo>
                  <a:pt x="54102" y="41814"/>
                </a:lnTo>
                <a:lnTo>
                  <a:pt x="53340" y="42576"/>
                </a:lnTo>
                <a:lnTo>
                  <a:pt x="53340" y="54768"/>
                </a:lnTo>
                <a:lnTo>
                  <a:pt x="54102" y="54260"/>
                </a:lnTo>
                <a:close/>
              </a:path>
              <a:path w="68579" h="62229">
                <a:moveTo>
                  <a:pt x="58674" y="50196"/>
                </a:moveTo>
                <a:lnTo>
                  <a:pt x="58674" y="34194"/>
                </a:lnTo>
                <a:lnTo>
                  <a:pt x="56388" y="38766"/>
                </a:lnTo>
                <a:lnTo>
                  <a:pt x="56388" y="38004"/>
                </a:lnTo>
                <a:lnTo>
                  <a:pt x="53530" y="42291"/>
                </a:lnTo>
                <a:lnTo>
                  <a:pt x="54102" y="41814"/>
                </a:lnTo>
                <a:lnTo>
                  <a:pt x="54102" y="54260"/>
                </a:lnTo>
                <a:lnTo>
                  <a:pt x="55626" y="53244"/>
                </a:lnTo>
                <a:lnTo>
                  <a:pt x="58674" y="50196"/>
                </a:lnTo>
                <a:close/>
              </a:path>
              <a:path w="68579" h="62229">
                <a:moveTo>
                  <a:pt x="54864" y="15906"/>
                </a:moveTo>
                <a:lnTo>
                  <a:pt x="54102" y="15144"/>
                </a:lnTo>
                <a:lnTo>
                  <a:pt x="54537" y="15689"/>
                </a:lnTo>
                <a:lnTo>
                  <a:pt x="54864" y="15906"/>
                </a:lnTo>
                <a:close/>
              </a:path>
              <a:path w="68579" h="62229">
                <a:moveTo>
                  <a:pt x="54537" y="15689"/>
                </a:moveTo>
                <a:lnTo>
                  <a:pt x="54102" y="15144"/>
                </a:lnTo>
                <a:lnTo>
                  <a:pt x="54102" y="15398"/>
                </a:lnTo>
                <a:lnTo>
                  <a:pt x="54537" y="15689"/>
                </a:lnTo>
                <a:close/>
              </a:path>
              <a:path w="68579" h="62229">
                <a:moveTo>
                  <a:pt x="54864" y="16097"/>
                </a:moveTo>
                <a:lnTo>
                  <a:pt x="54864" y="15906"/>
                </a:lnTo>
                <a:lnTo>
                  <a:pt x="54537" y="15689"/>
                </a:lnTo>
                <a:lnTo>
                  <a:pt x="54864" y="16097"/>
                </a:lnTo>
                <a:close/>
              </a:path>
              <a:path w="68579" h="62229">
                <a:moveTo>
                  <a:pt x="57150" y="20097"/>
                </a:moveTo>
                <a:lnTo>
                  <a:pt x="57150" y="18954"/>
                </a:lnTo>
                <a:lnTo>
                  <a:pt x="56388" y="18954"/>
                </a:lnTo>
                <a:lnTo>
                  <a:pt x="57150" y="20097"/>
                </a:lnTo>
                <a:close/>
              </a:path>
              <a:path w="68579" h="62229">
                <a:moveTo>
                  <a:pt x="59436" y="49434"/>
                </a:moveTo>
                <a:lnTo>
                  <a:pt x="59436" y="29622"/>
                </a:lnTo>
                <a:lnTo>
                  <a:pt x="57912" y="34956"/>
                </a:lnTo>
                <a:lnTo>
                  <a:pt x="58674" y="34194"/>
                </a:lnTo>
                <a:lnTo>
                  <a:pt x="58674" y="50196"/>
                </a:lnTo>
                <a:lnTo>
                  <a:pt x="59436" y="49434"/>
                </a:lnTo>
                <a:close/>
              </a:path>
              <a:path w="68579" h="62229">
                <a:moveTo>
                  <a:pt x="68580" y="31908"/>
                </a:moveTo>
                <a:lnTo>
                  <a:pt x="68580" y="22002"/>
                </a:lnTo>
                <a:lnTo>
                  <a:pt x="67818" y="18954"/>
                </a:lnTo>
                <a:lnTo>
                  <a:pt x="66294" y="15906"/>
                </a:lnTo>
                <a:lnTo>
                  <a:pt x="61722" y="9048"/>
                </a:lnTo>
                <a:lnTo>
                  <a:pt x="60960" y="9048"/>
                </a:lnTo>
                <a:lnTo>
                  <a:pt x="60960" y="47910"/>
                </a:lnTo>
                <a:lnTo>
                  <a:pt x="64008" y="43338"/>
                </a:lnTo>
                <a:lnTo>
                  <a:pt x="64770" y="43338"/>
                </a:lnTo>
                <a:lnTo>
                  <a:pt x="64770" y="42576"/>
                </a:lnTo>
                <a:lnTo>
                  <a:pt x="67056" y="38004"/>
                </a:lnTo>
                <a:lnTo>
                  <a:pt x="67056" y="37242"/>
                </a:lnTo>
                <a:lnTo>
                  <a:pt x="68580" y="31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3" name="object 26">
            <a:extLst>
              <a:ext uri="{FF2B5EF4-FFF2-40B4-BE49-F238E27FC236}">
                <a16:creationId xmlns:a16="http://schemas.microsoft.com/office/drawing/2014/main" id="{8572D55E-E6CA-48FF-803E-AB35E9FAFE1D}"/>
              </a:ext>
            </a:extLst>
          </p:cNvPr>
          <p:cNvSpPr/>
          <p:nvPr/>
        </p:nvSpPr>
        <p:spPr>
          <a:xfrm>
            <a:off x="8049364" y="5096797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893"/>
                </a:moveTo>
                <a:lnTo>
                  <a:pt x="18288" y="15893"/>
                </a:lnTo>
                <a:lnTo>
                  <a:pt x="18288" y="5225"/>
                </a:lnTo>
                <a:lnTo>
                  <a:pt x="12954" y="8273"/>
                </a:lnTo>
                <a:lnTo>
                  <a:pt x="8382" y="12845"/>
                </a:lnTo>
                <a:lnTo>
                  <a:pt x="7620" y="12845"/>
                </a:lnTo>
                <a:lnTo>
                  <a:pt x="7620" y="13607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4275"/>
                </a:lnTo>
                <a:lnTo>
                  <a:pt x="0" y="28847"/>
                </a:lnTo>
                <a:lnTo>
                  <a:pt x="0" y="35705"/>
                </a:lnTo>
                <a:lnTo>
                  <a:pt x="2286" y="44849"/>
                </a:lnTo>
                <a:lnTo>
                  <a:pt x="3810" y="47897"/>
                </a:lnTo>
                <a:lnTo>
                  <a:pt x="6096" y="50183"/>
                </a:lnTo>
                <a:lnTo>
                  <a:pt x="7620" y="52469"/>
                </a:lnTo>
                <a:lnTo>
                  <a:pt x="8382" y="52469"/>
                </a:lnTo>
                <a:lnTo>
                  <a:pt x="9144" y="53078"/>
                </a:lnTo>
                <a:lnTo>
                  <a:pt x="9144" y="31133"/>
                </a:lnTo>
                <a:lnTo>
                  <a:pt x="10668" y="26561"/>
                </a:lnTo>
                <a:lnTo>
                  <a:pt x="10668" y="27323"/>
                </a:lnTo>
                <a:lnTo>
                  <a:pt x="12192" y="24275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close/>
              </a:path>
              <a:path w="68579" h="62229">
                <a:moveTo>
                  <a:pt x="9906" y="30371"/>
                </a:moveTo>
                <a:lnTo>
                  <a:pt x="9144" y="31133"/>
                </a:lnTo>
                <a:lnTo>
                  <a:pt x="9144" y="32657"/>
                </a:lnTo>
                <a:lnTo>
                  <a:pt x="9906" y="30371"/>
                </a:lnTo>
                <a:close/>
              </a:path>
              <a:path w="68579" h="62229">
                <a:moveTo>
                  <a:pt x="18288" y="58565"/>
                </a:moveTo>
                <a:lnTo>
                  <a:pt x="18288" y="48659"/>
                </a:lnTo>
                <a:lnTo>
                  <a:pt x="14478" y="44849"/>
                </a:lnTo>
                <a:lnTo>
                  <a:pt x="14478" y="45611"/>
                </a:lnTo>
                <a:lnTo>
                  <a:pt x="12954" y="44087"/>
                </a:lnTo>
                <a:lnTo>
                  <a:pt x="12192" y="41801"/>
                </a:lnTo>
                <a:lnTo>
                  <a:pt x="10668" y="40277"/>
                </a:lnTo>
                <a:lnTo>
                  <a:pt x="9906" y="38753"/>
                </a:lnTo>
                <a:lnTo>
                  <a:pt x="9906" y="36467"/>
                </a:lnTo>
                <a:lnTo>
                  <a:pt x="9144" y="34943"/>
                </a:lnTo>
                <a:lnTo>
                  <a:pt x="9144" y="53078"/>
                </a:lnTo>
                <a:lnTo>
                  <a:pt x="12192" y="55517"/>
                </a:lnTo>
                <a:lnTo>
                  <a:pt x="12192" y="56279"/>
                </a:lnTo>
                <a:lnTo>
                  <a:pt x="12954" y="56279"/>
                </a:lnTo>
                <a:lnTo>
                  <a:pt x="17526" y="58565"/>
                </a:lnTo>
                <a:lnTo>
                  <a:pt x="18288" y="58565"/>
                </a:lnTo>
                <a:close/>
              </a:path>
              <a:path w="68579" h="62229">
                <a:moveTo>
                  <a:pt x="12954" y="22751"/>
                </a:moveTo>
                <a:lnTo>
                  <a:pt x="12192" y="23513"/>
                </a:lnTo>
                <a:lnTo>
                  <a:pt x="12192" y="24275"/>
                </a:lnTo>
                <a:lnTo>
                  <a:pt x="12954" y="22751"/>
                </a:lnTo>
                <a:close/>
              </a:path>
              <a:path w="68579" h="62229">
                <a:moveTo>
                  <a:pt x="22098" y="50183"/>
                </a:moveTo>
                <a:lnTo>
                  <a:pt x="17526" y="47897"/>
                </a:lnTo>
                <a:lnTo>
                  <a:pt x="18288" y="48659"/>
                </a:lnTo>
                <a:lnTo>
                  <a:pt x="18288" y="59327"/>
                </a:lnTo>
                <a:lnTo>
                  <a:pt x="21336" y="60198"/>
                </a:lnTo>
                <a:lnTo>
                  <a:pt x="21336" y="50183"/>
                </a:lnTo>
                <a:lnTo>
                  <a:pt x="22098" y="50183"/>
                </a:lnTo>
                <a:close/>
              </a:path>
              <a:path w="68579" h="62229">
                <a:moveTo>
                  <a:pt x="60960" y="48659"/>
                </a:moveTo>
                <a:lnTo>
                  <a:pt x="60960" y="9035"/>
                </a:lnTo>
                <a:lnTo>
                  <a:pt x="60198" y="9035"/>
                </a:lnTo>
                <a:lnTo>
                  <a:pt x="56388" y="5225"/>
                </a:lnTo>
                <a:lnTo>
                  <a:pt x="55626" y="5225"/>
                </a:lnTo>
                <a:lnTo>
                  <a:pt x="51054" y="2939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4463"/>
                </a:lnTo>
                <a:lnTo>
                  <a:pt x="18288" y="4463"/>
                </a:lnTo>
                <a:lnTo>
                  <a:pt x="18288" y="15893"/>
                </a:lnTo>
                <a:lnTo>
                  <a:pt x="23622" y="12845"/>
                </a:lnTo>
                <a:lnTo>
                  <a:pt x="23622" y="13280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232"/>
                </a:lnTo>
                <a:lnTo>
                  <a:pt x="47244" y="11321"/>
                </a:lnTo>
                <a:lnTo>
                  <a:pt x="47244" y="11702"/>
                </a:lnTo>
                <a:lnTo>
                  <a:pt x="50292" y="13226"/>
                </a:lnTo>
                <a:lnTo>
                  <a:pt x="50292" y="12845"/>
                </a:lnTo>
                <a:lnTo>
                  <a:pt x="54102" y="15385"/>
                </a:lnTo>
                <a:lnTo>
                  <a:pt x="54102" y="15131"/>
                </a:lnTo>
                <a:lnTo>
                  <a:pt x="54864" y="15893"/>
                </a:lnTo>
                <a:lnTo>
                  <a:pt x="54864" y="16274"/>
                </a:lnTo>
                <a:lnTo>
                  <a:pt x="57150" y="19703"/>
                </a:lnTo>
                <a:lnTo>
                  <a:pt x="57150" y="20084"/>
                </a:lnTo>
                <a:lnTo>
                  <a:pt x="57912" y="21227"/>
                </a:lnTo>
                <a:lnTo>
                  <a:pt x="58674" y="22751"/>
                </a:lnTo>
                <a:lnTo>
                  <a:pt x="58674" y="25037"/>
                </a:lnTo>
                <a:lnTo>
                  <a:pt x="59436" y="26561"/>
                </a:lnTo>
                <a:lnTo>
                  <a:pt x="59436" y="49421"/>
                </a:lnTo>
                <a:lnTo>
                  <a:pt x="60198" y="48659"/>
                </a:lnTo>
                <a:lnTo>
                  <a:pt x="60960" y="48659"/>
                </a:lnTo>
                <a:close/>
              </a:path>
              <a:path w="68579" h="62229">
                <a:moveTo>
                  <a:pt x="26670" y="61136"/>
                </a:moveTo>
                <a:lnTo>
                  <a:pt x="26670" y="51707"/>
                </a:lnTo>
                <a:lnTo>
                  <a:pt x="21336" y="50183"/>
                </a:lnTo>
                <a:lnTo>
                  <a:pt x="21336" y="60198"/>
                </a:lnTo>
                <a:lnTo>
                  <a:pt x="23622" y="60851"/>
                </a:lnTo>
                <a:lnTo>
                  <a:pt x="25146" y="60946"/>
                </a:lnTo>
                <a:lnTo>
                  <a:pt x="26670" y="61136"/>
                </a:lnTo>
                <a:close/>
              </a:path>
              <a:path w="68579" h="62229">
                <a:moveTo>
                  <a:pt x="23622" y="13280"/>
                </a:moveTo>
                <a:lnTo>
                  <a:pt x="23622" y="12845"/>
                </a:lnTo>
                <a:lnTo>
                  <a:pt x="22860" y="13607"/>
                </a:lnTo>
                <a:lnTo>
                  <a:pt x="23622" y="13280"/>
                </a:lnTo>
                <a:close/>
              </a:path>
              <a:path w="68579" h="62229">
                <a:moveTo>
                  <a:pt x="36576" y="60851"/>
                </a:moveTo>
                <a:lnTo>
                  <a:pt x="36576" y="51707"/>
                </a:lnTo>
                <a:lnTo>
                  <a:pt x="30480" y="51707"/>
                </a:lnTo>
                <a:lnTo>
                  <a:pt x="25908" y="50945"/>
                </a:lnTo>
                <a:lnTo>
                  <a:pt x="26670" y="51707"/>
                </a:lnTo>
                <a:lnTo>
                  <a:pt x="26670" y="61136"/>
                </a:lnTo>
                <a:lnTo>
                  <a:pt x="30480" y="61613"/>
                </a:lnTo>
                <a:lnTo>
                  <a:pt x="32004" y="61504"/>
                </a:lnTo>
                <a:lnTo>
                  <a:pt x="36576" y="60851"/>
                </a:lnTo>
                <a:close/>
              </a:path>
              <a:path w="68579" h="62229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62229">
                <a:moveTo>
                  <a:pt x="31242" y="51707"/>
                </a:moveTo>
                <a:lnTo>
                  <a:pt x="30480" y="51598"/>
                </a:lnTo>
                <a:lnTo>
                  <a:pt x="31242" y="51707"/>
                </a:lnTo>
                <a:close/>
              </a:path>
              <a:path w="68579" h="62229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62229">
                <a:moveTo>
                  <a:pt x="41148" y="59898"/>
                </a:moveTo>
                <a:lnTo>
                  <a:pt x="41148" y="50183"/>
                </a:lnTo>
                <a:lnTo>
                  <a:pt x="35052" y="51707"/>
                </a:lnTo>
                <a:lnTo>
                  <a:pt x="36576" y="51707"/>
                </a:lnTo>
                <a:lnTo>
                  <a:pt x="36576" y="60851"/>
                </a:lnTo>
                <a:lnTo>
                  <a:pt x="37338" y="60851"/>
                </a:lnTo>
                <a:lnTo>
                  <a:pt x="41148" y="59898"/>
                </a:lnTo>
                <a:close/>
              </a:path>
              <a:path w="68579" h="62229">
                <a:moveTo>
                  <a:pt x="46482" y="47897"/>
                </a:moveTo>
                <a:lnTo>
                  <a:pt x="40386" y="50183"/>
                </a:lnTo>
                <a:lnTo>
                  <a:pt x="41148" y="50183"/>
                </a:lnTo>
                <a:lnTo>
                  <a:pt x="41148" y="59898"/>
                </a:lnTo>
                <a:lnTo>
                  <a:pt x="43434" y="59327"/>
                </a:lnTo>
                <a:lnTo>
                  <a:pt x="44196" y="59327"/>
                </a:lnTo>
                <a:lnTo>
                  <a:pt x="45720" y="58565"/>
                </a:lnTo>
                <a:lnTo>
                  <a:pt x="45720" y="48659"/>
                </a:lnTo>
                <a:lnTo>
                  <a:pt x="46482" y="47897"/>
                </a:lnTo>
                <a:close/>
              </a:path>
              <a:path w="68579" h="62229">
                <a:moveTo>
                  <a:pt x="43434" y="10232"/>
                </a:moveTo>
                <a:lnTo>
                  <a:pt x="43434" y="9797"/>
                </a:lnTo>
                <a:lnTo>
                  <a:pt x="41910" y="9797"/>
                </a:lnTo>
                <a:lnTo>
                  <a:pt x="43434" y="10232"/>
                </a:lnTo>
                <a:close/>
              </a:path>
              <a:path w="68579" h="62229">
                <a:moveTo>
                  <a:pt x="50292" y="44849"/>
                </a:moveTo>
                <a:lnTo>
                  <a:pt x="45720" y="48659"/>
                </a:lnTo>
                <a:lnTo>
                  <a:pt x="45720" y="58565"/>
                </a:lnTo>
                <a:lnTo>
                  <a:pt x="49530" y="56660"/>
                </a:lnTo>
                <a:lnTo>
                  <a:pt x="49530" y="45611"/>
                </a:lnTo>
                <a:lnTo>
                  <a:pt x="50292" y="44849"/>
                </a:lnTo>
                <a:close/>
              </a:path>
              <a:path w="68579" h="62229">
                <a:moveTo>
                  <a:pt x="47244" y="11702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702"/>
                </a:lnTo>
                <a:close/>
              </a:path>
              <a:path w="68579" h="62229">
                <a:moveTo>
                  <a:pt x="53530" y="42277"/>
                </a:moveTo>
                <a:lnTo>
                  <a:pt x="49530" y="45611"/>
                </a:lnTo>
                <a:lnTo>
                  <a:pt x="49530" y="56660"/>
                </a:lnTo>
                <a:lnTo>
                  <a:pt x="50292" y="56279"/>
                </a:lnTo>
                <a:lnTo>
                  <a:pt x="51054" y="56279"/>
                </a:lnTo>
                <a:lnTo>
                  <a:pt x="53340" y="54755"/>
                </a:lnTo>
                <a:lnTo>
                  <a:pt x="53340" y="42563"/>
                </a:lnTo>
                <a:lnTo>
                  <a:pt x="53530" y="42277"/>
                </a:lnTo>
                <a:close/>
              </a:path>
              <a:path w="68579" h="62229">
                <a:moveTo>
                  <a:pt x="51054" y="13607"/>
                </a:moveTo>
                <a:lnTo>
                  <a:pt x="50292" y="12845"/>
                </a:lnTo>
                <a:lnTo>
                  <a:pt x="50292" y="13226"/>
                </a:lnTo>
                <a:lnTo>
                  <a:pt x="51054" y="13607"/>
                </a:lnTo>
                <a:close/>
              </a:path>
              <a:path w="68579" h="62229">
                <a:moveTo>
                  <a:pt x="54102" y="41801"/>
                </a:moveTo>
                <a:lnTo>
                  <a:pt x="53530" y="42277"/>
                </a:lnTo>
                <a:lnTo>
                  <a:pt x="53340" y="42563"/>
                </a:lnTo>
                <a:lnTo>
                  <a:pt x="54102" y="41801"/>
                </a:lnTo>
                <a:close/>
              </a:path>
              <a:path w="68579" h="62229">
                <a:moveTo>
                  <a:pt x="54102" y="54247"/>
                </a:moveTo>
                <a:lnTo>
                  <a:pt x="54102" y="41801"/>
                </a:lnTo>
                <a:lnTo>
                  <a:pt x="53340" y="42563"/>
                </a:lnTo>
                <a:lnTo>
                  <a:pt x="53340" y="54755"/>
                </a:lnTo>
                <a:lnTo>
                  <a:pt x="54102" y="54247"/>
                </a:lnTo>
                <a:close/>
              </a:path>
              <a:path w="68579" h="62229">
                <a:moveTo>
                  <a:pt x="58674" y="50183"/>
                </a:moveTo>
                <a:lnTo>
                  <a:pt x="58674" y="34181"/>
                </a:lnTo>
                <a:lnTo>
                  <a:pt x="56388" y="38753"/>
                </a:lnTo>
                <a:lnTo>
                  <a:pt x="56388" y="37991"/>
                </a:lnTo>
                <a:lnTo>
                  <a:pt x="53530" y="42277"/>
                </a:lnTo>
                <a:lnTo>
                  <a:pt x="54102" y="41801"/>
                </a:lnTo>
                <a:lnTo>
                  <a:pt x="54102" y="54247"/>
                </a:lnTo>
                <a:lnTo>
                  <a:pt x="55626" y="53231"/>
                </a:lnTo>
                <a:lnTo>
                  <a:pt x="58674" y="50183"/>
                </a:lnTo>
                <a:close/>
              </a:path>
              <a:path w="68579" h="62229">
                <a:moveTo>
                  <a:pt x="54864" y="15893"/>
                </a:moveTo>
                <a:lnTo>
                  <a:pt x="54102" y="15131"/>
                </a:lnTo>
                <a:lnTo>
                  <a:pt x="54406" y="15588"/>
                </a:lnTo>
                <a:lnTo>
                  <a:pt x="54864" y="15893"/>
                </a:lnTo>
                <a:close/>
              </a:path>
              <a:path w="68579" h="62229">
                <a:moveTo>
                  <a:pt x="54406" y="15588"/>
                </a:moveTo>
                <a:lnTo>
                  <a:pt x="54102" y="15131"/>
                </a:lnTo>
                <a:lnTo>
                  <a:pt x="54102" y="15385"/>
                </a:lnTo>
                <a:lnTo>
                  <a:pt x="54406" y="15588"/>
                </a:lnTo>
                <a:close/>
              </a:path>
              <a:path w="68579" h="62229">
                <a:moveTo>
                  <a:pt x="54864" y="16274"/>
                </a:moveTo>
                <a:lnTo>
                  <a:pt x="54864" y="15893"/>
                </a:lnTo>
                <a:lnTo>
                  <a:pt x="54406" y="15588"/>
                </a:lnTo>
                <a:lnTo>
                  <a:pt x="54864" y="16274"/>
                </a:lnTo>
                <a:close/>
              </a:path>
              <a:path w="68579" h="62229">
                <a:moveTo>
                  <a:pt x="57150" y="20084"/>
                </a:moveTo>
                <a:lnTo>
                  <a:pt x="57150" y="19703"/>
                </a:lnTo>
                <a:lnTo>
                  <a:pt x="56388" y="18941"/>
                </a:lnTo>
                <a:lnTo>
                  <a:pt x="57150" y="20084"/>
                </a:lnTo>
                <a:close/>
              </a:path>
              <a:path w="68579" h="62229">
                <a:moveTo>
                  <a:pt x="59436" y="49421"/>
                </a:moveTo>
                <a:lnTo>
                  <a:pt x="59436" y="30371"/>
                </a:lnTo>
                <a:lnTo>
                  <a:pt x="57912" y="34943"/>
                </a:lnTo>
                <a:lnTo>
                  <a:pt x="58674" y="34181"/>
                </a:lnTo>
                <a:lnTo>
                  <a:pt x="58674" y="50183"/>
                </a:lnTo>
                <a:lnTo>
                  <a:pt x="59436" y="49421"/>
                </a:lnTo>
                <a:close/>
              </a:path>
              <a:path w="68579" h="62229">
                <a:moveTo>
                  <a:pt x="64770" y="43325"/>
                </a:moveTo>
                <a:lnTo>
                  <a:pt x="64770" y="13607"/>
                </a:lnTo>
                <a:lnTo>
                  <a:pt x="60960" y="9797"/>
                </a:lnTo>
                <a:lnTo>
                  <a:pt x="60960" y="47897"/>
                </a:lnTo>
                <a:lnTo>
                  <a:pt x="64008" y="44087"/>
                </a:lnTo>
                <a:lnTo>
                  <a:pt x="64008" y="43325"/>
                </a:lnTo>
                <a:lnTo>
                  <a:pt x="64770" y="43325"/>
                </a:lnTo>
                <a:close/>
              </a:path>
              <a:path w="68579" h="62229">
                <a:moveTo>
                  <a:pt x="68580" y="32657"/>
                </a:moveTo>
                <a:lnTo>
                  <a:pt x="68580" y="21989"/>
                </a:lnTo>
                <a:lnTo>
                  <a:pt x="67056" y="18941"/>
                </a:lnTo>
                <a:lnTo>
                  <a:pt x="66294" y="16655"/>
                </a:lnTo>
                <a:lnTo>
                  <a:pt x="64770" y="14369"/>
                </a:lnTo>
                <a:lnTo>
                  <a:pt x="64770" y="42563"/>
                </a:lnTo>
                <a:lnTo>
                  <a:pt x="67056" y="37991"/>
                </a:lnTo>
                <a:lnTo>
                  <a:pt x="67056" y="37229"/>
                </a:lnTo>
                <a:lnTo>
                  <a:pt x="68580" y="32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5" name="object 27">
            <a:extLst>
              <a:ext uri="{FF2B5EF4-FFF2-40B4-BE49-F238E27FC236}">
                <a16:creationId xmlns:a16="http://schemas.microsoft.com/office/drawing/2014/main" id="{D15788AE-CE3B-471F-BD27-CBDF17472F29}"/>
              </a:ext>
            </a:extLst>
          </p:cNvPr>
          <p:cNvSpPr/>
          <p:nvPr/>
        </p:nvSpPr>
        <p:spPr>
          <a:xfrm>
            <a:off x="5494425" y="2886867"/>
            <a:ext cx="80681" cy="726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4B22968C-3F7B-49AE-9B4F-80A4BD256915}"/>
              </a:ext>
            </a:extLst>
          </p:cNvPr>
          <p:cNvSpPr/>
          <p:nvPr/>
        </p:nvSpPr>
        <p:spPr>
          <a:xfrm>
            <a:off x="7361771" y="3967115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8382" y="51816"/>
                </a:moveTo>
                <a:lnTo>
                  <a:pt x="8382" y="12954"/>
                </a:lnTo>
                <a:lnTo>
                  <a:pt x="4572" y="17526"/>
                </a:lnTo>
                <a:lnTo>
                  <a:pt x="4572" y="18288"/>
                </a:lnTo>
                <a:lnTo>
                  <a:pt x="2286" y="22860"/>
                </a:lnTo>
                <a:lnTo>
                  <a:pt x="1524" y="23622"/>
                </a:lnTo>
                <a:lnTo>
                  <a:pt x="762" y="28956"/>
                </a:lnTo>
                <a:lnTo>
                  <a:pt x="0" y="29718"/>
                </a:lnTo>
                <a:lnTo>
                  <a:pt x="0" y="35814"/>
                </a:lnTo>
                <a:lnTo>
                  <a:pt x="1524" y="41910"/>
                </a:lnTo>
                <a:lnTo>
                  <a:pt x="3048" y="44958"/>
                </a:lnTo>
                <a:lnTo>
                  <a:pt x="4572" y="47244"/>
                </a:lnTo>
                <a:lnTo>
                  <a:pt x="6096" y="50292"/>
                </a:lnTo>
                <a:lnTo>
                  <a:pt x="7620" y="51816"/>
                </a:lnTo>
                <a:lnTo>
                  <a:pt x="8382" y="51816"/>
                </a:lnTo>
                <a:close/>
              </a:path>
              <a:path w="69850" h="60960">
                <a:moveTo>
                  <a:pt x="60960" y="48768"/>
                </a:moveTo>
                <a:lnTo>
                  <a:pt x="60960" y="8382"/>
                </a:lnTo>
                <a:lnTo>
                  <a:pt x="56388" y="5334"/>
                </a:lnTo>
                <a:lnTo>
                  <a:pt x="56388" y="4572"/>
                </a:lnTo>
                <a:lnTo>
                  <a:pt x="55626" y="4572"/>
                </a:lnTo>
                <a:lnTo>
                  <a:pt x="51054" y="2286"/>
                </a:lnTo>
                <a:lnTo>
                  <a:pt x="50292" y="2286"/>
                </a:lnTo>
                <a:lnTo>
                  <a:pt x="44958" y="762"/>
                </a:lnTo>
                <a:lnTo>
                  <a:pt x="44196" y="0"/>
                </a:lnTo>
                <a:lnTo>
                  <a:pt x="30886" y="88"/>
                </a:lnTo>
                <a:lnTo>
                  <a:pt x="25146" y="1524"/>
                </a:lnTo>
                <a:lnTo>
                  <a:pt x="24384" y="2286"/>
                </a:lnTo>
                <a:lnTo>
                  <a:pt x="19050" y="4572"/>
                </a:lnTo>
                <a:lnTo>
                  <a:pt x="18288" y="4572"/>
                </a:lnTo>
                <a:lnTo>
                  <a:pt x="13716" y="8382"/>
                </a:lnTo>
                <a:lnTo>
                  <a:pt x="12954" y="8382"/>
                </a:lnTo>
                <a:lnTo>
                  <a:pt x="8382" y="12192"/>
                </a:lnTo>
                <a:lnTo>
                  <a:pt x="8382" y="52578"/>
                </a:lnTo>
                <a:lnTo>
                  <a:pt x="9906" y="53797"/>
                </a:lnTo>
                <a:lnTo>
                  <a:pt x="9906" y="31242"/>
                </a:lnTo>
                <a:lnTo>
                  <a:pt x="10668" y="25908"/>
                </a:lnTo>
                <a:lnTo>
                  <a:pt x="10668" y="27432"/>
                </a:lnTo>
                <a:lnTo>
                  <a:pt x="12192" y="23876"/>
                </a:lnTo>
                <a:lnTo>
                  <a:pt x="12192" y="22860"/>
                </a:lnTo>
                <a:lnTo>
                  <a:pt x="15240" y="19812"/>
                </a:lnTo>
                <a:lnTo>
                  <a:pt x="15240" y="19050"/>
                </a:lnTo>
                <a:lnTo>
                  <a:pt x="19050" y="15240"/>
                </a:lnTo>
                <a:lnTo>
                  <a:pt x="19050" y="15566"/>
                </a:lnTo>
                <a:lnTo>
                  <a:pt x="22860" y="13389"/>
                </a:lnTo>
                <a:lnTo>
                  <a:pt x="22860" y="12954"/>
                </a:lnTo>
                <a:lnTo>
                  <a:pt x="27432" y="10994"/>
                </a:lnTo>
                <a:lnTo>
                  <a:pt x="27432" y="10668"/>
                </a:lnTo>
                <a:lnTo>
                  <a:pt x="32766" y="10001"/>
                </a:lnTo>
                <a:lnTo>
                  <a:pt x="38100" y="9239"/>
                </a:lnTo>
                <a:lnTo>
                  <a:pt x="43434" y="9906"/>
                </a:lnTo>
                <a:lnTo>
                  <a:pt x="43434" y="10123"/>
                </a:lnTo>
                <a:lnTo>
                  <a:pt x="47244" y="11212"/>
                </a:lnTo>
                <a:lnTo>
                  <a:pt x="47244" y="10668"/>
                </a:lnTo>
                <a:lnTo>
                  <a:pt x="51816" y="12954"/>
                </a:lnTo>
                <a:lnTo>
                  <a:pt x="51816" y="13563"/>
                </a:lnTo>
                <a:lnTo>
                  <a:pt x="54102" y="15392"/>
                </a:lnTo>
                <a:lnTo>
                  <a:pt x="54102" y="15240"/>
                </a:lnTo>
                <a:lnTo>
                  <a:pt x="54864" y="16002"/>
                </a:lnTo>
                <a:lnTo>
                  <a:pt x="54864" y="16192"/>
                </a:lnTo>
                <a:lnTo>
                  <a:pt x="57150" y="19050"/>
                </a:lnTo>
                <a:lnTo>
                  <a:pt x="57150" y="18288"/>
                </a:lnTo>
                <a:lnTo>
                  <a:pt x="58674" y="22860"/>
                </a:lnTo>
                <a:lnTo>
                  <a:pt x="59436" y="24384"/>
                </a:lnTo>
                <a:lnTo>
                  <a:pt x="59436" y="50038"/>
                </a:lnTo>
                <a:lnTo>
                  <a:pt x="60960" y="48768"/>
                </a:lnTo>
                <a:close/>
              </a:path>
              <a:path w="69850" h="60960">
                <a:moveTo>
                  <a:pt x="15240" y="57367"/>
                </a:moveTo>
                <a:lnTo>
                  <a:pt x="15240" y="45720"/>
                </a:lnTo>
                <a:lnTo>
                  <a:pt x="12954" y="43434"/>
                </a:lnTo>
                <a:lnTo>
                  <a:pt x="11430" y="40386"/>
                </a:lnTo>
                <a:lnTo>
                  <a:pt x="10668" y="38100"/>
                </a:lnTo>
                <a:lnTo>
                  <a:pt x="9906" y="36576"/>
                </a:lnTo>
                <a:lnTo>
                  <a:pt x="9906" y="53797"/>
                </a:lnTo>
                <a:lnTo>
                  <a:pt x="12192" y="55626"/>
                </a:lnTo>
                <a:lnTo>
                  <a:pt x="12954" y="55626"/>
                </a:lnTo>
                <a:lnTo>
                  <a:pt x="12954" y="56388"/>
                </a:lnTo>
                <a:lnTo>
                  <a:pt x="15240" y="57367"/>
                </a:lnTo>
                <a:close/>
              </a:path>
              <a:path w="69850" h="60960">
                <a:moveTo>
                  <a:pt x="12954" y="22098"/>
                </a:moveTo>
                <a:lnTo>
                  <a:pt x="12192" y="22860"/>
                </a:lnTo>
                <a:lnTo>
                  <a:pt x="12192" y="23876"/>
                </a:lnTo>
                <a:lnTo>
                  <a:pt x="12954" y="22098"/>
                </a:lnTo>
                <a:close/>
              </a:path>
              <a:path w="69850" h="60960">
                <a:moveTo>
                  <a:pt x="18288" y="48006"/>
                </a:moveTo>
                <a:lnTo>
                  <a:pt x="14478" y="44958"/>
                </a:lnTo>
                <a:lnTo>
                  <a:pt x="15240" y="45720"/>
                </a:lnTo>
                <a:lnTo>
                  <a:pt x="15240" y="57367"/>
                </a:lnTo>
                <a:lnTo>
                  <a:pt x="17526" y="58347"/>
                </a:lnTo>
                <a:lnTo>
                  <a:pt x="17526" y="48006"/>
                </a:lnTo>
                <a:lnTo>
                  <a:pt x="18288" y="48006"/>
                </a:lnTo>
                <a:close/>
              </a:path>
              <a:path w="69850" h="60960">
                <a:moveTo>
                  <a:pt x="16002" y="19050"/>
                </a:moveTo>
                <a:lnTo>
                  <a:pt x="15240" y="19050"/>
                </a:lnTo>
                <a:lnTo>
                  <a:pt x="15240" y="19812"/>
                </a:lnTo>
                <a:lnTo>
                  <a:pt x="16002" y="19050"/>
                </a:lnTo>
                <a:close/>
              </a:path>
              <a:path w="69850" h="60960">
                <a:moveTo>
                  <a:pt x="22098" y="59544"/>
                </a:moveTo>
                <a:lnTo>
                  <a:pt x="22098" y="50292"/>
                </a:lnTo>
                <a:lnTo>
                  <a:pt x="17526" y="48006"/>
                </a:lnTo>
                <a:lnTo>
                  <a:pt x="17526" y="58347"/>
                </a:lnTo>
                <a:lnTo>
                  <a:pt x="18288" y="58674"/>
                </a:lnTo>
                <a:lnTo>
                  <a:pt x="19050" y="58674"/>
                </a:lnTo>
                <a:lnTo>
                  <a:pt x="22098" y="59544"/>
                </a:lnTo>
                <a:close/>
              </a:path>
              <a:path w="69850" h="60960">
                <a:moveTo>
                  <a:pt x="19050" y="15566"/>
                </a:moveTo>
                <a:lnTo>
                  <a:pt x="19050" y="15240"/>
                </a:lnTo>
                <a:lnTo>
                  <a:pt x="18288" y="16002"/>
                </a:lnTo>
                <a:lnTo>
                  <a:pt x="19050" y="15566"/>
                </a:lnTo>
                <a:close/>
              </a:path>
              <a:path w="69850" h="60960">
                <a:moveTo>
                  <a:pt x="26670" y="51054"/>
                </a:moveTo>
                <a:lnTo>
                  <a:pt x="21336" y="49530"/>
                </a:lnTo>
                <a:lnTo>
                  <a:pt x="22098" y="50292"/>
                </a:lnTo>
                <a:lnTo>
                  <a:pt x="22098" y="59544"/>
                </a:lnTo>
                <a:lnTo>
                  <a:pt x="24384" y="60198"/>
                </a:lnTo>
                <a:lnTo>
                  <a:pt x="25908" y="60306"/>
                </a:lnTo>
                <a:lnTo>
                  <a:pt x="25908" y="51054"/>
                </a:lnTo>
                <a:lnTo>
                  <a:pt x="26670" y="51054"/>
                </a:lnTo>
                <a:close/>
              </a:path>
              <a:path w="69850" h="60960">
                <a:moveTo>
                  <a:pt x="23622" y="12954"/>
                </a:moveTo>
                <a:lnTo>
                  <a:pt x="22860" y="12954"/>
                </a:lnTo>
                <a:lnTo>
                  <a:pt x="22860" y="13389"/>
                </a:lnTo>
                <a:lnTo>
                  <a:pt x="23622" y="12954"/>
                </a:lnTo>
                <a:close/>
              </a:path>
              <a:path w="69850" h="60960">
                <a:moveTo>
                  <a:pt x="31242" y="60960"/>
                </a:moveTo>
                <a:lnTo>
                  <a:pt x="31242" y="51816"/>
                </a:lnTo>
                <a:lnTo>
                  <a:pt x="30480" y="51816"/>
                </a:lnTo>
                <a:lnTo>
                  <a:pt x="25908" y="51054"/>
                </a:lnTo>
                <a:lnTo>
                  <a:pt x="25908" y="60306"/>
                </a:lnTo>
                <a:lnTo>
                  <a:pt x="30480" y="60960"/>
                </a:lnTo>
                <a:lnTo>
                  <a:pt x="31242" y="60960"/>
                </a:lnTo>
                <a:close/>
              </a:path>
              <a:path w="69850" h="60960">
                <a:moveTo>
                  <a:pt x="28194" y="10668"/>
                </a:moveTo>
                <a:lnTo>
                  <a:pt x="27432" y="10668"/>
                </a:lnTo>
                <a:lnTo>
                  <a:pt x="27432" y="10994"/>
                </a:lnTo>
                <a:lnTo>
                  <a:pt x="28194" y="10668"/>
                </a:lnTo>
                <a:close/>
              </a:path>
              <a:path w="69850" h="60960">
                <a:moveTo>
                  <a:pt x="30886" y="51765"/>
                </a:moveTo>
                <a:lnTo>
                  <a:pt x="30480" y="51707"/>
                </a:lnTo>
                <a:lnTo>
                  <a:pt x="30886" y="51765"/>
                </a:lnTo>
                <a:close/>
              </a:path>
              <a:path w="69850" h="60960">
                <a:moveTo>
                  <a:pt x="36576" y="60960"/>
                </a:moveTo>
                <a:lnTo>
                  <a:pt x="36576" y="51054"/>
                </a:lnTo>
                <a:lnTo>
                  <a:pt x="30886" y="51765"/>
                </a:lnTo>
                <a:lnTo>
                  <a:pt x="31242" y="51816"/>
                </a:lnTo>
                <a:lnTo>
                  <a:pt x="31242" y="60960"/>
                </a:lnTo>
                <a:lnTo>
                  <a:pt x="36576" y="60960"/>
                </a:lnTo>
                <a:close/>
              </a:path>
              <a:path w="69850" h="60960">
                <a:moveTo>
                  <a:pt x="33528" y="9906"/>
                </a:moveTo>
                <a:lnTo>
                  <a:pt x="32766" y="9906"/>
                </a:lnTo>
                <a:lnTo>
                  <a:pt x="33528" y="9906"/>
                </a:lnTo>
                <a:close/>
              </a:path>
              <a:path w="69850" h="60960">
                <a:moveTo>
                  <a:pt x="41910" y="49530"/>
                </a:moveTo>
                <a:lnTo>
                  <a:pt x="35814" y="51054"/>
                </a:lnTo>
                <a:lnTo>
                  <a:pt x="36576" y="51054"/>
                </a:lnTo>
                <a:lnTo>
                  <a:pt x="36576" y="60960"/>
                </a:lnTo>
                <a:lnTo>
                  <a:pt x="38455" y="60871"/>
                </a:lnTo>
                <a:lnTo>
                  <a:pt x="41148" y="60198"/>
                </a:lnTo>
                <a:lnTo>
                  <a:pt x="41148" y="50292"/>
                </a:lnTo>
                <a:lnTo>
                  <a:pt x="41910" y="49530"/>
                </a:lnTo>
                <a:close/>
              </a:path>
              <a:path w="69850" h="60960">
                <a:moveTo>
                  <a:pt x="38455" y="9194"/>
                </a:moveTo>
                <a:lnTo>
                  <a:pt x="38100" y="9144"/>
                </a:lnTo>
                <a:lnTo>
                  <a:pt x="38455" y="9194"/>
                </a:lnTo>
                <a:close/>
              </a:path>
              <a:path w="69850" h="60960">
                <a:moveTo>
                  <a:pt x="38862" y="9252"/>
                </a:moveTo>
                <a:lnTo>
                  <a:pt x="38455" y="9194"/>
                </a:lnTo>
                <a:lnTo>
                  <a:pt x="38862" y="9252"/>
                </a:lnTo>
                <a:close/>
              </a:path>
              <a:path w="69850" h="60960">
                <a:moveTo>
                  <a:pt x="46482" y="58020"/>
                </a:moveTo>
                <a:lnTo>
                  <a:pt x="46482" y="48006"/>
                </a:lnTo>
                <a:lnTo>
                  <a:pt x="41148" y="50292"/>
                </a:lnTo>
                <a:lnTo>
                  <a:pt x="41148" y="60198"/>
                </a:lnTo>
                <a:lnTo>
                  <a:pt x="44196" y="59436"/>
                </a:lnTo>
                <a:lnTo>
                  <a:pt x="44196" y="58674"/>
                </a:lnTo>
                <a:lnTo>
                  <a:pt x="44958" y="58674"/>
                </a:lnTo>
                <a:lnTo>
                  <a:pt x="46482" y="58020"/>
                </a:lnTo>
                <a:close/>
              </a:path>
              <a:path w="69850" h="60960">
                <a:moveTo>
                  <a:pt x="43434" y="10123"/>
                </a:moveTo>
                <a:lnTo>
                  <a:pt x="43434" y="9906"/>
                </a:lnTo>
                <a:lnTo>
                  <a:pt x="42672" y="9906"/>
                </a:lnTo>
                <a:lnTo>
                  <a:pt x="43434" y="10123"/>
                </a:lnTo>
                <a:close/>
              </a:path>
              <a:path w="69850" h="60960">
                <a:moveTo>
                  <a:pt x="54102" y="53848"/>
                </a:moveTo>
                <a:lnTo>
                  <a:pt x="54102" y="41910"/>
                </a:lnTo>
                <a:lnTo>
                  <a:pt x="50292" y="45720"/>
                </a:lnTo>
                <a:lnTo>
                  <a:pt x="50292" y="44958"/>
                </a:lnTo>
                <a:lnTo>
                  <a:pt x="45720" y="48006"/>
                </a:lnTo>
                <a:lnTo>
                  <a:pt x="46482" y="48006"/>
                </a:lnTo>
                <a:lnTo>
                  <a:pt x="46482" y="58020"/>
                </a:lnTo>
                <a:lnTo>
                  <a:pt x="50292" y="56388"/>
                </a:lnTo>
                <a:lnTo>
                  <a:pt x="51054" y="56388"/>
                </a:lnTo>
                <a:lnTo>
                  <a:pt x="54102" y="53848"/>
                </a:lnTo>
                <a:close/>
              </a:path>
              <a:path w="69850" h="60960">
                <a:moveTo>
                  <a:pt x="48006" y="11430"/>
                </a:moveTo>
                <a:lnTo>
                  <a:pt x="47244" y="10668"/>
                </a:lnTo>
                <a:lnTo>
                  <a:pt x="47244" y="11212"/>
                </a:lnTo>
                <a:lnTo>
                  <a:pt x="48006" y="11430"/>
                </a:lnTo>
                <a:close/>
              </a:path>
              <a:path w="69850" h="60960">
                <a:moveTo>
                  <a:pt x="51816" y="13563"/>
                </a:moveTo>
                <a:lnTo>
                  <a:pt x="51816" y="12954"/>
                </a:lnTo>
                <a:lnTo>
                  <a:pt x="51054" y="12954"/>
                </a:lnTo>
                <a:lnTo>
                  <a:pt x="51816" y="13563"/>
                </a:lnTo>
                <a:close/>
              </a:path>
              <a:path w="69850" h="60960">
                <a:moveTo>
                  <a:pt x="58674" y="50673"/>
                </a:moveTo>
                <a:lnTo>
                  <a:pt x="58674" y="33528"/>
                </a:lnTo>
                <a:lnTo>
                  <a:pt x="56388" y="38862"/>
                </a:lnTo>
                <a:lnTo>
                  <a:pt x="56388" y="38100"/>
                </a:lnTo>
                <a:lnTo>
                  <a:pt x="53340" y="41910"/>
                </a:lnTo>
                <a:lnTo>
                  <a:pt x="54102" y="41910"/>
                </a:lnTo>
                <a:lnTo>
                  <a:pt x="54102" y="53848"/>
                </a:lnTo>
                <a:lnTo>
                  <a:pt x="55626" y="52578"/>
                </a:lnTo>
                <a:lnTo>
                  <a:pt x="56388" y="52578"/>
                </a:lnTo>
                <a:lnTo>
                  <a:pt x="58674" y="50673"/>
                </a:lnTo>
                <a:close/>
              </a:path>
              <a:path w="69850" h="60960">
                <a:moveTo>
                  <a:pt x="54864" y="16002"/>
                </a:moveTo>
                <a:lnTo>
                  <a:pt x="54102" y="15240"/>
                </a:lnTo>
                <a:lnTo>
                  <a:pt x="54440" y="15663"/>
                </a:lnTo>
                <a:lnTo>
                  <a:pt x="54864" y="16002"/>
                </a:lnTo>
                <a:close/>
              </a:path>
              <a:path w="69850" h="60960">
                <a:moveTo>
                  <a:pt x="54440" y="15663"/>
                </a:moveTo>
                <a:lnTo>
                  <a:pt x="54102" y="15240"/>
                </a:lnTo>
                <a:lnTo>
                  <a:pt x="54102" y="15392"/>
                </a:lnTo>
                <a:lnTo>
                  <a:pt x="54440" y="15663"/>
                </a:lnTo>
                <a:close/>
              </a:path>
              <a:path w="69850" h="60960">
                <a:moveTo>
                  <a:pt x="54864" y="16192"/>
                </a:moveTo>
                <a:lnTo>
                  <a:pt x="54864" y="16002"/>
                </a:lnTo>
                <a:lnTo>
                  <a:pt x="54440" y="15663"/>
                </a:lnTo>
                <a:lnTo>
                  <a:pt x="54864" y="16192"/>
                </a:lnTo>
                <a:close/>
              </a:path>
              <a:path w="69850" h="60960">
                <a:moveTo>
                  <a:pt x="59436" y="50038"/>
                </a:moveTo>
                <a:lnTo>
                  <a:pt x="59436" y="29718"/>
                </a:lnTo>
                <a:lnTo>
                  <a:pt x="57912" y="35052"/>
                </a:lnTo>
                <a:lnTo>
                  <a:pt x="58674" y="33528"/>
                </a:lnTo>
                <a:lnTo>
                  <a:pt x="58674" y="50673"/>
                </a:lnTo>
                <a:lnTo>
                  <a:pt x="59436" y="50038"/>
                </a:lnTo>
                <a:close/>
              </a:path>
              <a:path w="69850" h="60960">
                <a:moveTo>
                  <a:pt x="64770" y="43434"/>
                </a:moveTo>
                <a:lnTo>
                  <a:pt x="64770" y="12954"/>
                </a:lnTo>
                <a:lnTo>
                  <a:pt x="61722" y="9144"/>
                </a:lnTo>
                <a:lnTo>
                  <a:pt x="60960" y="9144"/>
                </a:lnTo>
                <a:lnTo>
                  <a:pt x="60960" y="48006"/>
                </a:lnTo>
                <a:lnTo>
                  <a:pt x="64770" y="43434"/>
                </a:lnTo>
                <a:close/>
              </a:path>
              <a:path w="69850" h="60960">
                <a:moveTo>
                  <a:pt x="68580" y="32004"/>
                </a:moveTo>
                <a:lnTo>
                  <a:pt x="68580" y="22098"/>
                </a:lnTo>
                <a:lnTo>
                  <a:pt x="67818" y="19050"/>
                </a:lnTo>
                <a:lnTo>
                  <a:pt x="66294" y="16002"/>
                </a:lnTo>
                <a:lnTo>
                  <a:pt x="64770" y="13716"/>
                </a:lnTo>
                <a:lnTo>
                  <a:pt x="64770" y="42672"/>
                </a:lnTo>
                <a:lnTo>
                  <a:pt x="67056" y="38100"/>
                </a:lnTo>
                <a:lnTo>
                  <a:pt x="67056" y="37338"/>
                </a:lnTo>
                <a:lnTo>
                  <a:pt x="67818" y="37338"/>
                </a:lnTo>
                <a:lnTo>
                  <a:pt x="68580" y="32004"/>
                </a:lnTo>
                <a:close/>
              </a:path>
              <a:path w="69850" h="60960">
                <a:moveTo>
                  <a:pt x="69342" y="25908"/>
                </a:moveTo>
                <a:lnTo>
                  <a:pt x="69342" y="25146"/>
                </a:lnTo>
                <a:lnTo>
                  <a:pt x="68580" y="25146"/>
                </a:lnTo>
                <a:lnTo>
                  <a:pt x="68580" y="31242"/>
                </a:lnTo>
                <a:lnTo>
                  <a:pt x="69342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29">
            <a:extLst>
              <a:ext uri="{FF2B5EF4-FFF2-40B4-BE49-F238E27FC236}">
                <a16:creationId xmlns:a16="http://schemas.microsoft.com/office/drawing/2014/main" id="{D8C17BE4-C1E3-4607-B327-26A75BBBFA38}"/>
              </a:ext>
            </a:extLst>
          </p:cNvPr>
          <p:cNvSpPr/>
          <p:nvPr/>
        </p:nvSpPr>
        <p:spPr>
          <a:xfrm>
            <a:off x="8721717" y="5038510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19050" y="15906"/>
                </a:moveTo>
                <a:lnTo>
                  <a:pt x="19050" y="5238"/>
                </a:lnTo>
                <a:lnTo>
                  <a:pt x="18288" y="5238"/>
                </a:lnTo>
                <a:lnTo>
                  <a:pt x="13716" y="8286"/>
                </a:lnTo>
                <a:lnTo>
                  <a:pt x="12954" y="8286"/>
                </a:lnTo>
                <a:lnTo>
                  <a:pt x="12954" y="9048"/>
                </a:lnTo>
                <a:lnTo>
                  <a:pt x="9144" y="12858"/>
                </a:lnTo>
                <a:lnTo>
                  <a:pt x="8382" y="12858"/>
                </a:lnTo>
                <a:lnTo>
                  <a:pt x="5334" y="17430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762" y="28098"/>
                </a:lnTo>
                <a:lnTo>
                  <a:pt x="0" y="28860"/>
                </a:lnTo>
                <a:lnTo>
                  <a:pt x="7620" y="50196"/>
                </a:lnTo>
                <a:lnTo>
                  <a:pt x="7620" y="50958"/>
                </a:lnTo>
                <a:lnTo>
                  <a:pt x="8382" y="50958"/>
                </a:lnTo>
                <a:lnTo>
                  <a:pt x="9144" y="51568"/>
                </a:lnTo>
                <a:lnTo>
                  <a:pt x="9144" y="33432"/>
                </a:lnTo>
                <a:lnTo>
                  <a:pt x="9906" y="31908"/>
                </a:lnTo>
                <a:lnTo>
                  <a:pt x="9906" y="31146"/>
                </a:lnTo>
                <a:lnTo>
                  <a:pt x="10668" y="25812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9869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59054">
                <a:moveTo>
                  <a:pt x="14260" y="43774"/>
                </a:moveTo>
                <a:lnTo>
                  <a:pt x="12954" y="41814"/>
                </a:lnTo>
                <a:lnTo>
                  <a:pt x="11430" y="40290"/>
                </a:lnTo>
                <a:lnTo>
                  <a:pt x="9906" y="37242"/>
                </a:lnTo>
                <a:lnTo>
                  <a:pt x="9906" y="35718"/>
                </a:lnTo>
                <a:lnTo>
                  <a:pt x="9144" y="33432"/>
                </a:lnTo>
                <a:lnTo>
                  <a:pt x="9144" y="51568"/>
                </a:lnTo>
                <a:lnTo>
                  <a:pt x="12192" y="54006"/>
                </a:lnTo>
                <a:lnTo>
                  <a:pt x="12954" y="54006"/>
                </a:lnTo>
                <a:lnTo>
                  <a:pt x="13716" y="54387"/>
                </a:lnTo>
                <a:lnTo>
                  <a:pt x="13716" y="43338"/>
                </a:lnTo>
                <a:lnTo>
                  <a:pt x="14260" y="43774"/>
                </a:lnTo>
                <a:close/>
              </a:path>
              <a:path w="68579" h="59054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59054">
                <a:moveTo>
                  <a:pt x="14478" y="44100"/>
                </a:moveTo>
                <a:lnTo>
                  <a:pt x="14260" y="43774"/>
                </a:lnTo>
                <a:lnTo>
                  <a:pt x="13716" y="43338"/>
                </a:lnTo>
                <a:lnTo>
                  <a:pt x="14478" y="44100"/>
                </a:lnTo>
                <a:close/>
              </a:path>
              <a:path w="68579" h="59054">
                <a:moveTo>
                  <a:pt x="14478" y="54768"/>
                </a:moveTo>
                <a:lnTo>
                  <a:pt x="14478" y="44100"/>
                </a:lnTo>
                <a:lnTo>
                  <a:pt x="13716" y="43338"/>
                </a:lnTo>
                <a:lnTo>
                  <a:pt x="13716" y="54387"/>
                </a:lnTo>
                <a:lnTo>
                  <a:pt x="14478" y="54768"/>
                </a:lnTo>
                <a:close/>
              </a:path>
              <a:path w="68579" h="59054">
                <a:moveTo>
                  <a:pt x="17526" y="56292"/>
                </a:moveTo>
                <a:lnTo>
                  <a:pt x="17526" y="46386"/>
                </a:lnTo>
                <a:lnTo>
                  <a:pt x="14260" y="43774"/>
                </a:lnTo>
                <a:lnTo>
                  <a:pt x="14478" y="44100"/>
                </a:lnTo>
                <a:lnTo>
                  <a:pt x="14478" y="54768"/>
                </a:lnTo>
                <a:lnTo>
                  <a:pt x="17526" y="56292"/>
                </a:lnTo>
                <a:close/>
              </a:path>
              <a:path w="68579" h="59054">
                <a:moveTo>
                  <a:pt x="16002" y="18954"/>
                </a:moveTo>
                <a:lnTo>
                  <a:pt x="15240" y="19716"/>
                </a:lnTo>
                <a:lnTo>
                  <a:pt x="15240" y="19869"/>
                </a:lnTo>
                <a:lnTo>
                  <a:pt x="16002" y="18954"/>
                </a:lnTo>
                <a:close/>
              </a:path>
              <a:path w="68579" h="59054">
                <a:moveTo>
                  <a:pt x="21336" y="47910"/>
                </a:moveTo>
                <a:lnTo>
                  <a:pt x="16764" y="45624"/>
                </a:lnTo>
                <a:lnTo>
                  <a:pt x="17526" y="46386"/>
                </a:lnTo>
                <a:lnTo>
                  <a:pt x="17526" y="56292"/>
                </a:lnTo>
                <a:lnTo>
                  <a:pt x="18288" y="57054"/>
                </a:lnTo>
                <a:lnTo>
                  <a:pt x="20574" y="57381"/>
                </a:lnTo>
                <a:lnTo>
                  <a:pt x="20574" y="47910"/>
                </a:lnTo>
                <a:lnTo>
                  <a:pt x="21336" y="47910"/>
                </a:lnTo>
                <a:close/>
              </a:path>
              <a:path w="68579" h="59054">
                <a:moveTo>
                  <a:pt x="68580" y="30384"/>
                </a:moveTo>
                <a:lnTo>
                  <a:pt x="68580" y="24288"/>
                </a:lnTo>
                <a:lnTo>
                  <a:pt x="67818" y="20478"/>
                </a:lnTo>
                <a:lnTo>
                  <a:pt x="67056" y="18192"/>
                </a:lnTo>
                <a:lnTo>
                  <a:pt x="66294" y="15144"/>
                </a:lnTo>
                <a:lnTo>
                  <a:pt x="64770" y="12858"/>
                </a:lnTo>
                <a:lnTo>
                  <a:pt x="64770" y="12096"/>
                </a:lnTo>
                <a:lnTo>
                  <a:pt x="61722" y="8286"/>
                </a:lnTo>
                <a:lnTo>
                  <a:pt x="60198" y="8286"/>
                </a:lnTo>
                <a:lnTo>
                  <a:pt x="56388" y="5238"/>
                </a:lnTo>
                <a:lnTo>
                  <a:pt x="56388" y="4476"/>
                </a:lnTo>
                <a:lnTo>
                  <a:pt x="55626" y="4476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908" y="2190"/>
                </a:lnTo>
                <a:lnTo>
                  <a:pt x="25146" y="2190"/>
                </a:lnTo>
                <a:lnTo>
                  <a:pt x="19050" y="4476"/>
                </a:lnTo>
                <a:lnTo>
                  <a:pt x="19050" y="16668"/>
                </a:lnTo>
                <a:lnTo>
                  <a:pt x="22860" y="14128"/>
                </a:lnTo>
                <a:lnTo>
                  <a:pt x="22860" y="13620"/>
                </a:lnTo>
                <a:lnTo>
                  <a:pt x="28194" y="11620"/>
                </a:lnTo>
                <a:lnTo>
                  <a:pt x="28194" y="11334"/>
                </a:lnTo>
                <a:lnTo>
                  <a:pt x="32766" y="10028"/>
                </a:lnTo>
                <a:lnTo>
                  <a:pt x="32766" y="9810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588"/>
                </a:lnTo>
                <a:lnTo>
                  <a:pt x="51816" y="12858"/>
                </a:lnTo>
                <a:lnTo>
                  <a:pt x="51816" y="13468"/>
                </a:lnTo>
                <a:lnTo>
                  <a:pt x="54102" y="15297"/>
                </a:lnTo>
                <a:lnTo>
                  <a:pt x="54102" y="15144"/>
                </a:lnTo>
                <a:lnTo>
                  <a:pt x="57150" y="18192"/>
                </a:lnTo>
                <a:lnTo>
                  <a:pt x="57150" y="18573"/>
                </a:lnTo>
                <a:lnTo>
                  <a:pt x="57912" y="19716"/>
                </a:lnTo>
                <a:lnTo>
                  <a:pt x="58674" y="21240"/>
                </a:lnTo>
                <a:lnTo>
                  <a:pt x="58674" y="23526"/>
                </a:lnTo>
                <a:lnTo>
                  <a:pt x="59340" y="24860"/>
                </a:lnTo>
                <a:lnTo>
                  <a:pt x="59436" y="24288"/>
                </a:lnTo>
                <a:lnTo>
                  <a:pt x="59436" y="47021"/>
                </a:lnTo>
                <a:lnTo>
                  <a:pt x="60198" y="46386"/>
                </a:lnTo>
                <a:lnTo>
                  <a:pt x="60198" y="45624"/>
                </a:lnTo>
                <a:lnTo>
                  <a:pt x="64008" y="41814"/>
                </a:lnTo>
                <a:lnTo>
                  <a:pt x="64008" y="41052"/>
                </a:lnTo>
                <a:lnTo>
                  <a:pt x="66294" y="36480"/>
                </a:lnTo>
                <a:lnTo>
                  <a:pt x="67056" y="35718"/>
                </a:lnTo>
                <a:lnTo>
                  <a:pt x="67056" y="34956"/>
                </a:lnTo>
                <a:lnTo>
                  <a:pt x="68580" y="30384"/>
                </a:lnTo>
                <a:close/>
              </a:path>
              <a:path w="68579" h="59054">
                <a:moveTo>
                  <a:pt x="30480" y="58578"/>
                </a:moveTo>
                <a:lnTo>
                  <a:pt x="30480" y="49434"/>
                </a:lnTo>
                <a:lnTo>
                  <a:pt x="29718" y="49434"/>
                </a:lnTo>
                <a:lnTo>
                  <a:pt x="25146" y="48672"/>
                </a:lnTo>
                <a:lnTo>
                  <a:pt x="20574" y="47910"/>
                </a:lnTo>
                <a:lnTo>
                  <a:pt x="20574" y="57381"/>
                </a:lnTo>
                <a:lnTo>
                  <a:pt x="23622" y="57816"/>
                </a:lnTo>
                <a:lnTo>
                  <a:pt x="24384" y="58578"/>
                </a:lnTo>
                <a:lnTo>
                  <a:pt x="30480" y="58578"/>
                </a:lnTo>
                <a:close/>
              </a:path>
              <a:path w="68579" h="59054">
                <a:moveTo>
                  <a:pt x="23622" y="13620"/>
                </a:moveTo>
                <a:lnTo>
                  <a:pt x="22860" y="13620"/>
                </a:lnTo>
                <a:lnTo>
                  <a:pt x="22860" y="14128"/>
                </a:lnTo>
                <a:lnTo>
                  <a:pt x="23622" y="13620"/>
                </a:lnTo>
                <a:close/>
              </a:path>
              <a:path w="68579" h="59054">
                <a:moveTo>
                  <a:pt x="25908" y="48672"/>
                </a:moveTo>
                <a:lnTo>
                  <a:pt x="25146" y="48563"/>
                </a:lnTo>
                <a:lnTo>
                  <a:pt x="25908" y="48672"/>
                </a:lnTo>
                <a:close/>
              </a:path>
              <a:path w="68579" h="59054">
                <a:moveTo>
                  <a:pt x="28956" y="11334"/>
                </a:moveTo>
                <a:lnTo>
                  <a:pt x="28194" y="11334"/>
                </a:lnTo>
                <a:lnTo>
                  <a:pt x="28194" y="11620"/>
                </a:lnTo>
                <a:lnTo>
                  <a:pt x="28956" y="11334"/>
                </a:lnTo>
                <a:close/>
              </a:path>
              <a:path w="68579" h="59054">
                <a:moveTo>
                  <a:pt x="30124" y="49383"/>
                </a:moveTo>
                <a:lnTo>
                  <a:pt x="29718" y="49325"/>
                </a:lnTo>
                <a:lnTo>
                  <a:pt x="30124" y="49383"/>
                </a:lnTo>
                <a:close/>
              </a:path>
              <a:path w="68579" h="59054">
                <a:moveTo>
                  <a:pt x="35814" y="58578"/>
                </a:moveTo>
                <a:lnTo>
                  <a:pt x="35814" y="48672"/>
                </a:lnTo>
                <a:lnTo>
                  <a:pt x="30124" y="49383"/>
                </a:lnTo>
                <a:lnTo>
                  <a:pt x="30480" y="49434"/>
                </a:lnTo>
                <a:lnTo>
                  <a:pt x="30480" y="58578"/>
                </a:lnTo>
                <a:lnTo>
                  <a:pt x="35814" y="58578"/>
                </a:lnTo>
                <a:close/>
              </a:path>
              <a:path w="68579" h="59054">
                <a:moveTo>
                  <a:pt x="33528" y="9810"/>
                </a:moveTo>
                <a:lnTo>
                  <a:pt x="32766" y="9810"/>
                </a:lnTo>
                <a:lnTo>
                  <a:pt x="32766" y="10028"/>
                </a:lnTo>
                <a:lnTo>
                  <a:pt x="33528" y="9810"/>
                </a:lnTo>
                <a:close/>
              </a:path>
              <a:path w="68579" h="59054">
                <a:moveTo>
                  <a:pt x="41148" y="47148"/>
                </a:moveTo>
                <a:lnTo>
                  <a:pt x="35052" y="48672"/>
                </a:lnTo>
                <a:lnTo>
                  <a:pt x="35814" y="48672"/>
                </a:lnTo>
                <a:lnTo>
                  <a:pt x="35814" y="58578"/>
                </a:lnTo>
                <a:lnTo>
                  <a:pt x="36576" y="58578"/>
                </a:lnTo>
                <a:lnTo>
                  <a:pt x="36576" y="57816"/>
                </a:lnTo>
                <a:lnTo>
                  <a:pt x="37338" y="57816"/>
                </a:lnTo>
                <a:lnTo>
                  <a:pt x="40386" y="57054"/>
                </a:lnTo>
                <a:lnTo>
                  <a:pt x="40386" y="47910"/>
                </a:lnTo>
                <a:lnTo>
                  <a:pt x="41148" y="47148"/>
                </a:lnTo>
                <a:close/>
              </a:path>
              <a:path w="68579" h="59054">
                <a:moveTo>
                  <a:pt x="45720" y="44862"/>
                </a:moveTo>
                <a:lnTo>
                  <a:pt x="40386" y="47910"/>
                </a:lnTo>
                <a:lnTo>
                  <a:pt x="40386" y="57054"/>
                </a:lnTo>
                <a:lnTo>
                  <a:pt x="43434" y="56292"/>
                </a:lnTo>
                <a:lnTo>
                  <a:pt x="44196" y="56292"/>
                </a:lnTo>
                <a:lnTo>
                  <a:pt x="44958" y="55966"/>
                </a:lnTo>
                <a:lnTo>
                  <a:pt x="44958" y="45624"/>
                </a:lnTo>
                <a:lnTo>
                  <a:pt x="45720" y="44862"/>
                </a:lnTo>
                <a:close/>
              </a:path>
              <a:path w="68579" h="59054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59054">
                <a:moveTo>
                  <a:pt x="50292" y="54006"/>
                </a:moveTo>
                <a:lnTo>
                  <a:pt x="50292" y="42576"/>
                </a:lnTo>
                <a:lnTo>
                  <a:pt x="44958" y="45624"/>
                </a:lnTo>
                <a:lnTo>
                  <a:pt x="44958" y="55966"/>
                </a:lnTo>
                <a:lnTo>
                  <a:pt x="49530" y="54006"/>
                </a:lnTo>
                <a:lnTo>
                  <a:pt x="50292" y="54006"/>
                </a:lnTo>
                <a:close/>
              </a:path>
              <a:path w="68579" h="59054">
                <a:moveTo>
                  <a:pt x="48006" y="11588"/>
                </a:moveTo>
                <a:lnTo>
                  <a:pt x="48006" y="11334"/>
                </a:lnTo>
                <a:lnTo>
                  <a:pt x="47244" y="11334"/>
                </a:lnTo>
                <a:lnTo>
                  <a:pt x="48006" y="11588"/>
                </a:lnTo>
                <a:close/>
              </a:path>
              <a:path w="68579" h="59054">
                <a:moveTo>
                  <a:pt x="53340" y="51212"/>
                </a:moveTo>
                <a:lnTo>
                  <a:pt x="53340" y="39528"/>
                </a:lnTo>
                <a:lnTo>
                  <a:pt x="49530" y="42576"/>
                </a:lnTo>
                <a:lnTo>
                  <a:pt x="50292" y="42576"/>
                </a:lnTo>
                <a:lnTo>
                  <a:pt x="50292" y="53244"/>
                </a:lnTo>
                <a:lnTo>
                  <a:pt x="53340" y="51212"/>
                </a:lnTo>
                <a:close/>
              </a:path>
              <a:path w="68579" h="59054">
                <a:moveTo>
                  <a:pt x="51816" y="13468"/>
                </a:moveTo>
                <a:lnTo>
                  <a:pt x="51816" y="12858"/>
                </a:lnTo>
                <a:lnTo>
                  <a:pt x="51054" y="12858"/>
                </a:lnTo>
                <a:lnTo>
                  <a:pt x="51816" y="13468"/>
                </a:lnTo>
                <a:close/>
              </a:path>
              <a:path w="68579" h="59054">
                <a:moveTo>
                  <a:pt x="56388" y="49561"/>
                </a:moveTo>
                <a:lnTo>
                  <a:pt x="56388" y="35718"/>
                </a:lnTo>
                <a:lnTo>
                  <a:pt x="52578" y="39528"/>
                </a:lnTo>
                <a:lnTo>
                  <a:pt x="53340" y="39528"/>
                </a:lnTo>
                <a:lnTo>
                  <a:pt x="53340" y="51212"/>
                </a:lnTo>
                <a:lnTo>
                  <a:pt x="54864" y="50196"/>
                </a:lnTo>
                <a:lnTo>
                  <a:pt x="55626" y="50196"/>
                </a:lnTo>
                <a:lnTo>
                  <a:pt x="56388" y="49561"/>
                </a:lnTo>
                <a:close/>
              </a:path>
              <a:path w="68579" h="59054">
                <a:moveTo>
                  <a:pt x="54864" y="15906"/>
                </a:moveTo>
                <a:lnTo>
                  <a:pt x="54102" y="15144"/>
                </a:lnTo>
                <a:lnTo>
                  <a:pt x="54102" y="15297"/>
                </a:lnTo>
                <a:lnTo>
                  <a:pt x="54864" y="15906"/>
                </a:lnTo>
                <a:close/>
              </a:path>
              <a:path w="68579" h="59054">
                <a:moveTo>
                  <a:pt x="59436" y="47021"/>
                </a:moveTo>
                <a:lnTo>
                  <a:pt x="59436" y="25050"/>
                </a:lnTo>
                <a:lnTo>
                  <a:pt x="59340" y="24860"/>
                </a:lnTo>
                <a:lnTo>
                  <a:pt x="58674" y="28860"/>
                </a:lnTo>
                <a:lnTo>
                  <a:pt x="58674" y="28098"/>
                </a:lnTo>
                <a:lnTo>
                  <a:pt x="57912" y="32670"/>
                </a:lnTo>
                <a:lnTo>
                  <a:pt x="57912" y="31908"/>
                </a:lnTo>
                <a:lnTo>
                  <a:pt x="55626" y="36480"/>
                </a:lnTo>
                <a:lnTo>
                  <a:pt x="56388" y="35718"/>
                </a:lnTo>
                <a:lnTo>
                  <a:pt x="56388" y="49561"/>
                </a:lnTo>
                <a:lnTo>
                  <a:pt x="59436" y="47021"/>
                </a:lnTo>
                <a:close/>
              </a:path>
              <a:path w="68579" h="59054">
                <a:moveTo>
                  <a:pt x="57150" y="18573"/>
                </a:moveTo>
                <a:lnTo>
                  <a:pt x="57150" y="18192"/>
                </a:lnTo>
                <a:lnTo>
                  <a:pt x="56388" y="17430"/>
                </a:lnTo>
                <a:lnTo>
                  <a:pt x="57150" y="18573"/>
                </a:lnTo>
                <a:close/>
              </a:path>
              <a:path w="68579" h="59054">
                <a:moveTo>
                  <a:pt x="59436" y="25050"/>
                </a:moveTo>
                <a:lnTo>
                  <a:pt x="59436" y="24288"/>
                </a:lnTo>
                <a:lnTo>
                  <a:pt x="59340" y="24860"/>
                </a:lnTo>
                <a:lnTo>
                  <a:pt x="59436" y="25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1" name="object 30">
            <a:extLst>
              <a:ext uri="{FF2B5EF4-FFF2-40B4-BE49-F238E27FC236}">
                <a16:creationId xmlns:a16="http://schemas.microsoft.com/office/drawing/2014/main" id="{0C811660-8B6F-48C5-86AA-5540690FAB40}"/>
              </a:ext>
            </a:extLst>
          </p:cNvPr>
          <p:cNvSpPr/>
          <p:nvPr/>
        </p:nvSpPr>
        <p:spPr>
          <a:xfrm>
            <a:off x="5489326" y="4037446"/>
            <a:ext cx="69476" cy="58271"/>
          </a:xfrm>
          <a:custGeom>
            <a:avLst/>
            <a:gdLst/>
            <a:ahLst/>
            <a:cxnLst/>
            <a:rect l="l" t="t" r="r" b="b"/>
            <a:pathLst>
              <a:path w="59054" h="49529">
                <a:moveTo>
                  <a:pt x="58531" y="24610"/>
                </a:moveTo>
                <a:lnTo>
                  <a:pt x="57673" y="14894"/>
                </a:lnTo>
                <a:lnTo>
                  <a:pt x="52613" y="6977"/>
                </a:lnTo>
                <a:lnTo>
                  <a:pt x="44053" y="1845"/>
                </a:lnTo>
                <a:lnTo>
                  <a:pt x="33349" y="0"/>
                </a:lnTo>
                <a:lnTo>
                  <a:pt x="21859" y="1940"/>
                </a:lnTo>
                <a:lnTo>
                  <a:pt x="11239" y="7477"/>
                </a:lnTo>
                <a:lnTo>
                  <a:pt x="3762" y="15370"/>
                </a:lnTo>
                <a:lnTo>
                  <a:pt x="0" y="24550"/>
                </a:lnTo>
                <a:lnTo>
                  <a:pt x="523" y="33944"/>
                </a:lnTo>
                <a:lnTo>
                  <a:pt x="5917" y="42183"/>
                </a:lnTo>
                <a:lnTo>
                  <a:pt x="14525" y="47279"/>
                </a:lnTo>
                <a:lnTo>
                  <a:pt x="25276" y="48946"/>
                </a:lnTo>
                <a:lnTo>
                  <a:pt x="37099" y="46898"/>
                </a:lnTo>
                <a:lnTo>
                  <a:pt x="47386" y="41469"/>
                </a:lnTo>
                <a:lnTo>
                  <a:pt x="54816" y="33754"/>
                </a:lnTo>
                <a:lnTo>
                  <a:pt x="58531" y="24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3" name="object 31">
            <a:extLst>
              <a:ext uri="{FF2B5EF4-FFF2-40B4-BE49-F238E27FC236}">
                <a16:creationId xmlns:a16="http://schemas.microsoft.com/office/drawing/2014/main" id="{4B5F3591-65C2-4A7A-8DCF-CE5C9C3D8C75}"/>
              </a:ext>
            </a:extLst>
          </p:cNvPr>
          <p:cNvSpPr/>
          <p:nvPr/>
        </p:nvSpPr>
        <p:spPr>
          <a:xfrm>
            <a:off x="5483665" y="4031789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68580" y="25037"/>
                </a:moveTo>
                <a:lnTo>
                  <a:pt x="68580" y="24275"/>
                </a:lnTo>
                <a:lnTo>
                  <a:pt x="67056" y="18179"/>
                </a:lnTo>
                <a:lnTo>
                  <a:pt x="65532" y="15131"/>
                </a:lnTo>
                <a:lnTo>
                  <a:pt x="64770" y="12845"/>
                </a:lnTo>
                <a:lnTo>
                  <a:pt x="64008" y="12845"/>
                </a:lnTo>
                <a:lnTo>
                  <a:pt x="64008" y="12083"/>
                </a:lnTo>
                <a:lnTo>
                  <a:pt x="60960" y="9035"/>
                </a:lnTo>
                <a:lnTo>
                  <a:pt x="60960" y="8273"/>
                </a:lnTo>
                <a:lnTo>
                  <a:pt x="60198" y="8273"/>
                </a:lnTo>
                <a:lnTo>
                  <a:pt x="56388" y="5225"/>
                </a:lnTo>
                <a:lnTo>
                  <a:pt x="55626" y="4463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5225"/>
                </a:lnTo>
                <a:lnTo>
                  <a:pt x="18288" y="5225"/>
                </a:lnTo>
                <a:lnTo>
                  <a:pt x="12954" y="8273"/>
                </a:lnTo>
                <a:lnTo>
                  <a:pt x="12954" y="9035"/>
                </a:lnTo>
                <a:lnTo>
                  <a:pt x="8382" y="12845"/>
                </a:lnTo>
                <a:lnTo>
                  <a:pt x="7620" y="12845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3513"/>
                </a:lnTo>
                <a:lnTo>
                  <a:pt x="0" y="28085"/>
                </a:lnTo>
                <a:lnTo>
                  <a:pt x="9144" y="52164"/>
                </a:lnTo>
                <a:lnTo>
                  <a:pt x="9144" y="31133"/>
                </a:lnTo>
                <a:lnTo>
                  <a:pt x="9906" y="28466"/>
                </a:lnTo>
                <a:lnTo>
                  <a:pt x="9906" y="27323"/>
                </a:lnTo>
                <a:lnTo>
                  <a:pt x="10668" y="25799"/>
                </a:lnTo>
                <a:lnTo>
                  <a:pt x="10668" y="26180"/>
                </a:lnTo>
                <a:lnTo>
                  <a:pt x="12192" y="23894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lnTo>
                  <a:pt x="19050" y="16219"/>
                </a:lnTo>
                <a:lnTo>
                  <a:pt x="22860" y="14042"/>
                </a:lnTo>
                <a:lnTo>
                  <a:pt x="22860" y="13607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051"/>
                </a:lnTo>
                <a:lnTo>
                  <a:pt x="47244" y="11321"/>
                </a:lnTo>
                <a:lnTo>
                  <a:pt x="47244" y="11575"/>
                </a:lnTo>
                <a:lnTo>
                  <a:pt x="51054" y="12845"/>
                </a:lnTo>
                <a:lnTo>
                  <a:pt x="51054" y="13454"/>
                </a:lnTo>
                <a:lnTo>
                  <a:pt x="53340" y="15283"/>
                </a:lnTo>
                <a:lnTo>
                  <a:pt x="53340" y="15131"/>
                </a:lnTo>
                <a:lnTo>
                  <a:pt x="57150" y="18179"/>
                </a:lnTo>
                <a:lnTo>
                  <a:pt x="57150" y="19703"/>
                </a:lnTo>
                <a:lnTo>
                  <a:pt x="57912" y="21227"/>
                </a:lnTo>
                <a:lnTo>
                  <a:pt x="58674" y="23513"/>
                </a:lnTo>
                <a:lnTo>
                  <a:pt x="58674" y="47135"/>
                </a:lnTo>
                <a:lnTo>
                  <a:pt x="60198" y="45611"/>
                </a:lnTo>
                <a:lnTo>
                  <a:pt x="63246" y="41801"/>
                </a:lnTo>
                <a:lnTo>
                  <a:pt x="63246" y="41039"/>
                </a:lnTo>
                <a:lnTo>
                  <a:pt x="64008" y="41039"/>
                </a:lnTo>
                <a:lnTo>
                  <a:pt x="66294" y="36467"/>
                </a:lnTo>
                <a:lnTo>
                  <a:pt x="66294" y="35705"/>
                </a:lnTo>
                <a:lnTo>
                  <a:pt x="67818" y="30371"/>
                </a:lnTo>
                <a:lnTo>
                  <a:pt x="67818" y="29609"/>
                </a:lnTo>
                <a:lnTo>
                  <a:pt x="68580" y="25037"/>
                </a:lnTo>
                <a:close/>
              </a:path>
              <a:path w="68579" h="59054">
                <a:moveTo>
                  <a:pt x="17526" y="56279"/>
                </a:moveTo>
                <a:lnTo>
                  <a:pt x="17526" y="46373"/>
                </a:lnTo>
                <a:lnTo>
                  <a:pt x="13716" y="43325"/>
                </a:lnTo>
                <a:lnTo>
                  <a:pt x="13716" y="44087"/>
                </a:lnTo>
                <a:lnTo>
                  <a:pt x="12192" y="41801"/>
                </a:lnTo>
                <a:lnTo>
                  <a:pt x="9144" y="35705"/>
                </a:lnTo>
                <a:lnTo>
                  <a:pt x="9144" y="52164"/>
                </a:lnTo>
                <a:lnTo>
                  <a:pt x="11430" y="53993"/>
                </a:lnTo>
                <a:lnTo>
                  <a:pt x="12192" y="53993"/>
                </a:lnTo>
                <a:lnTo>
                  <a:pt x="12192" y="54755"/>
                </a:lnTo>
                <a:lnTo>
                  <a:pt x="17526" y="56279"/>
                </a:lnTo>
                <a:close/>
              </a:path>
              <a:path w="68579" h="59054">
                <a:moveTo>
                  <a:pt x="10668" y="25799"/>
                </a:moveTo>
                <a:lnTo>
                  <a:pt x="9906" y="27323"/>
                </a:lnTo>
                <a:lnTo>
                  <a:pt x="10477" y="26465"/>
                </a:lnTo>
                <a:lnTo>
                  <a:pt x="10668" y="25799"/>
                </a:lnTo>
                <a:close/>
              </a:path>
              <a:path w="68579" h="59054">
                <a:moveTo>
                  <a:pt x="10477" y="26465"/>
                </a:moveTo>
                <a:lnTo>
                  <a:pt x="9906" y="27323"/>
                </a:lnTo>
                <a:lnTo>
                  <a:pt x="9906" y="28466"/>
                </a:lnTo>
                <a:lnTo>
                  <a:pt x="10477" y="26465"/>
                </a:lnTo>
                <a:close/>
              </a:path>
              <a:path w="68579" h="59054">
                <a:moveTo>
                  <a:pt x="10668" y="26180"/>
                </a:moveTo>
                <a:lnTo>
                  <a:pt x="10668" y="25799"/>
                </a:lnTo>
                <a:lnTo>
                  <a:pt x="10477" y="26465"/>
                </a:lnTo>
                <a:lnTo>
                  <a:pt x="10668" y="26180"/>
                </a:lnTo>
                <a:close/>
              </a:path>
              <a:path w="68579" h="59054">
                <a:moveTo>
                  <a:pt x="12954" y="22751"/>
                </a:moveTo>
                <a:lnTo>
                  <a:pt x="12192" y="23513"/>
                </a:lnTo>
                <a:lnTo>
                  <a:pt x="12192" y="23894"/>
                </a:lnTo>
                <a:lnTo>
                  <a:pt x="12954" y="22751"/>
                </a:lnTo>
                <a:close/>
              </a:path>
              <a:path w="68579" h="59054">
                <a:moveTo>
                  <a:pt x="21336" y="47897"/>
                </a:moveTo>
                <a:lnTo>
                  <a:pt x="16764" y="45611"/>
                </a:lnTo>
                <a:lnTo>
                  <a:pt x="17526" y="46373"/>
                </a:lnTo>
                <a:lnTo>
                  <a:pt x="17526" y="57041"/>
                </a:lnTo>
                <a:lnTo>
                  <a:pt x="18288" y="57041"/>
                </a:lnTo>
                <a:lnTo>
                  <a:pt x="20574" y="57422"/>
                </a:lnTo>
                <a:lnTo>
                  <a:pt x="20574" y="47897"/>
                </a:lnTo>
                <a:lnTo>
                  <a:pt x="21336" y="47897"/>
                </a:lnTo>
                <a:close/>
              </a:path>
              <a:path w="68579" h="59054">
                <a:moveTo>
                  <a:pt x="19050" y="16219"/>
                </a:moveTo>
                <a:lnTo>
                  <a:pt x="19050" y="15893"/>
                </a:lnTo>
                <a:lnTo>
                  <a:pt x="18288" y="16655"/>
                </a:lnTo>
                <a:lnTo>
                  <a:pt x="19050" y="16219"/>
                </a:lnTo>
                <a:close/>
              </a:path>
              <a:path w="68579" h="59054">
                <a:moveTo>
                  <a:pt x="25146" y="48659"/>
                </a:moveTo>
                <a:lnTo>
                  <a:pt x="20574" y="47897"/>
                </a:lnTo>
                <a:lnTo>
                  <a:pt x="20574" y="57422"/>
                </a:lnTo>
                <a:lnTo>
                  <a:pt x="22860" y="57803"/>
                </a:lnTo>
                <a:lnTo>
                  <a:pt x="23622" y="58565"/>
                </a:lnTo>
                <a:lnTo>
                  <a:pt x="24384" y="58565"/>
                </a:lnTo>
                <a:lnTo>
                  <a:pt x="24384" y="48659"/>
                </a:lnTo>
                <a:lnTo>
                  <a:pt x="25146" y="48659"/>
                </a:lnTo>
                <a:close/>
              </a:path>
              <a:path w="68579" h="59054">
                <a:moveTo>
                  <a:pt x="23622" y="13607"/>
                </a:moveTo>
                <a:lnTo>
                  <a:pt x="22860" y="13607"/>
                </a:lnTo>
                <a:lnTo>
                  <a:pt x="22860" y="14042"/>
                </a:lnTo>
                <a:lnTo>
                  <a:pt x="23622" y="13607"/>
                </a:lnTo>
                <a:close/>
              </a:path>
              <a:path w="68579" h="59054">
                <a:moveTo>
                  <a:pt x="30480" y="58565"/>
                </a:moveTo>
                <a:lnTo>
                  <a:pt x="30480" y="49421"/>
                </a:lnTo>
                <a:lnTo>
                  <a:pt x="29718" y="49421"/>
                </a:lnTo>
                <a:lnTo>
                  <a:pt x="24384" y="48659"/>
                </a:lnTo>
                <a:lnTo>
                  <a:pt x="24384" y="58565"/>
                </a:lnTo>
                <a:lnTo>
                  <a:pt x="30480" y="58565"/>
                </a:lnTo>
                <a:close/>
              </a:path>
              <a:path w="68579" h="59054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59054">
                <a:moveTo>
                  <a:pt x="30073" y="49370"/>
                </a:moveTo>
                <a:lnTo>
                  <a:pt x="29718" y="49325"/>
                </a:lnTo>
                <a:lnTo>
                  <a:pt x="30073" y="49370"/>
                </a:lnTo>
                <a:close/>
              </a:path>
              <a:path w="68579" h="59054">
                <a:moveTo>
                  <a:pt x="35052" y="58565"/>
                </a:moveTo>
                <a:lnTo>
                  <a:pt x="35052" y="48659"/>
                </a:lnTo>
                <a:lnTo>
                  <a:pt x="30073" y="49370"/>
                </a:lnTo>
                <a:lnTo>
                  <a:pt x="30480" y="49421"/>
                </a:lnTo>
                <a:lnTo>
                  <a:pt x="30480" y="58565"/>
                </a:lnTo>
                <a:lnTo>
                  <a:pt x="35052" y="58565"/>
                </a:lnTo>
                <a:close/>
              </a:path>
              <a:path w="68579" h="59054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59054">
                <a:moveTo>
                  <a:pt x="40386" y="47135"/>
                </a:moveTo>
                <a:lnTo>
                  <a:pt x="34290" y="48659"/>
                </a:lnTo>
                <a:lnTo>
                  <a:pt x="35052" y="48659"/>
                </a:lnTo>
                <a:lnTo>
                  <a:pt x="35052" y="58565"/>
                </a:lnTo>
                <a:lnTo>
                  <a:pt x="36576" y="58565"/>
                </a:lnTo>
                <a:lnTo>
                  <a:pt x="36576" y="57803"/>
                </a:lnTo>
                <a:lnTo>
                  <a:pt x="39624" y="57041"/>
                </a:lnTo>
                <a:lnTo>
                  <a:pt x="39624" y="47897"/>
                </a:lnTo>
                <a:lnTo>
                  <a:pt x="40386" y="47135"/>
                </a:lnTo>
                <a:close/>
              </a:path>
              <a:path w="68579" h="59054">
                <a:moveTo>
                  <a:pt x="45720" y="55299"/>
                </a:moveTo>
                <a:lnTo>
                  <a:pt x="45720" y="45611"/>
                </a:lnTo>
                <a:lnTo>
                  <a:pt x="39624" y="47897"/>
                </a:lnTo>
                <a:lnTo>
                  <a:pt x="39624" y="57041"/>
                </a:lnTo>
                <a:lnTo>
                  <a:pt x="42672" y="56279"/>
                </a:lnTo>
                <a:lnTo>
                  <a:pt x="43434" y="56279"/>
                </a:lnTo>
                <a:lnTo>
                  <a:pt x="45720" y="55299"/>
                </a:lnTo>
                <a:close/>
              </a:path>
              <a:path w="68579" h="59054">
                <a:moveTo>
                  <a:pt x="43434" y="10051"/>
                </a:moveTo>
                <a:lnTo>
                  <a:pt x="43434" y="9797"/>
                </a:lnTo>
                <a:lnTo>
                  <a:pt x="42672" y="9797"/>
                </a:lnTo>
                <a:lnTo>
                  <a:pt x="43434" y="10051"/>
                </a:lnTo>
                <a:close/>
              </a:path>
              <a:path w="68579" h="59054">
                <a:moveTo>
                  <a:pt x="49530" y="42563"/>
                </a:moveTo>
                <a:lnTo>
                  <a:pt x="44958" y="45611"/>
                </a:lnTo>
                <a:lnTo>
                  <a:pt x="45720" y="45611"/>
                </a:lnTo>
                <a:lnTo>
                  <a:pt x="45720" y="55299"/>
                </a:lnTo>
                <a:lnTo>
                  <a:pt x="48768" y="53993"/>
                </a:lnTo>
                <a:lnTo>
                  <a:pt x="48768" y="43325"/>
                </a:lnTo>
                <a:lnTo>
                  <a:pt x="49530" y="42563"/>
                </a:lnTo>
                <a:close/>
              </a:path>
              <a:path w="68579" h="59054">
                <a:moveTo>
                  <a:pt x="47244" y="11575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575"/>
                </a:lnTo>
                <a:close/>
              </a:path>
              <a:path w="68579" h="59054">
                <a:moveTo>
                  <a:pt x="53340" y="51271"/>
                </a:moveTo>
                <a:lnTo>
                  <a:pt x="53340" y="39515"/>
                </a:lnTo>
                <a:lnTo>
                  <a:pt x="48768" y="43325"/>
                </a:lnTo>
                <a:lnTo>
                  <a:pt x="48768" y="53993"/>
                </a:lnTo>
                <a:lnTo>
                  <a:pt x="49530" y="53993"/>
                </a:lnTo>
                <a:lnTo>
                  <a:pt x="53340" y="51271"/>
                </a:lnTo>
                <a:close/>
              </a:path>
              <a:path w="68579" h="59054">
                <a:moveTo>
                  <a:pt x="51054" y="13454"/>
                </a:moveTo>
                <a:lnTo>
                  <a:pt x="51054" y="12845"/>
                </a:lnTo>
                <a:lnTo>
                  <a:pt x="50292" y="12845"/>
                </a:lnTo>
                <a:lnTo>
                  <a:pt x="51054" y="13454"/>
                </a:lnTo>
                <a:close/>
              </a:path>
              <a:path w="68579" h="59054">
                <a:moveTo>
                  <a:pt x="57912" y="47897"/>
                </a:moveTo>
                <a:lnTo>
                  <a:pt x="57912" y="31895"/>
                </a:lnTo>
                <a:lnTo>
                  <a:pt x="55626" y="36467"/>
                </a:lnTo>
                <a:lnTo>
                  <a:pt x="55626" y="35705"/>
                </a:lnTo>
                <a:lnTo>
                  <a:pt x="52578" y="39515"/>
                </a:lnTo>
                <a:lnTo>
                  <a:pt x="53340" y="39515"/>
                </a:lnTo>
                <a:lnTo>
                  <a:pt x="53340" y="51271"/>
                </a:lnTo>
                <a:lnTo>
                  <a:pt x="54864" y="50183"/>
                </a:lnTo>
                <a:lnTo>
                  <a:pt x="55626" y="50183"/>
                </a:lnTo>
                <a:lnTo>
                  <a:pt x="57912" y="47897"/>
                </a:lnTo>
                <a:close/>
              </a:path>
              <a:path w="68579" h="59054">
                <a:moveTo>
                  <a:pt x="54102" y="15893"/>
                </a:moveTo>
                <a:lnTo>
                  <a:pt x="53340" y="15131"/>
                </a:lnTo>
                <a:lnTo>
                  <a:pt x="53340" y="15283"/>
                </a:lnTo>
                <a:lnTo>
                  <a:pt x="54102" y="15893"/>
                </a:lnTo>
                <a:close/>
              </a:path>
              <a:path w="68579" h="59054">
                <a:moveTo>
                  <a:pt x="57150" y="19703"/>
                </a:moveTo>
                <a:lnTo>
                  <a:pt x="57150" y="18179"/>
                </a:lnTo>
                <a:lnTo>
                  <a:pt x="56388" y="18179"/>
                </a:lnTo>
                <a:lnTo>
                  <a:pt x="57150" y="19703"/>
                </a:lnTo>
                <a:close/>
              </a:path>
              <a:path w="68579" h="59054">
                <a:moveTo>
                  <a:pt x="58674" y="47135"/>
                </a:moveTo>
                <a:lnTo>
                  <a:pt x="58674" y="28085"/>
                </a:lnTo>
                <a:lnTo>
                  <a:pt x="57150" y="32657"/>
                </a:lnTo>
                <a:lnTo>
                  <a:pt x="57912" y="31895"/>
                </a:lnTo>
                <a:lnTo>
                  <a:pt x="57912" y="47897"/>
                </a:lnTo>
                <a:lnTo>
                  <a:pt x="58674" y="47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5" name="object 32">
            <a:extLst>
              <a:ext uri="{FF2B5EF4-FFF2-40B4-BE49-F238E27FC236}">
                <a16:creationId xmlns:a16="http://schemas.microsoft.com/office/drawing/2014/main" id="{D7B54F47-06F1-458D-9BA7-C72C4511A5BD}"/>
              </a:ext>
            </a:extLst>
          </p:cNvPr>
          <p:cNvSpPr/>
          <p:nvPr/>
        </p:nvSpPr>
        <p:spPr>
          <a:xfrm>
            <a:off x="6363999" y="3351240"/>
            <a:ext cx="74407" cy="672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7" name="object 33">
            <a:extLst>
              <a:ext uri="{FF2B5EF4-FFF2-40B4-BE49-F238E27FC236}">
                <a16:creationId xmlns:a16="http://schemas.microsoft.com/office/drawing/2014/main" id="{71FE778A-4565-4E11-B43A-2EC468753905}"/>
              </a:ext>
            </a:extLst>
          </p:cNvPr>
          <p:cNvSpPr/>
          <p:nvPr/>
        </p:nvSpPr>
        <p:spPr>
          <a:xfrm>
            <a:off x="6681351" y="5921421"/>
            <a:ext cx="82475" cy="76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9" name="object 34">
            <a:extLst>
              <a:ext uri="{FF2B5EF4-FFF2-40B4-BE49-F238E27FC236}">
                <a16:creationId xmlns:a16="http://schemas.microsoft.com/office/drawing/2014/main" id="{F600418B-9274-496E-BA4D-7EAC3D564719}"/>
              </a:ext>
            </a:extLst>
          </p:cNvPr>
          <p:cNvSpPr/>
          <p:nvPr/>
        </p:nvSpPr>
        <p:spPr>
          <a:xfrm>
            <a:off x="5475598" y="4579403"/>
            <a:ext cx="83087" cy="681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1" name="object 35">
            <a:extLst>
              <a:ext uri="{FF2B5EF4-FFF2-40B4-BE49-F238E27FC236}">
                <a16:creationId xmlns:a16="http://schemas.microsoft.com/office/drawing/2014/main" id="{2A724286-315F-406A-8483-484F9719BB5F}"/>
              </a:ext>
            </a:extLst>
          </p:cNvPr>
          <p:cNvSpPr/>
          <p:nvPr/>
        </p:nvSpPr>
        <p:spPr>
          <a:xfrm>
            <a:off x="6924294" y="2570412"/>
            <a:ext cx="74407" cy="6723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3" name="object 36">
            <a:extLst>
              <a:ext uri="{FF2B5EF4-FFF2-40B4-BE49-F238E27FC236}">
                <a16:creationId xmlns:a16="http://schemas.microsoft.com/office/drawing/2014/main" id="{2CA64B30-BD6D-4944-A6F1-C5A40E55C151}"/>
              </a:ext>
            </a:extLst>
          </p:cNvPr>
          <p:cNvSpPr/>
          <p:nvPr/>
        </p:nvSpPr>
        <p:spPr>
          <a:xfrm>
            <a:off x="8058328" y="4626918"/>
            <a:ext cx="82280" cy="797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5" name="object 37">
            <a:extLst>
              <a:ext uri="{FF2B5EF4-FFF2-40B4-BE49-F238E27FC236}">
                <a16:creationId xmlns:a16="http://schemas.microsoft.com/office/drawing/2014/main" id="{E86EE3C2-7B75-4832-AFAA-8CF9115F5E6C}"/>
              </a:ext>
            </a:extLst>
          </p:cNvPr>
          <p:cNvSpPr/>
          <p:nvPr/>
        </p:nvSpPr>
        <p:spPr>
          <a:xfrm>
            <a:off x="6956567" y="4553406"/>
            <a:ext cx="74407" cy="681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7" name="object 38">
            <a:extLst>
              <a:ext uri="{FF2B5EF4-FFF2-40B4-BE49-F238E27FC236}">
                <a16:creationId xmlns:a16="http://schemas.microsoft.com/office/drawing/2014/main" id="{8CDD41F0-0091-40CA-945D-D832E88DAB80}"/>
              </a:ext>
            </a:extLst>
          </p:cNvPr>
          <p:cNvSpPr/>
          <p:nvPr/>
        </p:nvSpPr>
        <p:spPr>
          <a:xfrm>
            <a:off x="8425882" y="3713412"/>
            <a:ext cx="74407" cy="6723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9" name="object 39">
            <a:extLst>
              <a:ext uri="{FF2B5EF4-FFF2-40B4-BE49-F238E27FC236}">
                <a16:creationId xmlns:a16="http://schemas.microsoft.com/office/drawing/2014/main" id="{8C0B9CA4-1CAD-45A8-8538-650B59834ECB}"/>
              </a:ext>
            </a:extLst>
          </p:cNvPr>
          <p:cNvSpPr/>
          <p:nvPr/>
        </p:nvSpPr>
        <p:spPr>
          <a:xfrm>
            <a:off x="5449600" y="2523796"/>
            <a:ext cx="70224" cy="56029"/>
          </a:xfrm>
          <a:custGeom>
            <a:avLst/>
            <a:gdLst/>
            <a:ahLst/>
            <a:cxnLst/>
            <a:rect l="l" t="t" r="r" b="b"/>
            <a:pathLst>
              <a:path w="59689" h="47625">
                <a:moveTo>
                  <a:pt x="59435" y="28194"/>
                </a:moveTo>
                <a:lnTo>
                  <a:pt x="58269" y="18645"/>
                </a:lnTo>
                <a:lnTo>
                  <a:pt x="52958" y="10096"/>
                </a:lnTo>
                <a:lnTo>
                  <a:pt x="44219" y="3548"/>
                </a:lnTo>
                <a:lnTo>
                  <a:pt x="32765" y="0"/>
                </a:lnTo>
                <a:lnTo>
                  <a:pt x="21109" y="202"/>
                </a:lnTo>
                <a:lnTo>
                  <a:pt x="10953" y="3905"/>
                </a:lnTo>
                <a:lnTo>
                  <a:pt x="3512" y="10608"/>
                </a:lnTo>
                <a:lnTo>
                  <a:pt x="0" y="19812"/>
                </a:lnTo>
                <a:lnTo>
                  <a:pt x="833" y="29241"/>
                </a:lnTo>
                <a:lnTo>
                  <a:pt x="6095" y="37528"/>
                </a:lnTo>
                <a:lnTo>
                  <a:pt x="14787" y="43815"/>
                </a:lnTo>
                <a:lnTo>
                  <a:pt x="25907" y="47244"/>
                </a:lnTo>
                <a:lnTo>
                  <a:pt x="37897" y="47053"/>
                </a:lnTo>
                <a:lnTo>
                  <a:pt x="48101" y="43434"/>
                </a:lnTo>
                <a:lnTo>
                  <a:pt x="55590" y="36957"/>
                </a:lnTo>
                <a:lnTo>
                  <a:pt x="59435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1" name="object 40">
            <a:extLst>
              <a:ext uri="{FF2B5EF4-FFF2-40B4-BE49-F238E27FC236}">
                <a16:creationId xmlns:a16="http://schemas.microsoft.com/office/drawing/2014/main" id="{A8336694-44AA-4569-A08C-5F3A1E506302}"/>
              </a:ext>
            </a:extLst>
          </p:cNvPr>
          <p:cNvSpPr/>
          <p:nvPr/>
        </p:nvSpPr>
        <p:spPr>
          <a:xfrm>
            <a:off x="5443324" y="2517523"/>
            <a:ext cx="82176" cy="68728"/>
          </a:xfrm>
          <a:custGeom>
            <a:avLst/>
            <a:gdLst/>
            <a:ahLst/>
            <a:cxnLst/>
            <a:rect l="l" t="t" r="r" b="b"/>
            <a:pathLst>
              <a:path w="69850" h="58419">
                <a:moveTo>
                  <a:pt x="4572" y="41148"/>
                </a:moveTo>
                <a:lnTo>
                  <a:pt x="4572" y="13716"/>
                </a:lnTo>
                <a:lnTo>
                  <a:pt x="2286" y="17526"/>
                </a:lnTo>
                <a:lnTo>
                  <a:pt x="2286" y="18288"/>
                </a:lnTo>
                <a:lnTo>
                  <a:pt x="1524" y="18288"/>
                </a:lnTo>
                <a:lnTo>
                  <a:pt x="0" y="24384"/>
                </a:lnTo>
                <a:lnTo>
                  <a:pt x="0" y="30480"/>
                </a:lnTo>
                <a:lnTo>
                  <a:pt x="1524" y="35052"/>
                </a:lnTo>
                <a:lnTo>
                  <a:pt x="1524" y="36576"/>
                </a:lnTo>
                <a:lnTo>
                  <a:pt x="3810" y="41148"/>
                </a:lnTo>
                <a:lnTo>
                  <a:pt x="4572" y="41148"/>
                </a:lnTo>
                <a:close/>
              </a:path>
              <a:path w="69850" h="58419">
                <a:moveTo>
                  <a:pt x="32004" y="10001"/>
                </a:moveTo>
                <a:lnTo>
                  <a:pt x="32004" y="762"/>
                </a:lnTo>
                <a:lnTo>
                  <a:pt x="25146" y="762"/>
                </a:lnTo>
                <a:lnTo>
                  <a:pt x="19812" y="2286"/>
                </a:lnTo>
                <a:lnTo>
                  <a:pt x="19050" y="3048"/>
                </a:lnTo>
                <a:lnTo>
                  <a:pt x="14478" y="5334"/>
                </a:lnTo>
                <a:lnTo>
                  <a:pt x="13716" y="5334"/>
                </a:lnTo>
                <a:lnTo>
                  <a:pt x="9144" y="8382"/>
                </a:lnTo>
                <a:lnTo>
                  <a:pt x="8382" y="9144"/>
                </a:lnTo>
                <a:lnTo>
                  <a:pt x="5334" y="12954"/>
                </a:lnTo>
                <a:lnTo>
                  <a:pt x="4572" y="12954"/>
                </a:lnTo>
                <a:lnTo>
                  <a:pt x="4572" y="41910"/>
                </a:lnTo>
                <a:lnTo>
                  <a:pt x="7620" y="45720"/>
                </a:lnTo>
                <a:lnTo>
                  <a:pt x="7620" y="46482"/>
                </a:lnTo>
                <a:lnTo>
                  <a:pt x="8382" y="46482"/>
                </a:lnTo>
                <a:lnTo>
                  <a:pt x="9906" y="47701"/>
                </a:lnTo>
                <a:lnTo>
                  <a:pt x="9906" y="23622"/>
                </a:lnTo>
                <a:lnTo>
                  <a:pt x="10668" y="21336"/>
                </a:lnTo>
                <a:lnTo>
                  <a:pt x="10668" y="22860"/>
                </a:lnTo>
                <a:lnTo>
                  <a:pt x="12192" y="19812"/>
                </a:lnTo>
                <a:lnTo>
                  <a:pt x="12192" y="19050"/>
                </a:lnTo>
                <a:lnTo>
                  <a:pt x="14478" y="16192"/>
                </a:lnTo>
                <a:lnTo>
                  <a:pt x="14478" y="16002"/>
                </a:lnTo>
                <a:lnTo>
                  <a:pt x="15240" y="15240"/>
                </a:lnTo>
                <a:lnTo>
                  <a:pt x="15240" y="15494"/>
                </a:lnTo>
                <a:lnTo>
                  <a:pt x="19050" y="12954"/>
                </a:lnTo>
                <a:lnTo>
                  <a:pt x="19050" y="13335"/>
                </a:lnTo>
                <a:lnTo>
                  <a:pt x="22098" y="11811"/>
                </a:lnTo>
                <a:lnTo>
                  <a:pt x="22098" y="11430"/>
                </a:lnTo>
                <a:lnTo>
                  <a:pt x="26670" y="10776"/>
                </a:lnTo>
                <a:lnTo>
                  <a:pt x="32004" y="10001"/>
                </a:lnTo>
                <a:close/>
              </a:path>
              <a:path w="69850" h="58419">
                <a:moveTo>
                  <a:pt x="12192" y="49530"/>
                </a:moveTo>
                <a:lnTo>
                  <a:pt x="12192" y="36576"/>
                </a:lnTo>
                <a:lnTo>
                  <a:pt x="10668" y="32004"/>
                </a:lnTo>
                <a:lnTo>
                  <a:pt x="10668" y="33528"/>
                </a:lnTo>
                <a:lnTo>
                  <a:pt x="9906" y="28194"/>
                </a:lnTo>
                <a:lnTo>
                  <a:pt x="9906" y="47701"/>
                </a:lnTo>
                <a:lnTo>
                  <a:pt x="12192" y="49530"/>
                </a:lnTo>
                <a:close/>
              </a:path>
              <a:path w="69850" h="58419">
                <a:moveTo>
                  <a:pt x="12954" y="18288"/>
                </a:moveTo>
                <a:lnTo>
                  <a:pt x="12192" y="19050"/>
                </a:lnTo>
                <a:lnTo>
                  <a:pt x="12192" y="19812"/>
                </a:lnTo>
                <a:lnTo>
                  <a:pt x="12954" y="18288"/>
                </a:lnTo>
                <a:close/>
              </a:path>
              <a:path w="69850" h="58419">
                <a:moveTo>
                  <a:pt x="15240" y="39624"/>
                </a:moveTo>
                <a:lnTo>
                  <a:pt x="12192" y="35814"/>
                </a:lnTo>
                <a:lnTo>
                  <a:pt x="12192" y="50292"/>
                </a:lnTo>
                <a:lnTo>
                  <a:pt x="12954" y="50292"/>
                </a:lnTo>
                <a:lnTo>
                  <a:pt x="14478" y="51308"/>
                </a:lnTo>
                <a:lnTo>
                  <a:pt x="14478" y="38862"/>
                </a:lnTo>
                <a:lnTo>
                  <a:pt x="15240" y="39624"/>
                </a:lnTo>
                <a:close/>
              </a:path>
              <a:path w="69850" h="58419">
                <a:moveTo>
                  <a:pt x="15240" y="15240"/>
                </a:moveTo>
                <a:lnTo>
                  <a:pt x="14478" y="16002"/>
                </a:lnTo>
                <a:lnTo>
                  <a:pt x="14804" y="15784"/>
                </a:lnTo>
                <a:lnTo>
                  <a:pt x="15240" y="15240"/>
                </a:lnTo>
                <a:close/>
              </a:path>
              <a:path w="69850" h="58419">
                <a:moveTo>
                  <a:pt x="14804" y="15784"/>
                </a:moveTo>
                <a:lnTo>
                  <a:pt x="14478" y="16002"/>
                </a:lnTo>
                <a:lnTo>
                  <a:pt x="14478" y="16192"/>
                </a:lnTo>
                <a:lnTo>
                  <a:pt x="14804" y="15784"/>
                </a:lnTo>
                <a:close/>
              </a:path>
              <a:path w="69850" h="58419">
                <a:moveTo>
                  <a:pt x="18288" y="53340"/>
                </a:moveTo>
                <a:lnTo>
                  <a:pt x="18288" y="42672"/>
                </a:lnTo>
                <a:lnTo>
                  <a:pt x="14478" y="38862"/>
                </a:lnTo>
                <a:lnTo>
                  <a:pt x="14478" y="51308"/>
                </a:lnTo>
                <a:lnTo>
                  <a:pt x="17526" y="53340"/>
                </a:lnTo>
                <a:lnTo>
                  <a:pt x="18288" y="53340"/>
                </a:lnTo>
                <a:close/>
              </a:path>
              <a:path w="69850" h="58419">
                <a:moveTo>
                  <a:pt x="15240" y="15494"/>
                </a:moveTo>
                <a:lnTo>
                  <a:pt x="15240" y="15240"/>
                </a:lnTo>
                <a:lnTo>
                  <a:pt x="14804" y="15784"/>
                </a:lnTo>
                <a:lnTo>
                  <a:pt x="15240" y="15494"/>
                </a:lnTo>
                <a:close/>
              </a:path>
              <a:path w="69850" h="58419">
                <a:moveTo>
                  <a:pt x="22860" y="44958"/>
                </a:moveTo>
                <a:lnTo>
                  <a:pt x="17526" y="41910"/>
                </a:lnTo>
                <a:lnTo>
                  <a:pt x="18288" y="42672"/>
                </a:lnTo>
                <a:lnTo>
                  <a:pt x="18288" y="53340"/>
                </a:lnTo>
                <a:lnTo>
                  <a:pt x="22098" y="54972"/>
                </a:lnTo>
                <a:lnTo>
                  <a:pt x="22098" y="44958"/>
                </a:lnTo>
                <a:lnTo>
                  <a:pt x="22860" y="44958"/>
                </a:lnTo>
                <a:close/>
              </a:path>
              <a:path w="69850" h="58419">
                <a:moveTo>
                  <a:pt x="19050" y="13335"/>
                </a:moveTo>
                <a:lnTo>
                  <a:pt x="19050" y="12954"/>
                </a:lnTo>
                <a:lnTo>
                  <a:pt x="18288" y="13716"/>
                </a:lnTo>
                <a:lnTo>
                  <a:pt x="19050" y="13335"/>
                </a:lnTo>
                <a:close/>
              </a:path>
              <a:path w="69850" h="58419">
                <a:moveTo>
                  <a:pt x="22860" y="11430"/>
                </a:moveTo>
                <a:lnTo>
                  <a:pt x="22098" y="11430"/>
                </a:lnTo>
                <a:lnTo>
                  <a:pt x="22098" y="11811"/>
                </a:lnTo>
                <a:lnTo>
                  <a:pt x="22860" y="11430"/>
                </a:lnTo>
                <a:close/>
              </a:path>
              <a:path w="69850" h="58419">
                <a:moveTo>
                  <a:pt x="27432" y="56388"/>
                </a:moveTo>
                <a:lnTo>
                  <a:pt x="27432" y="47244"/>
                </a:lnTo>
                <a:lnTo>
                  <a:pt x="22098" y="44958"/>
                </a:lnTo>
                <a:lnTo>
                  <a:pt x="22098" y="54972"/>
                </a:lnTo>
                <a:lnTo>
                  <a:pt x="23622" y="55626"/>
                </a:lnTo>
                <a:lnTo>
                  <a:pt x="24384" y="55626"/>
                </a:lnTo>
                <a:lnTo>
                  <a:pt x="27432" y="56388"/>
                </a:lnTo>
                <a:close/>
              </a:path>
              <a:path w="69850" h="58419">
                <a:moveTo>
                  <a:pt x="27432" y="10668"/>
                </a:moveTo>
                <a:lnTo>
                  <a:pt x="26670" y="10668"/>
                </a:lnTo>
                <a:lnTo>
                  <a:pt x="27432" y="10668"/>
                </a:lnTo>
                <a:close/>
              </a:path>
              <a:path w="69850" h="58419">
                <a:moveTo>
                  <a:pt x="32766" y="48006"/>
                </a:moveTo>
                <a:lnTo>
                  <a:pt x="26670" y="46482"/>
                </a:lnTo>
                <a:lnTo>
                  <a:pt x="27432" y="47244"/>
                </a:lnTo>
                <a:lnTo>
                  <a:pt x="27432" y="56388"/>
                </a:lnTo>
                <a:lnTo>
                  <a:pt x="30480" y="57150"/>
                </a:lnTo>
                <a:lnTo>
                  <a:pt x="32004" y="57245"/>
                </a:lnTo>
                <a:lnTo>
                  <a:pt x="32004" y="48006"/>
                </a:lnTo>
                <a:lnTo>
                  <a:pt x="32766" y="48006"/>
                </a:lnTo>
                <a:close/>
              </a:path>
              <a:path w="69850" h="58419">
                <a:moveTo>
                  <a:pt x="57912" y="22860"/>
                </a:moveTo>
                <a:lnTo>
                  <a:pt x="57150" y="21336"/>
                </a:lnTo>
                <a:lnTo>
                  <a:pt x="57150" y="7620"/>
                </a:lnTo>
                <a:lnTo>
                  <a:pt x="51816" y="5334"/>
                </a:lnTo>
                <a:lnTo>
                  <a:pt x="51816" y="4572"/>
                </a:lnTo>
                <a:lnTo>
                  <a:pt x="45720" y="2286"/>
                </a:lnTo>
                <a:lnTo>
                  <a:pt x="44958" y="2286"/>
                </a:lnTo>
                <a:lnTo>
                  <a:pt x="39624" y="762"/>
                </a:lnTo>
                <a:lnTo>
                  <a:pt x="32766" y="762"/>
                </a:lnTo>
                <a:lnTo>
                  <a:pt x="32004" y="0"/>
                </a:lnTo>
                <a:lnTo>
                  <a:pt x="32004" y="9906"/>
                </a:lnTo>
                <a:lnTo>
                  <a:pt x="37338" y="10572"/>
                </a:lnTo>
                <a:lnTo>
                  <a:pt x="37338" y="9906"/>
                </a:lnTo>
                <a:lnTo>
                  <a:pt x="43434" y="11430"/>
                </a:lnTo>
                <a:lnTo>
                  <a:pt x="43434" y="11756"/>
                </a:lnTo>
                <a:lnTo>
                  <a:pt x="47244" y="13389"/>
                </a:lnTo>
                <a:lnTo>
                  <a:pt x="47244" y="12954"/>
                </a:lnTo>
                <a:lnTo>
                  <a:pt x="51054" y="15494"/>
                </a:lnTo>
                <a:lnTo>
                  <a:pt x="51054" y="15240"/>
                </a:lnTo>
                <a:lnTo>
                  <a:pt x="54864" y="19050"/>
                </a:lnTo>
                <a:lnTo>
                  <a:pt x="54864" y="18287"/>
                </a:lnTo>
                <a:lnTo>
                  <a:pt x="57912" y="22860"/>
                </a:lnTo>
                <a:close/>
              </a:path>
              <a:path w="69850" h="58419">
                <a:moveTo>
                  <a:pt x="32385" y="9953"/>
                </a:moveTo>
                <a:lnTo>
                  <a:pt x="32004" y="9906"/>
                </a:lnTo>
                <a:lnTo>
                  <a:pt x="32385" y="9953"/>
                </a:lnTo>
                <a:close/>
              </a:path>
              <a:path w="69850" h="58419">
                <a:moveTo>
                  <a:pt x="42672" y="57258"/>
                </a:moveTo>
                <a:lnTo>
                  <a:pt x="42672" y="48006"/>
                </a:lnTo>
                <a:lnTo>
                  <a:pt x="32004" y="48006"/>
                </a:lnTo>
                <a:lnTo>
                  <a:pt x="32004" y="57245"/>
                </a:lnTo>
                <a:lnTo>
                  <a:pt x="37338" y="57912"/>
                </a:lnTo>
                <a:lnTo>
                  <a:pt x="38862" y="57803"/>
                </a:lnTo>
                <a:lnTo>
                  <a:pt x="42672" y="57258"/>
                </a:lnTo>
                <a:close/>
              </a:path>
              <a:path w="69850" h="58419">
                <a:moveTo>
                  <a:pt x="32766" y="10001"/>
                </a:moveTo>
                <a:lnTo>
                  <a:pt x="32385" y="9953"/>
                </a:lnTo>
                <a:lnTo>
                  <a:pt x="32766" y="10001"/>
                </a:lnTo>
                <a:close/>
              </a:path>
              <a:path w="69850" h="58419">
                <a:moveTo>
                  <a:pt x="38100" y="10668"/>
                </a:moveTo>
                <a:lnTo>
                  <a:pt x="37338" y="9906"/>
                </a:lnTo>
                <a:lnTo>
                  <a:pt x="37338" y="10572"/>
                </a:lnTo>
                <a:lnTo>
                  <a:pt x="38100" y="10668"/>
                </a:lnTo>
                <a:close/>
              </a:path>
              <a:path w="69850" h="58419">
                <a:moveTo>
                  <a:pt x="47244" y="56496"/>
                </a:moveTo>
                <a:lnTo>
                  <a:pt x="47244" y="46482"/>
                </a:lnTo>
                <a:lnTo>
                  <a:pt x="41910" y="48006"/>
                </a:lnTo>
                <a:lnTo>
                  <a:pt x="42672" y="48006"/>
                </a:lnTo>
                <a:lnTo>
                  <a:pt x="42672" y="57258"/>
                </a:lnTo>
                <a:lnTo>
                  <a:pt x="44958" y="57150"/>
                </a:lnTo>
                <a:lnTo>
                  <a:pt x="47244" y="56496"/>
                </a:lnTo>
                <a:close/>
              </a:path>
              <a:path w="69850" h="58419">
                <a:moveTo>
                  <a:pt x="43434" y="11756"/>
                </a:moveTo>
                <a:lnTo>
                  <a:pt x="43434" y="11430"/>
                </a:lnTo>
                <a:lnTo>
                  <a:pt x="42672" y="11430"/>
                </a:lnTo>
                <a:lnTo>
                  <a:pt x="43434" y="11756"/>
                </a:lnTo>
                <a:close/>
              </a:path>
              <a:path w="69850" h="58419">
                <a:moveTo>
                  <a:pt x="51816" y="44196"/>
                </a:moveTo>
                <a:lnTo>
                  <a:pt x="46482" y="46482"/>
                </a:lnTo>
                <a:lnTo>
                  <a:pt x="47244" y="46482"/>
                </a:lnTo>
                <a:lnTo>
                  <a:pt x="47244" y="56496"/>
                </a:lnTo>
                <a:lnTo>
                  <a:pt x="50292" y="55626"/>
                </a:lnTo>
                <a:lnTo>
                  <a:pt x="51054" y="55626"/>
                </a:lnTo>
                <a:lnTo>
                  <a:pt x="51054" y="44958"/>
                </a:lnTo>
                <a:lnTo>
                  <a:pt x="51816" y="44196"/>
                </a:lnTo>
                <a:close/>
              </a:path>
              <a:path w="69850" h="58419">
                <a:moveTo>
                  <a:pt x="48006" y="13716"/>
                </a:moveTo>
                <a:lnTo>
                  <a:pt x="47244" y="12954"/>
                </a:lnTo>
                <a:lnTo>
                  <a:pt x="47244" y="13389"/>
                </a:lnTo>
                <a:lnTo>
                  <a:pt x="48006" y="13716"/>
                </a:lnTo>
                <a:close/>
              </a:path>
              <a:path w="69850" h="58419">
                <a:moveTo>
                  <a:pt x="51816" y="16002"/>
                </a:moveTo>
                <a:lnTo>
                  <a:pt x="51054" y="15240"/>
                </a:lnTo>
                <a:lnTo>
                  <a:pt x="51054" y="15494"/>
                </a:lnTo>
                <a:lnTo>
                  <a:pt x="51816" y="16002"/>
                </a:lnTo>
                <a:close/>
              </a:path>
              <a:path w="69850" h="58419">
                <a:moveTo>
                  <a:pt x="54864" y="41910"/>
                </a:moveTo>
                <a:lnTo>
                  <a:pt x="51054" y="44958"/>
                </a:lnTo>
                <a:lnTo>
                  <a:pt x="51054" y="55626"/>
                </a:lnTo>
                <a:lnTo>
                  <a:pt x="54102" y="54102"/>
                </a:lnTo>
                <a:lnTo>
                  <a:pt x="54102" y="42672"/>
                </a:lnTo>
                <a:lnTo>
                  <a:pt x="54864" y="41910"/>
                </a:lnTo>
                <a:close/>
              </a:path>
              <a:path w="69850" h="58419">
                <a:moveTo>
                  <a:pt x="57912" y="51358"/>
                </a:moveTo>
                <a:lnTo>
                  <a:pt x="57912" y="38862"/>
                </a:lnTo>
                <a:lnTo>
                  <a:pt x="54102" y="42672"/>
                </a:lnTo>
                <a:lnTo>
                  <a:pt x="54102" y="54102"/>
                </a:lnTo>
                <a:lnTo>
                  <a:pt x="55626" y="53340"/>
                </a:lnTo>
                <a:lnTo>
                  <a:pt x="56388" y="52578"/>
                </a:lnTo>
                <a:lnTo>
                  <a:pt x="57912" y="51358"/>
                </a:lnTo>
                <a:close/>
              </a:path>
              <a:path w="69850" h="58419">
                <a:moveTo>
                  <a:pt x="69748" y="36537"/>
                </a:moveTo>
                <a:lnTo>
                  <a:pt x="69430" y="31762"/>
                </a:lnTo>
                <a:lnTo>
                  <a:pt x="69342" y="25146"/>
                </a:lnTo>
                <a:lnTo>
                  <a:pt x="68580" y="22860"/>
                </a:lnTo>
                <a:lnTo>
                  <a:pt x="68580" y="22098"/>
                </a:lnTo>
                <a:lnTo>
                  <a:pt x="67818" y="22098"/>
                </a:lnTo>
                <a:lnTo>
                  <a:pt x="65532" y="17526"/>
                </a:lnTo>
                <a:lnTo>
                  <a:pt x="65532" y="16764"/>
                </a:lnTo>
                <a:lnTo>
                  <a:pt x="62484" y="12954"/>
                </a:lnTo>
                <a:lnTo>
                  <a:pt x="57912" y="8382"/>
                </a:lnTo>
                <a:lnTo>
                  <a:pt x="57150" y="8382"/>
                </a:lnTo>
                <a:lnTo>
                  <a:pt x="57150" y="21336"/>
                </a:lnTo>
                <a:lnTo>
                  <a:pt x="59436" y="25908"/>
                </a:lnTo>
                <a:lnTo>
                  <a:pt x="59436" y="25146"/>
                </a:lnTo>
                <a:lnTo>
                  <a:pt x="60198" y="27432"/>
                </a:lnTo>
                <a:lnTo>
                  <a:pt x="60198" y="33340"/>
                </a:lnTo>
                <a:lnTo>
                  <a:pt x="60934" y="32346"/>
                </a:lnTo>
                <a:lnTo>
                  <a:pt x="60934" y="49530"/>
                </a:lnTo>
                <a:lnTo>
                  <a:pt x="60960" y="48768"/>
                </a:lnTo>
                <a:lnTo>
                  <a:pt x="64770" y="45720"/>
                </a:lnTo>
                <a:lnTo>
                  <a:pt x="64770" y="44958"/>
                </a:lnTo>
                <a:lnTo>
                  <a:pt x="66294" y="42672"/>
                </a:lnTo>
                <a:lnTo>
                  <a:pt x="69748" y="36537"/>
                </a:lnTo>
                <a:close/>
              </a:path>
              <a:path w="69850" h="58419">
                <a:moveTo>
                  <a:pt x="60934" y="49530"/>
                </a:moveTo>
                <a:lnTo>
                  <a:pt x="60934" y="32346"/>
                </a:lnTo>
                <a:lnTo>
                  <a:pt x="57912" y="38100"/>
                </a:lnTo>
                <a:lnTo>
                  <a:pt x="57150" y="39624"/>
                </a:lnTo>
                <a:lnTo>
                  <a:pt x="57912" y="38862"/>
                </a:lnTo>
                <a:lnTo>
                  <a:pt x="57912" y="51358"/>
                </a:lnTo>
                <a:lnTo>
                  <a:pt x="60096" y="49611"/>
                </a:lnTo>
                <a:lnTo>
                  <a:pt x="60934" y="49530"/>
                </a:lnTo>
                <a:close/>
              </a:path>
              <a:path w="69850" h="58419">
                <a:moveTo>
                  <a:pt x="60198" y="33340"/>
                </a:moveTo>
                <a:lnTo>
                  <a:pt x="60198" y="27432"/>
                </a:lnTo>
                <a:lnTo>
                  <a:pt x="60096" y="33477"/>
                </a:lnTo>
                <a:lnTo>
                  <a:pt x="60198" y="3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3" name="object 41">
            <a:extLst>
              <a:ext uri="{FF2B5EF4-FFF2-40B4-BE49-F238E27FC236}">
                <a16:creationId xmlns:a16="http://schemas.microsoft.com/office/drawing/2014/main" id="{D334465D-5276-40DF-8D76-C2EE1DDA687C}"/>
              </a:ext>
            </a:extLst>
          </p:cNvPr>
          <p:cNvSpPr/>
          <p:nvPr/>
        </p:nvSpPr>
        <p:spPr>
          <a:xfrm>
            <a:off x="8003646" y="3604941"/>
            <a:ext cx="74407" cy="6723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5" name="object 42">
            <a:extLst>
              <a:ext uri="{FF2B5EF4-FFF2-40B4-BE49-F238E27FC236}">
                <a16:creationId xmlns:a16="http://schemas.microsoft.com/office/drawing/2014/main" id="{15644391-DD3C-44B4-9E36-A53D8E953DBC}"/>
              </a:ext>
            </a:extLst>
          </p:cNvPr>
          <p:cNvSpPr/>
          <p:nvPr/>
        </p:nvSpPr>
        <p:spPr>
          <a:xfrm>
            <a:off x="7841384" y="5299271"/>
            <a:ext cx="74705" cy="79935"/>
          </a:xfrm>
          <a:custGeom>
            <a:avLst/>
            <a:gdLst/>
            <a:ahLst/>
            <a:cxnLst/>
            <a:rect l="l" t="t" r="r" b="b"/>
            <a:pathLst>
              <a:path w="63500" h="67945">
                <a:moveTo>
                  <a:pt x="18573" y="14287"/>
                </a:moveTo>
                <a:lnTo>
                  <a:pt x="18287" y="14478"/>
                </a:lnTo>
                <a:lnTo>
                  <a:pt x="18287" y="3810"/>
                </a:lnTo>
                <a:lnTo>
                  <a:pt x="17525" y="3810"/>
                </a:lnTo>
                <a:lnTo>
                  <a:pt x="12953" y="6858"/>
                </a:lnTo>
                <a:lnTo>
                  <a:pt x="7619" y="12192"/>
                </a:lnTo>
                <a:lnTo>
                  <a:pt x="4571" y="16764"/>
                </a:lnTo>
                <a:lnTo>
                  <a:pt x="4571" y="17526"/>
                </a:lnTo>
                <a:lnTo>
                  <a:pt x="2285" y="22098"/>
                </a:lnTo>
                <a:lnTo>
                  <a:pt x="2285" y="22860"/>
                </a:lnTo>
                <a:lnTo>
                  <a:pt x="1523" y="22860"/>
                </a:lnTo>
                <a:lnTo>
                  <a:pt x="0" y="28956"/>
                </a:lnTo>
                <a:lnTo>
                  <a:pt x="0" y="36576"/>
                </a:lnTo>
                <a:lnTo>
                  <a:pt x="761" y="42672"/>
                </a:lnTo>
                <a:lnTo>
                  <a:pt x="761" y="43434"/>
                </a:lnTo>
                <a:lnTo>
                  <a:pt x="3047" y="48768"/>
                </a:lnTo>
                <a:lnTo>
                  <a:pt x="3047" y="49530"/>
                </a:lnTo>
                <a:lnTo>
                  <a:pt x="5333" y="54102"/>
                </a:lnTo>
                <a:lnTo>
                  <a:pt x="6095" y="54102"/>
                </a:lnTo>
                <a:lnTo>
                  <a:pt x="6095" y="54864"/>
                </a:lnTo>
                <a:lnTo>
                  <a:pt x="9143" y="57912"/>
                </a:lnTo>
                <a:lnTo>
                  <a:pt x="9143" y="35052"/>
                </a:lnTo>
                <a:lnTo>
                  <a:pt x="9239" y="35814"/>
                </a:lnTo>
                <a:lnTo>
                  <a:pt x="9905" y="30480"/>
                </a:lnTo>
                <a:lnTo>
                  <a:pt x="9905" y="31242"/>
                </a:lnTo>
                <a:lnTo>
                  <a:pt x="10667" y="25146"/>
                </a:lnTo>
                <a:lnTo>
                  <a:pt x="10667" y="26670"/>
                </a:lnTo>
                <a:lnTo>
                  <a:pt x="12953" y="21336"/>
                </a:lnTo>
                <a:lnTo>
                  <a:pt x="12953" y="22098"/>
                </a:lnTo>
                <a:lnTo>
                  <a:pt x="15239" y="18669"/>
                </a:lnTo>
                <a:lnTo>
                  <a:pt x="15239" y="18288"/>
                </a:lnTo>
                <a:lnTo>
                  <a:pt x="18573" y="14287"/>
                </a:lnTo>
                <a:close/>
              </a:path>
              <a:path w="63500" h="67945">
                <a:moveTo>
                  <a:pt x="9239" y="35814"/>
                </a:moveTo>
                <a:lnTo>
                  <a:pt x="9143" y="35052"/>
                </a:lnTo>
                <a:lnTo>
                  <a:pt x="9143" y="36576"/>
                </a:lnTo>
                <a:lnTo>
                  <a:pt x="9239" y="35814"/>
                </a:lnTo>
                <a:close/>
              </a:path>
              <a:path w="63500" h="67945">
                <a:moveTo>
                  <a:pt x="9905" y="58674"/>
                </a:moveTo>
                <a:lnTo>
                  <a:pt x="9905" y="41148"/>
                </a:lnTo>
                <a:lnTo>
                  <a:pt x="9239" y="35814"/>
                </a:lnTo>
                <a:lnTo>
                  <a:pt x="9143" y="36576"/>
                </a:lnTo>
                <a:lnTo>
                  <a:pt x="9143" y="57912"/>
                </a:lnTo>
                <a:lnTo>
                  <a:pt x="9905" y="58674"/>
                </a:lnTo>
                <a:close/>
              </a:path>
              <a:path w="63500" h="67945">
                <a:moveTo>
                  <a:pt x="16763" y="52577"/>
                </a:moveTo>
                <a:lnTo>
                  <a:pt x="13715" y="48768"/>
                </a:lnTo>
                <a:lnTo>
                  <a:pt x="13715" y="49530"/>
                </a:lnTo>
                <a:lnTo>
                  <a:pt x="11429" y="44958"/>
                </a:lnTo>
                <a:lnTo>
                  <a:pt x="11429" y="45720"/>
                </a:lnTo>
                <a:lnTo>
                  <a:pt x="9905" y="40386"/>
                </a:lnTo>
                <a:lnTo>
                  <a:pt x="9905" y="59436"/>
                </a:lnTo>
                <a:lnTo>
                  <a:pt x="14477" y="63246"/>
                </a:lnTo>
                <a:lnTo>
                  <a:pt x="15239" y="63246"/>
                </a:lnTo>
                <a:lnTo>
                  <a:pt x="16001" y="63681"/>
                </a:lnTo>
                <a:lnTo>
                  <a:pt x="16001" y="52577"/>
                </a:lnTo>
                <a:lnTo>
                  <a:pt x="16763" y="52577"/>
                </a:lnTo>
                <a:close/>
              </a:path>
              <a:path w="63500" h="67945">
                <a:moveTo>
                  <a:pt x="16001" y="17526"/>
                </a:moveTo>
                <a:lnTo>
                  <a:pt x="15239" y="18288"/>
                </a:lnTo>
                <a:lnTo>
                  <a:pt x="15239" y="18669"/>
                </a:lnTo>
                <a:lnTo>
                  <a:pt x="16001" y="17526"/>
                </a:lnTo>
                <a:close/>
              </a:path>
              <a:path w="63500" h="67945">
                <a:moveTo>
                  <a:pt x="20573" y="66294"/>
                </a:moveTo>
                <a:lnTo>
                  <a:pt x="20573" y="55626"/>
                </a:lnTo>
                <a:lnTo>
                  <a:pt x="16001" y="52577"/>
                </a:lnTo>
                <a:lnTo>
                  <a:pt x="16001" y="63681"/>
                </a:lnTo>
                <a:lnTo>
                  <a:pt x="20573" y="66294"/>
                </a:lnTo>
                <a:close/>
              </a:path>
              <a:path w="63500" h="67945">
                <a:moveTo>
                  <a:pt x="53339" y="27432"/>
                </a:moveTo>
                <a:lnTo>
                  <a:pt x="53339" y="8381"/>
                </a:lnTo>
                <a:lnTo>
                  <a:pt x="48767" y="5333"/>
                </a:lnTo>
                <a:lnTo>
                  <a:pt x="48767" y="4571"/>
                </a:lnTo>
                <a:lnTo>
                  <a:pt x="48005" y="4571"/>
                </a:lnTo>
                <a:lnTo>
                  <a:pt x="43433" y="2285"/>
                </a:lnTo>
                <a:lnTo>
                  <a:pt x="42671" y="1523"/>
                </a:lnTo>
                <a:lnTo>
                  <a:pt x="36575" y="0"/>
                </a:lnTo>
                <a:lnTo>
                  <a:pt x="29717" y="0"/>
                </a:lnTo>
                <a:lnTo>
                  <a:pt x="24383" y="762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8287" y="14478"/>
                </a:lnTo>
                <a:lnTo>
                  <a:pt x="19049" y="13716"/>
                </a:lnTo>
                <a:lnTo>
                  <a:pt x="19049" y="13970"/>
                </a:lnTo>
                <a:lnTo>
                  <a:pt x="22859" y="11430"/>
                </a:lnTo>
                <a:lnTo>
                  <a:pt x="22859" y="11811"/>
                </a:lnTo>
                <a:lnTo>
                  <a:pt x="26669" y="9906"/>
                </a:lnTo>
                <a:lnTo>
                  <a:pt x="26669" y="10450"/>
                </a:lnTo>
                <a:lnTo>
                  <a:pt x="30479" y="9361"/>
                </a:lnTo>
                <a:lnTo>
                  <a:pt x="30479" y="9144"/>
                </a:lnTo>
                <a:lnTo>
                  <a:pt x="33527" y="9144"/>
                </a:lnTo>
                <a:lnTo>
                  <a:pt x="35813" y="9906"/>
                </a:lnTo>
                <a:lnTo>
                  <a:pt x="37337" y="9906"/>
                </a:lnTo>
                <a:lnTo>
                  <a:pt x="39623" y="10668"/>
                </a:lnTo>
                <a:lnTo>
                  <a:pt x="39623" y="10994"/>
                </a:lnTo>
                <a:lnTo>
                  <a:pt x="42671" y="12300"/>
                </a:lnTo>
                <a:lnTo>
                  <a:pt x="44195" y="12954"/>
                </a:lnTo>
                <a:lnTo>
                  <a:pt x="44195" y="13462"/>
                </a:lnTo>
                <a:lnTo>
                  <a:pt x="46481" y="15367"/>
                </a:lnTo>
                <a:lnTo>
                  <a:pt x="46481" y="15240"/>
                </a:lnTo>
                <a:lnTo>
                  <a:pt x="50291" y="19050"/>
                </a:lnTo>
                <a:lnTo>
                  <a:pt x="50291" y="20066"/>
                </a:lnTo>
                <a:lnTo>
                  <a:pt x="51815" y="23622"/>
                </a:lnTo>
                <a:lnTo>
                  <a:pt x="51815" y="22098"/>
                </a:lnTo>
                <a:lnTo>
                  <a:pt x="53339" y="27432"/>
                </a:lnTo>
                <a:close/>
              </a:path>
              <a:path w="63500" h="67945">
                <a:moveTo>
                  <a:pt x="19049" y="13716"/>
                </a:moveTo>
                <a:lnTo>
                  <a:pt x="18287" y="14478"/>
                </a:lnTo>
                <a:lnTo>
                  <a:pt x="18573" y="14287"/>
                </a:lnTo>
                <a:lnTo>
                  <a:pt x="19049" y="13716"/>
                </a:lnTo>
                <a:close/>
              </a:path>
              <a:path w="63500" h="67945">
                <a:moveTo>
                  <a:pt x="19049" y="13970"/>
                </a:moveTo>
                <a:lnTo>
                  <a:pt x="19049" y="13716"/>
                </a:lnTo>
                <a:lnTo>
                  <a:pt x="18573" y="14287"/>
                </a:lnTo>
                <a:lnTo>
                  <a:pt x="19049" y="13970"/>
                </a:lnTo>
                <a:close/>
              </a:path>
              <a:path w="63500" h="67945">
                <a:moveTo>
                  <a:pt x="37337" y="67273"/>
                </a:moveTo>
                <a:lnTo>
                  <a:pt x="37337" y="57912"/>
                </a:lnTo>
                <a:lnTo>
                  <a:pt x="32003" y="58674"/>
                </a:lnTo>
                <a:lnTo>
                  <a:pt x="28193" y="58674"/>
                </a:lnTo>
                <a:lnTo>
                  <a:pt x="23621" y="57150"/>
                </a:lnTo>
                <a:lnTo>
                  <a:pt x="19811" y="54864"/>
                </a:lnTo>
                <a:lnTo>
                  <a:pt x="20573" y="55626"/>
                </a:lnTo>
                <a:lnTo>
                  <a:pt x="20573" y="66294"/>
                </a:lnTo>
                <a:lnTo>
                  <a:pt x="26669" y="67818"/>
                </a:lnTo>
                <a:lnTo>
                  <a:pt x="33527" y="67818"/>
                </a:lnTo>
                <a:lnTo>
                  <a:pt x="37337" y="67273"/>
                </a:lnTo>
                <a:close/>
              </a:path>
              <a:path w="63500" h="67945">
                <a:moveTo>
                  <a:pt x="22859" y="11811"/>
                </a:moveTo>
                <a:lnTo>
                  <a:pt x="22859" y="11430"/>
                </a:lnTo>
                <a:lnTo>
                  <a:pt x="22097" y="12192"/>
                </a:lnTo>
                <a:lnTo>
                  <a:pt x="22859" y="11811"/>
                </a:lnTo>
                <a:close/>
              </a:path>
              <a:path w="63500" h="67945">
                <a:moveTo>
                  <a:pt x="26669" y="10450"/>
                </a:moveTo>
                <a:lnTo>
                  <a:pt x="26669" y="9906"/>
                </a:lnTo>
                <a:lnTo>
                  <a:pt x="25907" y="10668"/>
                </a:lnTo>
                <a:lnTo>
                  <a:pt x="26669" y="10450"/>
                </a:lnTo>
                <a:close/>
              </a:path>
              <a:path w="63500" h="67945">
                <a:moveTo>
                  <a:pt x="31241" y="9144"/>
                </a:moveTo>
                <a:lnTo>
                  <a:pt x="30479" y="9144"/>
                </a:lnTo>
                <a:lnTo>
                  <a:pt x="30479" y="9361"/>
                </a:lnTo>
                <a:lnTo>
                  <a:pt x="31241" y="9144"/>
                </a:lnTo>
                <a:close/>
              </a:path>
              <a:path w="63500" h="67945">
                <a:moveTo>
                  <a:pt x="41147" y="55626"/>
                </a:moveTo>
                <a:lnTo>
                  <a:pt x="36575" y="57912"/>
                </a:lnTo>
                <a:lnTo>
                  <a:pt x="37337" y="57912"/>
                </a:lnTo>
                <a:lnTo>
                  <a:pt x="37337" y="67273"/>
                </a:lnTo>
                <a:lnTo>
                  <a:pt x="38861" y="67056"/>
                </a:lnTo>
                <a:lnTo>
                  <a:pt x="40385" y="67056"/>
                </a:lnTo>
                <a:lnTo>
                  <a:pt x="40385" y="56388"/>
                </a:lnTo>
                <a:lnTo>
                  <a:pt x="41147" y="55626"/>
                </a:lnTo>
                <a:close/>
              </a:path>
              <a:path w="63500" h="67945">
                <a:moveTo>
                  <a:pt x="39623" y="10994"/>
                </a:moveTo>
                <a:lnTo>
                  <a:pt x="39623" y="10668"/>
                </a:lnTo>
                <a:lnTo>
                  <a:pt x="38861" y="10668"/>
                </a:lnTo>
                <a:lnTo>
                  <a:pt x="39623" y="10994"/>
                </a:lnTo>
                <a:close/>
              </a:path>
              <a:path w="63500" h="67945">
                <a:moveTo>
                  <a:pt x="44957" y="53340"/>
                </a:moveTo>
                <a:lnTo>
                  <a:pt x="40385" y="56388"/>
                </a:lnTo>
                <a:lnTo>
                  <a:pt x="40385" y="67056"/>
                </a:lnTo>
                <a:lnTo>
                  <a:pt x="44195" y="65151"/>
                </a:lnTo>
                <a:lnTo>
                  <a:pt x="44195" y="54102"/>
                </a:lnTo>
                <a:lnTo>
                  <a:pt x="44957" y="53340"/>
                </a:lnTo>
                <a:close/>
              </a:path>
              <a:path w="63500" h="67945">
                <a:moveTo>
                  <a:pt x="44195" y="12954"/>
                </a:moveTo>
                <a:lnTo>
                  <a:pt x="42671" y="12192"/>
                </a:lnTo>
                <a:lnTo>
                  <a:pt x="42940" y="12416"/>
                </a:lnTo>
                <a:lnTo>
                  <a:pt x="44195" y="12954"/>
                </a:lnTo>
                <a:close/>
              </a:path>
              <a:path w="63500" h="67945">
                <a:moveTo>
                  <a:pt x="42940" y="12416"/>
                </a:moveTo>
                <a:lnTo>
                  <a:pt x="42671" y="12192"/>
                </a:lnTo>
                <a:lnTo>
                  <a:pt x="42940" y="12416"/>
                </a:lnTo>
                <a:close/>
              </a:path>
              <a:path w="63500" h="67945">
                <a:moveTo>
                  <a:pt x="44195" y="13462"/>
                </a:moveTo>
                <a:lnTo>
                  <a:pt x="44195" y="12954"/>
                </a:lnTo>
                <a:lnTo>
                  <a:pt x="42940" y="12416"/>
                </a:lnTo>
                <a:lnTo>
                  <a:pt x="44195" y="13462"/>
                </a:lnTo>
                <a:close/>
              </a:path>
              <a:path w="63500" h="67945">
                <a:moveTo>
                  <a:pt x="48005" y="62484"/>
                </a:moveTo>
                <a:lnTo>
                  <a:pt x="48005" y="50292"/>
                </a:lnTo>
                <a:lnTo>
                  <a:pt x="44195" y="54102"/>
                </a:lnTo>
                <a:lnTo>
                  <a:pt x="44195" y="65151"/>
                </a:lnTo>
                <a:lnTo>
                  <a:pt x="44957" y="64770"/>
                </a:lnTo>
                <a:lnTo>
                  <a:pt x="45719" y="64769"/>
                </a:lnTo>
                <a:lnTo>
                  <a:pt x="45719" y="64008"/>
                </a:lnTo>
                <a:lnTo>
                  <a:pt x="48005" y="62484"/>
                </a:lnTo>
                <a:close/>
              </a:path>
              <a:path w="63500" h="67945">
                <a:moveTo>
                  <a:pt x="47243" y="16001"/>
                </a:moveTo>
                <a:lnTo>
                  <a:pt x="46481" y="15240"/>
                </a:lnTo>
                <a:lnTo>
                  <a:pt x="46481" y="15367"/>
                </a:lnTo>
                <a:lnTo>
                  <a:pt x="47243" y="16001"/>
                </a:lnTo>
                <a:close/>
              </a:path>
              <a:path w="63500" h="67945">
                <a:moveTo>
                  <a:pt x="51053" y="60960"/>
                </a:moveTo>
                <a:lnTo>
                  <a:pt x="51053" y="46482"/>
                </a:lnTo>
                <a:lnTo>
                  <a:pt x="47243" y="51054"/>
                </a:lnTo>
                <a:lnTo>
                  <a:pt x="48005" y="50292"/>
                </a:lnTo>
                <a:lnTo>
                  <a:pt x="48005" y="62484"/>
                </a:lnTo>
                <a:lnTo>
                  <a:pt x="50291" y="60960"/>
                </a:lnTo>
                <a:lnTo>
                  <a:pt x="51053" y="60960"/>
                </a:lnTo>
                <a:close/>
              </a:path>
              <a:path w="63500" h="67945">
                <a:moveTo>
                  <a:pt x="50291" y="20066"/>
                </a:moveTo>
                <a:lnTo>
                  <a:pt x="50291" y="19050"/>
                </a:lnTo>
                <a:lnTo>
                  <a:pt x="49529" y="18288"/>
                </a:lnTo>
                <a:lnTo>
                  <a:pt x="50291" y="20066"/>
                </a:lnTo>
                <a:close/>
              </a:path>
              <a:path w="63500" h="67945">
                <a:moveTo>
                  <a:pt x="54101" y="57911"/>
                </a:moveTo>
                <a:lnTo>
                  <a:pt x="54101" y="36576"/>
                </a:lnTo>
                <a:lnTo>
                  <a:pt x="52577" y="42672"/>
                </a:lnTo>
                <a:lnTo>
                  <a:pt x="52577" y="41910"/>
                </a:lnTo>
                <a:lnTo>
                  <a:pt x="50291" y="47244"/>
                </a:lnTo>
                <a:lnTo>
                  <a:pt x="51053" y="46482"/>
                </a:lnTo>
                <a:lnTo>
                  <a:pt x="51053" y="60960"/>
                </a:lnTo>
                <a:lnTo>
                  <a:pt x="54101" y="57911"/>
                </a:lnTo>
                <a:close/>
              </a:path>
              <a:path w="63500" h="67945">
                <a:moveTo>
                  <a:pt x="63245" y="38862"/>
                </a:moveTo>
                <a:lnTo>
                  <a:pt x="63245" y="31242"/>
                </a:lnTo>
                <a:lnTo>
                  <a:pt x="62483" y="25908"/>
                </a:lnTo>
                <a:lnTo>
                  <a:pt x="62483" y="25145"/>
                </a:lnTo>
                <a:lnTo>
                  <a:pt x="60959" y="19811"/>
                </a:lnTo>
                <a:lnTo>
                  <a:pt x="60959" y="19049"/>
                </a:lnTo>
                <a:lnTo>
                  <a:pt x="60197" y="19049"/>
                </a:lnTo>
                <a:lnTo>
                  <a:pt x="60197" y="18287"/>
                </a:lnTo>
                <a:lnTo>
                  <a:pt x="57911" y="13716"/>
                </a:lnTo>
                <a:lnTo>
                  <a:pt x="57149" y="13716"/>
                </a:lnTo>
                <a:lnTo>
                  <a:pt x="57149" y="12954"/>
                </a:lnTo>
                <a:lnTo>
                  <a:pt x="54101" y="9143"/>
                </a:lnTo>
                <a:lnTo>
                  <a:pt x="53339" y="9143"/>
                </a:lnTo>
                <a:lnTo>
                  <a:pt x="53339" y="26670"/>
                </a:lnTo>
                <a:lnTo>
                  <a:pt x="54051" y="32359"/>
                </a:lnTo>
                <a:lnTo>
                  <a:pt x="54101" y="32004"/>
                </a:lnTo>
                <a:lnTo>
                  <a:pt x="54101" y="57911"/>
                </a:lnTo>
                <a:lnTo>
                  <a:pt x="54863" y="57150"/>
                </a:lnTo>
                <a:lnTo>
                  <a:pt x="54863" y="56388"/>
                </a:lnTo>
                <a:lnTo>
                  <a:pt x="55625" y="56388"/>
                </a:lnTo>
                <a:lnTo>
                  <a:pt x="58673" y="51816"/>
                </a:lnTo>
                <a:lnTo>
                  <a:pt x="58673" y="51053"/>
                </a:lnTo>
                <a:lnTo>
                  <a:pt x="61721" y="45720"/>
                </a:lnTo>
                <a:lnTo>
                  <a:pt x="61721" y="44958"/>
                </a:lnTo>
                <a:lnTo>
                  <a:pt x="63245" y="38862"/>
                </a:lnTo>
                <a:close/>
              </a:path>
              <a:path w="63500" h="67945">
                <a:moveTo>
                  <a:pt x="54101" y="36576"/>
                </a:moveTo>
                <a:lnTo>
                  <a:pt x="54101" y="32766"/>
                </a:lnTo>
                <a:lnTo>
                  <a:pt x="54051" y="32359"/>
                </a:lnTo>
                <a:lnTo>
                  <a:pt x="53339" y="37338"/>
                </a:lnTo>
                <a:lnTo>
                  <a:pt x="54101" y="36576"/>
                </a:lnTo>
                <a:close/>
              </a:path>
              <a:path w="63500" h="67945">
                <a:moveTo>
                  <a:pt x="54101" y="32766"/>
                </a:moveTo>
                <a:lnTo>
                  <a:pt x="54101" y="32004"/>
                </a:lnTo>
                <a:lnTo>
                  <a:pt x="54051" y="32359"/>
                </a:lnTo>
                <a:lnTo>
                  <a:pt x="54101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7" name="object 43">
            <a:extLst>
              <a:ext uri="{FF2B5EF4-FFF2-40B4-BE49-F238E27FC236}">
                <a16:creationId xmlns:a16="http://schemas.microsoft.com/office/drawing/2014/main" id="{C561EF6F-5EAC-477C-87FE-A74EDCD7F442}"/>
              </a:ext>
            </a:extLst>
          </p:cNvPr>
          <p:cNvSpPr/>
          <p:nvPr/>
        </p:nvSpPr>
        <p:spPr>
          <a:xfrm>
            <a:off x="5932798" y="3909742"/>
            <a:ext cx="83252" cy="7978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9" name="object 44">
            <a:extLst>
              <a:ext uri="{FF2B5EF4-FFF2-40B4-BE49-F238E27FC236}">
                <a16:creationId xmlns:a16="http://schemas.microsoft.com/office/drawing/2014/main" id="{B3A2CF60-F698-4CC1-A83F-5885AF4E0215}"/>
              </a:ext>
            </a:extLst>
          </p:cNvPr>
          <p:cNvSpPr/>
          <p:nvPr/>
        </p:nvSpPr>
        <p:spPr>
          <a:xfrm>
            <a:off x="7286469" y="5935764"/>
            <a:ext cx="74407" cy="6723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1" name="object 45">
            <a:extLst>
              <a:ext uri="{FF2B5EF4-FFF2-40B4-BE49-F238E27FC236}">
                <a16:creationId xmlns:a16="http://schemas.microsoft.com/office/drawing/2014/main" id="{A9D436F7-8CE8-4EBB-B892-9C9271987F1C}"/>
              </a:ext>
            </a:extLst>
          </p:cNvPr>
          <p:cNvSpPr/>
          <p:nvPr/>
        </p:nvSpPr>
        <p:spPr>
          <a:xfrm>
            <a:off x="6927881" y="5487529"/>
            <a:ext cx="74407" cy="6723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3" name="object 46">
            <a:extLst>
              <a:ext uri="{FF2B5EF4-FFF2-40B4-BE49-F238E27FC236}">
                <a16:creationId xmlns:a16="http://schemas.microsoft.com/office/drawing/2014/main" id="{F30344F1-062A-4D0A-892E-28FE98BA8042}"/>
              </a:ext>
            </a:extLst>
          </p:cNvPr>
          <p:cNvSpPr/>
          <p:nvPr/>
        </p:nvSpPr>
        <p:spPr>
          <a:xfrm>
            <a:off x="5134939" y="4142824"/>
            <a:ext cx="75304" cy="8068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5" name="object 47">
            <a:extLst>
              <a:ext uri="{FF2B5EF4-FFF2-40B4-BE49-F238E27FC236}">
                <a16:creationId xmlns:a16="http://schemas.microsoft.com/office/drawing/2014/main" id="{EB008FDC-37A1-47B8-8DA4-8B67B066FC72}"/>
              </a:ext>
            </a:extLst>
          </p:cNvPr>
          <p:cNvSpPr/>
          <p:nvPr/>
        </p:nvSpPr>
        <p:spPr>
          <a:xfrm>
            <a:off x="6184706" y="3018648"/>
            <a:ext cx="74407" cy="7082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7" name="object 48">
            <a:extLst>
              <a:ext uri="{FF2B5EF4-FFF2-40B4-BE49-F238E27FC236}">
                <a16:creationId xmlns:a16="http://schemas.microsoft.com/office/drawing/2014/main" id="{BEFC9155-FC5E-494C-94CD-F355CE399A1F}"/>
              </a:ext>
            </a:extLst>
          </p:cNvPr>
          <p:cNvSpPr/>
          <p:nvPr/>
        </p:nvSpPr>
        <p:spPr>
          <a:xfrm>
            <a:off x="6937740" y="4889582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60197" y="28194"/>
                </a:moveTo>
                <a:lnTo>
                  <a:pt x="60197" y="8382"/>
                </a:lnTo>
                <a:lnTo>
                  <a:pt x="59435" y="8382"/>
                </a:lnTo>
                <a:lnTo>
                  <a:pt x="54863" y="5334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3433" y="762"/>
                </a:lnTo>
                <a:lnTo>
                  <a:pt x="41909" y="666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859" y="3048"/>
                </a:lnTo>
                <a:lnTo>
                  <a:pt x="22097" y="3048"/>
                </a:lnTo>
                <a:lnTo>
                  <a:pt x="16763" y="5334"/>
                </a:lnTo>
                <a:lnTo>
                  <a:pt x="16001" y="5334"/>
                </a:lnTo>
                <a:lnTo>
                  <a:pt x="16001" y="6096"/>
                </a:lnTo>
                <a:lnTo>
                  <a:pt x="11429" y="9144"/>
                </a:lnTo>
                <a:lnTo>
                  <a:pt x="6095" y="14478"/>
                </a:lnTo>
                <a:lnTo>
                  <a:pt x="3809" y="18288"/>
                </a:lnTo>
                <a:lnTo>
                  <a:pt x="3047" y="19050"/>
                </a:lnTo>
                <a:lnTo>
                  <a:pt x="761" y="24384"/>
                </a:lnTo>
                <a:lnTo>
                  <a:pt x="761" y="25146"/>
                </a:lnTo>
                <a:lnTo>
                  <a:pt x="0" y="29718"/>
                </a:lnTo>
                <a:lnTo>
                  <a:pt x="0" y="37338"/>
                </a:lnTo>
                <a:lnTo>
                  <a:pt x="761" y="40386"/>
                </a:lnTo>
                <a:lnTo>
                  <a:pt x="2285" y="42672"/>
                </a:lnTo>
                <a:lnTo>
                  <a:pt x="2285" y="43434"/>
                </a:lnTo>
                <a:lnTo>
                  <a:pt x="5333" y="48006"/>
                </a:lnTo>
                <a:lnTo>
                  <a:pt x="5333" y="48768"/>
                </a:lnTo>
                <a:lnTo>
                  <a:pt x="9143" y="52578"/>
                </a:lnTo>
                <a:lnTo>
                  <a:pt x="9143" y="32004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4384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256"/>
                </a:lnTo>
                <a:lnTo>
                  <a:pt x="20573" y="14224"/>
                </a:lnTo>
                <a:lnTo>
                  <a:pt x="20573" y="13716"/>
                </a:lnTo>
                <a:lnTo>
                  <a:pt x="25907" y="11430"/>
                </a:lnTo>
                <a:lnTo>
                  <a:pt x="25907" y="11906"/>
                </a:lnTo>
                <a:lnTo>
                  <a:pt x="31241" y="9906"/>
                </a:lnTo>
                <a:lnTo>
                  <a:pt x="31241" y="10572"/>
                </a:lnTo>
                <a:lnTo>
                  <a:pt x="35813" y="10001"/>
                </a:lnTo>
                <a:lnTo>
                  <a:pt x="41909" y="9906"/>
                </a:lnTo>
                <a:lnTo>
                  <a:pt x="41909" y="10123"/>
                </a:lnTo>
                <a:lnTo>
                  <a:pt x="46481" y="11430"/>
                </a:lnTo>
                <a:lnTo>
                  <a:pt x="46481" y="11811"/>
                </a:lnTo>
                <a:lnTo>
                  <a:pt x="49529" y="13335"/>
                </a:lnTo>
                <a:lnTo>
                  <a:pt x="49529" y="12954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911" y="20574"/>
                </a:lnTo>
                <a:lnTo>
                  <a:pt x="58673" y="22098"/>
                </a:lnTo>
                <a:lnTo>
                  <a:pt x="59435" y="24384"/>
                </a:lnTo>
                <a:lnTo>
                  <a:pt x="59435" y="26670"/>
                </a:lnTo>
                <a:lnTo>
                  <a:pt x="60197" y="28194"/>
                </a:lnTo>
                <a:close/>
              </a:path>
              <a:path w="69850" h="60960">
                <a:moveTo>
                  <a:pt x="9905" y="52578"/>
                </a:moveTo>
                <a:lnTo>
                  <a:pt x="9905" y="35052"/>
                </a:lnTo>
                <a:lnTo>
                  <a:pt x="9143" y="32766"/>
                </a:lnTo>
                <a:lnTo>
                  <a:pt x="9143" y="52578"/>
                </a:lnTo>
                <a:lnTo>
                  <a:pt x="9905" y="52578"/>
                </a:lnTo>
                <a:close/>
              </a:path>
              <a:path w="69850" h="60960">
                <a:moveTo>
                  <a:pt x="15566" y="45175"/>
                </a:moveTo>
                <a:lnTo>
                  <a:pt x="12953" y="41910"/>
                </a:lnTo>
                <a:lnTo>
                  <a:pt x="12953" y="42672"/>
                </a:lnTo>
                <a:lnTo>
                  <a:pt x="10667" y="38862"/>
                </a:lnTo>
                <a:lnTo>
                  <a:pt x="9905" y="36576"/>
                </a:lnTo>
                <a:lnTo>
                  <a:pt x="9905" y="53340"/>
                </a:lnTo>
                <a:lnTo>
                  <a:pt x="14477" y="56388"/>
                </a:lnTo>
                <a:lnTo>
                  <a:pt x="15239" y="56388"/>
                </a:lnTo>
                <a:lnTo>
                  <a:pt x="15239" y="44958"/>
                </a:lnTo>
                <a:lnTo>
                  <a:pt x="15566" y="45175"/>
                </a:lnTo>
                <a:close/>
              </a:path>
              <a:path w="69850" h="60960">
                <a:moveTo>
                  <a:pt x="12191" y="22860"/>
                </a:moveTo>
                <a:lnTo>
                  <a:pt x="11429" y="23622"/>
                </a:lnTo>
                <a:lnTo>
                  <a:pt x="11429" y="24384"/>
                </a:lnTo>
                <a:lnTo>
                  <a:pt x="12191" y="22860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6001" y="45720"/>
                </a:moveTo>
                <a:lnTo>
                  <a:pt x="15566" y="45175"/>
                </a:lnTo>
                <a:lnTo>
                  <a:pt x="15239" y="44958"/>
                </a:lnTo>
                <a:lnTo>
                  <a:pt x="16001" y="45720"/>
                </a:lnTo>
                <a:close/>
              </a:path>
              <a:path w="69850" h="60960">
                <a:moveTo>
                  <a:pt x="16001" y="56769"/>
                </a:moveTo>
                <a:lnTo>
                  <a:pt x="16001" y="45720"/>
                </a:lnTo>
                <a:lnTo>
                  <a:pt x="15239" y="44958"/>
                </a:lnTo>
                <a:lnTo>
                  <a:pt x="15239" y="56388"/>
                </a:lnTo>
                <a:lnTo>
                  <a:pt x="16001" y="56769"/>
                </a:lnTo>
                <a:close/>
              </a:path>
              <a:path w="69850" h="60960">
                <a:moveTo>
                  <a:pt x="19811" y="48006"/>
                </a:moveTo>
                <a:lnTo>
                  <a:pt x="15566" y="45175"/>
                </a:lnTo>
                <a:lnTo>
                  <a:pt x="16001" y="45720"/>
                </a:lnTo>
                <a:lnTo>
                  <a:pt x="16001" y="56769"/>
                </a:lnTo>
                <a:lnTo>
                  <a:pt x="19049" y="58293"/>
                </a:lnTo>
                <a:lnTo>
                  <a:pt x="19049" y="48006"/>
                </a:lnTo>
                <a:lnTo>
                  <a:pt x="19811" y="48006"/>
                </a:lnTo>
                <a:close/>
              </a:path>
              <a:path w="69850" h="60960">
                <a:moveTo>
                  <a:pt x="17525" y="16256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256"/>
                </a:lnTo>
                <a:close/>
              </a:path>
              <a:path w="69850" h="60960">
                <a:moveTo>
                  <a:pt x="23621" y="59544"/>
                </a:moveTo>
                <a:lnTo>
                  <a:pt x="23621" y="50292"/>
                </a:lnTo>
                <a:lnTo>
                  <a:pt x="19049" y="48006"/>
                </a:lnTo>
                <a:lnTo>
                  <a:pt x="19049" y="58293"/>
                </a:lnTo>
                <a:lnTo>
                  <a:pt x="19811" y="58674"/>
                </a:lnTo>
                <a:lnTo>
                  <a:pt x="20573" y="58674"/>
                </a:lnTo>
                <a:lnTo>
                  <a:pt x="23621" y="59544"/>
                </a:lnTo>
                <a:close/>
              </a:path>
              <a:path w="69850" h="60960">
                <a:moveTo>
                  <a:pt x="21335" y="13716"/>
                </a:moveTo>
                <a:lnTo>
                  <a:pt x="20573" y="13716"/>
                </a:lnTo>
                <a:lnTo>
                  <a:pt x="20573" y="14224"/>
                </a:lnTo>
                <a:lnTo>
                  <a:pt x="21335" y="13716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3621" y="50292"/>
                </a:lnTo>
                <a:lnTo>
                  <a:pt x="23621" y="59544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906"/>
                </a:moveTo>
                <a:lnTo>
                  <a:pt x="25907" y="11430"/>
                </a:lnTo>
                <a:lnTo>
                  <a:pt x="25145" y="12192"/>
                </a:lnTo>
                <a:lnTo>
                  <a:pt x="25907" y="11906"/>
                </a:lnTo>
                <a:close/>
              </a:path>
              <a:path w="69850" h="60960">
                <a:moveTo>
                  <a:pt x="38861" y="60293"/>
                </a:moveTo>
                <a:lnTo>
                  <a:pt x="38861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lnTo>
                  <a:pt x="38861" y="60293"/>
                </a:lnTo>
                <a:close/>
              </a:path>
              <a:path w="69850" h="60960">
                <a:moveTo>
                  <a:pt x="31241" y="10572"/>
                </a:moveTo>
                <a:lnTo>
                  <a:pt x="31241" y="9906"/>
                </a:lnTo>
                <a:lnTo>
                  <a:pt x="30479" y="10668"/>
                </a:lnTo>
                <a:lnTo>
                  <a:pt x="31241" y="10572"/>
                </a:lnTo>
                <a:close/>
              </a:path>
              <a:path w="69850" h="60960">
                <a:moveTo>
                  <a:pt x="36575" y="9906"/>
                </a:moveTo>
                <a:lnTo>
                  <a:pt x="35813" y="9906"/>
                </a:lnTo>
                <a:lnTo>
                  <a:pt x="36575" y="9906"/>
                </a:lnTo>
                <a:close/>
              </a:path>
              <a:path w="69850" h="60960">
                <a:moveTo>
                  <a:pt x="44195" y="59245"/>
                </a:moveTo>
                <a:lnTo>
                  <a:pt x="44195" y="49530"/>
                </a:lnTo>
                <a:lnTo>
                  <a:pt x="38099" y="51054"/>
                </a:lnTo>
                <a:lnTo>
                  <a:pt x="38861" y="51054"/>
                </a:lnTo>
                <a:lnTo>
                  <a:pt x="38861" y="60293"/>
                </a:lnTo>
                <a:lnTo>
                  <a:pt x="40385" y="60198"/>
                </a:lnTo>
                <a:lnTo>
                  <a:pt x="44195" y="59245"/>
                </a:lnTo>
                <a:close/>
              </a:path>
              <a:path w="69850" h="60960">
                <a:moveTo>
                  <a:pt x="41909" y="10123"/>
                </a:moveTo>
                <a:lnTo>
                  <a:pt x="41909" y="9906"/>
                </a:lnTo>
                <a:lnTo>
                  <a:pt x="41147" y="9906"/>
                </a:lnTo>
                <a:lnTo>
                  <a:pt x="41909" y="10123"/>
                </a:lnTo>
                <a:close/>
              </a:path>
              <a:path w="69850" h="60960">
                <a:moveTo>
                  <a:pt x="48767" y="57258"/>
                </a:moveTo>
                <a:lnTo>
                  <a:pt x="48767" y="47244"/>
                </a:lnTo>
                <a:lnTo>
                  <a:pt x="43433" y="49530"/>
                </a:lnTo>
                <a:lnTo>
                  <a:pt x="44195" y="49530"/>
                </a:lnTo>
                <a:lnTo>
                  <a:pt x="44195" y="59245"/>
                </a:lnTo>
                <a:lnTo>
                  <a:pt x="46481" y="58674"/>
                </a:lnTo>
                <a:lnTo>
                  <a:pt x="47243" y="58674"/>
                </a:lnTo>
                <a:lnTo>
                  <a:pt x="47243" y="57912"/>
                </a:lnTo>
                <a:lnTo>
                  <a:pt x="48767" y="57258"/>
                </a:lnTo>
                <a:close/>
              </a:path>
              <a:path w="69850" h="60960">
                <a:moveTo>
                  <a:pt x="46481" y="11811"/>
                </a:moveTo>
                <a:lnTo>
                  <a:pt x="46481" y="11430"/>
                </a:lnTo>
                <a:lnTo>
                  <a:pt x="45719" y="11430"/>
                </a:lnTo>
                <a:lnTo>
                  <a:pt x="46481" y="11811"/>
                </a:lnTo>
                <a:close/>
              </a:path>
              <a:path w="69850" h="60960">
                <a:moveTo>
                  <a:pt x="52577" y="44196"/>
                </a:moveTo>
                <a:lnTo>
                  <a:pt x="48005" y="47244"/>
                </a:lnTo>
                <a:lnTo>
                  <a:pt x="48767" y="47244"/>
                </a:lnTo>
                <a:lnTo>
                  <a:pt x="48767" y="57258"/>
                </a:lnTo>
                <a:lnTo>
                  <a:pt x="51815" y="55952"/>
                </a:lnTo>
                <a:lnTo>
                  <a:pt x="51815" y="44958"/>
                </a:lnTo>
                <a:lnTo>
                  <a:pt x="52577" y="44196"/>
                </a:lnTo>
                <a:close/>
              </a:path>
              <a:path w="69850" h="60960">
                <a:moveTo>
                  <a:pt x="50291" y="13716"/>
                </a:moveTo>
                <a:lnTo>
                  <a:pt x="49529" y="12954"/>
                </a:lnTo>
                <a:lnTo>
                  <a:pt x="49529" y="13335"/>
                </a:lnTo>
                <a:lnTo>
                  <a:pt x="50291" y="13716"/>
                </a:lnTo>
                <a:close/>
              </a:path>
              <a:path w="69850" h="60960">
                <a:moveTo>
                  <a:pt x="55625" y="53721"/>
                </a:moveTo>
                <a:lnTo>
                  <a:pt x="55625" y="41148"/>
                </a:lnTo>
                <a:lnTo>
                  <a:pt x="51815" y="44958"/>
                </a:lnTo>
                <a:lnTo>
                  <a:pt x="51815" y="55952"/>
                </a:lnTo>
                <a:lnTo>
                  <a:pt x="52577" y="55626"/>
                </a:lnTo>
                <a:lnTo>
                  <a:pt x="53339" y="55626"/>
                </a:lnTo>
                <a:lnTo>
                  <a:pt x="55625" y="53721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910"/>
                </a:lnTo>
                <a:lnTo>
                  <a:pt x="55625" y="41148"/>
                </a:lnTo>
                <a:lnTo>
                  <a:pt x="55625" y="53721"/>
                </a:lnTo>
                <a:lnTo>
                  <a:pt x="57911" y="51816"/>
                </a:lnTo>
                <a:close/>
              </a:path>
              <a:path w="69850" h="60960">
                <a:moveTo>
                  <a:pt x="69710" y="27686"/>
                </a:moveTo>
                <a:lnTo>
                  <a:pt x="68491" y="20345"/>
                </a:lnTo>
                <a:lnTo>
                  <a:pt x="65531" y="15240"/>
                </a:lnTo>
                <a:lnTo>
                  <a:pt x="64007" y="12954"/>
                </a:lnTo>
                <a:lnTo>
                  <a:pt x="60197" y="9144"/>
                </a:lnTo>
                <a:lnTo>
                  <a:pt x="60197" y="30480"/>
                </a:lnTo>
                <a:lnTo>
                  <a:pt x="59435" y="32004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816"/>
                </a:lnTo>
                <a:lnTo>
                  <a:pt x="58673" y="51816"/>
                </a:lnTo>
                <a:lnTo>
                  <a:pt x="62483" y="48006"/>
                </a:lnTo>
                <a:lnTo>
                  <a:pt x="62483" y="47244"/>
                </a:lnTo>
                <a:lnTo>
                  <a:pt x="65531" y="42672"/>
                </a:lnTo>
                <a:lnTo>
                  <a:pt x="66293" y="42672"/>
                </a:lnTo>
                <a:lnTo>
                  <a:pt x="66293" y="41910"/>
                </a:lnTo>
                <a:lnTo>
                  <a:pt x="67817" y="37338"/>
                </a:lnTo>
                <a:lnTo>
                  <a:pt x="68579" y="36576"/>
                </a:lnTo>
                <a:lnTo>
                  <a:pt x="69341" y="33528"/>
                </a:lnTo>
                <a:lnTo>
                  <a:pt x="69710" y="2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9" name="object 49">
            <a:extLst>
              <a:ext uri="{FF2B5EF4-FFF2-40B4-BE49-F238E27FC236}">
                <a16:creationId xmlns:a16="http://schemas.microsoft.com/office/drawing/2014/main" id="{6FDAB480-3FD3-4E25-8CD5-33AE5B85F5AD}"/>
              </a:ext>
            </a:extLst>
          </p:cNvPr>
          <p:cNvSpPr/>
          <p:nvPr/>
        </p:nvSpPr>
        <p:spPr>
          <a:xfrm>
            <a:off x="6448269" y="5692822"/>
            <a:ext cx="83431" cy="7709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1" name="object 50">
            <a:extLst>
              <a:ext uri="{FF2B5EF4-FFF2-40B4-BE49-F238E27FC236}">
                <a16:creationId xmlns:a16="http://schemas.microsoft.com/office/drawing/2014/main" id="{DA300468-6823-4210-A97D-D626A5130917}"/>
              </a:ext>
            </a:extLst>
          </p:cNvPr>
          <p:cNvSpPr/>
          <p:nvPr/>
        </p:nvSpPr>
        <p:spPr>
          <a:xfrm>
            <a:off x="8052951" y="5351264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11429" y="22860"/>
                </a:moveTo>
                <a:lnTo>
                  <a:pt x="11429" y="9144"/>
                </a:lnTo>
                <a:lnTo>
                  <a:pt x="10667" y="9144"/>
                </a:lnTo>
                <a:lnTo>
                  <a:pt x="6095" y="13716"/>
                </a:lnTo>
                <a:lnTo>
                  <a:pt x="3047" y="18288"/>
                </a:lnTo>
                <a:lnTo>
                  <a:pt x="3047" y="19050"/>
                </a:lnTo>
                <a:lnTo>
                  <a:pt x="761" y="23622"/>
                </a:lnTo>
                <a:lnTo>
                  <a:pt x="761" y="24384"/>
                </a:lnTo>
                <a:lnTo>
                  <a:pt x="0" y="29718"/>
                </a:lnTo>
                <a:lnTo>
                  <a:pt x="0" y="36576"/>
                </a:lnTo>
                <a:lnTo>
                  <a:pt x="1523" y="42672"/>
                </a:lnTo>
                <a:lnTo>
                  <a:pt x="2285" y="42672"/>
                </a:lnTo>
                <a:lnTo>
                  <a:pt x="2285" y="43434"/>
                </a:lnTo>
                <a:lnTo>
                  <a:pt x="4571" y="47244"/>
                </a:lnTo>
                <a:lnTo>
                  <a:pt x="9143" y="51816"/>
                </a:lnTo>
                <a:lnTo>
                  <a:pt x="9143" y="31242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2860"/>
                </a:lnTo>
                <a:close/>
              </a:path>
              <a:path w="69850" h="60960">
                <a:moveTo>
                  <a:pt x="12953" y="42672"/>
                </a:moveTo>
                <a:lnTo>
                  <a:pt x="10667" y="38100"/>
                </a:lnTo>
                <a:lnTo>
                  <a:pt x="10667" y="38862"/>
                </a:lnTo>
                <a:lnTo>
                  <a:pt x="9143" y="34290"/>
                </a:lnTo>
                <a:lnTo>
                  <a:pt x="9143" y="52578"/>
                </a:lnTo>
                <a:lnTo>
                  <a:pt x="9905" y="52578"/>
                </a:lnTo>
                <a:lnTo>
                  <a:pt x="12191" y="54406"/>
                </a:lnTo>
                <a:lnTo>
                  <a:pt x="12191" y="41910"/>
                </a:lnTo>
                <a:lnTo>
                  <a:pt x="12953" y="42672"/>
                </a:lnTo>
                <a:close/>
              </a:path>
              <a:path w="69850" h="60960">
                <a:moveTo>
                  <a:pt x="59435" y="24384"/>
                </a:moveTo>
                <a:lnTo>
                  <a:pt x="59435" y="7620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8005" y="1524"/>
                </a:lnTo>
                <a:lnTo>
                  <a:pt x="42671" y="762"/>
                </a:lnTo>
                <a:lnTo>
                  <a:pt x="41147" y="653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097" y="2286"/>
                </a:lnTo>
                <a:lnTo>
                  <a:pt x="16763" y="5334"/>
                </a:lnTo>
                <a:lnTo>
                  <a:pt x="16001" y="5334"/>
                </a:lnTo>
                <a:lnTo>
                  <a:pt x="11429" y="8382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129"/>
                </a:lnTo>
                <a:lnTo>
                  <a:pt x="21335" y="12954"/>
                </a:lnTo>
                <a:lnTo>
                  <a:pt x="21335" y="13389"/>
                </a:lnTo>
                <a:lnTo>
                  <a:pt x="25145" y="11756"/>
                </a:lnTo>
                <a:lnTo>
                  <a:pt x="25145" y="11430"/>
                </a:lnTo>
                <a:lnTo>
                  <a:pt x="30479" y="10096"/>
                </a:lnTo>
                <a:lnTo>
                  <a:pt x="30479" y="9906"/>
                </a:lnTo>
                <a:lnTo>
                  <a:pt x="35813" y="9239"/>
                </a:lnTo>
                <a:lnTo>
                  <a:pt x="41147" y="9906"/>
                </a:lnTo>
                <a:lnTo>
                  <a:pt x="41147" y="10123"/>
                </a:lnTo>
                <a:lnTo>
                  <a:pt x="44957" y="11212"/>
                </a:lnTo>
                <a:lnTo>
                  <a:pt x="44957" y="10668"/>
                </a:lnTo>
                <a:lnTo>
                  <a:pt x="50291" y="12954"/>
                </a:lnTo>
                <a:lnTo>
                  <a:pt x="50291" y="13462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149" y="20574"/>
                </a:lnTo>
                <a:lnTo>
                  <a:pt x="58673" y="22098"/>
                </a:lnTo>
                <a:lnTo>
                  <a:pt x="59435" y="24384"/>
                </a:lnTo>
                <a:close/>
              </a:path>
              <a:path w="69850" h="60960">
                <a:moveTo>
                  <a:pt x="16001" y="57041"/>
                </a:moveTo>
                <a:lnTo>
                  <a:pt x="16001" y="45720"/>
                </a:lnTo>
                <a:lnTo>
                  <a:pt x="12191" y="41910"/>
                </a:lnTo>
                <a:lnTo>
                  <a:pt x="12191" y="54406"/>
                </a:lnTo>
                <a:lnTo>
                  <a:pt x="13715" y="55626"/>
                </a:lnTo>
                <a:lnTo>
                  <a:pt x="14477" y="55626"/>
                </a:lnTo>
                <a:lnTo>
                  <a:pt x="14477" y="56388"/>
                </a:lnTo>
                <a:lnTo>
                  <a:pt x="16001" y="57041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9354" y="47701"/>
                </a:moveTo>
                <a:lnTo>
                  <a:pt x="15239" y="44958"/>
                </a:lnTo>
                <a:lnTo>
                  <a:pt x="16001" y="45720"/>
                </a:lnTo>
                <a:lnTo>
                  <a:pt x="16001" y="57041"/>
                </a:lnTo>
                <a:lnTo>
                  <a:pt x="18287" y="58020"/>
                </a:lnTo>
                <a:lnTo>
                  <a:pt x="18287" y="47244"/>
                </a:lnTo>
                <a:lnTo>
                  <a:pt x="19354" y="47701"/>
                </a:lnTo>
                <a:close/>
              </a:path>
              <a:path w="69850" h="60960">
                <a:moveTo>
                  <a:pt x="17525" y="16129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129"/>
                </a:lnTo>
                <a:close/>
              </a:path>
              <a:path w="69850" h="60960">
                <a:moveTo>
                  <a:pt x="19811" y="48006"/>
                </a:moveTo>
                <a:lnTo>
                  <a:pt x="19354" y="47701"/>
                </a:lnTo>
                <a:lnTo>
                  <a:pt x="18287" y="47244"/>
                </a:lnTo>
                <a:lnTo>
                  <a:pt x="19811" y="48006"/>
                </a:lnTo>
                <a:close/>
              </a:path>
              <a:path w="69850" h="60960">
                <a:moveTo>
                  <a:pt x="19811" y="58674"/>
                </a:moveTo>
                <a:lnTo>
                  <a:pt x="19811" y="48006"/>
                </a:lnTo>
                <a:lnTo>
                  <a:pt x="18287" y="47244"/>
                </a:lnTo>
                <a:lnTo>
                  <a:pt x="18287" y="58020"/>
                </a:lnTo>
                <a:lnTo>
                  <a:pt x="19811" y="58674"/>
                </a:lnTo>
                <a:close/>
              </a:path>
              <a:path w="69850" h="60960">
                <a:moveTo>
                  <a:pt x="23621" y="49530"/>
                </a:moveTo>
                <a:lnTo>
                  <a:pt x="19354" y="47701"/>
                </a:lnTo>
                <a:lnTo>
                  <a:pt x="19811" y="48006"/>
                </a:lnTo>
                <a:lnTo>
                  <a:pt x="19811" y="58674"/>
                </a:lnTo>
                <a:lnTo>
                  <a:pt x="20573" y="58674"/>
                </a:lnTo>
                <a:lnTo>
                  <a:pt x="22859" y="59327"/>
                </a:lnTo>
                <a:lnTo>
                  <a:pt x="22859" y="49530"/>
                </a:lnTo>
                <a:lnTo>
                  <a:pt x="23621" y="49530"/>
                </a:lnTo>
                <a:close/>
              </a:path>
              <a:path w="69850" h="60960">
                <a:moveTo>
                  <a:pt x="21335" y="13389"/>
                </a:moveTo>
                <a:lnTo>
                  <a:pt x="21335" y="12954"/>
                </a:lnTo>
                <a:lnTo>
                  <a:pt x="20573" y="13716"/>
                </a:lnTo>
                <a:lnTo>
                  <a:pt x="21335" y="13389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2859" y="59327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430"/>
                </a:moveTo>
                <a:lnTo>
                  <a:pt x="25145" y="11430"/>
                </a:lnTo>
                <a:lnTo>
                  <a:pt x="25145" y="11756"/>
                </a:lnTo>
                <a:lnTo>
                  <a:pt x="25907" y="11430"/>
                </a:lnTo>
                <a:close/>
              </a:path>
              <a:path w="69850" h="60960">
                <a:moveTo>
                  <a:pt x="33527" y="60960"/>
                </a:moveTo>
                <a:lnTo>
                  <a:pt x="33527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close/>
              </a:path>
              <a:path w="69850" h="60960">
                <a:moveTo>
                  <a:pt x="31241" y="9906"/>
                </a:moveTo>
                <a:lnTo>
                  <a:pt x="30479" y="9906"/>
                </a:lnTo>
                <a:lnTo>
                  <a:pt x="30479" y="10096"/>
                </a:lnTo>
                <a:lnTo>
                  <a:pt x="31241" y="9906"/>
                </a:lnTo>
                <a:close/>
              </a:path>
              <a:path w="69850" h="60960">
                <a:moveTo>
                  <a:pt x="43433" y="48768"/>
                </a:moveTo>
                <a:lnTo>
                  <a:pt x="38099" y="51054"/>
                </a:lnTo>
                <a:lnTo>
                  <a:pt x="38099" y="50387"/>
                </a:lnTo>
                <a:lnTo>
                  <a:pt x="32765" y="51054"/>
                </a:lnTo>
                <a:lnTo>
                  <a:pt x="33527" y="51054"/>
                </a:lnTo>
                <a:lnTo>
                  <a:pt x="33527" y="60960"/>
                </a:lnTo>
                <a:lnTo>
                  <a:pt x="38099" y="60388"/>
                </a:lnTo>
                <a:lnTo>
                  <a:pt x="38099" y="51054"/>
                </a:lnTo>
                <a:lnTo>
                  <a:pt x="38861" y="50292"/>
                </a:lnTo>
                <a:lnTo>
                  <a:pt x="38861" y="60293"/>
                </a:lnTo>
                <a:lnTo>
                  <a:pt x="40385" y="60198"/>
                </a:lnTo>
                <a:lnTo>
                  <a:pt x="42671" y="59340"/>
                </a:lnTo>
                <a:lnTo>
                  <a:pt x="42671" y="49530"/>
                </a:lnTo>
                <a:lnTo>
                  <a:pt x="43433" y="48768"/>
                </a:lnTo>
                <a:close/>
              </a:path>
              <a:path w="69850" h="60960">
                <a:moveTo>
                  <a:pt x="36169" y="9194"/>
                </a:moveTo>
                <a:lnTo>
                  <a:pt x="35813" y="9144"/>
                </a:lnTo>
                <a:lnTo>
                  <a:pt x="36169" y="9194"/>
                </a:lnTo>
                <a:close/>
              </a:path>
              <a:path w="69850" h="60960">
                <a:moveTo>
                  <a:pt x="36575" y="9252"/>
                </a:moveTo>
                <a:lnTo>
                  <a:pt x="36169" y="9194"/>
                </a:lnTo>
                <a:lnTo>
                  <a:pt x="36575" y="9252"/>
                </a:lnTo>
                <a:close/>
              </a:path>
              <a:path w="69850" h="60960">
                <a:moveTo>
                  <a:pt x="41147" y="10123"/>
                </a:moveTo>
                <a:lnTo>
                  <a:pt x="41147" y="9906"/>
                </a:lnTo>
                <a:lnTo>
                  <a:pt x="40385" y="9906"/>
                </a:lnTo>
                <a:lnTo>
                  <a:pt x="41147" y="10123"/>
                </a:lnTo>
                <a:close/>
              </a:path>
              <a:path w="69850" h="60960">
                <a:moveTo>
                  <a:pt x="48005" y="57585"/>
                </a:moveTo>
                <a:lnTo>
                  <a:pt x="48005" y="47244"/>
                </a:lnTo>
                <a:lnTo>
                  <a:pt x="42671" y="49530"/>
                </a:lnTo>
                <a:lnTo>
                  <a:pt x="42671" y="59340"/>
                </a:lnTo>
                <a:lnTo>
                  <a:pt x="46481" y="57912"/>
                </a:lnTo>
                <a:lnTo>
                  <a:pt x="47243" y="57912"/>
                </a:lnTo>
                <a:lnTo>
                  <a:pt x="48005" y="57585"/>
                </a:lnTo>
                <a:close/>
              </a:path>
              <a:path w="69850" h="60960">
                <a:moveTo>
                  <a:pt x="45719" y="11430"/>
                </a:moveTo>
                <a:lnTo>
                  <a:pt x="44957" y="10668"/>
                </a:lnTo>
                <a:lnTo>
                  <a:pt x="44957" y="11212"/>
                </a:lnTo>
                <a:lnTo>
                  <a:pt x="45719" y="11430"/>
                </a:lnTo>
                <a:close/>
              </a:path>
              <a:path w="69850" h="60960">
                <a:moveTo>
                  <a:pt x="55625" y="53122"/>
                </a:moveTo>
                <a:lnTo>
                  <a:pt x="55625" y="40386"/>
                </a:lnTo>
                <a:lnTo>
                  <a:pt x="51815" y="44958"/>
                </a:lnTo>
                <a:lnTo>
                  <a:pt x="51815" y="44196"/>
                </a:lnTo>
                <a:lnTo>
                  <a:pt x="47243" y="47244"/>
                </a:lnTo>
                <a:lnTo>
                  <a:pt x="48005" y="47244"/>
                </a:lnTo>
                <a:lnTo>
                  <a:pt x="48005" y="57585"/>
                </a:lnTo>
                <a:lnTo>
                  <a:pt x="52577" y="55626"/>
                </a:lnTo>
                <a:lnTo>
                  <a:pt x="52577" y="54864"/>
                </a:lnTo>
                <a:lnTo>
                  <a:pt x="55625" y="53122"/>
                </a:lnTo>
                <a:close/>
              </a:path>
              <a:path w="69850" h="60960">
                <a:moveTo>
                  <a:pt x="50291" y="13462"/>
                </a:moveTo>
                <a:lnTo>
                  <a:pt x="50291" y="12954"/>
                </a:lnTo>
                <a:lnTo>
                  <a:pt x="49529" y="12954"/>
                </a:lnTo>
                <a:lnTo>
                  <a:pt x="50291" y="13462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148"/>
                </a:lnTo>
                <a:lnTo>
                  <a:pt x="55625" y="40386"/>
                </a:lnTo>
                <a:lnTo>
                  <a:pt x="55625" y="53122"/>
                </a:lnTo>
                <a:lnTo>
                  <a:pt x="57911" y="51816"/>
                </a:lnTo>
                <a:close/>
              </a:path>
              <a:path w="69850" h="60960">
                <a:moveTo>
                  <a:pt x="69341" y="29718"/>
                </a:moveTo>
                <a:lnTo>
                  <a:pt x="69341" y="26670"/>
                </a:lnTo>
                <a:lnTo>
                  <a:pt x="67055" y="17526"/>
                </a:lnTo>
                <a:lnTo>
                  <a:pt x="64007" y="12954"/>
                </a:lnTo>
                <a:lnTo>
                  <a:pt x="64007" y="12192"/>
                </a:lnTo>
                <a:lnTo>
                  <a:pt x="63245" y="12192"/>
                </a:lnTo>
                <a:lnTo>
                  <a:pt x="60197" y="8382"/>
                </a:lnTo>
                <a:lnTo>
                  <a:pt x="59435" y="8382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054"/>
                </a:lnTo>
                <a:lnTo>
                  <a:pt x="61721" y="47244"/>
                </a:lnTo>
                <a:lnTo>
                  <a:pt x="62483" y="47244"/>
                </a:lnTo>
                <a:lnTo>
                  <a:pt x="62483" y="46482"/>
                </a:lnTo>
                <a:lnTo>
                  <a:pt x="65531" y="42672"/>
                </a:lnTo>
                <a:lnTo>
                  <a:pt x="65531" y="41910"/>
                </a:lnTo>
                <a:lnTo>
                  <a:pt x="66293" y="41910"/>
                </a:lnTo>
                <a:lnTo>
                  <a:pt x="67817" y="36576"/>
                </a:lnTo>
                <a:lnTo>
                  <a:pt x="68579" y="35814"/>
                </a:lnTo>
                <a:lnTo>
                  <a:pt x="68579" y="32766"/>
                </a:lnTo>
                <a:lnTo>
                  <a:pt x="69341" y="29718"/>
                </a:lnTo>
                <a:close/>
              </a:path>
              <a:path w="69850" h="60960">
                <a:moveTo>
                  <a:pt x="59435" y="33528"/>
                </a:moveTo>
                <a:lnTo>
                  <a:pt x="59435" y="32004"/>
                </a:lnTo>
                <a:lnTo>
                  <a:pt x="58673" y="34290"/>
                </a:lnTo>
                <a:lnTo>
                  <a:pt x="59435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3" name="object 51">
            <a:extLst>
              <a:ext uri="{FF2B5EF4-FFF2-40B4-BE49-F238E27FC236}">
                <a16:creationId xmlns:a16="http://schemas.microsoft.com/office/drawing/2014/main" id="{D96D4E28-0C7B-4670-8905-143EE924DB99}"/>
              </a:ext>
            </a:extLst>
          </p:cNvPr>
          <p:cNvSpPr txBox="1"/>
          <p:nvPr/>
        </p:nvSpPr>
        <p:spPr>
          <a:xfrm>
            <a:off x="8534654" y="1748706"/>
            <a:ext cx="3252695" cy="396828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2471" i="1" spc="-71" dirty="0">
                <a:latin typeface="Tahoma"/>
                <a:cs typeface="Tahoma"/>
              </a:rPr>
              <a:t>f(x,</a:t>
            </a:r>
            <a:r>
              <a:rPr sz="2471" i="1" spc="-71" dirty="0">
                <a:solidFill>
                  <a:srgbClr val="00CC00"/>
                </a:solidFill>
                <a:latin typeface="Tahoma"/>
                <a:cs typeface="Tahoma"/>
              </a:rPr>
              <a:t>w,b</a:t>
            </a:r>
            <a:r>
              <a:rPr sz="2471" i="1" spc="-71" dirty="0">
                <a:latin typeface="Tahoma"/>
                <a:cs typeface="Tahoma"/>
              </a:rPr>
              <a:t>) </a:t>
            </a:r>
            <a:r>
              <a:rPr sz="2471" i="1" spc="-95" dirty="0">
                <a:latin typeface="Tahoma"/>
                <a:cs typeface="Tahoma"/>
              </a:rPr>
              <a:t>= </a:t>
            </a:r>
            <a:r>
              <a:rPr sz="2471" i="1" spc="-65" dirty="0">
                <a:latin typeface="Tahoma"/>
                <a:cs typeface="Tahoma"/>
              </a:rPr>
              <a:t>sign(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w </a:t>
            </a:r>
            <a:r>
              <a:rPr sz="2471" i="1" spc="-65" dirty="0">
                <a:latin typeface="Tahoma"/>
                <a:cs typeface="Tahoma"/>
              </a:rPr>
              <a:t>x </a:t>
            </a:r>
            <a:r>
              <a:rPr sz="2471" i="1" spc="-95" dirty="0">
                <a:latin typeface="Tahoma"/>
                <a:cs typeface="Tahoma"/>
              </a:rPr>
              <a:t>+</a:t>
            </a:r>
            <a:r>
              <a:rPr sz="2471" i="1" spc="41" dirty="0">
                <a:latin typeface="Tahoma"/>
                <a:cs typeface="Tahoma"/>
              </a:rPr>
              <a:t> 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b</a:t>
            </a:r>
            <a:r>
              <a:rPr sz="2471" i="1" spc="-65" dirty="0">
                <a:latin typeface="Tahoma"/>
                <a:cs typeface="Tahoma"/>
              </a:rPr>
              <a:t>)</a:t>
            </a:r>
            <a:endParaRPr sz="2471">
              <a:latin typeface="Tahoma"/>
              <a:cs typeface="Tahoma"/>
            </a:endParaRPr>
          </a:p>
        </p:txBody>
      </p:sp>
      <p:sp>
        <p:nvSpPr>
          <p:cNvPr id="105" name="object 52">
            <a:extLst>
              <a:ext uri="{FF2B5EF4-FFF2-40B4-BE49-F238E27FC236}">
                <a16:creationId xmlns:a16="http://schemas.microsoft.com/office/drawing/2014/main" id="{771B34DC-3E74-40F4-9512-205792D3CB80}"/>
              </a:ext>
            </a:extLst>
          </p:cNvPr>
          <p:cNvSpPr/>
          <p:nvPr/>
        </p:nvSpPr>
        <p:spPr>
          <a:xfrm>
            <a:off x="4866894" y="2350778"/>
            <a:ext cx="3685988" cy="3596341"/>
          </a:xfrm>
          <a:custGeom>
            <a:avLst/>
            <a:gdLst/>
            <a:ahLst/>
            <a:cxnLst/>
            <a:rect l="l" t="t" r="r" b="b"/>
            <a:pathLst>
              <a:path w="3133090" h="3056890">
                <a:moveTo>
                  <a:pt x="3132581" y="8381"/>
                </a:moveTo>
                <a:lnTo>
                  <a:pt x="3124199" y="0"/>
                </a:lnTo>
                <a:lnTo>
                  <a:pt x="0" y="3048000"/>
                </a:lnTo>
                <a:lnTo>
                  <a:pt x="8381" y="3056382"/>
                </a:lnTo>
                <a:lnTo>
                  <a:pt x="3132581" y="83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7" name="object 53">
            <a:extLst>
              <a:ext uri="{FF2B5EF4-FFF2-40B4-BE49-F238E27FC236}">
                <a16:creationId xmlns:a16="http://schemas.microsoft.com/office/drawing/2014/main" id="{E4435B89-19E0-4150-AC09-60A1079E4B14}"/>
              </a:ext>
            </a:extLst>
          </p:cNvPr>
          <p:cNvSpPr/>
          <p:nvPr/>
        </p:nvSpPr>
        <p:spPr>
          <a:xfrm>
            <a:off x="7481900" y="3111882"/>
            <a:ext cx="495747" cy="52712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9" name="object 54">
            <a:extLst>
              <a:ext uri="{FF2B5EF4-FFF2-40B4-BE49-F238E27FC236}">
                <a16:creationId xmlns:a16="http://schemas.microsoft.com/office/drawing/2014/main" id="{A923F796-1837-48A0-91CC-EA4D3ED270AA}"/>
              </a:ext>
            </a:extLst>
          </p:cNvPr>
          <p:cNvSpPr/>
          <p:nvPr/>
        </p:nvSpPr>
        <p:spPr>
          <a:xfrm>
            <a:off x="7983027" y="2685286"/>
            <a:ext cx="396688" cy="445247"/>
          </a:xfrm>
          <a:custGeom>
            <a:avLst/>
            <a:gdLst/>
            <a:ahLst/>
            <a:cxnLst/>
            <a:rect l="l" t="t" r="r" b="b"/>
            <a:pathLst>
              <a:path w="337185" h="378460">
                <a:moveTo>
                  <a:pt x="158495" y="297074"/>
                </a:moveTo>
                <a:lnTo>
                  <a:pt x="158495" y="288692"/>
                </a:lnTo>
                <a:lnTo>
                  <a:pt x="157626" y="281834"/>
                </a:lnTo>
                <a:lnTo>
                  <a:pt x="137267" y="241222"/>
                </a:lnTo>
                <a:lnTo>
                  <a:pt x="106108" y="218957"/>
                </a:lnTo>
                <a:lnTo>
                  <a:pt x="97535" y="217826"/>
                </a:lnTo>
                <a:lnTo>
                  <a:pt x="89677" y="218231"/>
                </a:lnTo>
                <a:lnTo>
                  <a:pt x="57911" y="244496"/>
                </a:lnTo>
                <a:lnTo>
                  <a:pt x="56387" y="249068"/>
                </a:lnTo>
                <a:lnTo>
                  <a:pt x="54101" y="255164"/>
                </a:lnTo>
                <a:lnTo>
                  <a:pt x="53339" y="262784"/>
                </a:lnTo>
                <a:lnTo>
                  <a:pt x="22859" y="216302"/>
                </a:lnTo>
                <a:lnTo>
                  <a:pt x="0" y="239162"/>
                </a:lnTo>
                <a:lnTo>
                  <a:pt x="67817" y="340333"/>
                </a:lnTo>
                <a:lnTo>
                  <a:pt x="67817" y="268118"/>
                </a:lnTo>
                <a:lnTo>
                  <a:pt x="70103" y="260498"/>
                </a:lnTo>
                <a:lnTo>
                  <a:pt x="80009" y="250592"/>
                </a:lnTo>
                <a:lnTo>
                  <a:pt x="85343" y="248306"/>
                </a:lnTo>
                <a:lnTo>
                  <a:pt x="92963" y="248402"/>
                </a:lnTo>
                <a:lnTo>
                  <a:pt x="122598" y="273428"/>
                </a:lnTo>
                <a:lnTo>
                  <a:pt x="131063" y="294788"/>
                </a:lnTo>
                <a:lnTo>
                  <a:pt x="131063" y="338564"/>
                </a:lnTo>
                <a:lnTo>
                  <a:pt x="134897" y="336972"/>
                </a:lnTo>
                <a:lnTo>
                  <a:pt x="144017" y="329840"/>
                </a:lnTo>
                <a:lnTo>
                  <a:pt x="149351" y="324506"/>
                </a:lnTo>
                <a:lnTo>
                  <a:pt x="153161" y="318410"/>
                </a:lnTo>
                <a:lnTo>
                  <a:pt x="157733" y="304694"/>
                </a:lnTo>
                <a:lnTo>
                  <a:pt x="158495" y="297074"/>
                </a:lnTo>
                <a:close/>
              </a:path>
              <a:path w="337185" h="378460">
                <a:moveTo>
                  <a:pt x="131063" y="338564"/>
                </a:moveTo>
                <a:lnTo>
                  <a:pt x="131063" y="294788"/>
                </a:lnTo>
                <a:lnTo>
                  <a:pt x="129539" y="306980"/>
                </a:lnTo>
                <a:lnTo>
                  <a:pt x="127253" y="312314"/>
                </a:lnTo>
                <a:lnTo>
                  <a:pt x="123443" y="316124"/>
                </a:lnTo>
                <a:lnTo>
                  <a:pt x="119633" y="320696"/>
                </a:lnTo>
                <a:lnTo>
                  <a:pt x="114680" y="322111"/>
                </a:lnTo>
                <a:lnTo>
                  <a:pt x="75437" y="296027"/>
                </a:lnTo>
                <a:lnTo>
                  <a:pt x="67817" y="268118"/>
                </a:lnTo>
                <a:lnTo>
                  <a:pt x="67817" y="340333"/>
                </a:lnTo>
                <a:lnTo>
                  <a:pt x="92963" y="377846"/>
                </a:lnTo>
                <a:lnTo>
                  <a:pt x="102107" y="368702"/>
                </a:lnTo>
                <a:lnTo>
                  <a:pt x="102107" y="340508"/>
                </a:lnTo>
                <a:lnTo>
                  <a:pt x="113537" y="342336"/>
                </a:lnTo>
                <a:lnTo>
                  <a:pt x="114907" y="342256"/>
                </a:lnTo>
                <a:lnTo>
                  <a:pt x="124777" y="341175"/>
                </a:lnTo>
                <a:lnTo>
                  <a:pt x="131063" y="338564"/>
                </a:lnTo>
                <a:close/>
              </a:path>
              <a:path w="337185" h="378460">
                <a:moveTo>
                  <a:pt x="113537" y="357272"/>
                </a:moveTo>
                <a:lnTo>
                  <a:pt x="102107" y="340508"/>
                </a:lnTo>
                <a:lnTo>
                  <a:pt x="102107" y="368702"/>
                </a:lnTo>
                <a:lnTo>
                  <a:pt x="113537" y="357272"/>
                </a:lnTo>
                <a:close/>
              </a:path>
              <a:path w="337185" h="378460">
                <a:moveTo>
                  <a:pt x="212597" y="125624"/>
                </a:moveTo>
                <a:lnTo>
                  <a:pt x="192023" y="105812"/>
                </a:lnTo>
                <a:lnTo>
                  <a:pt x="112013" y="187346"/>
                </a:lnTo>
                <a:lnTo>
                  <a:pt x="132587" y="207158"/>
                </a:lnTo>
                <a:lnTo>
                  <a:pt x="212597" y="125624"/>
                </a:lnTo>
                <a:close/>
              </a:path>
              <a:path w="337185" h="378460">
                <a:moveTo>
                  <a:pt x="248411" y="160676"/>
                </a:moveTo>
                <a:lnTo>
                  <a:pt x="227837" y="140102"/>
                </a:lnTo>
                <a:lnTo>
                  <a:pt x="147065" y="221636"/>
                </a:lnTo>
                <a:lnTo>
                  <a:pt x="168401" y="242210"/>
                </a:lnTo>
                <a:lnTo>
                  <a:pt x="248411" y="160676"/>
                </a:lnTo>
                <a:close/>
              </a:path>
              <a:path w="337185" h="378460">
                <a:moveTo>
                  <a:pt x="336803" y="111908"/>
                </a:moveTo>
                <a:lnTo>
                  <a:pt x="323849" y="63902"/>
                </a:lnTo>
                <a:lnTo>
                  <a:pt x="301025" y="29612"/>
                </a:lnTo>
                <a:lnTo>
                  <a:pt x="263461" y="1609"/>
                </a:lnTo>
                <a:lnTo>
                  <a:pt x="251459" y="0"/>
                </a:lnTo>
                <a:lnTo>
                  <a:pt x="244435" y="323"/>
                </a:lnTo>
                <a:lnTo>
                  <a:pt x="209930" y="29517"/>
                </a:lnTo>
                <a:lnTo>
                  <a:pt x="206501" y="49424"/>
                </a:lnTo>
                <a:lnTo>
                  <a:pt x="206942" y="60723"/>
                </a:lnTo>
                <a:lnTo>
                  <a:pt x="220979" y="100478"/>
                </a:lnTo>
                <a:lnTo>
                  <a:pt x="232409" y="119901"/>
                </a:lnTo>
                <a:lnTo>
                  <a:pt x="232409" y="41804"/>
                </a:lnTo>
                <a:lnTo>
                  <a:pt x="233933" y="35708"/>
                </a:lnTo>
                <a:lnTo>
                  <a:pt x="240791" y="28850"/>
                </a:lnTo>
                <a:lnTo>
                  <a:pt x="245363" y="27326"/>
                </a:lnTo>
                <a:lnTo>
                  <a:pt x="249935" y="28088"/>
                </a:lnTo>
                <a:lnTo>
                  <a:pt x="254507" y="28088"/>
                </a:lnTo>
                <a:lnTo>
                  <a:pt x="283178" y="59735"/>
                </a:lnTo>
                <a:lnTo>
                  <a:pt x="304514" y="94382"/>
                </a:lnTo>
                <a:lnTo>
                  <a:pt x="310895" y="119528"/>
                </a:lnTo>
                <a:lnTo>
                  <a:pt x="310895" y="156465"/>
                </a:lnTo>
                <a:lnTo>
                  <a:pt x="315063" y="154152"/>
                </a:lnTo>
                <a:lnTo>
                  <a:pt x="322325" y="147722"/>
                </a:lnTo>
                <a:lnTo>
                  <a:pt x="328445" y="140305"/>
                </a:lnTo>
                <a:lnTo>
                  <a:pt x="332993" y="131816"/>
                </a:lnTo>
                <a:lnTo>
                  <a:pt x="335827" y="122326"/>
                </a:lnTo>
                <a:lnTo>
                  <a:pt x="336803" y="111908"/>
                </a:lnTo>
                <a:close/>
              </a:path>
              <a:path w="337185" h="378460">
                <a:moveTo>
                  <a:pt x="310895" y="156465"/>
                </a:moveTo>
                <a:lnTo>
                  <a:pt x="310895" y="119528"/>
                </a:lnTo>
                <a:lnTo>
                  <a:pt x="308609" y="124862"/>
                </a:lnTo>
                <a:lnTo>
                  <a:pt x="304799" y="129434"/>
                </a:lnTo>
                <a:lnTo>
                  <a:pt x="301751" y="132482"/>
                </a:lnTo>
                <a:lnTo>
                  <a:pt x="297941" y="134006"/>
                </a:lnTo>
                <a:lnTo>
                  <a:pt x="288797" y="132482"/>
                </a:lnTo>
                <a:lnTo>
                  <a:pt x="258187" y="100085"/>
                </a:lnTo>
                <a:lnTo>
                  <a:pt x="238601" y="66379"/>
                </a:lnTo>
                <a:lnTo>
                  <a:pt x="232409" y="41804"/>
                </a:lnTo>
                <a:lnTo>
                  <a:pt x="232409" y="119901"/>
                </a:lnTo>
                <a:lnTo>
                  <a:pt x="260413" y="149758"/>
                </a:lnTo>
                <a:lnTo>
                  <a:pt x="289559" y="161438"/>
                </a:lnTo>
                <a:lnTo>
                  <a:pt x="298537" y="161010"/>
                </a:lnTo>
                <a:lnTo>
                  <a:pt x="307085" y="158581"/>
                </a:lnTo>
                <a:lnTo>
                  <a:pt x="310895" y="156465"/>
                </a:lnTo>
                <a:close/>
              </a:path>
            </a:pathLst>
          </a:custGeom>
          <a:solidFill>
            <a:srgbClr val="00CC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1" name="object 55">
            <a:extLst>
              <a:ext uri="{FF2B5EF4-FFF2-40B4-BE49-F238E27FC236}">
                <a16:creationId xmlns:a16="http://schemas.microsoft.com/office/drawing/2014/main" id="{0BE9C2D5-465B-4033-AFBA-64070BBAA5B1}"/>
              </a:ext>
            </a:extLst>
          </p:cNvPr>
          <p:cNvSpPr txBox="1"/>
          <p:nvPr/>
        </p:nvSpPr>
        <p:spPr>
          <a:xfrm>
            <a:off x="8106142" y="3737917"/>
            <a:ext cx="3691965" cy="2130297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355203" marR="5977">
              <a:spcBef>
                <a:spcPts val="112"/>
              </a:spcBef>
            </a:pPr>
            <a:r>
              <a:rPr sz="2353" b="1" spc="-5" dirty="0">
                <a:latin typeface="Tahoma"/>
                <a:cs typeface="Tahoma"/>
              </a:rPr>
              <a:t>How would</a:t>
            </a:r>
            <a:r>
              <a:rPr sz="2353" b="1" spc="-76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you  </a:t>
            </a:r>
            <a:r>
              <a:rPr sz="2353" b="1" spc="-12" dirty="0">
                <a:latin typeface="Tahoma"/>
                <a:cs typeface="Tahoma"/>
              </a:rPr>
              <a:t>classify </a:t>
            </a:r>
            <a:r>
              <a:rPr sz="2353" b="1" spc="-5" dirty="0">
                <a:latin typeface="Tahoma"/>
                <a:cs typeface="Tahoma"/>
              </a:rPr>
              <a:t>this  </a:t>
            </a:r>
            <a:r>
              <a:rPr sz="2353" b="1" spc="-12" dirty="0">
                <a:latin typeface="Tahoma"/>
                <a:cs typeface="Tahoma"/>
              </a:rPr>
              <a:t>data?</a:t>
            </a:r>
            <a:endParaRPr sz="2353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824" dirty="0">
              <a:latin typeface="Times New Roman"/>
              <a:cs typeface="Times New Roman"/>
            </a:endParaRPr>
          </a:p>
          <a:p>
            <a:pPr marL="14941">
              <a:spcBef>
                <a:spcPts val="2071"/>
              </a:spcBef>
            </a:pPr>
            <a:r>
              <a:rPr sz="2117" b="1" i="1" dirty="0">
                <a:solidFill>
                  <a:srgbClr val="00CC00"/>
                </a:solidFill>
                <a:latin typeface="Arial"/>
                <a:cs typeface="Arial"/>
              </a:rPr>
              <a:t>w </a:t>
            </a:r>
            <a:r>
              <a:rPr sz="2117" b="1" i="1" spc="288" dirty="0">
                <a:latin typeface="Arial"/>
                <a:cs typeface="Arial"/>
              </a:rPr>
              <a:t>x+</a:t>
            </a:r>
            <a:r>
              <a:rPr sz="2117" b="1" i="1" spc="-17" dirty="0">
                <a:latin typeface="Arial"/>
                <a:cs typeface="Arial"/>
              </a:rPr>
              <a:t> </a:t>
            </a:r>
            <a:r>
              <a:rPr sz="2117" b="1" i="1" spc="-5" dirty="0">
                <a:solidFill>
                  <a:srgbClr val="00CC00"/>
                </a:solidFill>
                <a:latin typeface="Arial"/>
                <a:cs typeface="Arial"/>
              </a:rPr>
              <a:t>b&lt;0</a:t>
            </a:r>
            <a:endParaRPr sz="2117" dirty="0">
              <a:latin typeface="Arial"/>
              <a:cs typeface="Arial"/>
            </a:endParaRPr>
          </a:p>
        </p:txBody>
      </p:sp>
      <p:sp>
        <p:nvSpPr>
          <p:cNvPr id="113" name="object 56">
            <a:extLst>
              <a:ext uri="{FF2B5EF4-FFF2-40B4-BE49-F238E27FC236}">
                <a16:creationId xmlns:a16="http://schemas.microsoft.com/office/drawing/2014/main" id="{C786445F-FB3C-4859-BDAA-3AE3CF64E0A0}"/>
              </a:ext>
            </a:extLst>
          </p:cNvPr>
          <p:cNvSpPr txBox="1"/>
          <p:nvPr/>
        </p:nvSpPr>
        <p:spPr>
          <a:xfrm>
            <a:off x="5685671" y="1992488"/>
            <a:ext cx="1240117" cy="34088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117" b="1" i="1" dirty="0">
                <a:solidFill>
                  <a:srgbClr val="00CC00"/>
                </a:solidFill>
                <a:latin typeface="Arial"/>
                <a:cs typeface="Arial"/>
              </a:rPr>
              <a:t>w </a:t>
            </a:r>
            <a:r>
              <a:rPr sz="2117" b="1" i="1" spc="288" dirty="0">
                <a:latin typeface="Arial"/>
                <a:cs typeface="Arial"/>
              </a:rPr>
              <a:t>x+</a:t>
            </a:r>
            <a:r>
              <a:rPr sz="2117" b="1" i="1" spc="-105" dirty="0">
                <a:latin typeface="Arial"/>
                <a:cs typeface="Arial"/>
              </a:rPr>
              <a:t> </a:t>
            </a:r>
            <a:r>
              <a:rPr sz="2117" b="1" i="1" spc="-5" dirty="0">
                <a:solidFill>
                  <a:srgbClr val="00CC00"/>
                </a:solidFill>
                <a:latin typeface="Arial"/>
                <a:cs typeface="Arial"/>
              </a:rPr>
              <a:t>b&gt;0</a:t>
            </a:r>
            <a:endParaRPr sz="2117">
              <a:latin typeface="Arial"/>
              <a:cs typeface="Arial"/>
            </a:endParaRPr>
          </a:p>
        </p:txBody>
      </p:sp>
      <p:sp>
        <p:nvSpPr>
          <p:cNvPr id="115" name="object 59">
            <a:extLst>
              <a:ext uri="{FF2B5EF4-FFF2-40B4-BE49-F238E27FC236}">
                <a16:creationId xmlns:a16="http://schemas.microsoft.com/office/drawing/2014/main" id="{07C0B0D0-45FE-4F6E-880E-D84D41A5165D}"/>
              </a:ext>
            </a:extLst>
          </p:cNvPr>
          <p:cNvSpPr/>
          <p:nvPr/>
        </p:nvSpPr>
        <p:spPr>
          <a:xfrm>
            <a:off x="4763800" y="3377237"/>
            <a:ext cx="81579" cy="8126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7" name="object 61">
            <a:extLst>
              <a:ext uri="{FF2B5EF4-FFF2-40B4-BE49-F238E27FC236}">
                <a16:creationId xmlns:a16="http://schemas.microsoft.com/office/drawing/2014/main" id="{8057424F-A2BC-4C2D-A2A3-3466B760083A}"/>
              </a:ext>
            </a:extLst>
          </p:cNvPr>
          <p:cNvSpPr txBox="1"/>
          <p:nvPr/>
        </p:nvSpPr>
        <p:spPr>
          <a:xfrm>
            <a:off x="8884954" y="94672"/>
            <a:ext cx="1497105" cy="34088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117" b="1" dirty="0">
                <a:latin typeface="Arial"/>
                <a:cs typeface="Arial"/>
              </a:rPr>
              <a:t>Parameters</a:t>
            </a:r>
            <a:endParaRPr sz="211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9540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03B1F-F02E-42A5-B7C0-A0A6788D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3" y="110617"/>
            <a:ext cx="5006659" cy="707823"/>
          </a:xfrm>
        </p:spPr>
        <p:txBody>
          <a:bodyPr/>
          <a:lstStyle/>
          <a:p>
            <a:r>
              <a:rPr lang="en-US" dirty="0"/>
              <a:t>Linear Classifier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248C8EA3-9D04-4B4F-8A97-A45EE6486CF8}"/>
              </a:ext>
            </a:extLst>
          </p:cNvPr>
          <p:cNvSpPr/>
          <p:nvPr/>
        </p:nvSpPr>
        <p:spPr>
          <a:xfrm>
            <a:off x="6939177" y="951733"/>
            <a:ext cx="1882588" cy="770217"/>
          </a:xfrm>
          <a:custGeom>
            <a:avLst/>
            <a:gdLst/>
            <a:ahLst/>
            <a:cxnLst/>
            <a:rect l="l" t="t" r="r" b="b"/>
            <a:pathLst>
              <a:path w="1600200" h="654685">
                <a:moveTo>
                  <a:pt x="0" y="0"/>
                </a:moveTo>
                <a:lnTo>
                  <a:pt x="0" y="654557"/>
                </a:lnTo>
                <a:lnTo>
                  <a:pt x="1600200" y="654557"/>
                </a:lnTo>
                <a:lnTo>
                  <a:pt x="160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6A6BF35-B6D4-4617-AC0B-72278794B68D}"/>
              </a:ext>
            </a:extLst>
          </p:cNvPr>
          <p:cNvSpPr/>
          <p:nvPr/>
        </p:nvSpPr>
        <p:spPr>
          <a:xfrm>
            <a:off x="6932005" y="944562"/>
            <a:ext cx="1898276" cy="784412"/>
          </a:xfrm>
          <a:custGeom>
            <a:avLst/>
            <a:gdLst/>
            <a:ahLst/>
            <a:cxnLst/>
            <a:rect l="l" t="t" r="r" b="b"/>
            <a:pathLst>
              <a:path w="1613534" h="666750">
                <a:moveTo>
                  <a:pt x="1613153" y="666750"/>
                </a:moveTo>
                <a:lnTo>
                  <a:pt x="1613153" y="0"/>
                </a:lnTo>
                <a:lnTo>
                  <a:pt x="0" y="0"/>
                </a:lnTo>
                <a:lnTo>
                  <a:pt x="0" y="666750"/>
                </a:lnTo>
                <a:lnTo>
                  <a:pt x="6096" y="666750"/>
                </a:lnTo>
                <a:lnTo>
                  <a:pt x="6096" y="12954"/>
                </a:lnTo>
                <a:lnTo>
                  <a:pt x="12954" y="6096"/>
                </a:lnTo>
                <a:lnTo>
                  <a:pt x="12954" y="12954"/>
                </a:lnTo>
                <a:lnTo>
                  <a:pt x="1600200" y="12953"/>
                </a:lnTo>
                <a:lnTo>
                  <a:pt x="1600200" y="6095"/>
                </a:lnTo>
                <a:lnTo>
                  <a:pt x="1606296" y="12953"/>
                </a:lnTo>
                <a:lnTo>
                  <a:pt x="1606296" y="666750"/>
                </a:lnTo>
                <a:lnTo>
                  <a:pt x="1613153" y="666750"/>
                </a:lnTo>
                <a:close/>
              </a:path>
              <a:path w="1613534" h="666750">
                <a:moveTo>
                  <a:pt x="12954" y="12954"/>
                </a:moveTo>
                <a:lnTo>
                  <a:pt x="12954" y="6096"/>
                </a:lnTo>
                <a:lnTo>
                  <a:pt x="6096" y="12954"/>
                </a:lnTo>
                <a:lnTo>
                  <a:pt x="12954" y="12954"/>
                </a:lnTo>
                <a:close/>
              </a:path>
              <a:path w="1613534" h="666750">
                <a:moveTo>
                  <a:pt x="12954" y="653795"/>
                </a:moveTo>
                <a:lnTo>
                  <a:pt x="12954" y="12954"/>
                </a:lnTo>
                <a:lnTo>
                  <a:pt x="6096" y="12954"/>
                </a:lnTo>
                <a:lnTo>
                  <a:pt x="6096" y="653795"/>
                </a:lnTo>
                <a:lnTo>
                  <a:pt x="12954" y="653795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6096" y="653795"/>
                </a:lnTo>
                <a:lnTo>
                  <a:pt x="12954" y="660654"/>
                </a:lnTo>
                <a:lnTo>
                  <a:pt x="12954" y="666750"/>
                </a:lnTo>
                <a:lnTo>
                  <a:pt x="1600200" y="666750"/>
                </a:lnTo>
                <a:lnTo>
                  <a:pt x="1600200" y="660654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2954" y="666750"/>
                </a:moveTo>
                <a:lnTo>
                  <a:pt x="12954" y="660654"/>
                </a:lnTo>
                <a:lnTo>
                  <a:pt x="6096" y="653795"/>
                </a:lnTo>
                <a:lnTo>
                  <a:pt x="6096" y="666750"/>
                </a:lnTo>
                <a:lnTo>
                  <a:pt x="12954" y="666750"/>
                </a:lnTo>
                <a:close/>
              </a:path>
              <a:path w="1613534" h="666750">
                <a:moveTo>
                  <a:pt x="1606296" y="12953"/>
                </a:moveTo>
                <a:lnTo>
                  <a:pt x="1600200" y="6095"/>
                </a:lnTo>
                <a:lnTo>
                  <a:pt x="1600200" y="12953"/>
                </a:lnTo>
                <a:lnTo>
                  <a:pt x="1606296" y="12953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1606296" y="12953"/>
                </a:lnTo>
                <a:lnTo>
                  <a:pt x="1600200" y="12953"/>
                </a:lnTo>
                <a:lnTo>
                  <a:pt x="1600200" y="653795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606296" y="666750"/>
                </a:moveTo>
                <a:lnTo>
                  <a:pt x="1606296" y="653795"/>
                </a:lnTo>
                <a:lnTo>
                  <a:pt x="1600200" y="660654"/>
                </a:lnTo>
                <a:lnTo>
                  <a:pt x="1600200" y="666750"/>
                </a:lnTo>
                <a:lnTo>
                  <a:pt x="1606296" y="666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C8309434-EF47-4339-A97B-98F9AD1DF103}"/>
              </a:ext>
            </a:extLst>
          </p:cNvPr>
          <p:cNvSpPr txBox="1"/>
          <p:nvPr/>
        </p:nvSpPr>
        <p:spPr>
          <a:xfrm>
            <a:off x="6939177" y="965368"/>
            <a:ext cx="1882588" cy="703850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algn="ctr">
              <a:spcBef>
                <a:spcPts val="124"/>
              </a:spcBef>
            </a:pPr>
            <a:r>
              <a:rPr sz="4471" b="1" i="1" spc="-95" dirty="0">
                <a:latin typeface="Tahoma"/>
                <a:cs typeface="Tahoma"/>
              </a:rPr>
              <a:t>f</a:t>
            </a:r>
            <a:endParaRPr sz="4471">
              <a:latin typeface="Tahoma"/>
              <a:cs typeface="Tahoma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A80B1CDB-FD4D-44A8-830B-DBC388D5AB9C}"/>
              </a:ext>
            </a:extLst>
          </p:cNvPr>
          <p:cNvSpPr/>
          <p:nvPr/>
        </p:nvSpPr>
        <p:spPr>
          <a:xfrm>
            <a:off x="5325530" y="1248465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7"/>
                </a:moveTo>
                <a:lnTo>
                  <a:pt x="1308353" y="32003"/>
                </a:lnTo>
                <a:lnTo>
                  <a:pt x="0" y="32003"/>
                </a:lnTo>
                <a:lnTo>
                  <a:pt x="0" y="44957"/>
                </a:lnTo>
                <a:lnTo>
                  <a:pt x="1308353" y="44957"/>
                </a:lnTo>
                <a:close/>
              </a:path>
              <a:path w="1371600" h="76200">
                <a:moveTo>
                  <a:pt x="1371600" y="38099"/>
                </a:moveTo>
                <a:lnTo>
                  <a:pt x="1295400" y="0"/>
                </a:lnTo>
                <a:lnTo>
                  <a:pt x="1295400" y="32003"/>
                </a:lnTo>
                <a:lnTo>
                  <a:pt x="1308353" y="32003"/>
                </a:lnTo>
                <a:lnTo>
                  <a:pt x="1308353" y="69722"/>
                </a:lnTo>
                <a:lnTo>
                  <a:pt x="1371600" y="38099"/>
                </a:lnTo>
                <a:close/>
              </a:path>
              <a:path w="1371600" h="76200">
                <a:moveTo>
                  <a:pt x="1308353" y="69722"/>
                </a:moveTo>
                <a:lnTo>
                  <a:pt x="1308353" y="44957"/>
                </a:lnTo>
                <a:lnTo>
                  <a:pt x="1295400" y="44957"/>
                </a:lnTo>
                <a:lnTo>
                  <a:pt x="1295400" y="76199"/>
                </a:lnTo>
                <a:lnTo>
                  <a:pt x="1308353" y="69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568EEF82-8E99-413E-BF3E-3675BBC9E251}"/>
              </a:ext>
            </a:extLst>
          </p:cNvPr>
          <p:cNvSpPr txBox="1"/>
          <p:nvPr/>
        </p:nvSpPr>
        <p:spPr>
          <a:xfrm>
            <a:off x="5004893" y="947049"/>
            <a:ext cx="283135" cy="550716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3471" b="1" i="1" spc="-105" dirty="0">
                <a:latin typeface="Tahoma"/>
                <a:cs typeface="Tahoma"/>
              </a:rPr>
              <a:t>x</a:t>
            </a:r>
            <a:endParaRPr sz="3471">
              <a:latin typeface="Tahoma"/>
              <a:cs typeface="Tahoma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D8C5D49C-15D0-4178-808A-2F10D7027192}"/>
              </a:ext>
            </a:extLst>
          </p:cNvPr>
          <p:cNvSpPr/>
          <p:nvPr/>
        </p:nvSpPr>
        <p:spPr>
          <a:xfrm>
            <a:off x="7821099" y="466472"/>
            <a:ext cx="89647" cy="448235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76200" y="304799"/>
                </a:moveTo>
                <a:lnTo>
                  <a:pt x="0" y="304799"/>
                </a:lnTo>
                <a:lnTo>
                  <a:pt x="32004" y="368808"/>
                </a:lnTo>
                <a:lnTo>
                  <a:pt x="32004" y="317753"/>
                </a:lnTo>
                <a:lnTo>
                  <a:pt x="44958" y="317753"/>
                </a:lnTo>
                <a:lnTo>
                  <a:pt x="44958" y="367283"/>
                </a:lnTo>
                <a:lnTo>
                  <a:pt x="76200" y="304799"/>
                </a:lnTo>
                <a:close/>
              </a:path>
              <a:path w="76200" h="381000">
                <a:moveTo>
                  <a:pt x="44958" y="304799"/>
                </a:moveTo>
                <a:lnTo>
                  <a:pt x="44958" y="0"/>
                </a:lnTo>
                <a:lnTo>
                  <a:pt x="32004" y="0"/>
                </a:lnTo>
                <a:lnTo>
                  <a:pt x="32004" y="304799"/>
                </a:lnTo>
                <a:lnTo>
                  <a:pt x="44958" y="304799"/>
                </a:lnTo>
                <a:close/>
              </a:path>
              <a:path w="76200" h="381000">
                <a:moveTo>
                  <a:pt x="44958" y="367283"/>
                </a:moveTo>
                <a:lnTo>
                  <a:pt x="44958" y="317753"/>
                </a:lnTo>
                <a:lnTo>
                  <a:pt x="32004" y="317753"/>
                </a:lnTo>
                <a:lnTo>
                  <a:pt x="32004" y="368808"/>
                </a:lnTo>
                <a:lnTo>
                  <a:pt x="38100" y="380999"/>
                </a:lnTo>
                <a:lnTo>
                  <a:pt x="44958" y="367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864F52BA-B349-4FED-90AA-CAFB5414EBFD}"/>
              </a:ext>
            </a:extLst>
          </p:cNvPr>
          <p:cNvSpPr/>
          <p:nvPr/>
        </p:nvSpPr>
        <p:spPr>
          <a:xfrm>
            <a:off x="8821765" y="1248465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8"/>
                </a:moveTo>
                <a:lnTo>
                  <a:pt x="1308353" y="32004"/>
                </a:lnTo>
                <a:lnTo>
                  <a:pt x="0" y="32004"/>
                </a:lnTo>
                <a:lnTo>
                  <a:pt x="0" y="44958"/>
                </a:lnTo>
                <a:lnTo>
                  <a:pt x="1308353" y="44958"/>
                </a:lnTo>
                <a:close/>
              </a:path>
              <a:path w="1371600" h="76200">
                <a:moveTo>
                  <a:pt x="1371600" y="38100"/>
                </a:moveTo>
                <a:lnTo>
                  <a:pt x="1295400" y="0"/>
                </a:lnTo>
                <a:lnTo>
                  <a:pt x="1295400" y="32004"/>
                </a:lnTo>
                <a:lnTo>
                  <a:pt x="1308353" y="32004"/>
                </a:lnTo>
                <a:lnTo>
                  <a:pt x="1308353" y="69723"/>
                </a:lnTo>
                <a:lnTo>
                  <a:pt x="1371600" y="38100"/>
                </a:lnTo>
                <a:close/>
              </a:path>
              <a:path w="1371600" h="76200">
                <a:moveTo>
                  <a:pt x="1308353" y="69723"/>
                </a:moveTo>
                <a:lnTo>
                  <a:pt x="1308353" y="44958"/>
                </a:lnTo>
                <a:lnTo>
                  <a:pt x="1295400" y="44958"/>
                </a:lnTo>
                <a:lnTo>
                  <a:pt x="1295400" y="76200"/>
                </a:lnTo>
                <a:lnTo>
                  <a:pt x="1308353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9C33C669-6F1C-4BF2-BE3D-DB06ACC89A5B}"/>
              </a:ext>
            </a:extLst>
          </p:cNvPr>
          <p:cNvSpPr txBox="1"/>
          <p:nvPr/>
        </p:nvSpPr>
        <p:spPr>
          <a:xfrm>
            <a:off x="10528049" y="917964"/>
            <a:ext cx="791135" cy="593788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5648" b="1" spc="-8" baseline="-16493" dirty="0">
                <a:latin typeface="Tahoma"/>
                <a:cs typeface="Tahoma"/>
              </a:rPr>
              <a:t>y</a:t>
            </a:r>
            <a:r>
              <a:rPr sz="2471" b="1" spc="12" dirty="0">
                <a:latin typeface="Tahoma"/>
                <a:cs typeface="Tahoma"/>
              </a:rPr>
              <a:t>est</a:t>
            </a:r>
            <a:endParaRPr sz="2471">
              <a:latin typeface="Tahoma"/>
              <a:cs typeface="Tahoma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F31AADEC-BC95-4347-807F-7B3B8F2C5275}"/>
              </a:ext>
            </a:extLst>
          </p:cNvPr>
          <p:cNvSpPr txBox="1"/>
          <p:nvPr/>
        </p:nvSpPr>
        <p:spPr>
          <a:xfrm>
            <a:off x="993965" y="3276052"/>
            <a:ext cx="1745876" cy="1099841"/>
          </a:xfrm>
          <a:prstGeom prst="rect">
            <a:avLst/>
          </a:prstGeom>
        </p:spPr>
        <p:txBody>
          <a:bodyPr vert="horz" wrap="square" lIns="0" tIns="194235" rIns="0" bIns="0" rtlCol="0">
            <a:spAutoFit/>
          </a:bodyPr>
          <a:lstStyle/>
          <a:p>
            <a:pPr marL="14941">
              <a:spcBef>
                <a:spcPts val="1529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65" dirty="0">
                <a:latin typeface="Tahoma"/>
                <a:cs typeface="Tahoma"/>
              </a:rPr>
              <a:t> </a:t>
            </a:r>
            <a:r>
              <a:rPr sz="2353" b="1" spc="-12" dirty="0">
                <a:latin typeface="Tahoma"/>
                <a:cs typeface="Tahoma"/>
              </a:rPr>
              <a:t>+1</a:t>
            </a:r>
            <a:endParaRPr sz="2353" dirty="0">
              <a:latin typeface="Tahoma"/>
              <a:cs typeface="Tahoma"/>
            </a:endParaRPr>
          </a:p>
          <a:p>
            <a:pPr marL="71720">
              <a:spcBef>
                <a:spcPts val="1412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47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-1</a:t>
            </a:r>
            <a:endParaRPr sz="2353" dirty="0">
              <a:latin typeface="Tahoma"/>
              <a:cs typeface="Tahoma"/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AF7982D1-086B-4028-9818-663D85A3EFC7}"/>
              </a:ext>
            </a:extLst>
          </p:cNvPr>
          <p:cNvSpPr/>
          <p:nvPr/>
        </p:nvSpPr>
        <p:spPr>
          <a:xfrm>
            <a:off x="774800" y="3633626"/>
            <a:ext cx="83027" cy="80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3">
            <a:extLst>
              <a:ext uri="{FF2B5EF4-FFF2-40B4-BE49-F238E27FC236}">
                <a16:creationId xmlns:a16="http://schemas.microsoft.com/office/drawing/2014/main" id="{890A28AE-6A0E-4C4C-836D-30550567984F}"/>
              </a:ext>
            </a:extLst>
          </p:cNvPr>
          <p:cNvSpPr/>
          <p:nvPr/>
        </p:nvSpPr>
        <p:spPr>
          <a:xfrm>
            <a:off x="733914" y="4184141"/>
            <a:ext cx="74705" cy="70971"/>
          </a:xfrm>
          <a:custGeom>
            <a:avLst/>
            <a:gdLst/>
            <a:ahLst/>
            <a:cxnLst/>
            <a:rect l="l" t="t" r="r" b="b"/>
            <a:pathLst>
              <a:path w="63500" h="60325">
                <a:moveTo>
                  <a:pt x="63245" y="35814"/>
                </a:moveTo>
                <a:lnTo>
                  <a:pt x="63245" y="28194"/>
                </a:lnTo>
                <a:lnTo>
                  <a:pt x="62483" y="23622"/>
                </a:lnTo>
                <a:lnTo>
                  <a:pt x="62483" y="22098"/>
                </a:lnTo>
                <a:lnTo>
                  <a:pt x="60197" y="17526"/>
                </a:lnTo>
                <a:lnTo>
                  <a:pt x="60197" y="16764"/>
                </a:lnTo>
                <a:lnTo>
                  <a:pt x="57149" y="12954"/>
                </a:lnTo>
                <a:lnTo>
                  <a:pt x="57149" y="12192"/>
                </a:lnTo>
                <a:lnTo>
                  <a:pt x="52577" y="7620"/>
                </a:lnTo>
                <a:lnTo>
                  <a:pt x="48767" y="4572"/>
                </a:lnTo>
                <a:lnTo>
                  <a:pt x="48005" y="4572"/>
                </a:lnTo>
                <a:lnTo>
                  <a:pt x="42671" y="2286"/>
                </a:lnTo>
                <a:lnTo>
                  <a:pt x="41909" y="2286"/>
                </a:lnTo>
                <a:lnTo>
                  <a:pt x="41909" y="1524"/>
                </a:lnTo>
                <a:lnTo>
                  <a:pt x="36575" y="762"/>
                </a:lnTo>
                <a:lnTo>
                  <a:pt x="35051" y="653"/>
                </a:lnTo>
                <a:lnTo>
                  <a:pt x="30479" y="0"/>
                </a:lnTo>
                <a:lnTo>
                  <a:pt x="29717" y="0"/>
                </a:lnTo>
                <a:lnTo>
                  <a:pt x="25145" y="653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7525" y="3048"/>
                </a:lnTo>
                <a:lnTo>
                  <a:pt x="12953" y="5334"/>
                </a:lnTo>
                <a:lnTo>
                  <a:pt x="12953" y="6096"/>
                </a:lnTo>
                <a:lnTo>
                  <a:pt x="12191" y="6096"/>
                </a:lnTo>
                <a:lnTo>
                  <a:pt x="8381" y="9144"/>
                </a:lnTo>
                <a:lnTo>
                  <a:pt x="8381" y="9906"/>
                </a:lnTo>
                <a:lnTo>
                  <a:pt x="5333" y="13716"/>
                </a:lnTo>
                <a:lnTo>
                  <a:pt x="4571" y="14478"/>
                </a:lnTo>
                <a:lnTo>
                  <a:pt x="2285" y="19050"/>
                </a:lnTo>
                <a:lnTo>
                  <a:pt x="2285" y="19812"/>
                </a:lnTo>
                <a:lnTo>
                  <a:pt x="1523" y="20574"/>
                </a:lnTo>
                <a:lnTo>
                  <a:pt x="761" y="25146"/>
                </a:lnTo>
                <a:lnTo>
                  <a:pt x="761" y="26670"/>
                </a:lnTo>
                <a:lnTo>
                  <a:pt x="0" y="31242"/>
                </a:lnTo>
                <a:lnTo>
                  <a:pt x="0" y="32766"/>
                </a:lnTo>
                <a:lnTo>
                  <a:pt x="1523" y="37338"/>
                </a:lnTo>
                <a:lnTo>
                  <a:pt x="1523" y="38100"/>
                </a:lnTo>
                <a:lnTo>
                  <a:pt x="3047" y="42672"/>
                </a:lnTo>
                <a:lnTo>
                  <a:pt x="3047" y="43434"/>
                </a:lnTo>
                <a:lnTo>
                  <a:pt x="3809" y="43434"/>
                </a:lnTo>
                <a:lnTo>
                  <a:pt x="6095" y="48006"/>
                </a:lnTo>
                <a:lnTo>
                  <a:pt x="6857" y="48006"/>
                </a:lnTo>
                <a:lnTo>
                  <a:pt x="6857" y="48768"/>
                </a:lnTo>
                <a:lnTo>
                  <a:pt x="9905" y="51816"/>
                </a:lnTo>
                <a:lnTo>
                  <a:pt x="9905" y="27432"/>
                </a:lnTo>
                <a:lnTo>
                  <a:pt x="10667" y="25146"/>
                </a:lnTo>
                <a:lnTo>
                  <a:pt x="10667" y="23622"/>
                </a:lnTo>
                <a:lnTo>
                  <a:pt x="12191" y="20574"/>
                </a:lnTo>
                <a:lnTo>
                  <a:pt x="12191" y="19812"/>
                </a:lnTo>
                <a:lnTo>
                  <a:pt x="15239" y="16002"/>
                </a:lnTo>
                <a:lnTo>
                  <a:pt x="15239" y="16764"/>
                </a:lnTo>
                <a:lnTo>
                  <a:pt x="18287" y="14325"/>
                </a:lnTo>
                <a:lnTo>
                  <a:pt x="18287" y="13716"/>
                </a:lnTo>
                <a:lnTo>
                  <a:pt x="22097" y="11430"/>
                </a:lnTo>
                <a:lnTo>
                  <a:pt x="22097" y="11865"/>
                </a:lnTo>
                <a:lnTo>
                  <a:pt x="26669" y="9906"/>
                </a:lnTo>
                <a:lnTo>
                  <a:pt x="26669" y="10450"/>
                </a:lnTo>
                <a:lnTo>
                  <a:pt x="29717" y="10014"/>
                </a:lnTo>
                <a:lnTo>
                  <a:pt x="35051" y="9906"/>
                </a:lnTo>
                <a:lnTo>
                  <a:pt x="35051" y="10123"/>
                </a:lnTo>
                <a:lnTo>
                  <a:pt x="38861" y="11212"/>
                </a:lnTo>
                <a:lnTo>
                  <a:pt x="38861" y="10668"/>
                </a:lnTo>
                <a:lnTo>
                  <a:pt x="42671" y="12573"/>
                </a:lnTo>
                <a:lnTo>
                  <a:pt x="42671" y="12192"/>
                </a:lnTo>
                <a:lnTo>
                  <a:pt x="47243" y="15240"/>
                </a:lnTo>
                <a:lnTo>
                  <a:pt x="47243" y="15849"/>
                </a:lnTo>
                <a:lnTo>
                  <a:pt x="49529" y="17678"/>
                </a:lnTo>
                <a:lnTo>
                  <a:pt x="49529" y="17526"/>
                </a:lnTo>
                <a:lnTo>
                  <a:pt x="50291" y="18288"/>
                </a:lnTo>
                <a:lnTo>
                  <a:pt x="50291" y="19050"/>
                </a:lnTo>
                <a:lnTo>
                  <a:pt x="51815" y="22098"/>
                </a:lnTo>
                <a:lnTo>
                  <a:pt x="51815" y="21336"/>
                </a:lnTo>
                <a:lnTo>
                  <a:pt x="53339" y="25908"/>
                </a:lnTo>
                <a:lnTo>
                  <a:pt x="53339" y="25146"/>
                </a:lnTo>
                <a:lnTo>
                  <a:pt x="54101" y="29718"/>
                </a:lnTo>
                <a:lnTo>
                  <a:pt x="54101" y="51816"/>
                </a:lnTo>
                <a:lnTo>
                  <a:pt x="54863" y="51054"/>
                </a:lnTo>
                <a:lnTo>
                  <a:pt x="55625" y="51054"/>
                </a:lnTo>
                <a:lnTo>
                  <a:pt x="55625" y="50292"/>
                </a:lnTo>
                <a:lnTo>
                  <a:pt x="58673" y="46482"/>
                </a:lnTo>
                <a:lnTo>
                  <a:pt x="59435" y="45720"/>
                </a:lnTo>
                <a:lnTo>
                  <a:pt x="61721" y="41148"/>
                </a:lnTo>
                <a:lnTo>
                  <a:pt x="61721" y="40386"/>
                </a:lnTo>
                <a:lnTo>
                  <a:pt x="63245" y="35814"/>
                </a:lnTo>
                <a:close/>
              </a:path>
              <a:path w="63500" h="60325">
                <a:moveTo>
                  <a:pt x="12191" y="39624"/>
                </a:moveTo>
                <a:lnTo>
                  <a:pt x="10667" y="35052"/>
                </a:lnTo>
                <a:lnTo>
                  <a:pt x="10667" y="35814"/>
                </a:lnTo>
                <a:lnTo>
                  <a:pt x="9905" y="30480"/>
                </a:lnTo>
                <a:lnTo>
                  <a:pt x="9905" y="51816"/>
                </a:lnTo>
                <a:lnTo>
                  <a:pt x="10667" y="52578"/>
                </a:lnTo>
                <a:lnTo>
                  <a:pt x="11429" y="52578"/>
                </a:lnTo>
                <a:lnTo>
                  <a:pt x="11429" y="38862"/>
                </a:lnTo>
                <a:lnTo>
                  <a:pt x="12191" y="39624"/>
                </a:lnTo>
                <a:close/>
              </a:path>
              <a:path w="63500" h="60325">
                <a:moveTo>
                  <a:pt x="11429" y="22860"/>
                </a:moveTo>
                <a:lnTo>
                  <a:pt x="10667" y="23622"/>
                </a:lnTo>
                <a:lnTo>
                  <a:pt x="10667" y="25146"/>
                </a:lnTo>
                <a:lnTo>
                  <a:pt x="11429" y="22860"/>
                </a:lnTo>
                <a:close/>
              </a:path>
              <a:path w="63500" h="60325">
                <a:moveTo>
                  <a:pt x="14477" y="42672"/>
                </a:moveTo>
                <a:lnTo>
                  <a:pt x="11429" y="38862"/>
                </a:lnTo>
                <a:lnTo>
                  <a:pt x="11429" y="52578"/>
                </a:lnTo>
                <a:lnTo>
                  <a:pt x="13715" y="54406"/>
                </a:lnTo>
                <a:lnTo>
                  <a:pt x="13715" y="41910"/>
                </a:lnTo>
                <a:lnTo>
                  <a:pt x="14477" y="42672"/>
                </a:lnTo>
                <a:close/>
              </a:path>
              <a:path w="63500" h="60325">
                <a:moveTo>
                  <a:pt x="12953" y="19050"/>
                </a:moveTo>
                <a:lnTo>
                  <a:pt x="12191" y="19812"/>
                </a:lnTo>
                <a:lnTo>
                  <a:pt x="12191" y="20574"/>
                </a:lnTo>
                <a:lnTo>
                  <a:pt x="12953" y="19050"/>
                </a:lnTo>
                <a:close/>
              </a:path>
              <a:path w="63500" h="60325">
                <a:moveTo>
                  <a:pt x="17525" y="57041"/>
                </a:moveTo>
                <a:lnTo>
                  <a:pt x="17525" y="45720"/>
                </a:lnTo>
                <a:lnTo>
                  <a:pt x="13715" y="41910"/>
                </a:lnTo>
                <a:lnTo>
                  <a:pt x="13715" y="54406"/>
                </a:lnTo>
                <a:lnTo>
                  <a:pt x="15239" y="55626"/>
                </a:lnTo>
                <a:lnTo>
                  <a:pt x="15239" y="56388"/>
                </a:lnTo>
                <a:lnTo>
                  <a:pt x="16001" y="56388"/>
                </a:lnTo>
                <a:lnTo>
                  <a:pt x="17525" y="57041"/>
                </a:lnTo>
                <a:close/>
              </a:path>
              <a:path w="63500" h="60325">
                <a:moveTo>
                  <a:pt x="20573" y="48006"/>
                </a:moveTo>
                <a:lnTo>
                  <a:pt x="16763" y="44958"/>
                </a:lnTo>
                <a:lnTo>
                  <a:pt x="17525" y="45720"/>
                </a:lnTo>
                <a:lnTo>
                  <a:pt x="17525" y="57041"/>
                </a:lnTo>
                <a:lnTo>
                  <a:pt x="19811" y="58020"/>
                </a:lnTo>
                <a:lnTo>
                  <a:pt x="19811" y="48006"/>
                </a:lnTo>
                <a:lnTo>
                  <a:pt x="20573" y="48006"/>
                </a:lnTo>
                <a:close/>
              </a:path>
              <a:path w="63500" h="60325">
                <a:moveTo>
                  <a:pt x="19049" y="13716"/>
                </a:moveTo>
                <a:lnTo>
                  <a:pt x="18287" y="13716"/>
                </a:lnTo>
                <a:lnTo>
                  <a:pt x="18287" y="14325"/>
                </a:lnTo>
                <a:lnTo>
                  <a:pt x="19049" y="13716"/>
                </a:lnTo>
                <a:close/>
              </a:path>
              <a:path w="63500" h="60325">
                <a:moveTo>
                  <a:pt x="25145" y="49530"/>
                </a:moveTo>
                <a:lnTo>
                  <a:pt x="19811" y="48006"/>
                </a:lnTo>
                <a:lnTo>
                  <a:pt x="19811" y="58020"/>
                </a:lnTo>
                <a:lnTo>
                  <a:pt x="21335" y="58674"/>
                </a:lnTo>
                <a:lnTo>
                  <a:pt x="22097" y="58674"/>
                </a:lnTo>
                <a:lnTo>
                  <a:pt x="24383" y="59327"/>
                </a:lnTo>
                <a:lnTo>
                  <a:pt x="24383" y="49530"/>
                </a:lnTo>
                <a:lnTo>
                  <a:pt x="25145" y="49530"/>
                </a:lnTo>
                <a:close/>
              </a:path>
              <a:path w="63500" h="60325">
                <a:moveTo>
                  <a:pt x="22097" y="11865"/>
                </a:moveTo>
                <a:lnTo>
                  <a:pt x="22097" y="11430"/>
                </a:lnTo>
                <a:lnTo>
                  <a:pt x="21335" y="12192"/>
                </a:lnTo>
                <a:lnTo>
                  <a:pt x="22097" y="11865"/>
                </a:lnTo>
                <a:close/>
              </a:path>
              <a:path w="63500" h="60325">
                <a:moveTo>
                  <a:pt x="29717" y="51054"/>
                </a:moveTo>
                <a:lnTo>
                  <a:pt x="24383" y="49530"/>
                </a:lnTo>
                <a:lnTo>
                  <a:pt x="24383" y="59327"/>
                </a:lnTo>
                <a:lnTo>
                  <a:pt x="27431" y="60198"/>
                </a:lnTo>
                <a:lnTo>
                  <a:pt x="28193" y="60198"/>
                </a:lnTo>
                <a:lnTo>
                  <a:pt x="28193" y="51054"/>
                </a:lnTo>
                <a:lnTo>
                  <a:pt x="29717" y="51054"/>
                </a:lnTo>
                <a:close/>
              </a:path>
              <a:path w="63500" h="60325">
                <a:moveTo>
                  <a:pt x="26669" y="10450"/>
                </a:moveTo>
                <a:lnTo>
                  <a:pt x="26669" y="9906"/>
                </a:lnTo>
                <a:lnTo>
                  <a:pt x="25145" y="10668"/>
                </a:lnTo>
                <a:lnTo>
                  <a:pt x="26669" y="10450"/>
                </a:lnTo>
                <a:close/>
              </a:path>
              <a:path w="63500" h="60325">
                <a:moveTo>
                  <a:pt x="34289" y="60198"/>
                </a:moveTo>
                <a:lnTo>
                  <a:pt x="34289" y="51054"/>
                </a:lnTo>
                <a:lnTo>
                  <a:pt x="28193" y="51054"/>
                </a:lnTo>
                <a:lnTo>
                  <a:pt x="28193" y="60198"/>
                </a:lnTo>
                <a:lnTo>
                  <a:pt x="34289" y="60198"/>
                </a:lnTo>
                <a:close/>
              </a:path>
              <a:path w="63500" h="60325">
                <a:moveTo>
                  <a:pt x="30479" y="9906"/>
                </a:moveTo>
                <a:lnTo>
                  <a:pt x="29717" y="9906"/>
                </a:lnTo>
                <a:lnTo>
                  <a:pt x="30479" y="9906"/>
                </a:lnTo>
                <a:close/>
              </a:path>
              <a:path w="63500" h="60325">
                <a:moveTo>
                  <a:pt x="38099" y="59653"/>
                </a:moveTo>
                <a:lnTo>
                  <a:pt x="38099" y="50292"/>
                </a:lnTo>
                <a:lnTo>
                  <a:pt x="32765" y="51054"/>
                </a:lnTo>
                <a:lnTo>
                  <a:pt x="34289" y="51054"/>
                </a:lnTo>
                <a:lnTo>
                  <a:pt x="34289" y="60198"/>
                </a:lnTo>
                <a:lnTo>
                  <a:pt x="38099" y="59653"/>
                </a:lnTo>
                <a:close/>
              </a:path>
              <a:path w="63500" h="60325">
                <a:moveTo>
                  <a:pt x="35051" y="10123"/>
                </a:moveTo>
                <a:lnTo>
                  <a:pt x="35051" y="9906"/>
                </a:lnTo>
                <a:lnTo>
                  <a:pt x="34289" y="9906"/>
                </a:lnTo>
                <a:lnTo>
                  <a:pt x="35051" y="10123"/>
                </a:lnTo>
                <a:close/>
              </a:path>
              <a:path w="63500" h="60325">
                <a:moveTo>
                  <a:pt x="41909" y="48768"/>
                </a:moveTo>
                <a:lnTo>
                  <a:pt x="37337" y="50292"/>
                </a:lnTo>
                <a:lnTo>
                  <a:pt x="38099" y="50292"/>
                </a:lnTo>
                <a:lnTo>
                  <a:pt x="38099" y="59653"/>
                </a:lnTo>
                <a:lnTo>
                  <a:pt x="38861" y="59544"/>
                </a:lnTo>
                <a:lnTo>
                  <a:pt x="40385" y="59436"/>
                </a:lnTo>
                <a:lnTo>
                  <a:pt x="41147" y="59218"/>
                </a:lnTo>
                <a:lnTo>
                  <a:pt x="41147" y="49530"/>
                </a:lnTo>
                <a:lnTo>
                  <a:pt x="41909" y="48768"/>
                </a:lnTo>
                <a:close/>
              </a:path>
              <a:path w="63500" h="60325">
                <a:moveTo>
                  <a:pt x="39623" y="11430"/>
                </a:moveTo>
                <a:lnTo>
                  <a:pt x="38861" y="10668"/>
                </a:lnTo>
                <a:lnTo>
                  <a:pt x="38861" y="11212"/>
                </a:lnTo>
                <a:lnTo>
                  <a:pt x="39623" y="11430"/>
                </a:lnTo>
                <a:close/>
              </a:path>
              <a:path w="63500" h="60325">
                <a:moveTo>
                  <a:pt x="45719" y="46482"/>
                </a:moveTo>
                <a:lnTo>
                  <a:pt x="41147" y="49530"/>
                </a:lnTo>
                <a:lnTo>
                  <a:pt x="41147" y="59218"/>
                </a:lnTo>
                <a:lnTo>
                  <a:pt x="44957" y="58129"/>
                </a:lnTo>
                <a:lnTo>
                  <a:pt x="44957" y="47244"/>
                </a:lnTo>
                <a:lnTo>
                  <a:pt x="45719" y="46482"/>
                </a:lnTo>
                <a:close/>
              </a:path>
              <a:path w="63500" h="60325">
                <a:moveTo>
                  <a:pt x="43433" y="12954"/>
                </a:moveTo>
                <a:lnTo>
                  <a:pt x="42671" y="12192"/>
                </a:lnTo>
                <a:lnTo>
                  <a:pt x="42671" y="12573"/>
                </a:lnTo>
                <a:lnTo>
                  <a:pt x="43433" y="12954"/>
                </a:lnTo>
                <a:close/>
              </a:path>
              <a:path w="63500" h="60325">
                <a:moveTo>
                  <a:pt x="48223" y="44631"/>
                </a:moveTo>
                <a:lnTo>
                  <a:pt x="44957" y="47244"/>
                </a:lnTo>
                <a:lnTo>
                  <a:pt x="44957" y="58129"/>
                </a:lnTo>
                <a:lnTo>
                  <a:pt x="45719" y="57912"/>
                </a:lnTo>
                <a:lnTo>
                  <a:pt x="46481" y="57150"/>
                </a:lnTo>
                <a:lnTo>
                  <a:pt x="48005" y="56235"/>
                </a:lnTo>
                <a:lnTo>
                  <a:pt x="48005" y="44958"/>
                </a:lnTo>
                <a:lnTo>
                  <a:pt x="48223" y="44631"/>
                </a:lnTo>
                <a:close/>
              </a:path>
              <a:path w="63500" h="60325">
                <a:moveTo>
                  <a:pt x="47243" y="15849"/>
                </a:moveTo>
                <a:lnTo>
                  <a:pt x="47243" y="15240"/>
                </a:lnTo>
                <a:lnTo>
                  <a:pt x="46481" y="15240"/>
                </a:lnTo>
                <a:lnTo>
                  <a:pt x="47243" y="15849"/>
                </a:lnTo>
                <a:close/>
              </a:path>
              <a:path w="63500" h="60325">
                <a:moveTo>
                  <a:pt x="48767" y="44196"/>
                </a:moveTo>
                <a:lnTo>
                  <a:pt x="48223" y="44631"/>
                </a:lnTo>
                <a:lnTo>
                  <a:pt x="48005" y="44958"/>
                </a:lnTo>
                <a:lnTo>
                  <a:pt x="48767" y="44196"/>
                </a:lnTo>
                <a:close/>
              </a:path>
              <a:path w="63500" h="60325">
                <a:moveTo>
                  <a:pt x="48767" y="55778"/>
                </a:moveTo>
                <a:lnTo>
                  <a:pt x="48767" y="44196"/>
                </a:lnTo>
                <a:lnTo>
                  <a:pt x="48005" y="44958"/>
                </a:lnTo>
                <a:lnTo>
                  <a:pt x="48005" y="56235"/>
                </a:lnTo>
                <a:lnTo>
                  <a:pt x="48767" y="55778"/>
                </a:lnTo>
                <a:close/>
              </a:path>
              <a:path w="63500" h="60325">
                <a:moveTo>
                  <a:pt x="53339" y="52578"/>
                </a:moveTo>
                <a:lnTo>
                  <a:pt x="53339" y="37338"/>
                </a:lnTo>
                <a:lnTo>
                  <a:pt x="51053" y="41910"/>
                </a:lnTo>
                <a:lnTo>
                  <a:pt x="51053" y="40386"/>
                </a:lnTo>
                <a:lnTo>
                  <a:pt x="48223" y="44631"/>
                </a:lnTo>
                <a:lnTo>
                  <a:pt x="48767" y="44196"/>
                </a:lnTo>
                <a:lnTo>
                  <a:pt x="48767" y="55778"/>
                </a:lnTo>
                <a:lnTo>
                  <a:pt x="50291" y="54864"/>
                </a:lnTo>
                <a:lnTo>
                  <a:pt x="51053" y="54864"/>
                </a:lnTo>
                <a:lnTo>
                  <a:pt x="53339" y="52578"/>
                </a:lnTo>
                <a:close/>
              </a:path>
              <a:path w="63500" h="60325">
                <a:moveTo>
                  <a:pt x="50291" y="18288"/>
                </a:moveTo>
                <a:lnTo>
                  <a:pt x="49529" y="17526"/>
                </a:lnTo>
                <a:lnTo>
                  <a:pt x="49656" y="17780"/>
                </a:lnTo>
                <a:lnTo>
                  <a:pt x="50291" y="18288"/>
                </a:lnTo>
                <a:close/>
              </a:path>
              <a:path w="63500" h="60325">
                <a:moveTo>
                  <a:pt x="49656" y="17780"/>
                </a:moveTo>
                <a:lnTo>
                  <a:pt x="49529" y="17526"/>
                </a:lnTo>
                <a:lnTo>
                  <a:pt x="49529" y="17678"/>
                </a:lnTo>
                <a:close/>
              </a:path>
              <a:path w="63500" h="60325">
                <a:moveTo>
                  <a:pt x="50291" y="19050"/>
                </a:moveTo>
                <a:lnTo>
                  <a:pt x="50291" y="18288"/>
                </a:lnTo>
                <a:lnTo>
                  <a:pt x="49656" y="17780"/>
                </a:lnTo>
                <a:lnTo>
                  <a:pt x="50291" y="19050"/>
                </a:lnTo>
                <a:close/>
              </a:path>
              <a:path w="63500" h="60325">
                <a:moveTo>
                  <a:pt x="54101" y="51816"/>
                </a:moveTo>
                <a:lnTo>
                  <a:pt x="54101" y="32766"/>
                </a:lnTo>
                <a:lnTo>
                  <a:pt x="52577" y="38100"/>
                </a:lnTo>
                <a:lnTo>
                  <a:pt x="53339" y="37338"/>
                </a:lnTo>
                <a:lnTo>
                  <a:pt x="53339" y="52578"/>
                </a:lnTo>
                <a:lnTo>
                  <a:pt x="54101" y="518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4B25406-434D-4ECE-A840-A76B17B1CA1E}"/>
              </a:ext>
            </a:extLst>
          </p:cNvPr>
          <p:cNvSpPr/>
          <p:nvPr/>
        </p:nvSpPr>
        <p:spPr>
          <a:xfrm>
            <a:off x="3258837" y="2178283"/>
            <a:ext cx="0" cy="4123765"/>
          </a:xfrm>
          <a:custGeom>
            <a:avLst/>
            <a:gdLst/>
            <a:ahLst/>
            <a:cxnLst/>
            <a:rect l="l" t="t" r="r" b="b"/>
            <a:pathLst>
              <a:path h="3505200">
                <a:moveTo>
                  <a:pt x="0" y="0"/>
                </a:moveTo>
                <a:lnTo>
                  <a:pt x="0" y="350520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3D065509-9939-4AA6-BFD1-EE9F98CE6D3C}"/>
              </a:ext>
            </a:extLst>
          </p:cNvPr>
          <p:cNvSpPr/>
          <p:nvPr/>
        </p:nvSpPr>
        <p:spPr>
          <a:xfrm>
            <a:off x="3272753" y="6295975"/>
            <a:ext cx="4303059" cy="0"/>
          </a:xfrm>
          <a:custGeom>
            <a:avLst/>
            <a:gdLst/>
            <a:ahLst/>
            <a:cxnLst/>
            <a:rect l="l" t="t" r="r" b="b"/>
            <a:pathLst>
              <a:path w="3657600">
                <a:moveTo>
                  <a:pt x="0" y="0"/>
                </a:moveTo>
                <a:lnTo>
                  <a:pt x="3657600" y="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884F7B7D-BFFC-4BFE-88BE-088AE1E8D6CD}"/>
              </a:ext>
            </a:extLst>
          </p:cNvPr>
          <p:cNvSpPr/>
          <p:nvPr/>
        </p:nvSpPr>
        <p:spPr>
          <a:xfrm>
            <a:off x="5012397" y="5679979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64008" y="45720"/>
                </a:moveTo>
                <a:lnTo>
                  <a:pt x="64008" y="12192"/>
                </a:lnTo>
                <a:lnTo>
                  <a:pt x="63246" y="12192"/>
                </a:lnTo>
                <a:lnTo>
                  <a:pt x="60198" y="8382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763" y="4572"/>
                </a:lnTo>
                <a:lnTo>
                  <a:pt x="16001" y="4572"/>
                </a:lnTo>
                <a:lnTo>
                  <a:pt x="16001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6095" y="12954"/>
                </a:lnTo>
                <a:lnTo>
                  <a:pt x="3809" y="16764"/>
                </a:lnTo>
                <a:lnTo>
                  <a:pt x="3047" y="16764"/>
                </a:lnTo>
                <a:lnTo>
                  <a:pt x="3047" y="17526"/>
                </a:lnTo>
                <a:lnTo>
                  <a:pt x="2285" y="20574"/>
                </a:lnTo>
                <a:lnTo>
                  <a:pt x="761" y="22860"/>
                </a:lnTo>
                <a:lnTo>
                  <a:pt x="761" y="25908"/>
                </a:lnTo>
                <a:lnTo>
                  <a:pt x="0" y="28956"/>
                </a:lnTo>
                <a:lnTo>
                  <a:pt x="2286" y="38100"/>
                </a:lnTo>
                <a:lnTo>
                  <a:pt x="3048" y="40386"/>
                </a:lnTo>
                <a:lnTo>
                  <a:pt x="3810" y="41148"/>
                </a:lnTo>
                <a:lnTo>
                  <a:pt x="6096" y="44958"/>
                </a:lnTo>
                <a:lnTo>
                  <a:pt x="9906" y="48768"/>
                </a:lnTo>
                <a:lnTo>
                  <a:pt x="9906" y="26670"/>
                </a:lnTo>
                <a:lnTo>
                  <a:pt x="10668" y="25146"/>
                </a:lnTo>
                <a:lnTo>
                  <a:pt x="10668" y="23622"/>
                </a:lnTo>
                <a:lnTo>
                  <a:pt x="11430" y="21336"/>
                </a:lnTo>
                <a:lnTo>
                  <a:pt x="11430" y="22098"/>
                </a:lnTo>
                <a:lnTo>
                  <a:pt x="13716" y="19240"/>
                </a:lnTo>
                <a:lnTo>
                  <a:pt x="13716" y="19050"/>
                </a:lnTo>
                <a:lnTo>
                  <a:pt x="17526" y="15240"/>
                </a:lnTo>
                <a:lnTo>
                  <a:pt x="17526" y="15494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3340" y="15494"/>
                </a:lnTo>
                <a:lnTo>
                  <a:pt x="53340" y="15240"/>
                </a:lnTo>
                <a:lnTo>
                  <a:pt x="57150" y="19050"/>
                </a:lnTo>
                <a:lnTo>
                  <a:pt x="57150" y="19240"/>
                </a:lnTo>
                <a:lnTo>
                  <a:pt x="59436" y="22098"/>
                </a:lnTo>
                <a:lnTo>
                  <a:pt x="59436" y="23622"/>
                </a:lnTo>
                <a:lnTo>
                  <a:pt x="60198" y="25908"/>
                </a:lnTo>
                <a:lnTo>
                  <a:pt x="60198" y="25146"/>
                </a:lnTo>
                <a:lnTo>
                  <a:pt x="60960" y="27432"/>
                </a:lnTo>
                <a:lnTo>
                  <a:pt x="60960" y="48577"/>
                </a:lnTo>
                <a:lnTo>
                  <a:pt x="63246" y="45720"/>
                </a:lnTo>
                <a:lnTo>
                  <a:pt x="64008" y="45720"/>
                </a:lnTo>
                <a:close/>
              </a:path>
              <a:path w="70485" h="57150">
                <a:moveTo>
                  <a:pt x="14139" y="39200"/>
                </a:moveTo>
                <a:lnTo>
                  <a:pt x="11430" y="35814"/>
                </a:lnTo>
                <a:lnTo>
                  <a:pt x="10668" y="34290"/>
                </a:lnTo>
                <a:lnTo>
                  <a:pt x="9906" y="32004"/>
                </a:lnTo>
                <a:lnTo>
                  <a:pt x="9906" y="48768"/>
                </a:lnTo>
                <a:lnTo>
                  <a:pt x="10668" y="49530"/>
                </a:lnTo>
                <a:lnTo>
                  <a:pt x="11430" y="49530"/>
                </a:lnTo>
                <a:lnTo>
                  <a:pt x="13716" y="51054"/>
                </a:lnTo>
                <a:lnTo>
                  <a:pt x="13716" y="38862"/>
                </a:lnTo>
                <a:lnTo>
                  <a:pt x="14139" y="39200"/>
                </a:lnTo>
                <a:close/>
              </a:path>
              <a:path w="70485" h="57150">
                <a:moveTo>
                  <a:pt x="14478" y="18288"/>
                </a:moveTo>
                <a:lnTo>
                  <a:pt x="13716" y="19050"/>
                </a:lnTo>
                <a:lnTo>
                  <a:pt x="13716" y="19240"/>
                </a:lnTo>
                <a:lnTo>
                  <a:pt x="14478" y="18288"/>
                </a:lnTo>
                <a:close/>
              </a:path>
              <a:path w="70485" h="57150">
                <a:moveTo>
                  <a:pt x="14478" y="39624"/>
                </a:moveTo>
                <a:lnTo>
                  <a:pt x="14139" y="39200"/>
                </a:lnTo>
                <a:lnTo>
                  <a:pt x="13716" y="38862"/>
                </a:lnTo>
                <a:lnTo>
                  <a:pt x="14478" y="39624"/>
                </a:lnTo>
                <a:close/>
              </a:path>
              <a:path w="70485" h="57150">
                <a:moveTo>
                  <a:pt x="14478" y="51562"/>
                </a:moveTo>
                <a:lnTo>
                  <a:pt x="14478" y="39624"/>
                </a:lnTo>
                <a:lnTo>
                  <a:pt x="13716" y="38862"/>
                </a:lnTo>
                <a:lnTo>
                  <a:pt x="13716" y="51054"/>
                </a:lnTo>
                <a:lnTo>
                  <a:pt x="14478" y="51562"/>
                </a:lnTo>
                <a:close/>
              </a:path>
              <a:path w="70485" h="57150">
                <a:moveTo>
                  <a:pt x="17526" y="41910"/>
                </a:moveTo>
                <a:lnTo>
                  <a:pt x="14139" y="39200"/>
                </a:lnTo>
                <a:lnTo>
                  <a:pt x="14478" y="39624"/>
                </a:lnTo>
                <a:lnTo>
                  <a:pt x="14478" y="51562"/>
                </a:lnTo>
                <a:lnTo>
                  <a:pt x="16002" y="52578"/>
                </a:lnTo>
                <a:lnTo>
                  <a:pt x="16763" y="53340"/>
                </a:lnTo>
                <a:lnTo>
                  <a:pt x="16763" y="41910"/>
                </a:lnTo>
                <a:lnTo>
                  <a:pt x="17526" y="41910"/>
                </a:lnTo>
                <a:close/>
              </a:path>
              <a:path w="70485" h="57150">
                <a:moveTo>
                  <a:pt x="17526" y="15494"/>
                </a:moveTo>
                <a:lnTo>
                  <a:pt x="17526" y="15240"/>
                </a:lnTo>
                <a:lnTo>
                  <a:pt x="16763" y="16002"/>
                </a:lnTo>
                <a:lnTo>
                  <a:pt x="17526" y="15494"/>
                </a:lnTo>
                <a:close/>
              </a:path>
              <a:path w="70485" h="57150">
                <a:moveTo>
                  <a:pt x="21336" y="54864"/>
                </a:moveTo>
                <a:lnTo>
                  <a:pt x="21336" y="44958"/>
                </a:lnTo>
                <a:lnTo>
                  <a:pt x="16763" y="41910"/>
                </a:lnTo>
                <a:lnTo>
                  <a:pt x="16763" y="53340"/>
                </a:lnTo>
                <a:lnTo>
                  <a:pt x="21336" y="54864"/>
                </a:lnTo>
                <a:close/>
              </a:path>
              <a:path w="70485" h="57150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57150">
                <a:moveTo>
                  <a:pt x="25146" y="46482"/>
                </a:moveTo>
                <a:lnTo>
                  <a:pt x="20574" y="44196"/>
                </a:lnTo>
                <a:lnTo>
                  <a:pt x="21336" y="44958"/>
                </a:lnTo>
                <a:lnTo>
                  <a:pt x="21336" y="54864"/>
                </a:lnTo>
                <a:lnTo>
                  <a:pt x="22098" y="55626"/>
                </a:lnTo>
                <a:lnTo>
                  <a:pt x="24384" y="56197"/>
                </a:lnTo>
                <a:lnTo>
                  <a:pt x="24384" y="46482"/>
                </a:lnTo>
                <a:lnTo>
                  <a:pt x="25146" y="46482"/>
                </a:lnTo>
                <a:close/>
              </a:path>
              <a:path w="70485" h="57150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57150">
                <a:moveTo>
                  <a:pt x="35814" y="57150"/>
                </a:moveTo>
                <a:lnTo>
                  <a:pt x="35814" y="48006"/>
                </a:lnTo>
                <a:lnTo>
                  <a:pt x="35052" y="48006"/>
                </a:lnTo>
                <a:lnTo>
                  <a:pt x="29718" y="47244"/>
                </a:lnTo>
                <a:lnTo>
                  <a:pt x="24384" y="46482"/>
                </a:lnTo>
                <a:lnTo>
                  <a:pt x="24384" y="56197"/>
                </a:lnTo>
                <a:lnTo>
                  <a:pt x="28194" y="57150"/>
                </a:lnTo>
                <a:lnTo>
                  <a:pt x="35814" y="57150"/>
                </a:lnTo>
                <a:close/>
              </a:path>
              <a:path w="70485" h="57150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57150">
                <a:moveTo>
                  <a:pt x="30480" y="47244"/>
                </a:moveTo>
                <a:lnTo>
                  <a:pt x="29718" y="47148"/>
                </a:lnTo>
                <a:lnTo>
                  <a:pt x="30480" y="47244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7150"/>
                </a:moveTo>
                <a:lnTo>
                  <a:pt x="41148" y="47244"/>
                </a:lnTo>
                <a:lnTo>
                  <a:pt x="35433" y="47958"/>
                </a:lnTo>
                <a:lnTo>
                  <a:pt x="35814" y="48006"/>
                </a:lnTo>
                <a:lnTo>
                  <a:pt x="35814" y="57150"/>
                </a:lnTo>
                <a:lnTo>
                  <a:pt x="41148" y="57150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56279"/>
                </a:moveTo>
                <a:lnTo>
                  <a:pt x="45720" y="46482"/>
                </a:lnTo>
                <a:lnTo>
                  <a:pt x="40386" y="47244"/>
                </a:lnTo>
                <a:lnTo>
                  <a:pt x="41148" y="47244"/>
                </a:lnTo>
                <a:lnTo>
                  <a:pt x="41148" y="57150"/>
                </a:lnTo>
                <a:lnTo>
                  <a:pt x="42672" y="57150"/>
                </a:lnTo>
                <a:lnTo>
                  <a:pt x="45720" y="56279"/>
                </a:lnTo>
                <a:close/>
              </a:path>
              <a:path w="70485" h="57150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57150">
                <a:moveTo>
                  <a:pt x="50292" y="44196"/>
                </a:moveTo>
                <a:lnTo>
                  <a:pt x="44958" y="46482"/>
                </a:lnTo>
                <a:lnTo>
                  <a:pt x="45720" y="46482"/>
                </a:lnTo>
                <a:lnTo>
                  <a:pt x="45720" y="56279"/>
                </a:lnTo>
                <a:lnTo>
                  <a:pt x="48006" y="55626"/>
                </a:lnTo>
                <a:lnTo>
                  <a:pt x="48768" y="55626"/>
                </a:lnTo>
                <a:lnTo>
                  <a:pt x="48768" y="54864"/>
                </a:lnTo>
                <a:lnTo>
                  <a:pt x="49530" y="54646"/>
                </a:lnTo>
                <a:lnTo>
                  <a:pt x="49530" y="44958"/>
                </a:lnTo>
                <a:lnTo>
                  <a:pt x="50292" y="44196"/>
                </a:lnTo>
                <a:close/>
              </a:path>
              <a:path w="70485" h="57150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57150">
                <a:moveTo>
                  <a:pt x="54102" y="41910"/>
                </a:moveTo>
                <a:lnTo>
                  <a:pt x="49530" y="44958"/>
                </a:lnTo>
                <a:lnTo>
                  <a:pt x="49530" y="54646"/>
                </a:lnTo>
                <a:lnTo>
                  <a:pt x="53340" y="53557"/>
                </a:lnTo>
                <a:lnTo>
                  <a:pt x="53340" y="42672"/>
                </a:lnTo>
                <a:lnTo>
                  <a:pt x="54102" y="41910"/>
                </a:lnTo>
                <a:close/>
              </a:path>
              <a:path w="70485" h="57150">
                <a:moveTo>
                  <a:pt x="54102" y="16002"/>
                </a:moveTo>
                <a:lnTo>
                  <a:pt x="53340" y="15240"/>
                </a:lnTo>
                <a:lnTo>
                  <a:pt x="53340" y="15494"/>
                </a:lnTo>
                <a:lnTo>
                  <a:pt x="54102" y="16002"/>
                </a:lnTo>
                <a:close/>
              </a:path>
              <a:path w="70485" h="57150">
                <a:moveTo>
                  <a:pt x="57150" y="51054"/>
                </a:moveTo>
                <a:lnTo>
                  <a:pt x="57150" y="38862"/>
                </a:lnTo>
                <a:lnTo>
                  <a:pt x="53340" y="42672"/>
                </a:lnTo>
                <a:lnTo>
                  <a:pt x="53340" y="53557"/>
                </a:lnTo>
                <a:lnTo>
                  <a:pt x="54102" y="53340"/>
                </a:lnTo>
                <a:lnTo>
                  <a:pt x="54102" y="52578"/>
                </a:lnTo>
                <a:lnTo>
                  <a:pt x="54864" y="52578"/>
                </a:lnTo>
                <a:lnTo>
                  <a:pt x="57150" y="51054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50"/>
                </a:lnTo>
                <a:lnTo>
                  <a:pt x="56388" y="18288"/>
                </a:lnTo>
                <a:lnTo>
                  <a:pt x="57150" y="19240"/>
                </a:lnTo>
                <a:close/>
              </a:path>
              <a:path w="70485" h="57150">
                <a:moveTo>
                  <a:pt x="59436" y="49530"/>
                </a:moveTo>
                <a:lnTo>
                  <a:pt x="59436" y="35814"/>
                </a:lnTo>
                <a:lnTo>
                  <a:pt x="56388" y="39624"/>
                </a:lnTo>
                <a:lnTo>
                  <a:pt x="57150" y="38862"/>
                </a:lnTo>
                <a:lnTo>
                  <a:pt x="57150" y="51054"/>
                </a:lnTo>
                <a:lnTo>
                  <a:pt x="59436" y="49530"/>
                </a:lnTo>
                <a:close/>
              </a:path>
              <a:path w="70485" h="57150">
                <a:moveTo>
                  <a:pt x="59436" y="23622"/>
                </a:moveTo>
                <a:lnTo>
                  <a:pt x="59436" y="22098"/>
                </a:lnTo>
                <a:lnTo>
                  <a:pt x="58674" y="21336"/>
                </a:lnTo>
                <a:lnTo>
                  <a:pt x="59436" y="23622"/>
                </a:lnTo>
                <a:close/>
              </a:path>
              <a:path w="70485" h="57150">
                <a:moveTo>
                  <a:pt x="60960" y="48577"/>
                </a:moveTo>
                <a:lnTo>
                  <a:pt x="60960" y="28956"/>
                </a:lnTo>
                <a:lnTo>
                  <a:pt x="60198" y="31242"/>
                </a:lnTo>
                <a:lnTo>
                  <a:pt x="60198" y="32004"/>
                </a:lnTo>
                <a:lnTo>
                  <a:pt x="58674" y="36576"/>
                </a:lnTo>
                <a:lnTo>
                  <a:pt x="59436" y="35814"/>
                </a:lnTo>
                <a:lnTo>
                  <a:pt x="59436" y="49530"/>
                </a:lnTo>
                <a:lnTo>
                  <a:pt x="60198" y="49530"/>
                </a:lnTo>
                <a:lnTo>
                  <a:pt x="60960" y="48577"/>
                </a:lnTo>
                <a:close/>
              </a:path>
              <a:path w="70485" h="57150">
                <a:moveTo>
                  <a:pt x="67056" y="41148"/>
                </a:moveTo>
                <a:lnTo>
                  <a:pt x="67056" y="16764"/>
                </a:lnTo>
                <a:lnTo>
                  <a:pt x="64008" y="12954"/>
                </a:lnTo>
                <a:lnTo>
                  <a:pt x="64008" y="44958"/>
                </a:lnTo>
                <a:lnTo>
                  <a:pt x="67056" y="41148"/>
                </a:lnTo>
                <a:close/>
              </a:path>
              <a:path w="70485" h="57150">
                <a:moveTo>
                  <a:pt x="69342" y="35052"/>
                </a:moveTo>
                <a:lnTo>
                  <a:pt x="69342" y="22098"/>
                </a:lnTo>
                <a:lnTo>
                  <a:pt x="67818" y="17526"/>
                </a:lnTo>
                <a:lnTo>
                  <a:pt x="67056" y="17526"/>
                </a:lnTo>
                <a:lnTo>
                  <a:pt x="67056" y="40386"/>
                </a:lnTo>
                <a:lnTo>
                  <a:pt x="67818" y="39624"/>
                </a:lnTo>
                <a:lnTo>
                  <a:pt x="69342" y="35052"/>
                </a:lnTo>
                <a:close/>
              </a:path>
              <a:path w="70485" h="57150">
                <a:moveTo>
                  <a:pt x="70104" y="31242"/>
                </a:moveTo>
                <a:lnTo>
                  <a:pt x="70104" y="25146"/>
                </a:lnTo>
                <a:lnTo>
                  <a:pt x="69342" y="22860"/>
                </a:lnTo>
                <a:lnTo>
                  <a:pt x="69342" y="34290"/>
                </a:lnTo>
                <a:lnTo>
                  <a:pt x="70104" y="31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ED6D4B7C-4708-4FD7-9C92-AE130C3C1BB1}"/>
              </a:ext>
            </a:extLst>
          </p:cNvPr>
          <p:cNvSpPr/>
          <p:nvPr/>
        </p:nvSpPr>
        <p:spPr>
          <a:xfrm>
            <a:off x="3563697" y="4352344"/>
            <a:ext cx="81936" cy="671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9A7A4A70-FEF0-43CB-9291-802B083FA6BA}"/>
              </a:ext>
            </a:extLst>
          </p:cNvPr>
          <p:cNvSpPr/>
          <p:nvPr/>
        </p:nvSpPr>
        <p:spPr>
          <a:xfrm>
            <a:off x="5750191" y="3076628"/>
            <a:ext cx="70971" cy="56776"/>
          </a:xfrm>
          <a:custGeom>
            <a:avLst/>
            <a:gdLst/>
            <a:ahLst/>
            <a:cxnLst/>
            <a:rect l="l" t="t" r="r" b="b"/>
            <a:pathLst>
              <a:path w="60325" h="48260">
                <a:moveTo>
                  <a:pt x="60198" y="23622"/>
                </a:moveTo>
                <a:lnTo>
                  <a:pt x="57912" y="14466"/>
                </a:lnTo>
                <a:lnTo>
                  <a:pt x="51625" y="6953"/>
                </a:lnTo>
                <a:lnTo>
                  <a:pt x="42195" y="1869"/>
                </a:lnTo>
                <a:lnTo>
                  <a:pt x="30480" y="0"/>
                </a:lnTo>
                <a:lnTo>
                  <a:pt x="18645" y="1869"/>
                </a:lnTo>
                <a:lnTo>
                  <a:pt x="8953" y="6953"/>
                </a:lnTo>
                <a:lnTo>
                  <a:pt x="2405" y="14466"/>
                </a:lnTo>
                <a:lnTo>
                  <a:pt x="0" y="23622"/>
                </a:lnTo>
                <a:lnTo>
                  <a:pt x="2405" y="33218"/>
                </a:lnTo>
                <a:lnTo>
                  <a:pt x="8953" y="40957"/>
                </a:lnTo>
                <a:lnTo>
                  <a:pt x="18645" y="46124"/>
                </a:lnTo>
                <a:lnTo>
                  <a:pt x="30480" y="48006"/>
                </a:lnTo>
                <a:lnTo>
                  <a:pt x="42195" y="46124"/>
                </a:lnTo>
                <a:lnTo>
                  <a:pt x="51625" y="40957"/>
                </a:lnTo>
                <a:lnTo>
                  <a:pt x="57912" y="33218"/>
                </a:lnTo>
                <a:lnTo>
                  <a:pt x="6019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19">
            <a:extLst>
              <a:ext uri="{FF2B5EF4-FFF2-40B4-BE49-F238E27FC236}">
                <a16:creationId xmlns:a16="http://schemas.microsoft.com/office/drawing/2014/main" id="{4E85D140-3274-4393-8DAD-FD82D3B2C611}"/>
              </a:ext>
            </a:extLst>
          </p:cNvPr>
          <p:cNvSpPr/>
          <p:nvPr/>
        </p:nvSpPr>
        <p:spPr>
          <a:xfrm>
            <a:off x="5744811" y="3071248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1523" y="19811"/>
                </a:lnTo>
                <a:lnTo>
                  <a:pt x="0" y="25907"/>
                </a:lnTo>
                <a:lnTo>
                  <a:pt x="0" y="32003"/>
                </a:lnTo>
                <a:lnTo>
                  <a:pt x="762" y="35051"/>
                </a:lnTo>
                <a:lnTo>
                  <a:pt x="1524" y="37337"/>
                </a:lnTo>
                <a:lnTo>
                  <a:pt x="3048" y="39623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191"/>
                </a:lnTo>
                <a:lnTo>
                  <a:pt x="63246" y="12191"/>
                </a:lnTo>
                <a:lnTo>
                  <a:pt x="59436" y="8381"/>
                </a:lnTo>
                <a:lnTo>
                  <a:pt x="59436" y="7619"/>
                </a:lnTo>
                <a:lnTo>
                  <a:pt x="58674" y="7619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1910" y="761"/>
                </a:lnTo>
                <a:lnTo>
                  <a:pt x="40386" y="666"/>
                </a:lnTo>
                <a:lnTo>
                  <a:pt x="35052" y="0"/>
                </a:lnTo>
                <a:lnTo>
                  <a:pt x="34290" y="0"/>
                </a:lnTo>
                <a:lnTo>
                  <a:pt x="28956" y="666"/>
                </a:lnTo>
                <a:lnTo>
                  <a:pt x="27432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5239" y="4571"/>
                </a:lnTo>
                <a:lnTo>
                  <a:pt x="10667" y="7619"/>
                </a:lnTo>
                <a:lnTo>
                  <a:pt x="10667" y="8381"/>
                </a:lnTo>
                <a:lnTo>
                  <a:pt x="6857" y="11429"/>
                </a:lnTo>
                <a:lnTo>
                  <a:pt x="6095" y="12191"/>
                </a:lnTo>
                <a:lnTo>
                  <a:pt x="3047" y="16763"/>
                </a:lnTo>
                <a:lnTo>
                  <a:pt x="3048" y="40385"/>
                </a:lnTo>
                <a:lnTo>
                  <a:pt x="6096" y="44195"/>
                </a:lnTo>
                <a:lnTo>
                  <a:pt x="6096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4383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764" y="15239"/>
                </a:lnTo>
                <a:lnTo>
                  <a:pt x="16764" y="15493"/>
                </a:lnTo>
                <a:lnTo>
                  <a:pt x="19812" y="13461"/>
                </a:lnTo>
                <a:lnTo>
                  <a:pt x="19812" y="12953"/>
                </a:lnTo>
                <a:lnTo>
                  <a:pt x="25146" y="10667"/>
                </a:lnTo>
                <a:lnTo>
                  <a:pt x="25146" y="11212"/>
                </a:lnTo>
                <a:lnTo>
                  <a:pt x="28956" y="10123"/>
                </a:lnTo>
                <a:lnTo>
                  <a:pt x="28956" y="9905"/>
                </a:lnTo>
                <a:lnTo>
                  <a:pt x="34290" y="9239"/>
                </a:lnTo>
                <a:lnTo>
                  <a:pt x="40386" y="9905"/>
                </a:lnTo>
                <a:lnTo>
                  <a:pt x="40386" y="10096"/>
                </a:lnTo>
                <a:lnTo>
                  <a:pt x="44958" y="11239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563"/>
                </a:lnTo>
                <a:lnTo>
                  <a:pt x="53340" y="16001"/>
                </a:lnTo>
                <a:lnTo>
                  <a:pt x="53340" y="15239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097"/>
                </a:lnTo>
                <a:lnTo>
                  <a:pt x="58674" y="21335"/>
                </a:lnTo>
                <a:lnTo>
                  <a:pt x="60198" y="25145"/>
                </a:lnTo>
                <a:lnTo>
                  <a:pt x="60198" y="48005"/>
                </a:lnTo>
                <a:lnTo>
                  <a:pt x="63246" y="44957"/>
                </a:lnTo>
                <a:lnTo>
                  <a:pt x="64008" y="44957"/>
                </a:lnTo>
                <a:lnTo>
                  <a:pt x="64008" y="44195"/>
                </a:lnTo>
                <a:lnTo>
                  <a:pt x="67056" y="40385"/>
                </a:lnTo>
                <a:close/>
              </a:path>
              <a:path w="70485" h="57150">
                <a:moveTo>
                  <a:pt x="13716" y="38861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0668" y="49529"/>
                </a:lnTo>
                <a:lnTo>
                  <a:pt x="11430" y="49529"/>
                </a:lnTo>
                <a:lnTo>
                  <a:pt x="12954" y="50749"/>
                </a:lnTo>
                <a:lnTo>
                  <a:pt x="12954" y="38099"/>
                </a:lnTo>
                <a:lnTo>
                  <a:pt x="13716" y="38861"/>
                </a:lnTo>
                <a:close/>
              </a:path>
              <a:path w="7048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70485" h="57150">
                <a:moveTo>
                  <a:pt x="16764" y="52904"/>
                </a:moveTo>
                <a:lnTo>
                  <a:pt x="16764" y="41909"/>
                </a:lnTo>
                <a:lnTo>
                  <a:pt x="12954" y="38099"/>
                </a:lnTo>
                <a:lnTo>
                  <a:pt x="12954" y="50749"/>
                </a:lnTo>
                <a:lnTo>
                  <a:pt x="15240" y="52577"/>
                </a:lnTo>
                <a:lnTo>
                  <a:pt x="16002" y="52577"/>
                </a:lnTo>
                <a:lnTo>
                  <a:pt x="16764" y="52904"/>
                </a:lnTo>
                <a:close/>
              </a:path>
              <a:path w="70485" h="57150">
                <a:moveTo>
                  <a:pt x="16764" y="15493"/>
                </a:moveTo>
                <a:lnTo>
                  <a:pt x="16764" y="15239"/>
                </a:lnTo>
                <a:lnTo>
                  <a:pt x="16002" y="16001"/>
                </a:lnTo>
                <a:lnTo>
                  <a:pt x="16764" y="15493"/>
                </a:lnTo>
                <a:close/>
              </a:path>
              <a:path w="70485" h="57150">
                <a:moveTo>
                  <a:pt x="20574" y="44195"/>
                </a:moveTo>
                <a:lnTo>
                  <a:pt x="16002" y="41147"/>
                </a:lnTo>
                <a:lnTo>
                  <a:pt x="16764" y="41909"/>
                </a:lnTo>
                <a:lnTo>
                  <a:pt x="16764" y="52904"/>
                </a:lnTo>
                <a:lnTo>
                  <a:pt x="19812" y="54210"/>
                </a:lnTo>
                <a:lnTo>
                  <a:pt x="19812" y="44195"/>
                </a:lnTo>
                <a:lnTo>
                  <a:pt x="20574" y="44195"/>
                </a:lnTo>
                <a:close/>
              </a:path>
              <a:path w="70485" h="57150">
                <a:moveTo>
                  <a:pt x="20574" y="12953"/>
                </a:moveTo>
                <a:lnTo>
                  <a:pt x="19812" y="12953"/>
                </a:lnTo>
                <a:lnTo>
                  <a:pt x="19812" y="13461"/>
                </a:lnTo>
                <a:lnTo>
                  <a:pt x="20574" y="12953"/>
                </a:lnTo>
                <a:close/>
              </a:path>
              <a:path w="70485" h="57150">
                <a:moveTo>
                  <a:pt x="25146" y="55734"/>
                </a:moveTo>
                <a:lnTo>
                  <a:pt x="25146" y="46481"/>
                </a:lnTo>
                <a:lnTo>
                  <a:pt x="19812" y="44195"/>
                </a:lnTo>
                <a:lnTo>
                  <a:pt x="19812" y="54210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734"/>
                </a:lnTo>
                <a:close/>
              </a:path>
              <a:path w="70485" h="57150">
                <a:moveTo>
                  <a:pt x="25146" y="11212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12"/>
                </a:lnTo>
                <a:close/>
              </a:path>
              <a:path w="70485" h="57150">
                <a:moveTo>
                  <a:pt x="29718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734"/>
                </a:lnTo>
                <a:lnTo>
                  <a:pt x="27432" y="56387"/>
                </a:lnTo>
                <a:lnTo>
                  <a:pt x="28956" y="56483"/>
                </a:lnTo>
                <a:lnTo>
                  <a:pt x="28956" y="47243"/>
                </a:lnTo>
                <a:lnTo>
                  <a:pt x="29718" y="47243"/>
                </a:lnTo>
                <a:close/>
              </a:path>
              <a:path w="70485" h="57150">
                <a:moveTo>
                  <a:pt x="29718" y="9905"/>
                </a:moveTo>
                <a:lnTo>
                  <a:pt x="28956" y="9905"/>
                </a:lnTo>
                <a:lnTo>
                  <a:pt x="28956" y="10123"/>
                </a:lnTo>
                <a:lnTo>
                  <a:pt x="29718" y="9905"/>
                </a:lnTo>
                <a:close/>
              </a:path>
              <a:path w="70485" h="57150">
                <a:moveTo>
                  <a:pt x="40386" y="56483"/>
                </a:moveTo>
                <a:lnTo>
                  <a:pt x="40386" y="47243"/>
                </a:lnTo>
                <a:lnTo>
                  <a:pt x="28956" y="47243"/>
                </a:lnTo>
                <a:lnTo>
                  <a:pt x="28956" y="56483"/>
                </a:lnTo>
                <a:lnTo>
                  <a:pt x="34290" y="57149"/>
                </a:lnTo>
                <a:lnTo>
                  <a:pt x="35052" y="57149"/>
                </a:lnTo>
                <a:lnTo>
                  <a:pt x="40386" y="56483"/>
                </a:lnTo>
                <a:close/>
              </a:path>
              <a:path w="70485" h="57150">
                <a:moveTo>
                  <a:pt x="34671" y="9191"/>
                </a:moveTo>
                <a:lnTo>
                  <a:pt x="34290" y="9143"/>
                </a:lnTo>
                <a:lnTo>
                  <a:pt x="34671" y="9191"/>
                </a:lnTo>
                <a:close/>
              </a:path>
              <a:path w="70485" h="57150">
                <a:moveTo>
                  <a:pt x="35052" y="9239"/>
                </a:moveTo>
                <a:lnTo>
                  <a:pt x="34671" y="9191"/>
                </a:lnTo>
                <a:lnTo>
                  <a:pt x="35052" y="9239"/>
                </a:lnTo>
                <a:close/>
              </a:path>
              <a:path w="70485" h="57150">
                <a:moveTo>
                  <a:pt x="40386" y="10096"/>
                </a:moveTo>
                <a:lnTo>
                  <a:pt x="40386" y="9905"/>
                </a:lnTo>
                <a:lnTo>
                  <a:pt x="39624" y="9905"/>
                </a:lnTo>
                <a:lnTo>
                  <a:pt x="40386" y="10096"/>
                </a:lnTo>
                <a:close/>
              </a:path>
              <a:path w="70485" h="57150">
                <a:moveTo>
                  <a:pt x="45720" y="45719"/>
                </a:moveTo>
                <a:lnTo>
                  <a:pt x="39624" y="47243"/>
                </a:lnTo>
                <a:lnTo>
                  <a:pt x="40386" y="47243"/>
                </a:lnTo>
                <a:lnTo>
                  <a:pt x="40386" y="56483"/>
                </a:lnTo>
                <a:lnTo>
                  <a:pt x="41910" y="56387"/>
                </a:lnTo>
                <a:lnTo>
                  <a:pt x="44958" y="55625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39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625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563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563"/>
                </a:lnTo>
                <a:close/>
              </a:path>
              <a:path w="70485" h="57150">
                <a:moveTo>
                  <a:pt x="53775" y="41365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3775" y="41365"/>
                </a:lnTo>
                <a:close/>
              </a:path>
              <a:path w="70485" h="57150">
                <a:moveTo>
                  <a:pt x="54102" y="41147"/>
                </a:moveTo>
                <a:lnTo>
                  <a:pt x="53775" y="41365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52577"/>
                </a:moveTo>
                <a:lnTo>
                  <a:pt x="54102" y="41147"/>
                </a:ln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close/>
              </a:path>
              <a:path w="70485" h="57150">
                <a:moveTo>
                  <a:pt x="60198" y="48005"/>
                </a:moveTo>
                <a:lnTo>
                  <a:pt x="60198" y="31241"/>
                </a:lnTo>
                <a:lnTo>
                  <a:pt x="58674" y="35813"/>
                </a:lnTo>
                <a:lnTo>
                  <a:pt x="58674" y="35051"/>
                </a:lnTo>
                <a:lnTo>
                  <a:pt x="56388" y="38861"/>
                </a:lnTo>
                <a:lnTo>
                  <a:pt x="56388" y="38099"/>
                </a:lnTo>
                <a:lnTo>
                  <a:pt x="53775" y="41365"/>
                </a:lnTo>
                <a:lnTo>
                  <a:pt x="54102" y="41147"/>
                </a:lnTo>
                <a:lnTo>
                  <a:pt x="54102" y="52577"/>
                </a:lnTo>
                <a:lnTo>
                  <a:pt x="58674" y="49529"/>
                </a:lnTo>
                <a:lnTo>
                  <a:pt x="59436" y="49529"/>
                </a:lnTo>
                <a:lnTo>
                  <a:pt x="59436" y="48767"/>
                </a:lnTo>
                <a:lnTo>
                  <a:pt x="60198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8580" y="22097"/>
                </a:lnTo>
                <a:lnTo>
                  <a:pt x="67056" y="17525"/>
                </a:lnTo>
                <a:lnTo>
                  <a:pt x="67056" y="39623"/>
                </a:lnTo>
                <a:lnTo>
                  <a:pt x="68580" y="35051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8193"/>
                </a:lnTo>
                <a:lnTo>
                  <a:pt x="69342" y="25145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0">
            <a:extLst>
              <a:ext uri="{FF2B5EF4-FFF2-40B4-BE49-F238E27FC236}">
                <a16:creationId xmlns:a16="http://schemas.microsoft.com/office/drawing/2014/main" id="{A8916AB3-2E7C-4A40-A61D-2A8CE34270B8}"/>
              </a:ext>
            </a:extLst>
          </p:cNvPr>
          <p:cNvSpPr/>
          <p:nvPr/>
        </p:nvSpPr>
        <p:spPr>
          <a:xfrm>
            <a:off x="5819219" y="4036747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2285" y="19811"/>
                </a:lnTo>
                <a:lnTo>
                  <a:pt x="761" y="22859"/>
                </a:lnTo>
                <a:lnTo>
                  <a:pt x="761" y="25907"/>
                </a:lnTo>
                <a:lnTo>
                  <a:pt x="0" y="28955"/>
                </a:lnTo>
                <a:lnTo>
                  <a:pt x="1524" y="35051"/>
                </a:lnTo>
                <a:lnTo>
                  <a:pt x="3048" y="39623"/>
                </a:lnTo>
                <a:close/>
              </a:path>
              <a:path w="70485" h="57150">
                <a:moveTo>
                  <a:pt x="59436" y="22097"/>
                </a:moveTo>
                <a:lnTo>
                  <a:pt x="59436" y="7619"/>
                </a:lnTo>
                <a:lnTo>
                  <a:pt x="54864" y="4571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763" y="4571"/>
                </a:lnTo>
                <a:lnTo>
                  <a:pt x="16001" y="4571"/>
                </a:lnTo>
                <a:lnTo>
                  <a:pt x="11429" y="7619"/>
                </a:lnTo>
                <a:lnTo>
                  <a:pt x="6857" y="12191"/>
                </a:lnTo>
                <a:lnTo>
                  <a:pt x="6095" y="12191"/>
                </a:lnTo>
                <a:lnTo>
                  <a:pt x="6095" y="12953"/>
                </a:lnTo>
                <a:lnTo>
                  <a:pt x="3809" y="16763"/>
                </a:lnTo>
                <a:lnTo>
                  <a:pt x="3047" y="16763"/>
                </a:lnTo>
                <a:lnTo>
                  <a:pt x="3048" y="40385"/>
                </a:lnTo>
                <a:lnTo>
                  <a:pt x="3810" y="40385"/>
                </a:lnTo>
                <a:lnTo>
                  <a:pt x="6096" y="44957"/>
                </a:lnTo>
                <a:lnTo>
                  <a:pt x="6858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6669"/>
                </a:lnTo>
                <a:lnTo>
                  <a:pt x="10668" y="24383"/>
                </a:lnTo>
                <a:lnTo>
                  <a:pt x="10668" y="22859"/>
                </a:lnTo>
                <a:lnTo>
                  <a:pt x="11430" y="21335"/>
                </a:lnTo>
                <a:lnTo>
                  <a:pt x="11430" y="22097"/>
                </a:lnTo>
                <a:lnTo>
                  <a:pt x="13716" y="19240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0574" y="13461"/>
                </a:lnTo>
                <a:lnTo>
                  <a:pt x="20574" y="12953"/>
                </a:lnTo>
                <a:lnTo>
                  <a:pt x="25146" y="10667"/>
                </a:lnTo>
                <a:lnTo>
                  <a:pt x="25146" y="1123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4958" y="11212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461"/>
                </a:lnTo>
                <a:lnTo>
                  <a:pt x="53340" y="15493"/>
                </a:lnTo>
                <a:lnTo>
                  <a:pt x="53340" y="15239"/>
                </a:lnTo>
                <a:lnTo>
                  <a:pt x="57150" y="19049"/>
                </a:lnTo>
                <a:lnTo>
                  <a:pt x="57150" y="19240"/>
                </a:lnTo>
                <a:lnTo>
                  <a:pt x="59436" y="22097"/>
                </a:lnTo>
                <a:close/>
              </a:path>
              <a:path w="70485" h="57150">
                <a:moveTo>
                  <a:pt x="14260" y="39297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1430" y="49529"/>
                </a:lnTo>
                <a:lnTo>
                  <a:pt x="13716" y="51053"/>
                </a:lnTo>
                <a:lnTo>
                  <a:pt x="13716" y="38861"/>
                </a:lnTo>
                <a:lnTo>
                  <a:pt x="14260" y="39297"/>
                </a:lnTo>
                <a:close/>
              </a:path>
              <a:path w="70485" h="57150">
                <a:moveTo>
                  <a:pt x="14478" y="18287"/>
                </a:moveTo>
                <a:lnTo>
                  <a:pt x="13716" y="19049"/>
                </a:lnTo>
                <a:lnTo>
                  <a:pt x="13716" y="19240"/>
                </a:lnTo>
                <a:lnTo>
                  <a:pt x="14478" y="18287"/>
                </a:lnTo>
                <a:close/>
              </a:path>
              <a:path w="70485" h="57150">
                <a:moveTo>
                  <a:pt x="14478" y="39623"/>
                </a:moveTo>
                <a:lnTo>
                  <a:pt x="14260" y="39297"/>
                </a:lnTo>
                <a:lnTo>
                  <a:pt x="13716" y="38861"/>
                </a:lnTo>
                <a:lnTo>
                  <a:pt x="14478" y="39623"/>
                </a:lnTo>
                <a:close/>
              </a:path>
              <a:path w="70485" h="57150">
                <a:moveTo>
                  <a:pt x="14478" y="51561"/>
                </a:moveTo>
                <a:lnTo>
                  <a:pt x="14478" y="39623"/>
                </a:lnTo>
                <a:lnTo>
                  <a:pt x="13716" y="38861"/>
                </a:lnTo>
                <a:lnTo>
                  <a:pt x="13716" y="51053"/>
                </a:lnTo>
                <a:lnTo>
                  <a:pt x="14478" y="51561"/>
                </a:lnTo>
                <a:close/>
              </a:path>
              <a:path w="70485" h="57150">
                <a:moveTo>
                  <a:pt x="17526" y="52958"/>
                </a:moveTo>
                <a:lnTo>
                  <a:pt x="17526" y="41909"/>
                </a:lnTo>
                <a:lnTo>
                  <a:pt x="14260" y="39297"/>
                </a:lnTo>
                <a:lnTo>
                  <a:pt x="14478" y="39623"/>
                </a:lnTo>
                <a:lnTo>
                  <a:pt x="14478" y="51561"/>
                </a:lnTo>
                <a:lnTo>
                  <a:pt x="16002" y="52577"/>
                </a:lnTo>
                <a:lnTo>
                  <a:pt x="16763" y="52577"/>
                </a:lnTo>
                <a:lnTo>
                  <a:pt x="17526" y="52958"/>
                </a:lnTo>
                <a:close/>
              </a:path>
              <a:path w="70485" h="57150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57150">
                <a:moveTo>
                  <a:pt x="21336" y="44195"/>
                </a:moveTo>
                <a:lnTo>
                  <a:pt x="16763" y="41147"/>
                </a:lnTo>
                <a:lnTo>
                  <a:pt x="17526" y="41909"/>
                </a:lnTo>
                <a:lnTo>
                  <a:pt x="17526" y="52958"/>
                </a:lnTo>
                <a:lnTo>
                  <a:pt x="20574" y="54482"/>
                </a:lnTo>
                <a:lnTo>
                  <a:pt x="20574" y="44195"/>
                </a:lnTo>
                <a:lnTo>
                  <a:pt x="21336" y="44195"/>
                </a:lnTo>
                <a:close/>
              </a:path>
              <a:path w="70485" h="57150">
                <a:moveTo>
                  <a:pt x="21336" y="12953"/>
                </a:moveTo>
                <a:lnTo>
                  <a:pt x="20574" y="12953"/>
                </a:lnTo>
                <a:lnTo>
                  <a:pt x="20574" y="13461"/>
                </a:lnTo>
                <a:lnTo>
                  <a:pt x="21336" y="12953"/>
                </a:lnTo>
                <a:close/>
              </a:path>
              <a:path w="70485" h="57150">
                <a:moveTo>
                  <a:pt x="25146" y="55625"/>
                </a:moveTo>
                <a:lnTo>
                  <a:pt x="25146" y="46481"/>
                </a:lnTo>
                <a:lnTo>
                  <a:pt x="20574" y="44195"/>
                </a:lnTo>
                <a:lnTo>
                  <a:pt x="20574" y="54482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625"/>
                </a:lnTo>
                <a:close/>
              </a:path>
              <a:path w="70485" h="57150">
                <a:moveTo>
                  <a:pt x="25146" y="11239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39"/>
                </a:lnTo>
                <a:close/>
              </a:path>
              <a:path w="70485" h="57150">
                <a:moveTo>
                  <a:pt x="30480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625"/>
                </a:lnTo>
                <a:lnTo>
                  <a:pt x="28194" y="56387"/>
                </a:lnTo>
                <a:lnTo>
                  <a:pt x="29718" y="56483"/>
                </a:lnTo>
                <a:lnTo>
                  <a:pt x="29718" y="47243"/>
                </a:lnTo>
                <a:lnTo>
                  <a:pt x="30480" y="47243"/>
                </a:lnTo>
                <a:close/>
              </a:path>
              <a:path w="70485" h="57150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57150">
                <a:moveTo>
                  <a:pt x="35814" y="57149"/>
                </a:moveTo>
                <a:lnTo>
                  <a:pt x="35814" y="48005"/>
                </a:lnTo>
                <a:lnTo>
                  <a:pt x="35052" y="48005"/>
                </a:lnTo>
                <a:lnTo>
                  <a:pt x="29718" y="47243"/>
                </a:lnTo>
                <a:lnTo>
                  <a:pt x="29718" y="56483"/>
                </a:lnTo>
                <a:lnTo>
                  <a:pt x="35052" y="57149"/>
                </a:lnTo>
                <a:lnTo>
                  <a:pt x="35814" y="57149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6483"/>
                </a:moveTo>
                <a:lnTo>
                  <a:pt x="41148" y="47243"/>
                </a:lnTo>
                <a:lnTo>
                  <a:pt x="35433" y="47958"/>
                </a:lnTo>
                <a:lnTo>
                  <a:pt x="35814" y="48005"/>
                </a:lnTo>
                <a:lnTo>
                  <a:pt x="35814" y="57149"/>
                </a:lnTo>
                <a:lnTo>
                  <a:pt x="41148" y="56483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45719"/>
                </a:moveTo>
                <a:lnTo>
                  <a:pt x="40386" y="47243"/>
                </a:lnTo>
                <a:lnTo>
                  <a:pt x="41148" y="47243"/>
                </a:lnTo>
                <a:lnTo>
                  <a:pt x="41148" y="56483"/>
                </a:lnTo>
                <a:lnTo>
                  <a:pt x="42672" y="56387"/>
                </a:lnTo>
                <a:lnTo>
                  <a:pt x="44958" y="55734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12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734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461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461"/>
                </a:lnTo>
                <a:close/>
              </a:path>
              <a:path w="70485" h="57150">
                <a:moveTo>
                  <a:pt x="54102" y="41147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16001"/>
                </a:moveTo>
                <a:lnTo>
                  <a:pt x="53340" y="15239"/>
                </a:lnTo>
                <a:lnTo>
                  <a:pt x="53340" y="15493"/>
                </a:lnTo>
                <a:lnTo>
                  <a:pt x="54102" y="16001"/>
                </a:lnTo>
                <a:close/>
              </a:path>
              <a:path w="70485" h="57150">
                <a:moveTo>
                  <a:pt x="56605" y="39297"/>
                </a:move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lnTo>
                  <a:pt x="54864" y="52577"/>
                </a:lnTo>
                <a:lnTo>
                  <a:pt x="56388" y="51561"/>
                </a:lnTo>
                <a:lnTo>
                  <a:pt x="56388" y="39623"/>
                </a:lnTo>
                <a:lnTo>
                  <a:pt x="56605" y="39297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49"/>
                </a:lnTo>
                <a:lnTo>
                  <a:pt x="56388" y="18287"/>
                </a:lnTo>
                <a:lnTo>
                  <a:pt x="57150" y="19240"/>
                </a:lnTo>
                <a:close/>
              </a:path>
              <a:path w="70485" h="57150">
                <a:moveTo>
                  <a:pt x="57150" y="38861"/>
                </a:moveTo>
                <a:lnTo>
                  <a:pt x="56605" y="39297"/>
                </a:lnTo>
                <a:lnTo>
                  <a:pt x="56388" y="39623"/>
                </a:lnTo>
                <a:lnTo>
                  <a:pt x="57150" y="38861"/>
                </a:lnTo>
                <a:close/>
              </a:path>
              <a:path w="70485" h="57150">
                <a:moveTo>
                  <a:pt x="57150" y="51053"/>
                </a:moveTo>
                <a:lnTo>
                  <a:pt x="57150" y="38861"/>
                </a:lnTo>
                <a:lnTo>
                  <a:pt x="56388" y="39623"/>
                </a:lnTo>
                <a:lnTo>
                  <a:pt x="56388" y="51561"/>
                </a:lnTo>
                <a:lnTo>
                  <a:pt x="57150" y="51053"/>
                </a:lnTo>
                <a:close/>
              </a:path>
              <a:path w="70485" h="57150">
                <a:moveTo>
                  <a:pt x="59436" y="49529"/>
                </a:moveTo>
                <a:lnTo>
                  <a:pt x="59436" y="35051"/>
                </a:lnTo>
                <a:lnTo>
                  <a:pt x="56605" y="39297"/>
                </a:lnTo>
                <a:lnTo>
                  <a:pt x="57150" y="38861"/>
                </a:lnTo>
                <a:lnTo>
                  <a:pt x="57150" y="51053"/>
                </a:lnTo>
                <a:lnTo>
                  <a:pt x="59436" y="49529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953"/>
                </a:lnTo>
                <a:lnTo>
                  <a:pt x="64008" y="12191"/>
                </a:lnTo>
                <a:lnTo>
                  <a:pt x="63246" y="12191"/>
                </a:lnTo>
                <a:lnTo>
                  <a:pt x="60198" y="8381"/>
                </a:lnTo>
                <a:lnTo>
                  <a:pt x="59436" y="8381"/>
                </a:lnTo>
                <a:lnTo>
                  <a:pt x="59436" y="22097"/>
                </a:lnTo>
                <a:lnTo>
                  <a:pt x="58674" y="21335"/>
                </a:lnTo>
                <a:lnTo>
                  <a:pt x="60198" y="25907"/>
                </a:lnTo>
                <a:lnTo>
                  <a:pt x="60198" y="24383"/>
                </a:lnTo>
                <a:lnTo>
                  <a:pt x="60960" y="27431"/>
                </a:lnTo>
                <a:lnTo>
                  <a:pt x="60960" y="48005"/>
                </a:lnTo>
                <a:lnTo>
                  <a:pt x="64008" y="44957"/>
                </a:lnTo>
                <a:lnTo>
                  <a:pt x="67056" y="40385"/>
                </a:lnTo>
                <a:close/>
              </a:path>
              <a:path w="70485" h="57150">
                <a:moveTo>
                  <a:pt x="60960" y="48005"/>
                </a:moveTo>
                <a:lnTo>
                  <a:pt x="60960" y="28955"/>
                </a:lnTo>
                <a:lnTo>
                  <a:pt x="60198" y="30479"/>
                </a:lnTo>
                <a:lnTo>
                  <a:pt x="60198" y="32003"/>
                </a:lnTo>
                <a:lnTo>
                  <a:pt x="58674" y="35813"/>
                </a:lnTo>
                <a:lnTo>
                  <a:pt x="59436" y="35051"/>
                </a:lnTo>
                <a:lnTo>
                  <a:pt x="59436" y="48767"/>
                </a:lnTo>
                <a:lnTo>
                  <a:pt x="60198" y="48767"/>
                </a:lnTo>
                <a:lnTo>
                  <a:pt x="60960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7818" y="17525"/>
                </a:lnTo>
                <a:lnTo>
                  <a:pt x="67056" y="17525"/>
                </a:lnTo>
                <a:lnTo>
                  <a:pt x="67056" y="39623"/>
                </a:lnTo>
                <a:lnTo>
                  <a:pt x="67818" y="39623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5145"/>
                </a:lnTo>
                <a:lnTo>
                  <a:pt x="69342" y="22859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AC5D14C6-A1AA-4CA3-83D0-35C4A26EE606}"/>
              </a:ext>
            </a:extLst>
          </p:cNvPr>
          <p:cNvSpPr/>
          <p:nvPr/>
        </p:nvSpPr>
        <p:spPr>
          <a:xfrm>
            <a:off x="4655600" y="2899125"/>
            <a:ext cx="71717" cy="60512"/>
          </a:xfrm>
          <a:custGeom>
            <a:avLst/>
            <a:gdLst/>
            <a:ahLst/>
            <a:cxnLst/>
            <a:rect l="l" t="t" r="r" b="b"/>
            <a:pathLst>
              <a:path w="60960" h="51435">
                <a:moveTo>
                  <a:pt x="60960" y="25908"/>
                </a:moveTo>
                <a:lnTo>
                  <a:pt x="58554" y="15751"/>
                </a:lnTo>
                <a:lnTo>
                  <a:pt x="52006" y="7524"/>
                </a:lnTo>
                <a:lnTo>
                  <a:pt x="42314" y="2012"/>
                </a:lnTo>
                <a:lnTo>
                  <a:pt x="30480" y="0"/>
                </a:lnTo>
                <a:lnTo>
                  <a:pt x="18645" y="2012"/>
                </a:lnTo>
                <a:lnTo>
                  <a:pt x="8953" y="7524"/>
                </a:lnTo>
                <a:lnTo>
                  <a:pt x="2405" y="15751"/>
                </a:lnTo>
                <a:lnTo>
                  <a:pt x="0" y="25908"/>
                </a:lnTo>
                <a:lnTo>
                  <a:pt x="2405" y="35623"/>
                </a:lnTo>
                <a:lnTo>
                  <a:pt x="8953" y="43624"/>
                </a:lnTo>
                <a:lnTo>
                  <a:pt x="18645" y="49053"/>
                </a:lnTo>
                <a:lnTo>
                  <a:pt x="30480" y="51054"/>
                </a:lnTo>
                <a:lnTo>
                  <a:pt x="42314" y="49053"/>
                </a:lnTo>
                <a:lnTo>
                  <a:pt x="52006" y="43624"/>
                </a:lnTo>
                <a:lnTo>
                  <a:pt x="58554" y="35623"/>
                </a:lnTo>
                <a:lnTo>
                  <a:pt x="6096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214D68BA-67B7-4A8F-89E9-441D7D755786}"/>
              </a:ext>
            </a:extLst>
          </p:cNvPr>
          <p:cNvSpPr/>
          <p:nvPr/>
        </p:nvSpPr>
        <p:spPr>
          <a:xfrm>
            <a:off x="4650222" y="2893747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09"/>
                </a:moveTo>
                <a:lnTo>
                  <a:pt x="3047" y="18287"/>
                </a:lnTo>
                <a:lnTo>
                  <a:pt x="1523" y="21335"/>
                </a:lnTo>
                <a:lnTo>
                  <a:pt x="0" y="27431"/>
                </a:lnTo>
                <a:lnTo>
                  <a:pt x="0" y="30479"/>
                </a:lnTo>
                <a:lnTo>
                  <a:pt x="762" y="33527"/>
                </a:lnTo>
                <a:lnTo>
                  <a:pt x="762" y="36575"/>
                </a:lnTo>
                <a:lnTo>
                  <a:pt x="2286" y="39623"/>
                </a:lnTo>
                <a:lnTo>
                  <a:pt x="3048" y="41909"/>
                </a:lnTo>
                <a:close/>
              </a:path>
              <a:path w="70485" h="60325">
                <a:moveTo>
                  <a:pt x="54102" y="16001"/>
                </a:move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6001" y="5333"/>
                </a:lnTo>
                <a:lnTo>
                  <a:pt x="15239" y="5333"/>
                </a:lnTo>
                <a:lnTo>
                  <a:pt x="11429" y="8381"/>
                </a:lnTo>
                <a:lnTo>
                  <a:pt x="10667" y="8381"/>
                </a:lnTo>
                <a:lnTo>
                  <a:pt x="10667" y="9143"/>
                </a:lnTo>
                <a:lnTo>
                  <a:pt x="6857" y="12953"/>
                </a:lnTo>
                <a:lnTo>
                  <a:pt x="6095" y="12953"/>
                </a:lnTo>
                <a:lnTo>
                  <a:pt x="6095" y="13715"/>
                </a:lnTo>
                <a:lnTo>
                  <a:pt x="3047" y="17525"/>
                </a:lnTo>
                <a:lnTo>
                  <a:pt x="3048" y="42671"/>
                </a:lnTo>
                <a:lnTo>
                  <a:pt x="6096" y="47243"/>
                </a:lnTo>
                <a:lnTo>
                  <a:pt x="9906" y="51053"/>
                </a:lnTo>
                <a:lnTo>
                  <a:pt x="9906" y="25907"/>
                </a:lnTo>
                <a:lnTo>
                  <a:pt x="10668" y="24383"/>
                </a:lnTo>
                <a:lnTo>
                  <a:pt x="11430" y="22097"/>
                </a:lnTo>
                <a:lnTo>
                  <a:pt x="11430" y="22859"/>
                </a:lnTo>
                <a:lnTo>
                  <a:pt x="13716" y="18287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1336" y="12953"/>
                </a:lnTo>
                <a:lnTo>
                  <a:pt x="21336" y="13334"/>
                </a:lnTo>
                <a:lnTo>
                  <a:pt x="24384" y="11810"/>
                </a:lnTo>
                <a:lnTo>
                  <a:pt x="24384" y="1142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5720" y="11429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3"/>
                </a:lnTo>
                <a:lnTo>
                  <a:pt x="53340" y="15493"/>
                </a:lnTo>
                <a:lnTo>
                  <a:pt x="53340" y="15239"/>
                </a:lnTo>
                <a:lnTo>
                  <a:pt x="54102" y="16001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7"/>
                </a:lnTo>
                <a:lnTo>
                  <a:pt x="13716" y="41147"/>
                </a:lnTo>
                <a:lnTo>
                  <a:pt x="13716" y="41909"/>
                </a:lnTo>
                <a:lnTo>
                  <a:pt x="11430" y="37337"/>
                </a:lnTo>
                <a:lnTo>
                  <a:pt x="11430" y="38099"/>
                </a:lnTo>
                <a:lnTo>
                  <a:pt x="9906" y="33527"/>
                </a:lnTo>
                <a:lnTo>
                  <a:pt x="9906" y="51053"/>
                </a:lnTo>
                <a:lnTo>
                  <a:pt x="10668" y="51815"/>
                </a:lnTo>
                <a:lnTo>
                  <a:pt x="11430" y="51815"/>
                </a:lnTo>
                <a:lnTo>
                  <a:pt x="15240" y="54863"/>
                </a:lnTo>
                <a:lnTo>
                  <a:pt x="16002" y="55625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60325">
                <a:moveTo>
                  <a:pt x="21336" y="47243"/>
                </a:moveTo>
                <a:lnTo>
                  <a:pt x="16763" y="44195"/>
                </a:lnTo>
                <a:lnTo>
                  <a:pt x="17526" y="44957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3"/>
                </a:lnTo>
                <a:lnTo>
                  <a:pt x="21336" y="47243"/>
                </a:lnTo>
                <a:close/>
              </a:path>
              <a:path w="70485" h="60325">
                <a:moveTo>
                  <a:pt x="21336" y="13334"/>
                </a:moveTo>
                <a:lnTo>
                  <a:pt x="21336" y="12953"/>
                </a:lnTo>
                <a:lnTo>
                  <a:pt x="20574" y="13715"/>
                </a:lnTo>
                <a:lnTo>
                  <a:pt x="21336" y="13334"/>
                </a:lnTo>
                <a:close/>
              </a:path>
              <a:path w="70485" h="60325">
                <a:moveTo>
                  <a:pt x="25146" y="58673"/>
                </a:moveTo>
                <a:lnTo>
                  <a:pt x="25146" y="49529"/>
                </a:lnTo>
                <a:lnTo>
                  <a:pt x="20574" y="47243"/>
                </a:lnTo>
                <a:lnTo>
                  <a:pt x="20574" y="57585"/>
                </a:lnTo>
                <a:lnTo>
                  <a:pt x="21336" y="57911"/>
                </a:lnTo>
                <a:lnTo>
                  <a:pt x="22098" y="57911"/>
                </a:lnTo>
                <a:lnTo>
                  <a:pt x="25146" y="58673"/>
                </a:lnTo>
                <a:close/>
              </a:path>
              <a:path w="70485" h="60325">
                <a:moveTo>
                  <a:pt x="25146" y="11429"/>
                </a:moveTo>
                <a:lnTo>
                  <a:pt x="24384" y="11429"/>
                </a:lnTo>
                <a:lnTo>
                  <a:pt x="24384" y="11810"/>
                </a:lnTo>
                <a:lnTo>
                  <a:pt x="25146" y="11429"/>
                </a:lnTo>
                <a:close/>
              </a:path>
              <a:path w="70485" h="60325">
                <a:moveTo>
                  <a:pt x="30480" y="50291"/>
                </a:moveTo>
                <a:lnTo>
                  <a:pt x="24384" y="48767"/>
                </a:lnTo>
                <a:lnTo>
                  <a:pt x="25146" y="49529"/>
                </a:lnTo>
                <a:lnTo>
                  <a:pt x="25146" y="58673"/>
                </a:lnTo>
                <a:lnTo>
                  <a:pt x="28194" y="59435"/>
                </a:lnTo>
                <a:lnTo>
                  <a:pt x="28956" y="60197"/>
                </a:lnTo>
                <a:lnTo>
                  <a:pt x="29718" y="60197"/>
                </a:lnTo>
                <a:lnTo>
                  <a:pt x="29718" y="50291"/>
                </a:lnTo>
                <a:lnTo>
                  <a:pt x="30480" y="50291"/>
                </a:lnTo>
                <a:close/>
              </a:path>
              <a:path w="70485" h="60325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60325">
                <a:moveTo>
                  <a:pt x="35814" y="60197"/>
                </a:moveTo>
                <a:lnTo>
                  <a:pt x="35814" y="51053"/>
                </a:lnTo>
                <a:lnTo>
                  <a:pt x="35052" y="51053"/>
                </a:lnTo>
                <a:lnTo>
                  <a:pt x="29718" y="50291"/>
                </a:lnTo>
                <a:lnTo>
                  <a:pt x="29718" y="60197"/>
                </a:lnTo>
                <a:lnTo>
                  <a:pt x="35814" y="60197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7"/>
                </a:moveTo>
                <a:lnTo>
                  <a:pt x="41148" y="50291"/>
                </a:lnTo>
                <a:lnTo>
                  <a:pt x="35433" y="51006"/>
                </a:lnTo>
                <a:lnTo>
                  <a:pt x="35814" y="51053"/>
                </a:lnTo>
                <a:lnTo>
                  <a:pt x="35814" y="60197"/>
                </a:lnTo>
                <a:lnTo>
                  <a:pt x="41148" y="60197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7"/>
                </a:moveTo>
                <a:lnTo>
                  <a:pt x="40386" y="50291"/>
                </a:lnTo>
                <a:lnTo>
                  <a:pt x="41148" y="50291"/>
                </a:lnTo>
                <a:lnTo>
                  <a:pt x="41148" y="60197"/>
                </a:lnTo>
                <a:lnTo>
                  <a:pt x="41910" y="60197"/>
                </a:lnTo>
                <a:lnTo>
                  <a:pt x="41910" y="59435"/>
                </a:lnTo>
                <a:lnTo>
                  <a:pt x="42672" y="59435"/>
                </a:lnTo>
                <a:lnTo>
                  <a:pt x="44958" y="58782"/>
                </a:lnTo>
                <a:lnTo>
                  <a:pt x="44958" y="49529"/>
                </a:lnTo>
                <a:lnTo>
                  <a:pt x="45720" y="48767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29"/>
                </a:lnTo>
                <a:lnTo>
                  <a:pt x="44958" y="11429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3"/>
                </a:lnTo>
                <a:lnTo>
                  <a:pt x="44958" y="49529"/>
                </a:lnTo>
                <a:lnTo>
                  <a:pt x="44958" y="58782"/>
                </a:lnTo>
                <a:lnTo>
                  <a:pt x="48006" y="57911"/>
                </a:lnTo>
                <a:lnTo>
                  <a:pt x="48768" y="57911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5"/>
                </a:moveTo>
                <a:lnTo>
                  <a:pt x="49530" y="12953"/>
                </a:lnTo>
                <a:lnTo>
                  <a:pt x="49530" y="13389"/>
                </a:lnTo>
                <a:lnTo>
                  <a:pt x="50292" y="13715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3"/>
                </a:lnTo>
                <a:lnTo>
                  <a:pt x="50292" y="47243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7"/>
                </a:lnTo>
                <a:lnTo>
                  <a:pt x="53775" y="44413"/>
                </a:lnTo>
                <a:close/>
              </a:path>
              <a:path w="70485" h="60325">
                <a:moveTo>
                  <a:pt x="54102" y="16001"/>
                </a:moveTo>
                <a:lnTo>
                  <a:pt x="53340" y="15239"/>
                </a:lnTo>
                <a:lnTo>
                  <a:pt x="53775" y="15784"/>
                </a:lnTo>
                <a:lnTo>
                  <a:pt x="54102" y="16001"/>
                </a:lnTo>
                <a:close/>
              </a:path>
              <a:path w="70485" h="60325">
                <a:moveTo>
                  <a:pt x="53775" y="15784"/>
                </a:moveTo>
                <a:lnTo>
                  <a:pt x="53340" y="15239"/>
                </a:lnTo>
                <a:lnTo>
                  <a:pt x="53340" y="15493"/>
                </a:lnTo>
                <a:lnTo>
                  <a:pt x="53775" y="15784"/>
                </a:lnTo>
                <a:close/>
              </a:path>
              <a:path w="70485" h="60325">
                <a:moveTo>
                  <a:pt x="54102" y="44195"/>
                </a:moveTo>
                <a:lnTo>
                  <a:pt x="53775" y="44413"/>
                </a:lnTo>
                <a:lnTo>
                  <a:pt x="53340" y="44957"/>
                </a:lnTo>
                <a:lnTo>
                  <a:pt x="54102" y="44195"/>
                </a:lnTo>
                <a:close/>
              </a:path>
              <a:path w="70485" h="60325">
                <a:moveTo>
                  <a:pt x="54102" y="55625"/>
                </a:moveTo>
                <a:lnTo>
                  <a:pt x="54102" y="44195"/>
                </a:lnTo>
                <a:lnTo>
                  <a:pt x="53340" y="44957"/>
                </a:lnTo>
                <a:lnTo>
                  <a:pt x="53340" y="55952"/>
                </a:lnTo>
                <a:lnTo>
                  <a:pt x="54102" y="55625"/>
                </a:lnTo>
                <a:close/>
              </a:path>
              <a:path w="70485" h="60325">
                <a:moveTo>
                  <a:pt x="67056" y="42671"/>
                </a:moveTo>
                <a:lnTo>
                  <a:pt x="67056" y="17525"/>
                </a:lnTo>
                <a:lnTo>
                  <a:pt x="64008" y="13715"/>
                </a:lnTo>
                <a:lnTo>
                  <a:pt x="64008" y="12953"/>
                </a:lnTo>
                <a:lnTo>
                  <a:pt x="63246" y="12953"/>
                </a:lnTo>
                <a:lnTo>
                  <a:pt x="60198" y="9143"/>
                </a:lnTo>
                <a:lnTo>
                  <a:pt x="59436" y="8381"/>
                </a:lnTo>
                <a:lnTo>
                  <a:pt x="54864" y="5333"/>
                </a:lnTo>
                <a:lnTo>
                  <a:pt x="54102" y="5333"/>
                </a:lnTo>
                <a:lnTo>
                  <a:pt x="54102" y="16001"/>
                </a:lnTo>
                <a:lnTo>
                  <a:pt x="53775" y="15784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859"/>
                </a:lnTo>
                <a:lnTo>
                  <a:pt x="58674" y="22097"/>
                </a:lnTo>
                <a:lnTo>
                  <a:pt x="60198" y="26669"/>
                </a:lnTo>
                <a:lnTo>
                  <a:pt x="60198" y="51815"/>
                </a:lnTo>
                <a:lnTo>
                  <a:pt x="63246" y="48005"/>
                </a:lnTo>
                <a:lnTo>
                  <a:pt x="64008" y="47243"/>
                </a:lnTo>
                <a:lnTo>
                  <a:pt x="67056" y="42671"/>
                </a:lnTo>
                <a:close/>
              </a:path>
              <a:path w="70485" h="60325">
                <a:moveTo>
                  <a:pt x="60198" y="51815"/>
                </a:moveTo>
                <a:lnTo>
                  <a:pt x="60198" y="33527"/>
                </a:lnTo>
                <a:lnTo>
                  <a:pt x="58674" y="38099"/>
                </a:lnTo>
                <a:lnTo>
                  <a:pt x="58674" y="37337"/>
                </a:lnTo>
                <a:lnTo>
                  <a:pt x="56388" y="41909"/>
                </a:lnTo>
                <a:lnTo>
                  <a:pt x="56388" y="41147"/>
                </a:lnTo>
                <a:lnTo>
                  <a:pt x="53775" y="44413"/>
                </a:lnTo>
                <a:lnTo>
                  <a:pt x="54102" y="44195"/>
                </a:lnTo>
                <a:lnTo>
                  <a:pt x="54102" y="55625"/>
                </a:lnTo>
                <a:lnTo>
                  <a:pt x="54864" y="54863"/>
                </a:lnTo>
                <a:lnTo>
                  <a:pt x="59436" y="51815"/>
                </a:lnTo>
                <a:lnTo>
                  <a:pt x="60198" y="51815"/>
                </a:lnTo>
                <a:close/>
              </a:path>
              <a:path w="70485" h="60325">
                <a:moveTo>
                  <a:pt x="69342" y="37337"/>
                </a:moveTo>
                <a:lnTo>
                  <a:pt x="69342" y="23621"/>
                </a:lnTo>
                <a:lnTo>
                  <a:pt x="67056" y="19049"/>
                </a:lnTo>
                <a:lnTo>
                  <a:pt x="67056" y="41909"/>
                </a:lnTo>
                <a:lnTo>
                  <a:pt x="69342" y="37337"/>
                </a:lnTo>
                <a:close/>
              </a:path>
              <a:path w="70485" h="60325">
                <a:moveTo>
                  <a:pt x="70104" y="32765"/>
                </a:moveTo>
                <a:lnTo>
                  <a:pt x="70104" y="26669"/>
                </a:lnTo>
                <a:lnTo>
                  <a:pt x="69342" y="24383"/>
                </a:lnTo>
                <a:lnTo>
                  <a:pt x="69342" y="36575"/>
                </a:lnTo>
                <a:lnTo>
                  <a:pt x="70104" y="32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38BA2CB6-59B9-40EC-8594-CE615B1B56F7}"/>
              </a:ext>
            </a:extLst>
          </p:cNvPr>
          <p:cNvSpPr/>
          <p:nvPr/>
        </p:nvSpPr>
        <p:spPr>
          <a:xfrm>
            <a:off x="5215895" y="4157771"/>
            <a:ext cx="64247" cy="56776"/>
          </a:xfrm>
          <a:custGeom>
            <a:avLst/>
            <a:gdLst/>
            <a:ahLst/>
            <a:cxnLst/>
            <a:rect l="l" t="t" r="r" b="b"/>
            <a:pathLst>
              <a:path w="54610" h="48260">
                <a:moveTo>
                  <a:pt x="54102" y="24384"/>
                </a:moveTo>
                <a:lnTo>
                  <a:pt x="51970" y="14787"/>
                </a:lnTo>
                <a:lnTo>
                  <a:pt x="46196" y="7048"/>
                </a:lnTo>
                <a:lnTo>
                  <a:pt x="37707" y="1881"/>
                </a:lnTo>
                <a:lnTo>
                  <a:pt x="27432" y="0"/>
                </a:lnTo>
                <a:lnTo>
                  <a:pt x="16716" y="1881"/>
                </a:lnTo>
                <a:lnTo>
                  <a:pt x="8000" y="7048"/>
                </a:lnTo>
                <a:lnTo>
                  <a:pt x="2143" y="14787"/>
                </a:lnTo>
                <a:lnTo>
                  <a:pt x="0" y="24384"/>
                </a:lnTo>
                <a:lnTo>
                  <a:pt x="2143" y="33539"/>
                </a:lnTo>
                <a:lnTo>
                  <a:pt x="8001" y="41052"/>
                </a:lnTo>
                <a:lnTo>
                  <a:pt x="16716" y="46136"/>
                </a:lnTo>
                <a:lnTo>
                  <a:pt x="27432" y="48006"/>
                </a:lnTo>
                <a:lnTo>
                  <a:pt x="37707" y="46136"/>
                </a:lnTo>
                <a:lnTo>
                  <a:pt x="46196" y="41052"/>
                </a:lnTo>
                <a:lnTo>
                  <a:pt x="51970" y="33539"/>
                </a:lnTo>
                <a:lnTo>
                  <a:pt x="54102" y="2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4">
            <a:extLst>
              <a:ext uri="{FF2B5EF4-FFF2-40B4-BE49-F238E27FC236}">
                <a16:creationId xmlns:a16="http://schemas.microsoft.com/office/drawing/2014/main" id="{2F82EFAC-6E59-498D-954B-1D8EEF31BA21}"/>
              </a:ext>
            </a:extLst>
          </p:cNvPr>
          <p:cNvSpPr/>
          <p:nvPr/>
        </p:nvSpPr>
        <p:spPr>
          <a:xfrm>
            <a:off x="5210516" y="4152392"/>
            <a:ext cx="75453" cy="67235"/>
          </a:xfrm>
          <a:custGeom>
            <a:avLst/>
            <a:gdLst/>
            <a:ahLst/>
            <a:cxnLst/>
            <a:rect l="l" t="t" r="r" b="b"/>
            <a:pathLst>
              <a:path w="64135" h="57150">
                <a:moveTo>
                  <a:pt x="762" y="34289"/>
                </a:moveTo>
                <a:lnTo>
                  <a:pt x="761" y="23621"/>
                </a:lnTo>
                <a:lnTo>
                  <a:pt x="0" y="28193"/>
                </a:lnTo>
                <a:lnTo>
                  <a:pt x="0" y="28955"/>
                </a:lnTo>
                <a:lnTo>
                  <a:pt x="762" y="34289"/>
                </a:lnTo>
                <a:close/>
              </a:path>
              <a:path w="64135" h="57150">
                <a:moveTo>
                  <a:pt x="3048" y="39623"/>
                </a:moveTo>
                <a:lnTo>
                  <a:pt x="3047" y="17525"/>
                </a:lnTo>
                <a:lnTo>
                  <a:pt x="2285" y="17525"/>
                </a:lnTo>
                <a:lnTo>
                  <a:pt x="761" y="22097"/>
                </a:lnTo>
                <a:lnTo>
                  <a:pt x="762" y="35051"/>
                </a:lnTo>
                <a:lnTo>
                  <a:pt x="2286" y="39623"/>
                </a:lnTo>
                <a:lnTo>
                  <a:pt x="3048" y="39623"/>
                </a:lnTo>
                <a:close/>
              </a:path>
              <a:path w="64135" h="57150">
                <a:moveTo>
                  <a:pt x="60960" y="40385"/>
                </a:moveTo>
                <a:lnTo>
                  <a:pt x="60960" y="16763"/>
                </a:lnTo>
                <a:lnTo>
                  <a:pt x="58674" y="12953"/>
                </a:lnTo>
                <a:lnTo>
                  <a:pt x="57912" y="12953"/>
                </a:lnTo>
                <a:lnTo>
                  <a:pt x="57912" y="12191"/>
                </a:lnTo>
                <a:lnTo>
                  <a:pt x="54864" y="8381"/>
                </a:lnTo>
                <a:lnTo>
                  <a:pt x="54038" y="8339"/>
                </a:lnTo>
                <a:lnTo>
                  <a:pt x="49530" y="5333"/>
                </a:lnTo>
                <a:lnTo>
                  <a:pt x="49530" y="4571"/>
                </a:lnTo>
                <a:lnTo>
                  <a:pt x="48768" y="4571"/>
                </a:lnTo>
                <a:lnTo>
                  <a:pt x="44196" y="2285"/>
                </a:lnTo>
                <a:lnTo>
                  <a:pt x="43434" y="2285"/>
                </a:lnTo>
                <a:lnTo>
                  <a:pt x="38862" y="761"/>
                </a:lnTo>
                <a:lnTo>
                  <a:pt x="38100" y="761"/>
                </a:lnTo>
                <a:lnTo>
                  <a:pt x="32004" y="0"/>
                </a:lnTo>
                <a:lnTo>
                  <a:pt x="31242" y="0"/>
                </a:lnTo>
                <a:lnTo>
                  <a:pt x="26670" y="653"/>
                </a:lnTo>
                <a:lnTo>
                  <a:pt x="25145" y="761"/>
                </a:lnTo>
                <a:lnTo>
                  <a:pt x="19811" y="2285"/>
                </a:lnTo>
                <a:lnTo>
                  <a:pt x="19049" y="2285"/>
                </a:lnTo>
                <a:lnTo>
                  <a:pt x="14477" y="4571"/>
                </a:lnTo>
                <a:lnTo>
                  <a:pt x="14477" y="5333"/>
                </a:lnTo>
                <a:lnTo>
                  <a:pt x="13715" y="5333"/>
                </a:lnTo>
                <a:lnTo>
                  <a:pt x="9905" y="8381"/>
                </a:lnTo>
                <a:lnTo>
                  <a:pt x="9143" y="8381"/>
                </a:lnTo>
                <a:lnTo>
                  <a:pt x="6095" y="12191"/>
                </a:lnTo>
                <a:lnTo>
                  <a:pt x="5333" y="12953"/>
                </a:lnTo>
                <a:lnTo>
                  <a:pt x="3047" y="16763"/>
                </a:lnTo>
                <a:lnTo>
                  <a:pt x="3048" y="40385"/>
                </a:lnTo>
                <a:lnTo>
                  <a:pt x="5334" y="44195"/>
                </a:lnTo>
                <a:lnTo>
                  <a:pt x="5334" y="44957"/>
                </a:lnTo>
                <a:lnTo>
                  <a:pt x="6096" y="44957"/>
                </a:lnTo>
                <a:lnTo>
                  <a:pt x="9144" y="48767"/>
                </a:lnTo>
                <a:lnTo>
                  <a:pt x="9906" y="48767"/>
                </a:lnTo>
                <a:lnTo>
                  <a:pt x="9906" y="25145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002" y="15239"/>
                </a:lnTo>
                <a:lnTo>
                  <a:pt x="16002" y="16001"/>
                </a:lnTo>
                <a:lnTo>
                  <a:pt x="19050" y="13563"/>
                </a:lnTo>
                <a:lnTo>
                  <a:pt x="19050" y="12953"/>
                </a:lnTo>
                <a:lnTo>
                  <a:pt x="22860" y="11683"/>
                </a:lnTo>
                <a:lnTo>
                  <a:pt x="22860" y="11429"/>
                </a:lnTo>
                <a:lnTo>
                  <a:pt x="26670" y="10159"/>
                </a:lnTo>
                <a:lnTo>
                  <a:pt x="26670" y="9905"/>
                </a:lnTo>
                <a:lnTo>
                  <a:pt x="36576" y="9905"/>
                </a:lnTo>
                <a:lnTo>
                  <a:pt x="36576" y="10123"/>
                </a:lnTo>
                <a:lnTo>
                  <a:pt x="41148" y="11429"/>
                </a:lnTo>
                <a:lnTo>
                  <a:pt x="41148" y="11683"/>
                </a:lnTo>
                <a:lnTo>
                  <a:pt x="44958" y="12953"/>
                </a:lnTo>
                <a:lnTo>
                  <a:pt x="44958" y="13563"/>
                </a:lnTo>
                <a:lnTo>
                  <a:pt x="47244" y="15392"/>
                </a:lnTo>
                <a:lnTo>
                  <a:pt x="47244" y="15239"/>
                </a:lnTo>
                <a:lnTo>
                  <a:pt x="51053" y="19049"/>
                </a:lnTo>
                <a:lnTo>
                  <a:pt x="51053" y="19557"/>
                </a:lnTo>
                <a:lnTo>
                  <a:pt x="52577" y="22097"/>
                </a:lnTo>
                <a:lnTo>
                  <a:pt x="52577" y="21335"/>
                </a:lnTo>
                <a:lnTo>
                  <a:pt x="54102" y="25145"/>
                </a:lnTo>
                <a:lnTo>
                  <a:pt x="54102" y="48767"/>
                </a:lnTo>
                <a:lnTo>
                  <a:pt x="54864" y="48767"/>
                </a:lnTo>
                <a:lnTo>
                  <a:pt x="57912" y="44957"/>
                </a:lnTo>
                <a:lnTo>
                  <a:pt x="58674" y="44195"/>
                </a:lnTo>
                <a:lnTo>
                  <a:pt x="60960" y="40385"/>
                </a:lnTo>
                <a:close/>
              </a:path>
              <a:path w="64135" h="57150">
                <a:moveTo>
                  <a:pt x="13716" y="39623"/>
                </a:moveTo>
                <a:lnTo>
                  <a:pt x="11430" y="35813"/>
                </a:lnTo>
                <a:lnTo>
                  <a:pt x="11430" y="36575"/>
                </a:lnTo>
                <a:lnTo>
                  <a:pt x="9906" y="32003"/>
                </a:lnTo>
                <a:lnTo>
                  <a:pt x="9906" y="49529"/>
                </a:lnTo>
                <a:lnTo>
                  <a:pt x="12954" y="51968"/>
                </a:lnTo>
                <a:lnTo>
                  <a:pt x="12954" y="38861"/>
                </a:lnTo>
                <a:lnTo>
                  <a:pt x="13716" y="39623"/>
                </a:lnTo>
                <a:close/>
              </a:path>
              <a:path w="6413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64135" h="57150">
                <a:moveTo>
                  <a:pt x="19812" y="54863"/>
                </a:moveTo>
                <a:lnTo>
                  <a:pt x="19812" y="44957"/>
                </a:lnTo>
                <a:lnTo>
                  <a:pt x="16002" y="41909"/>
                </a:lnTo>
                <a:lnTo>
                  <a:pt x="16002" y="42671"/>
                </a:lnTo>
                <a:lnTo>
                  <a:pt x="12954" y="38861"/>
                </a:lnTo>
                <a:lnTo>
                  <a:pt x="12954" y="51968"/>
                </a:lnTo>
                <a:lnTo>
                  <a:pt x="13716" y="52577"/>
                </a:lnTo>
                <a:lnTo>
                  <a:pt x="14478" y="52577"/>
                </a:lnTo>
                <a:lnTo>
                  <a:pt x="19050" y="54863"/>
                </a:lnTo>
                <a:lnTo>
                  <a:pt x="19812" y="54863"/>
                </a:lnTo>
                <a:close/>
              </a:path>
              <a:path w="64135" h="57150">
                <a:moveTo>
                  <a:pt x="19812" y="12953"/>
                </a:moveTo>
                <a:lnTo>
                  <a:pt x="19050" y="12953"/>
                </a:lnTo>
                <a:lnTo>
                  <a:pt x="19050" y="13563"/>
                </a:lnTo>
                <a:lnTo>
                  <a:pt x="19812" y="12953"/>
                </a:lnTo>
                <a:close/>
              </a:path>
              <a:path w="64135" h="57150">
                <a:moveTo>
                  <a:pt x="23622" y="56170"/>
                </a:moveTo>
                <a:lnTo>
                  <a:pt x="23622" y="46481"/>
                </a:lnTo>
                <a:lnTo>
                  <a:pt x="19050" y="44195"/>
                </a:lnTo>
                <a:lnTo>
                  <a:pt x="19812" y="44957"/>
                </a:lnTo>
                <a:lnTo>
                  <a:pt x="19812" y="55625"/>
                </a:lnTo>
                <a:lnTo>
                  <a:pt x="23622" y="56170"/>
                </a:lnTo>
                <a:close/>
              </a:path>
              <a:path w="64135" h="57150">
                <a:moveTo>
                  <a:pt x="23622" y="11429"/>
                </a:moveTo>
                <a:lnTo>
                  <a:pt x="22860" y="11429"/>
                </a:lnTo>
                <a:lnTo>
                  <a:pt x="22860" y="11683"/>
                </a:lnTo>
                <a:lnTo>
                  <a:pt x="23622" y="11429"/>
                </a:lnTo>
                <a:close/>
              </a:path>
              <a:path w="64135" h="57150">
                <a:moveTo>
                  <a:pt x="27432" y="47243"/>
                </a:moveTo>
                <a:lnTo>
                  <a:pt x="22860" y="45719"/>
                </a:lnTo>
                <a:lnTo>
                  <a:pt x="23622" y="46481"/>
                </a:lnTo>
                <a:lnTo>
                  <a:pt x="23622" y="56170"/>
                </a:lnTo>
                <a:lnTo>
                  <a:pt x="25146" y="56387"/>
                </a:lnTo>
                <a:lnTo>
                  <a:pt x="25908" y="56387"/>
                </a:lnTo>
                <a:lnTo>
                  <a:pt x="25908" y="57149"/>
                </a:lnTo>
                <a:lnTo>
                  <a:pt x="26670" y="57149"/>
                </a:lnTo>
                <a:lnTo>
                  <a:pt x="26670" y="47243"/>
                </a:lnTo>
                <a:lnTo>
                  <a:pt x="27432" y="47243"/>
                </a:lnTo>
                <a:close/>
              </a:path>
              <a:path w="64135" h="57150">
                <a:moveTo>
                  <a:pt x="27432" y="9905"/>
                </a:moveTo>
                <a:lnTo>
                  <a:pt x="26670" y="9905"/>
                </a:lnTo>
                <a:lnTo>
                  <a:pt x="26670" y="10159"/>
                </a:lnTo>
                <a:lnTo>
                  <a:pt x="27432" y="9905"/>
                </a:lnTo>
                <a:close/>
              </a:path>
              <a:path w="64135" h="57150">
                <a:moveTo>
                  <a:pt x="32004" y="57149"/>
                </a:moveTo>
                <a:lnTo>
                  <a:pt x="32004" y="48005"/>
                </a:lnTo>
                <a:lnTo>
                  <a:pt x="31242" y="48005"/>
                </a:lnTo>
                <a:lnTo>
                  <a:pt x="26670" y="47243"/>
                </a:lnTo>
                <a:lnTo>
                  <a:pt x="26670" y="57149"/>
                </a:lnTo>
                <a:lnTo>
                  <a:pt x="32004" y="57149"/>
                </a:lnTo>
                <a:close/>
              </a:path>
              <a:path w="64135" h="57150">
                <a:moveTo>
                  <a:pt x="31622" y="47951"/>
                </a:moveTo>
                <a:lnTo>
                  <a:pt x="31242" y="47897"/>
                </a:lnTo>
                <a:lnTo>
                  <a:pt x="31622" y="47951"/>
                </a:lnTo>
                <a:close/>
              </a:path>
              <a:path w="64135" h="57150">
                <a:moveTo>
                  <a:pt x="36576" y="57149"/>
                </a:moveTo>
                <a:lnTo>
                  <a:pt x="36576" y="47243"/>
                </a:lnTo>
                <a:lnTo>
                  <a:pt x="31622" y="47951"/>
                </a:lnTo>
                <a:lnTo>
                  <a:pt x="32004" y="48005"/>
                </a:lnTo>
                <a:lnTo>
                  <a:pt x="32004" y="57149"/>
                </a:lnTo>
                <a:lnTo>
                  <a:pt x="36576" y="57149"/>
                </a:lnTo>
                <a:close/>
              </a:path>
              <a:path w="64135" h="57150">
                <a:moveTo>
                  <a:pt x="36576" y="10123"/>
                </a:moveTo>
                <a:lnTo>
                  <a:pt x="36576" y="9905"/>
                </a:lnTo>
                <a:lnTo>
                  <a:pt x="35814" y="9905"/>
                </a:lnTo>
                <a:lnTo>
                  <a:pt x="36576" y="10123"/>
                </a:lnTo>
                <a:close/>
              </a:path>
              <a:path w="64135" h="57150">
                <a:moveTo>
                  <a:pt x="41148" y="45719"/>
                </a:moveTo>
                <a:lnTo>
                  <a:pt x="35814" y="47243"/>
                </a:lnTo>
                <a:lnTo>
                  <a:pt x="36576" y="47243"/>
                </a:lnTo>
                <a:lnTo>
                  <a:pt x="36576" y="57149"/>
                </a:lnTo>
                <a:lnTo>
                  <a:pt x="38100" y="57149"/>
                </a:lnTo>
                <a:lnTo>
                  <a:pt x="38100" y="56387"/>
                </a:lnTo>
                <a:lnTo>
                  <a:pt x="38862" y="56387"/>
                </a:lnTo>
                <a:lnTo>
                  <a:pt x="40386" y="56133"/>
                </a:lnTo>
                <a:lnTo>
                  <a:pt x="40386" y="46481"/>
                </a:lnTo>
                <a:lnTo>
                  <a:pt x="41148" y="45719"/>
                </a:lnTo>
                <a:close/>
              </a:path>
              <a:path w="64135" h="57150">
                <a:moveTo>
                  <a:pt x="41148" y="11683"/>
                </a:moveTo>
                <a:lnTo>
                  <a:pt x="41148" y="11429"/>
                </a:lnTo>
                <a:lnTo>
                  <a:pt x="40386" y="11429"/>
                </a:lnTo>
                <a:lnTo>
                  <a:pt x="41148" y="11683"/>
                </a:lnTo>
                <a:close/>
              </a:path>
              <a:path w="64135" h="57150">
                <a:moveTo>
                  <a:pt x="44958" y="44195"/>
                </a:moveTo>
                <a:lnTo>
                  <a:pt x="40386" y="46481"/>
                </a:lnTo>
                <a:lnTo>
                  <a:pt x="40386" y="56133"/>
                </a:lnTo>
                <a:lnTo>
                  <a:pt x="43434" y="55625"/>
                </a:lnTo>
                <a:lnTo>
                  <a:pt x="44196" y="54863"/>
                </a:lnTo>
                <a:lnTo>
                  <a:pt x="44196" y="44957"/>
                </a:lnTo>
                <a:lnTo>
                  <a:pt x="44958" y="44195"/>
                </a:lnTo>
                <a:close/>
              </a:path>
              <a:path w="64135" h="57150">
                <a:moveTo>
                  <a:pt x="44958" y="13563"/>
                </a:moveTo>
                <a:lnTo>
                  <a:pt x="44958" y="12953"/>
                </a:lnTo>
                <a:lnTo>
                  <a:pt x="44196" y="12953"/>
                </a:lnTo>
                <a:lnTo>
                  <a:pt x="44958" y="13563"/>
                </a:lnTo>
                <a:close/>
              </a:path>
              <a:path w="64135" h="57150">
                <a:moveTo>
                  <a:pt x="48005" y="41909"/>
                </a:moveTo>
                <a:lnTo>
                  <a:pt x="44196" y="44957"/>
                </a:lnTo>
                <a:lnTo>
                  <a:pt x="44196" y="54863"/>
                </a:lnTo>
                <a:lnTo>
                  <a:pt x="47244" y="53339"/>
                </a:lnTo>
                <a:lnTo>
                  <a:pt x="47244" y="42671"/>
                </a:lnTo>
                <a:lnTo>
                  <a:pt x="48005" y="41909"/>
                </a:lnTo>
                <a:close/>
              </a:path>
              <a:path w="64135" h="57150">
                <a:moveTo>
                  <a:pt x="48005" y="16001"/>
                </a:moveTo>
                <a:lnTo>
                  <a:pt x="47244" y="15239"/>
                </a:lnTo>
                <a:lnTo>
                  <a:pt x="47244" y="15392"/>
                </a:lnTo>
                <a:lnTo>
                  <a:pt x="48005" y="16001"/>
                </a:lnTo>
                <a:close/>
              </a:path>
              <a:path w="64135" h="57150">
                <a:moveTo>
                  <a:pt x="51053" y="51561"/>
                </a:moveTo>
                <a:lnTo>
                  <a:pt x="51053" y="38861"/>
                </a:lnTo>
                <a:lnTo>
                  <a:pt x="47244" y="42671"/>
                </a:lnTo>
                <a:lnTo>
                  <a:pt x="47244" y="53339"/>
                </a:lnTo>
                <a:lnTo>
                  <a:pt x="48768" y="52577"/>
                </a:lnTo>
                <a:lnTo>
                  <a:pt x="49530" y="52577"/>
                </a:lnTo>
                <a:lnTo>
                  <a:pt x="51053" y="51561"/>
                </a:lnTo>
                <a:close/>
              </a:path>
              <a:path w="64135" h="57150">
                <a:moveTo>
                  <a:pt x="51053" y="19557"/>
                </a:moveTo>
                <a:lnTo>
                  <a:pt x="51053" y="19049"/>
                </a:lnTo>
                <a:lnTo>
                  <a:pt x="50292" y="18287"/>
                </a:lnTo>
                <a:lnTo>
                  <a:pt x="51053" y="19557"/>
                </a:lnTo>
                <a:close/>
              </a:path>
              <a:path w="64135" h="57150">
                <a:moveTo>
                  <a:pt x="54102" y="49529"/>
                </a:moveTo>
                <a:lnTo>
                  <a:pt x="54102" y="32003"/>
                </a:lnTo>
                <a:lnTo>
                  <a:pt x="52577" y="36575"/>
                </a:lnTo>
                <a:lnTo>
                  <a:pt x="52577" y="35813"/>
                </a:lnTo>
                <a:lnTo>
                  <a:pt x="50292" y="39623"/>
                </a:lnTo>
                <a:lnTo>
                  <a:pt x="51053" y="38861"/>
                </a:lnTo>
                <a:lnTo>
                  <a:pt x="51053" y="51561"/>
                </a:lnTo>
                <a:lnTo>
                  <a:pt x="54102" y="49529"/>
                </a:lnTo>
                <a:close/>
              </a:path>
              <a:path w="64135" h="57150">
                <a:moveTo>
                  <a:pt x="54102" y="28193"/>
                </a:moveTo>
                <a:lnTo>
                  <a:pt x="54102" y="25145"/>
                </a:lnTo>
                <a:lnTo>
                  <a:pt x="53340" y="24383"/>
                </a:lnTo>
                <a:lnTo>
                  <a:pt x="54038" y="28574"/>
                </a:lnTo>
                <a:lnTo>
                  <a:pt x="54102" y="28193"/>
                </a:lnTo>
                <a:close/>
              </a:path>
              <a:path w="64135" h="57150">
                <a:moveTo>
                  <a:pt x="54102" y="32003"/>
                </a:moveTo>
                <a:lnTo>
                  <a:pt x="54102" y="28955"/>
                </a:lnTo>
                <a:lnTo>
                  <a:pt x="54038" y="28574"/>
                </a:lnTo>
                <a:lnTo>
                  <a:pt x="53340" y="32765"/>
                </a:lnTo>
                <a:lnTo>
                  <a:pt x="54102" y="32003"/>
                </a:lnTo>
                <a:close/>
              </a:path>
              <a:path w="64135" h="57150">
                <a:moveTo>
                  <a:pt x="54102" y="28955"/>
                </a:moveTo>
                <a:lnTo>
                  <a:pt x="54102" y="28193"/>
                </a:lnTo>
                <a:lnTo>
                  <a:pt x="54038" y="28574"/>
                </a:lnTo>
                <a:lnTo>
                  <a:pt x="54102" y="28955"/>
                </a:lnTo>
                <a:close/>
              </a:path>
              <a:path w="64135" h="57150">
                <a:moveTo>
                  <a:pt x="63246" y="35051"/>
                </a:moveTo>
                <a:lnTo>
                  <a:pt x="63246" y="22859"/>
                </a:lnTo>
                <a:lnTo>
                  <a:pt x="62484" y="22097"/>
                </a:lnTo>
                <a:lnTo>
                  <a:pt x="60960" y="17525"/>
                </a:lnTo>
                <a:lnTo>
                  <a:pt x="60960" y="39623"/>
                </a:lnTo>
                <a:lnTo>
                  <a:pt x="62484" y="35051"/>
                </a:lnTo>
                <a:lnTo>
                  <a:pt x="63246" y="35051"/>
                </a:lnTo>
                <a:close/>
              </a:path>
              <a:path w="64135" h="57150">
                <a:moveTo>
                  <a:pt x="64008" y="28955"/>
                </a:moveTo>
                <a:lnTo>
                  <a:pt x="64008" y="28193"/>
                </a:lnTo>
                <a:lnTo>
                  <a:pt x="63246" y="23621"/>
                </a:lnTo>
                <a:lnTo>
                  <a:pt x="63246" y="34289"/>
                </a:lnTo>
                <a:lnTo>
                  <a:pt x="64008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25">
            <a:extLst>
              <a:ext uri="{FF2B5EF4-FFF2-40B4-BE49-F238E27FC236}">
                <a16:creationId xmlns:a16="http://schemas.microsoft.com/office/drawing/2014/main" id="{8D27F790-7F20-4257-AAD2-91076A79FD09}"/>
              </a:ext>
            </a:extLst>
          </p:cNvPr>
          <p:cNvSpPr/>
          <p:nvPr/>
        </p:nvSpPr>
        <p:spPr>
          <a:xfrm>
            <a:off x="4224397" y="3435217"/>
            <a:ext cx="82475" cy="806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26">
            <a:extLst>
              <a:ext uri="{FF2B5EF4-FFF2-40B4-BE49-F238E27FC236}">
                <a16:creationId xmlns:a16="http://schemas.microsoft.com/office/drawing/2014/main" id="{179C190D-7026-4994-84FA-BF7A50207483}"/>
              </a:ext>
            </a:extLst>
          </p:cNvPr>
          <p:cNvSpPr/>
          <p:nvPr/>
        </p:nvSpPr>
        <p:spPr>
          <a:xfrm>
            <a:off x="6644869" y="4600628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10"/>
                </a:moveTo>
                <a:lnTo>
                  <a:pt x="3047" y="18288"/>
                </a:lnTo>
                <a:lnTo>
                  <a:pt x="1523" y="21336"/>
                </a:lnTo>
                <a:lnTo>
                  <a:pt x="0" y="27432"/>
                </a:lnTo>
                <a:lnTo>
                  <a:pt x="0" y="30480"/>
                </a:lnTo>
                <a:lnTo>
                  <a:pt x="762" y="33528"/>
                </a:lnTo>
                <a:lnTo>
                  <a:pt x="762" y="36576"/>
                </a:lnTo>
                <a:lnTo>
                  <a:pt x="2286" y="39624"/>
                </a:lnTo>
                <a:lnTo>
                  <a:pt x="3048" y="41910"/>
                </a:lnTo>
                <a:close/>
              </a:path>
              <a:path w="70485" h="60325">
                <a:moveTo>
                  <a:pt x="6096" y="47244"/>
                </a:moveTo>
                <a:lnTo>
                  <a:pt x="6095" y="13716"/>
                </a:lnTo>
                <a:lnTo>
                  <a:pt x="3047" y="17526"/>
                </a:lnTo>
                <a:lnTo>
                  <a:pt x="3048" y="42672"/>
                </a:lnTo>
                <a:lnTo>
                  <a:pt x="6096" y="47244"/>
                </a:lnTo>
                <a:close/>
              </a:path>
              <a:path w="70485" h="60325">
                <a:moveTo>
                  <a:pt x="54102" y="16002"/>
                </a:move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001" y="4572"/>
                </a:lnTo>
                <a:lnTo>
                  <a:pt x="16001" y="5334"/>
                </a:lnTo>
                <a:lnTo>
                  <a:pt x="15239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10667" y="9144"/>
                </a:lnTo>
                <a:lnTo>
                  <a:pt x="6857" y="12954"/>
                </a:lnTo>
                <a:lnTo>
                  <a:pt x="6095" y="12954"/>
                </a:lnTo>
                <a:lnTo>
                  <a:pt x="6096" y="48006"/>
                </a:lnTo>
                <a:lnTo>
                  <a:pt x="6858" y="48006"/>
                </a:lnTo>
                <a:lnTo>
                  <a:pt x="9906" y="51054"/>
                </a:lnTo>
                <a:lnTo>
                  <a:pt x="9906" y="25908"/>
                </a:lnTo>
                <a:lnTo>
                  <a:pt x="10668" y="24384"/>
                </a:lnTo>
                <a:lnTo>
                  <a:pt x="11430" y="22098"/>
                </a:lnTo>
                <a:lnTo>
                  <a:pt x="11430" y="22860"/>
                </a:lnTo>
                <a:lnTo>
                  <a:pt x="13716" y="19050"/>
                </a:lnTo>
                <a:lnTo>
                  <a:pt x="13716" y="19812"/>
                </a:lnTo>
                <a:lnTo>
                  <a:pt x="16763" y="16764"/>
                </a:lnTo>
                <a:lnTo>
                  <a:pt x="16763" y="16002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4102" y="16002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8"/>
                </a:lnTo>
                <a:lnTo>
                  <a:pt x="13716" y="41148"/>
                </a:lnTo>
                <a:lnTo>
                  <a:pt x="13716" y="41910"/>
                </a:lnTo>
                <a:lnTo>
                  <a:pt x="11430" y="37338"/>
                </a:lnTo>
                <a:lnTo>
                  <a:pt x="11430" y="38100"/>
                </a:lnTo>
                <a:lnTo>
                  <a:pt x="10668" y="35814"/>
                </a:lnTo>
                <a:lnTo>
                  <a:pt x="9906" y="34290"/>
                </a:lnTo>
                <a:lnTo>
                  <a:pt x="9906" y="51054"/>
                </a:lnTo>
                <a:lnTo>
                  <a:pt x="11430" y="52578"/>
                </a:lnTo>
                <a:lnTo>
                  <a:pt x="15240" y="55626"/>
                </a:lnTo>
                <a:lnTo>
                  <a:pt x="16002" y="55626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6002"/>
                </a:moveTo>
                <a:lnTo>
                  <a:pt x="16763" y="16002"/>
                </a:lnTo>
                <a:lnTo>
                  <a:pt x="16763" y="16764"/>
                </a:lnTo>
                <a:lnTo>
                  <a:pt x="17526" y="16002"/>
                </a:lnTo>
                <a:close/>
              </a:path>
              <a:path w="70485" h="60325">
                <a:moveTo>
                  <a:pt x="21336" y="47244"/>
                </a:moveTo>
                <a:lnTo>
                  <a:pt x="16763" y="44196"/>
                </a:lnTo>
                <a:lnTo>
                  <a:pt x="17526" y="44958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4"/>
                </a:lnTo>
                <a:lnTo>
                  <a:pt x="21336" y="47244"/>
                </a:lnTo>
                <a:close/>
              </a:path>
              <a:path w="70485" h="60325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60325">
                <a:moveTo>
                  <a:pt x="25146" y="59436"/>
                </a:moveTo>
                <a:lnTo>
                  <a:pt x="25146" y="49530"/>
                </a:lnTo>
                <a:lnTo>
                  <a:pt x="20574" y="47244"/>
                </a:lnTo>
                <a:lnTo>
                  <a:pt x="20574" y="57585"/>
                </a:lnTo>
                <a:lnTo>
                  <a:pt x="21336" y="57912"/>
                </a:lnTo>
                <a:lnTo>
                  <a:pt x="22098" y="57912"/>
                </a:lnTo>
                <a:lnTo>
                  <a:pt x="22098" y="58674"/>
                </a:lnTo>
                <a:lnTo>
                  <a:pt x="25146" y="59436"/>
                </a:lnTo>
                <a:close/>
              </a:path>
              <a:path w="70485" h="60325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60325">
                <a:moveTo>
                  <a:pt x="30480" y="50292"/>
                </a:moveTo>
                <a:lnTo>
                  <a:pt x="24384" y="48768"/>
                </a:lnTo>
                <a:lnTo>
                  <a:pt x="25146" y="49530"/>
                </a:lnTo>
                <a:lnTo>
                  <a:pt x="25146" y="59436"/>
                </a:lnTo>
                <a:lnTo>
                  <a:pt x="28194" y="60198"/>
                </a:lnTo>
                <a:lnTo>
                  <a:pt x="29718" y="60198"/>
                </a:lnTo>
                <a:lnTo>
                  <a:pt x="29718" y="50292"/>
                </a:lnTo>
                <a:lnTo>
                  <a:pt x="30480" y="50292"/>
                </a:lnTo>
                <a:close/>
              </a:path>
              <a:path w="70485" h="60325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60325">
                <a:moveTo>
                  <a:pt x="35814" y="60198"/>
                </a:moveTo>
                <a:lnTo>
                  <a:pt x="35814" y="51054"/>
                </a:lnTo>
                <a:lnTo>
                  <a:pt x="35052" y="51054"/>
                </a:lnTo>
                <a:lnTo>
                  <a:pt x="29718" y="50292"/>
                </a:lnTo>
                <a:lnTo>
                  <a:pt x="29718" y="60198"/>
                </a:lnTo>
                <a:lnTo>
                  <a:pt x="35814" y="60198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8"/>
                </a:moveTo>
                <a:lnTo>
                  <a:pt x="41148" y="50292"/>
                </a:lnTo>
                <a:lnTo>
                  <a:pt x="35433" y="51006"/>
                </a:lnTo>
                <a:lnTo>
                  <a:pt x="35814" y="51054"/>
                </a:lnTo>
                <a:lnTo>
                  <a:pt x="35814" y="60198"/>
                </a:lnTo>
                <a:lnTo>
                  <a:pt x="41148" y="60198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8"/>
                </a:moveTo>
                <a:lnTo>
                  <a:pt x="40386" y="50292"/>
                </a:lnTo>
                <a:lnTo>
                  <a:pt x="41148" y="50292"/>
                </a:lnTo>
                <a:lnTo>
                  <a:pt x="41148" y="60198"/>
                </a:lnTo>
                <a:lnTo>
                  <a:pt x="42672" y="60198"/>
                </a:lnTo>
                <a:lnTo>
                  <a:pt x="44958" y="59544"/>
                </a:lnTo>
                <a:lnTo>
                  <a:pt x="44958" y="49530"/>
                </a:lnTo>
                <a:lnTo>
                  <a:pt x="45720" y="48768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4"/>
                </a:lnTo>
                <a:lnTo>
                  <a:pt x="44958" y="49530"/>
                </a:lnTo>
                <a:lnTo>
                  <a:pt x="44958" y="59544"/>
                </a:lnTo>
                <a:lnTo>
                  <a:pt x="48006" y="58674"/>
                </a:lnTo>
                <a:lnTo>
                  <a:pt x="48006" y="57912"/>
                </a:lnTo>
                <a:lnTo>
                  <a:pt x="48768" y="57912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4"/>
                </a:lnTo>
                <a:lnTo>
                  <a:pt x="50292" y="47244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8"/>
                </a:lnTo>
                <a:lnTo>
                  <a:pt x="53775" y="44413"/>
                </a:lnTo>
                <a:close/>
              </a:path>
              <a:path w="70485" h="60325">
                <a:moveTo>
                  <a:pt x="64008" y="48006"/>
                </a:moveTo>
                <a:lnTo>
                  <a:pt x="64008" y="12954"/>
                </a:lnTo>
                <a:lnTo>
                  <a:pt x="63246" y="12954"/>
                </a:lnTo>
                <a:lnTo>
                  <a:pt x="60198" y="9144"/>
                </a:lnTo>
                <a:lnTo>
                  <a:pt x="59436" y="9144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5334"/>
                </a:lnTo>
                <a:lnTo>
                  <a:pt x="54102" y="16002"/>
                </a:lnTo>
                <a:lnTo>
                  <a:pt x="53340" y="16002"/>
                </a:lnTo>
                <a:lnTo>
                  <a:pt x="56388" y="19812"/>
                </a:lnTo>
                <a:lnTo>
                  <a:pt x="56388" y="19050"/>
                </a:lnTo>
                <a:lnTo>
                  <a:pt x="58674" y="22860"/>
                </a:lnTo>
                <a:lnTo>
                  <a:pt x="58674" y="22098"/>
                </a:lnTo>
                <a:lnTo>
                  <a:pt x="60198" y="26670"/>
                </a:lnTo>
                <a:lnTo>
                  <a:pt x="60198" y="51816"/>
                </a:lnTo>
                <a:lnTo>
                  <a:pt x="63246" y="48006"/>
                </a:lnTo>
                <a:lnTo>
                  <a:pt x="64008" y="48006"/>
                </a:lnTo>
                <a:close/>
              </a:path>
              <a:path w="70485" h="60325">
                <a:moveTo>
                  <a:pt x="54102" y="44196"/>
                </a:moveTo>
                <a:lnTo>
                  <a:pt x="53775" y="44413"/>
                </a:lnTo>
                <a:lnTo>
                  <a:pt x="53340" y="44958"/>
                </a:lnTo>
                <a:lnTo>
                  <a:pt x="54102" y="44196"/>
                </a:lnTo>
                <a:close/>
              </a:path>
              <a:path w="70485" h="60325">
                <a:moveTo>
                  <a:pt x="54102" y="55626"/>
                </a:moveTo>
                <a:lnTo>
                  <a:pt x="54102" y="44196"/>
                </a:lnTo>
                <a:lnTo>
                  <a:pt x="53340" y="44958"/>
                </a:lnTo>
                <a:lnTo>
                  <a:pt x="53340" y="55952"/>
                </a:lnTo>
                <a:lnTo>
                  <a:pt x="54102" y="55626"/>
                </a:lnTo>
                <a:close/>
              </a:path>
              <a:path w="70485" h="60325">
                <a:moveTo>
                  <a:pt x="60198" y="51816"/>
                </a:moveTo>
                <a:lnTo>
                  <a:pt x="60198" y="33528"/>
                </a:lnTo>
                <a:lnTo>
                  <a:pt x="58674" y="38862"/>
                </a:lnTo>
                <a:lnTo>
                  <a:pt x="58674" y="37338"/>
                </a:lnTo>
                <a:lnTo>
                  <a:pt x="56388" y="41910"/>
                </a:lnTo>
                <a:lnTo>
                  <a:pt x="56388" y="41148"/>
                </a:lnTo>
                <a:lnTo>
                  <a:pt x="53775" y="44413"/>
                </a:lnTo>
                <a:lnTo>
                  <a:pt x="54102" y="44196"/>
                </a:lnTo>
                <a:lnTo>
                  <a:pt x="54102" y="55626"/>
                </a:lnTo>
                <a:lnTo>
                  <a:pt x="54864" y="55626"/>
                </a:lnTo>
                <a:lnTo>
                  <a:pt x="59436" y="52578"/>
                </a:lnTo>
                <a:lnTo>
                  <a:pt x="59436" y="51816"/>
                </a:lnTo>
                <a:lnTo>
                  <a:pt x="60198" y="51816"/>
                </a:lnTo>
                <a:close/>
              </a:path>
              <a:path w="70485" h="60325">
                <a:moveTo>
                  <a:pt x="67056" y="42672"/>
                </a:moveTo>
                <a:lnTo>
                  <a:pt x="67056" y="17526"/>
                </a:lnTo>
                <a:lnTo>
                  <a:pt x="64008" y="13716"/>
                </a:lnTo>
                <a:lnTo>
                  <a:pt x="64008" y="47244"/>
                </a:lnTo>
                <a:lnTo>
                  <a:pt x="67056" y="42672"/>
                </a:lnTo>
                <a:close/>
              </a:path>
              <a:path w="70485" h="60325">
                <a:moveTo>
                  <a:pt x="69342" y="37338"/>
                </a:moveTo>
                <a:lnTo>
                  <a:pt x="69342" y="23622"/>
                </a:lnTo>
                <a:lnTo>
                  <a:pt x="67056" y="19050"/>
                </a:lnTo>
                <a:lnTo>
                  <a:pt x="67056" y="41910"/>
                </a:lnTo>
                <a:lnTo>
                  <a:pt x="69342" y="37338"/>
                </a:lnTo>
                <a:close/>
              </a:path>
              <a:path w="70485" h="60325">
                <a:moveTo>
                  <a:pt x="70104" y="33528"/>
                </a:moveTo>
                <a:lnTo>
                  <a:pt x="70104" y="26670"/>
                </a:lnTo>
                <a:lnTo>
                  <a:pt x="69342" y="24384"/>
                </a:lnTo>
                <a:lnTo>
                  <a:pt x="69342" y="36576"/>
                </a:lnTo>
                <a:lnTo>
                  <a:pt x="7010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3" name="object 27">
            <a:extLst>
              <a:ext uri="{FF2B5EF4-FFF2-40B4-BE49-F238E27FC236}">
                <a16:creationId xmlns:a16="http://schemas.microsoft.com/office/drawing/2014/main" id="{2AFCFA36-28CB-4030-9DEA-BC3A9554094E}"/>
              </a:ext>
            </a:extLst>
          </p:cNvPr>
          <p:cNvSpPr/>
          <p:nvPr/>
        </p:nvSpPr>
        <p:spPr>
          <a:xfrm>
            <a:off x="5213205" y="4987007"/>
            <a:ext cx="73511" cy="681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5" name="object 28">
            <a:extLst>
              <a:ext uri="{FF2B5EF4-FFF2-40B4-BE49-F238E27FC236}">
                <a16:creationId xmlns:a16="http://schemas.microsoft.com/office/drawing/2014/main" id="{F489461C-7D20-4261-BF0A-2249B04D04E0}"/>
              </a:ext>
            </a:extLst>
          </p:cNvPr>
          <p:cNvSpPr/>
          <p:nvPr/>
        </p:nvSpPr>
        <p:spPr>
          <a:xfrm>
            <a:off x="7702703" y="3558145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906"/>
                </a:moveTo>
                <a:lnTo>
                  <a:pt x="18288" y="15906"/>
                </a:lnTo>
                <a:lnTo>
                  <a:pt x="18288" y="5238"/>
                </a:lnTo>
                <a:lnTo>
                  <a:pt x="12954" y="8286"/>
                </a:lnTo>
                <a:lnTo>
                  <a:pt x="12954" y="9048"/>
                </a:lnTo>
                <a:lnTo>
                  <a:pt x="8382" y="12858"/>
                </a:lnTo>
                <a:lnTo>
                  <a:pt x="7620" y="12858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1524" y="24288"/>
                </a:lnTo>
                <a:lnTo>
                  <a:pt x="0" y="28860"/>
                </a:lnTo>
                <a:lnTo>
                  <a:pt x="0" y="35718"/>
                </a:lnTo>
                <a:lnTo>
                  <a:pt x="1524" y="41814"/>
                </a:lnTo>
                <a:lnTo>
                  <a:pt x="4572" y="47910"/>
                </a:lnTo>
                <a:lnTo>
                  <a:pt x="6096" y="50196"/>
                </a:lnTo>
                <a:lnTo>
                  <a:pt x="7620" y="51720"/>
                </a:lnTo>
                <a:lnTo>
                  <a:pt x="7620" y="52482"/>
                </a:lnTo>
                <a:lnTo>
                  <a:pt x="8382" y="52482"/>
                </a:lnTo>
                <a:lnTo>
                  <a:pt x="9906" y="53701"/>
                </a:lnTo>
                <a:lnTo>
                  <a:pt x="9906" y="31146"/>
                </a:lnTo>
                <a:lnTo>
                  <a:pt x="10668" y="26574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8954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62229">
                <a:moveTo>
                  <a:pt x="18288" y="58578"/>
                </a:moveTo>
                <a:lnTo>
                  <a:pt x="18288" y="48672"/>
                </a:lnTo>
                <a:lnTo>
                  <a:pt x="14478" y="44862"/>
                </a:lnTo>
                <a:lnTo>
                  <a:pt x="14478" y="45624"/>
                </a:lnTo>
                <a:lnTo>
                  <a:pt x="12954" y="44100"/>
                </a:lnTo>
                <a:lnTo>
                  <a:pt x="12192" y="41814"/>
                </a:lnTo>
                <a:lnTo>
                  <a:pt x="10668" y="40290"/>
                </a:lnTo>
                <a:lnTo>
                  <a:pt x="10668" y="38766"/>
                </a:lnTo>
                <a:lnTo>
                  <a:pt x="9906" y="36480"/>
                </a:lnTo>
                <a:lnTo>
                  <a:pt x="9906" y="53701"/>
                </a:lnTo>
                <a:lnTo>
                  <a:pt x="12192" y="55530"/>
                </a:lnTo>
                <a:lnTo>
                  <a:pt x="12192" y="56292"/>
                </a:lnTo>
                <a:lnTo>
                  <a:pt x="12954" y="56292"/>
                </a:lnTo>
                <a:lnTo>
                  <a:pt x="17526" y="58578"/>
                </a:lnTo>
                <a:lnTo>
                  <a:pt x="18288" y="58578"/>
                </a:lnTo>
                <a:close/>
              </a:path>
              <a:path w="68579" h="62229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62229">
                <a:moveTo>
                  <a:pt x="22098" y="50196"/>
                </a:moveTo>
                <a:lnTo>
                  <a:pt x="17526" y="47910"/>
                </a:lnTo>
                <a:lnTo>
                  <a:pt x="18288" y="48672"/>
                </a:lnTo>
                <a:lnTo>
                  <a:pt x="18288" y="59340"/>
                </a:lnTo>
                <a:lnTo>
                  <a:pt x="19050" y="59340"/>
                </a:lnTo>
                <a:lnTo>
                  <a:pt x="21336" y="60102"/>
                </a:lnTo>
                <a:lnTo>
                  <a:pt x="21336" y="50196"/>
                </a:lnTo>
                <a:lnTo>
                  <a:pt x="22098" y="50196"/>
                </a:lnTo>
                <a:close/>
              </a:path>
              <a:path w="68579" h="62229">
                <a:moveTo>
                  <a:pt x="60960" y="48672"/>
                </a:moveTo>
                <a:lnTo>
                  <a:pt x="60960" y="8286"/>
                </a:lnTo>
                <a:lnTo>
                  <a:pt x="56388" y="5238"/>
                </a:lnTo>
                <a:lnTo>
                  <a:pt x="55626" y="5238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146" y="2190"/>
                </a:lnTo>
                <a:lnTo>
                  <a:pt x="24384" y="2190"/>
                </a:lnTo>
                <a:lnTo>
                  <a:pt x="19050" y="4476"/>
                </a:lnTo>
                <a:lnTo>
                  <a:pt x="18288" y="4476"/>
                </a:lnTo>
                <a:lnTo>
                  <a:pt x="18288" y="15906"/>
                </a:lnTo>
                <a:lnTo>
                  <a:pt x="23622" y="12858"/>
                </a:lnTo>
                <a:lnTo>
                  <a:pt x="23622" y="13185"/>
                </a:lnTo>
                <a:lnTo>
                  <a:pt x="28194" y="10572"/>
                </a:lnTo>
                <a:lnTo>
                  <a:pt x="28194" y="11144"/>
                </a:lnTo>
                <a:lnTo>
                  <a:pt x="32766" y="10001"/>
                </a:lnTo>
                <a:lnTo>
                  <a:pt x="32766" y="9810"/>
                </a:lnTo>
                <a:lnTo>
                  <a:pt x="37338" y="9239"/>
                </a:lnTo>
                <a:lnTo>
                  <a:pt x="37338" y="9048"/>
                </a:lnTo>
                <a:lnTo>
                  <a:pt x="38862" y="9048"/>
                </a:lnTo>
                <a:lnTo>
                  <a:pt x="38862" y="9239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987"/>
                </a:lnTo>
                <a:lnTo>
                  <a:pt x="50292" y="12967"/>
                </a:lnTo>
                <a:lnTo>
                  <a:pt x="51816" y="13620"/>
                </a:lnTo>
                <a:lnTo>
                  <a:pt x="51816" y="13874"/>
                </a:lnTo>
                <a:lnTo>
                  <a:pt x="54102" y="15398"/>
                </a:lnTo>
                <a:lnTo>
                  <a:pt x="54102" y="15144"/>
                </a:lnTo>
                <a:lnTo>
                  <a:pt x="54864" y="15906"/>
                </a:lnTo>
                <a:lnTo>
                  <a:pt x="54864" y="16097"/>
                </a:lnTo>
                <a:lnTo>
                  <a:pt x="57150" y="18954"/>
                </a:lnTo>
                <a:lnTo>
                  <a:pt x="57150" y="20097"/>
                </a:lnTo>
                <a:lnTo>
                  <a:pt x="57912" y="21240"/>
                </a:lnTo>
                <a:lnTo>
                  <a:pt x="58674" y="22764"/>
                </a:lnTo>
                <a:lnTo>
                  <a:pt x="59436" y="25050"/>
                </a:lnTo>
                <a:lnTo>
                  <a:pt x="59436" y="49434"/>
                </a:lnTo>
                <a:lnTo>
                  <a:pt x="60198" y="48672"/>
                </a:lnTo>
                <a:lnTo>
                  <a:pt x="60960" y="48672"/>
                </a:lnTo>
                <a:close/>
              </a:path>
              <a:path w="68579" h="62229">
                <a:moveTo>
                  <a:pt x="26670" y="61150"/>
                </a:moveTo>
                <a:lnTo>
                  <a:pt x="26670" y="51720"/>
                </a:lnTo>
                <a:lnTo>
                  <a:pt x="21336" y="50196"/>
                </a:lnTo>
                <a:lnTo>
                  <a:pt x="21336" y="60102"/>
                </a:lnTo>
                <a:lnTo>
                  <a:pt x="23622" y="60864"/>
                </a:lnTo>
                <a:lnTo>
                  <a:pt x="25146" y="60960"/>
                </a:lnTo>
                <a:lnTo>
                  <a:pt x="26670" y="61150"/>
                </a:lnTo>
                <a:close/>
              </a:path>
              <a:path w="68579" h="62229">
                <a:moveTo>
                  <a:pt x="23622" y="13185"/>
                </a:moveTo>
                <a:lnTo>
                  <a:pt x="23622" y="12858"/>
                </a:lnTo>
                <a:lnTo>
                  <a:pt x="22860" y="13620"/>
                </a:lnTo>
                <a:lnTo>
                  <a:pt x="23622" y="13185"/>
                </a:lnTo>
                <a:close/>
              </a:path>
              <a:path w="68579" h="62229">
                <a:moveTo>
                  <a:pt x="36576" y="60960"/>
                </a:moveTo>
                <a:lnTo>
                  <a:pt x="36576" y="51720"/>
                </a:lnTo>
                <a:lnTo>
                  <a:pt x="30480" y="51720"/>
                </a:lnTo>
                <a:lnTo>
                  <a:pt x="25908" y="50958"/>
                </a:lnTo>
                <a:lnTo>
                  <a:pt x="26670" y="51720"/>
                </a:lnTo>
                <a:lnTo>
                  <a:pt x="26670" y="61150"/>
                </a:lnTo>
                <a:lnTo>
                  <a:pt x="30480" y="61626"/>
                </a:lnTo>
                <a:lnTo>
                  <a:pt x="32004" y="61531"/>
                </a:lnTo>
                <a:lnTo>
                  <a:pt x="36576" y="60960"/>
                </a:lnTo>
                <a:close/>
              </a:path>
              <a:path w="68579" h="62229">
                <a:moveTo>
                  <a:pt x="28194" y="11144"/>
                </a:moveTo>
                <a:lnTo>
                  <a:pt x="28194" y="10572"/>
                </a:lnTo>
                <a:lnTo>
                  <a:pt x="27432" y="11334"/>
                </a:lnTo>
                <a:lnTo>
                  <a:pt x="28194" y="11144"/>
                </a:lnTo>
                <a:close/>
              </a:path>
              <a:path w="68579" h="62229">
                <a:moveTo>
                  <a:pt x="31242" y="51720"/>
                </a:moveTo>
                <a:lnTo>
                  <a:pt x="30480" y="51611"/>
                </a:lnTo>
                <a:lnTo>
                  <a:pt x="31242" y="51720"/>
                </a:lnTo>
                <a:close/>
              </a:path>
              <a:path w="68579" h="62229">
                <a:moveTo>
                  <a:pt x="33528" y="9810"/>
                </a:moveTo>
                <a:lnTo>
                  <a:pt x="32766" y="9810"/>
                </a:lnTo>
                <a:lnTo>
                  <a:pt x="32766" y="10001"/>
                </a:lnTo>
                <a:lnTo>
                  <a:pt x="33528" y="9810"/>
                </a:lnTo>
                <a:close/>
              </a:path>
              <a:path w="68579" h="62229">
                <a:moveTo>
                  <a:pt x="41148" y="59993"/>
                </a:moveTo>
                <a:lnTo>
                  <a:pt x="41148" y="50196"/>
                </a:lnTo>
                <a:lnTo>
                  <a:pt x="35814" y="51720"/>
                </a:lnTo>
                <a:lnTo>
                  <a:pt x="36576" y="51720"/>
                </a:lnTo>
                <a:lnTo>
                  <a:pt x="36576" y="60960"/>
                </a:lnTo>
                <a:lnTo>
                  <a:pt x="38100" y="60864"/>
                </a:lnTo>
                <a:lnTo>
                  <a:pt x="41148" y="59993"/>
                </a:lnTo>
                <a:close/>
              </a:path>
              <a:path w="68579" h="62229">
                <a:moveTo>
                  <a:pt x="38100" y="9144"/>
                </a:moveTo>
                <a:lnTo>
                  <a:pt x="37338" y="9048"/>
                </a:lnTo>
                <a:lnTo>
                  <a:pt x="37338" y="9239"/>
                </a:lnTo>
                <a:lnTo>
                  <a:pt x="38100" y="9144"/>
                </a:lnTo>
                <a:close/>
              </a:path>
              <a:path w="68579" h="62229">
                <a:moveTo>
                  <a:pt x="38862" y="9239"/>
                </a:moveTo>
                <a:lnTo>
                  <a:pt x="38862" y="9048"/>
                </a:lnTo>
                <a:lnTo>
                  <a:pt x="38100" y="9144"/>
                </a:lnTo>
                <a:lnTo>
                  <a:pt x="38862" y="9239"/>
                </a:lnTo>
                <a:close/>
              </a:path>
              <a:path w="68579" h="62229">
                <a:moveTo>
                  <a:pt x="46482" y="58197"/>
                </a:moveTo>
                <a:lnTo>
                  <a:pt x="46482" y="47910"/>
                </a:lnTo>
                <a:lnTo>
                  <a:pt x="40386" y="50196"/>
                </a:lnTo>
                <a:lnTo>
                  <a:pt x="41148" y="50196"/>
                </a:lnTo>
                <a:lnTo>
                  <a:pt x="41148" y="59993"/>
                </a:lnTo>
                <a:lnTo>
                  <a:pt x="43434" y="59340"/>
                </a:lnTo>
                <a:lnTo>
                  <a:pt x="44196" y="59340"/>
                </a:lnTo>
                <a:lnTo>
                  <a:pt x="46482" y="58197"/>
                </a:lnTo>
                <a:close/>
              </a:path>
              <a:path w="68579" h="62229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62229">
                <a:moveTo>
                  <a:pt x="50292" y="44862"/>
                </a:moveTo>
                <a:lnTo>
                  <a:pt x="45720" y="47910"/>
                </a:lnTo>
                <a:lnTo>
                  <a:pt x="46482" y="47910"/>
                </a:lnTo>
                <a:lnTo>
                  <a:pt x="46482" y="58197"/>
                </a:lnTo>
                <a:lnTo>
                  <a:pt x="49530" y="56673"/>
                </a:lnTo>
                <a:lnTo>
                  <a:pt x="49530" y="45624"/>
                </a:lnTo>
                <a:lnTo>
                  <a:pt x="50292" y="44862"/>
                </a:lnTo>
                <a:close/>
              </a:path>
              <a:path w="68579" h="62229">
                <a:moveTo>
                  <a:pt x="48006" y="11987"/>
                </a:moveTo>
                <a:lnTo>
                  <a:pt x="48006" y="11334"/>
                </a:lnTo>
                <a:lnTo>
                  <a:pt x="46482" y="11334"/>
                </a:lnTo>
                <a:lnTo>
                  <a:pt x="48006" y="11987"/>
                </a:lnTo>
                <a:close/>
              </a:path>
              <a:path w="68579" h="62229">
                <a:moveTo>
                  <a:pt x="53530" y="42291"/>
                </a:moveTo>
                <a:lnTo>
                  <a:pt x="49530" y="45624"/>
                </a:lnTo>
                <a:lnTo>
                  <a:pt x="49530" y="56673"/>
                </a:lnTo>
                <a:lnTo>
                  <a:pt x="50292" y="56292"/>
                </a:lnTo>
                <a:lnTo>
                  <a:pt x="51054" y="56292"/>
                </a:lnTo>
                <a:lnTo>
                  <a:pt x="53340" y="54768"/>
                </a:lnTo>
                <a:lnTo>
                  <a:pt x="53340" y="42576"/>
                </a:lnTo>
                <a:lnTo>
                  <a:pt x="53530" y="42291"/>
                </a:lnTo>
                <a:close/>
              </a:path>
              <a:path w="68579" h="62229">
                <a:moveTo>
                  <a:pt x="51816" y="13620"/>
                </a:moveTo>
                <a:lnTo>
                  <a:pt x="50292" y="12858"/>
                </a:lnTo>
                <a:lnTo>
                  <a:pt x="50749" y="13163"/>
                </a:lnTo>
                <a:lnTo>
                  <a:pt x="51816" y="13620"/>
                </a:lnTo>
                <a:close/>
              </a:path>
              <a:path w="68579" h="62229">
                <a:moveTo>
                  <a:pt x="50749" y="13163"/>
                </a:moveTo>
                <a:lnTo>
                  <a:pt x="50292" y="12858"/>
                </a:lnTo>
                <a:lnTo>
                  <a:pt x="50749" y="13163"/>
                </a:lnTo>
                <a:close/>
              </a:path>
              <a:path w="68579" h="62229">
                <a:moveTo>
                  <a:pt x="51816" y="13874"/>
                </a:moveTo>
                <a:lnTo>
                  <a:pt x="51816" y="13620"/>
                </a:lnTo>
                <a:lnTo>
                  <a:pt x="50749" y="13163"/>
                </a:lnTo>
                <a:lnTo>
                  <a:pt x="51816" y="13874"/>
                </a:lnTo>
                <a:close/>
              </a:path>
              <a:path w="68579" h="62229">
                <a:moveTo>
                  <a:pt x="54102" y="41814"/>
                </a:moveTo>
                <a:lnTo>
                  <a:pt x="53530" y="42291"/>
                </a:lnTo>
                <a:lnTo>
                  <a:pt x="53340" y="42576"/>
                </a:lnTo>
                <a:lnTo>
                  <a:pt x="54102" y="41814"/>
                </a:lnTo>
                <a:close/>
              </a:path>
              <a:path w="68579" h="62229">
                <a:moveTo>
                  <a:pt x="54102" y="54260"/>
                </a:moveTo>
                <a:lnTo>
                  <a:pt x="54102" y="41814"/>
                </a:lnTo>
                <a:lnTo>
                  <a:pt x="53340" y="42576"/>
                </a:lnTo>
                <a:lnTo>
                  <a:pt x="53340" y="54768"/>
                </a:lnTo>
                <a:lnTo>
                  <a:pt x="54102" y="54260"/>
                </a:lnTo>
                <a:close/>
              </a:path>
              <a:path w="68579" h="62229">
                <a:moveTo>
                  <a:pt x="58674" y="50196"/>
                </a:moveTo>
                <a:lnTo>
                  <a:pt x="58674" y="34194"/>
                </a:lnTo>
                <a:lnTo>
                  <a:pt x="56388" y="38766"/>
                </a:lnTo>
                <a:lnTo>
                  <a:pt x="56388" y="38004"/>
                </a:lnTo>
                <a:lnTo>
                  <a:pt x="53530" y="42291"/>
                </a:lnTo>
                <a:lnTo>
                  <a:pt x="54102" y="41814"/>
                </a:lnTo>
                <a:lnTo>
                  <a:pt x="54102" y="54260"/>
                </a:lnTo>
                <a:lnTo>
                  <a:pt x="55626" y="53244"/>
                </a:lnTo>
                <a:lnTo>
                  <a:pt x="58674" y="50196"/>
                </a:lnTo>
                <a:close/>
              </a:path>
              <a:path w="68579" h="62229">
                <a:moveTo>
                  <a:pt x="54864" y="15906"/>
                </a:moveTo>
                <a:lnTo>
                  <a:pt x="54102" y="15144"/>
                </a:lnTo>
                <a:lnTo>
                  <a:pt x="54537" y="15689"/>
                </a:lnTo>
                <a:lnTo>
                  <a:pt x="54864" y="15906"/>
                </a:lnTo>
                <a:close/>
              </a:path>
              <a:path w="68579" h="62229">
                <a:moveTo>
                  <a:pt x="54537" y="15689"/>
                </a:moveTo>
                <a:lnTo>
                  <a:pt x="54102" y="15144"/>
                </a:lnTo>
                <a:lnTo>
                  <a:pt x="54102" y="15398"/>
                </a:lnTo>
                <a:lnTo>
                  <a:pt x="54537" y="15689"/>
                </a:lnTo>
                <a:close/>
              </a:path>
              <a:path w="68579" h="62229">
                <a:moveTo>
                  <a:pt x="54864" y="16097"/>
                </a:moveTo>
                <a:lnTo>
                  <a:pt x="54864" y="15906"/>
                </a:lnTo>
                <a:lnTo>
                  <a:pt x="54537" y="15689"/>
                </a:lnTo>
                <a:lnTo>
                  <a:pt x="54864" y="16097"/>
                </a:lnTo>
                <a:close/>
              </a:path>
              <a:path w="68579" h="62229">
                <a:moveTo>
                  <a:pt x="57150" y="20097"/>
                </a:moveTo>
                <a:lnTo>
                  <a:pt x="57150" y="18954"/>
                </a:lnTo>
                <a:lnTo>
                  <a:pt x="56388" y="18954"/>
                </a:lnTo>
                <a:lnTo>
                  <a:pt x="57150" y="20097"/>
                </a:lnTo>
                <a:close/>
              </a:path>
              <a:path w="68579" h="62229">
                <a:moveTo>
                  <a:pt x="59436" y="49434"/>
                </a:moveTo>
                <a:lnTo>
                  <a:pt x="59436" y="29622"/>
                </a:lnTo>
                <a:lnTo>
                  <a:pt x="57912" y="34956"/>
                </a:lnTo>
                <a:lnTo>
                  <a:pt x="58674" y="34194"/>
                </a:lnTo>
                <a:lnTo>
                  <a:pt x="58674" y="50196"/>
                </a:lnTo>
                <a:lnTo>
                  <a:pt x="59436" y="49434"/>
                </a:lnTo>
                <a:close/>
              </a:path>
              <a:path w="68579" h="62229">
                <a:moveTo>
                  <a:pt x="68580" y="31908"/>
                </a:moveTo>
                <a:lnTo>
                  <a:pt x="68580" y="22002"/>
                </a:lnTo>
                <a:lnTo>
                  <a:pt x="67818" y="18954"/>
                </a:lnTo>
                <a:lnTo>
                  <a:pt x="66294" y="15906"/>
                </a:lnTo>
                <a:lnTo>
                  <a:pt x="61722" y="9048"/>
                </a:lnTo>
                <a:lnTo>
                  <a:pt x="60960" y="9048"/>
                </a:lnTo>
                <a:lnTo>
                  <a:pt x="60960" y="47910"/>
                </a:lnTo>
                <a:lnTo>
                  <a:pt x="64008" y="43338"/>
                </a:lnTo>
                <a:lnTo>
                  <a:pt x="64770" y="43338"/>
                </a:lnTo>
                <a:lnTo>
                  <a:pt x="64770" y="42576"/>
                </a:lnTo>
                <a:lnTo>
                  <a:pt x="67056" y="38004"/>
                </a:lnTo>
                <a:lnTo>
                  <a:pt x="67056" y="37242"/>
                </a:lnTo>
                <a:lnTo>
                  <a:pt x="68580" y="31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29">
            <a:extLst>
              <a:ext uri="{FF2B5EF4-FFF2-40B4-BE49-F238E27FC236}">
                <a16:creationId xmlns:a16="http://schemas.microsoft.com/office/drawing/2014/main" id="{7382C4E7-064C-4156-AE1D-C3EEAFC6368A}"/>
              </a:ext>
            </a:extLst>
          </p:cNvPr>
          <p:cNvSpPr/>
          <p:nvPr/>
        </p:nvSpPr>
        <p:spPr>
          <a:xfrm>
            <a:off x="6869881" y="5106366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893"/>
                </a:moveTo>
                <a:lnTo>
                  <a:pt x="18288" y="15893"/>
                </a:lnTo>
                <a:lnTo>
                  <a:pt x="18288" y="5225"/>
                </a:lnTo>
                <a:lnTo>
                  <a:pt x="12954" y="8273"/>
                </a:lnTo>
                <a:lnTo>
                  <a:pt x="8382" y="12845"/>
                </a:lnTo>
                <a:lnTo>
                  <a:pt x="7620" y="12845"/>
                </a:lnTo>
                <a:lnTo>
                  <a:pt x="7620" y="13607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4275"/>
                </a:lnTo>
                <a:lnTo>
                  <a:pt x="0" y="28847"/>
                </a:lnTo>
                <a:lnTo>
                  <a:pt x="0" y="35705"/>
                </a:lnTo>
                <a:lnTo>
                  <a:pt x="2286" y="44849"/>
                </a:lnTo>
                <a:lnTo>
                  <a:pt x="3810" y="47897"/>
                </a:lnTo>
                <a:lnTo>
                  <a:pt x="6096" y="50183"/>
                </a:lnTo>
                <a:lnTo>
                  <a:pt x="7620" y="52469"/>
                </a:lnTo>
                <a:lnTo>
                  <a:pt x="8382" y="52469"/>
                </a:lnTo>
                <a:lnTo>
                  <a:pt x="9144" y="53078"/>
                </a:lnTo>
                <a:lnTo>
                  <a:pt x="9144" y="31133"/>
                </a:lnTo>
                <a:lnTo>
                  <a:pt x="10668" y="26561"/>
                </a:lnTo>
                <a:lnTo>
                  <a:pt x="10668" y="27323"/>
                </a:lnTo>
                <a:lnTo>
                  <a:pt x="12192" y="24275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close/>
              </a:path>
              <a:path w="68579" h="62229">
                <a:moveTo>
                  <a:pt x="9906" y="30371"/>
                </a:moveTo>
                <a:lnTo>
                  <a:pt x="9144" y="31133"/>
                </a:lnTo>
                <a:lnTo>
                  <a:pt x="9144" y="32657"/>
                </a:lnTo>
                <a:lnTo>
                  <a:pt x="9906" y="30371"/>
                </a:lnTo>
                <a:close/>
              </a:path>
              <a:path w="68579" h="62229">
                <a:moveTo>
                  <a:pt x="18288" y="58565"/>
                </a:moveTo>
                <a:lnTo>
                  <a:pt x="18288" y="48659"/>
                </a:lnTo>
                <a:lnTo>
                  <a:pt x="14478" y="44849"/>
                </a:lnTo>
                <a:lnTo>
                  <a:pt x="14478" y="45611"/>
                </a:lnTo>
                <a:lnTo>
                  <a:pt x="12954" y="44087"/>
                </a:lnTo>
                <a:lnTo>
                  <a:pt x="12192" y="41801"/>
                </a:lnTo>
                <a:lnTo>
                  <a:pt x="10668" y="40277"/>
                </a:lnTo>
                <a:lnTo>
                  <a:pt x="9906" y="38753"/>
                </a:lnTo>
                <a:lnTo>
                  <a:pt x="9906" y="36467"/>
                </a:lnTo>
                <a:lnTo>
                  <a:pt x="9144" y="34943"/>
                </a:lnTo>
                <a:lnTo>
                  <a:pt x="9144" y="53078"/>
                </a:lnTo>
                <a:lnTo>
                  <a:pt x="12192" y="55517"/>
                </a:lnTo>
                <a:lnTo>
                  <a:pt x="12192" y="56279"/>
                </a:lnTo>
                <a:lnTo>
                  <a:pt x="12954" y="56279"/>
                </a:lnTo>
                <a:lnTo>
                  <a:pt x="17526" y="58565"/>
                </a:lnTo>
                <a:lnTo>
                  <a:pt x="18288" y="58565"/>
                </a:lnTo>
                <a:close/>
              </a:path>
              <a:path w="68579" h="62229">
                <a:moveTo>
                  <a:pt x="12954" y="22751"/>
                </a:moveTo>
                <a:lnTo>
                  <a:pt x="12192" y="23513"/>
                </a:lnTo>
                <a:lnTo>
                  <a:pt x="12192" y="24275"/>
                </a:lnTo>
                <a:lnTo>
                  <a:pt x="12954" y="22751"/>
                </a:lnTo>
                <a:close/>
              </a:path>
              <a:path w="68579" h="62229">
                <a:moveTo>
                  <a:pt x="22098" y="50183"/>
                </a:moveTo>
                <a:lnTo>
                  <a:pt x="17526" y="47897"/>
                </a:lnTo>
                <a:lnTo>
                  <a:pt x="18288" y="48659"/>
                </a:lnTo>
                <a:lnTo>
                  <a:pt x="18288" y="59327"/>
                </a:lnTo>
                <a:lnTo>
                  <a:pt x="21336" y="60198"/>
                </a:lnTo>
                <a:lnTo>
                  <a:pt x="21336" y="50183"/>
                </a:lnTo>
                <a:lnTo>
                  <a:pt x="22098" y="50183"/>
                </a:lnTo>
                <a:close/>
              </a:path>
              <a:path w="68579" h="62229">
                <a:moveTo>
                  <a:pt x="60960" y="48659"/>
                </a:moveTo>
                <a:lnTo>
                  <a:pt x="60960" y="9035"/>
                </a:lnTo>
                <a:lnTo>
                  <a:pt x="60198" y="9035"/>
                </a:lnTo>
                <a:lnTo>
                  <a:pt x="56388" y="5225"/>
                </a:lnTo>
                <a:lnTo>
                  <a:pt x="55626" y="5225"/>
                </a:lnTo>
                <a:lnTo>
                  <a:pt x="51054" y="2939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4463"/>
                </a:lnTo>
                <a:lnTo>
                  <a:pt x="18288" y="4463"/>
                </a:lnTo>
                <a:lnTo>
                  <a:pt x="18288" y="15893"/>
                </a:lnTo>
                <a:lnTo>
                  <a:pt x="23622" y="12845"/>
                </a:lnTo>
                <a:lnTo>
                  <a:pt x="23622" y="13280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232"/>
                </a:lnTo>
                <a:lnTo>
                  <a:pt x="47244" y="11321"/>
                </a:lnTo>
                <a:lnTo>
                  <a:pt x="47244" y="11702"/>
                </a:lnTo>
                <a:lnTo>
                  <a:pt x="50292" y="13226"/>
                </a:lnTo>
                <a:lnTo>
                  <a:pt x="50292" y="12845"/>
                </a:lnTo>
                <a:lnTo>
                  <a:pt x="54102" y="15385"/>
                </a:lnTo>
                <a:lnTo>
                  <a:pt x="54102" y="15131"/>
                </a:lnTo>
                <a:lnTo>
                  <a:pt x="54864" y="15893"/>
                </a:lnTo>
                <a:lnTo>
                  <a:pt x="54864" y="16274"/>
                </a:lnTo>
                <a:lnTo>
                  <a:pt x="57150" y="19703"/>
                </a:lnTo>
                <a:lnTo>
                  <a:pt x="57150" y="20084"/>
                </a:lnTo>
                <a:lnTo>
                  <a:pt x="57912" y="21227"/>
                </a:lnTo>
                <a:lnTo>
                  <a:pt x="58674" y="22751"/>
                </a:lnTo>
                <a:lnTo>
                  <a:pt x="58674" y="25037"/>
                </a:lnTo>
                <a:lnTo>
                  <a:pt x="59436" y="26561"/>
                </a:lnTo>
                <a:lnTo>
                  <a:pt x="59436" y="49421"/>
                </a:lnTo>
                <a:lnTo>
                  <a:pt x="60198" y="48659"/>
                </a:lnTo>
                <a:lnTo>
                  <a:pt x="60960" y="48659"/>
                </a:lnTo>
                <a:close/>
              </a:path>
              <a:path w="68579" h="62229">
                <a:moveTo>
                  <a:pt x="26670" y="61136"/>
                </a:moveTo>
                <a:lnTo>
                  <a:pt x="26670" y="51707"/>
                </a:lnTo>
                <a:lnTo>
                  <a:pt x="21336" y="50183"/>
                </a:lnTo>
                <a:lnTo>
                  <a:pt x="21336" y="60198"/>
                </a:lnTo>
                <a:lnTo>
                  <a:pt x="23622" y="60851"/>
                </a:lnTo>
                <a:lnTo>
                  <a:pt x="25146" y="60946"/>
                </a:lnTo>
                <a:lnTo>
                  <a:pt x="26670" y="61136"/>
                </a:lnTo>
                <a:close/>
              </a:path>
              <a:path w="68579" h="62229">
                <a:moveTo>
                  <a:pt x="23622" y="13280"/>
                </a:moveTo>
                <a:lnTo>
                  <a:pt x="23622" y="12845"/>
                </a:lnTo>
                <a:lnTo>
                  <a:pt x="22860" y="13607"/>
                </a:lnTo>
                <a:lnTo>
                  <a:pt x="23622" y="13280"/>
                </a:lnTo>
                <a:close/>
              </a:path>
              <a:path w="68579" h="62229">
                <a:moveTo>
                  <a:pt x="36576" y="60851"/>
                </a:moveTo>
                <a:lnTo>
                  <a:pt x="36576" y="51707"/>
                </a:lnTo>
                <a:lnTo>
                  <a:pt x="30480" y="51707"/>
                </a:lnTo>
                <a:lnTo>
                  <a:pt x="25908" y="50945"/>
                </a:lnTo>
                <a:lnTo>
                  <a:pt x="26670" y="51707"/>
                </a:lnTo>
                <a:lnTo>
                  <a:pt x="26670" y="61136"/>
                </a:lnTo>
                <a:lnTo>
                  <a:pt x="30480" y="61613"/>
                </a:lnTo>
                <a:lnTo>
                  <a:pt x="32004" y="61504"/>
                </a:lnTo>
                <a:lnTo>
                  <a:pt x="36576" y="60851"/>
                </a:lnTo>
                <a:close/>
              </a:path>
              <a:path w="68579" h="62229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62229">
                <a:moveTo>
                  <a:pt x="31242" y="51707"/>
                </a:moveTo>
                <a:lnTo>
                  <a:pt x="30480" y="51598"/>
                </a:lnTo>
                <a:lnTo>
                  <a:pt x="31242" y="51707"/>
                </a:lnTo>
                <a:close/>
              </a:path>
              <a:path w="68579" h="62229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62229">
                <a:moveTo>
                  <a:pt x="41148" y="59898"/>
                </a:moveTo>
                <a:lnTo>
                  <a:pt x="41148" y="50183"/>
                </a:lnTo>
                <a:lnTo>
                  <a:pt x="35052" y="51707"/>
                </a:lnTo>
                <a:lnTo>
                  <a:pt x="36576" y="51707"/>
                </a:lnTo>
                <a:lnTo>
                  <a:pt x="36576" y="60851"/>
                </a:lnTo>
                <a:lnTo>
                  <a:pt x="37338" y="60851"/>
                </a:lnTo>
                <a:lnTo>
                  <a:pt x="41148" y="59898"/>
                </a:lnTo>
                <a:close/>
              </a:path>
              <a:path w="68579" h="62229">
                <a:moveTo>
                  <a:pt x="46482" y="47897"/>
                </a:moveTo>
                <a:lnTo>
                  <a:pt x="40386" y="50183"/>
                </a:lnTo>
                <a:lnTo>
                  <a:pt x="41148" y="50183"/>
                </a:lnTo>
                <a:lnTo>
                  <a:pt x="41148" y="59898"/>
                </a:lnTo>
                <a:lnTo>
                  <a:pt x="43434" y="59327"/>
                </a:lnTo>
                <a:lnTo>
                  <a:pt x="44196" y="59327"/>
                </a:lnTo>
                <a:lnTo>
                  <a:pt x="45720" y="58565"/>
                </a:lnTo>
                <a:lnTo>
                  <a:pt x="45720" y="48659"/>
                </a:lnTo>
                <a:lnTo>
                  <a:pt x="46482" y="47897"/>
                </a:lnTo>
                <a:close/>
              </a:path>
              <a:path w="68579" h="62229">
                <a:moveTo>
                  <a:pt x="43434" y="10232"/>
                </a:moveTo>
                <a:lnTo>
                  <a:pt x="43434" y="9797"/>
                </a:lnTo>
                <a:lnTo>
                  <a:pt x="41910" y="9797"/>
                </a:lnTo>
                <a:lnTo>
                  <a:pt x="43434" y="10232"/>
                </a:lnTo>
                <a:close/>
              </a:path>
              <a:path w="68579" h="62229">
                <a:moveTo>
                  <a:pt x="50292" y="44849"/>
                </a:moveTo>
                <a:lnTo>
                  <a:pt x="45720" y="48659"/>
                </a:lnTo>
                <a:lnTo>
                  <a:pt x="45720" y="58565"/>
                </a:lnTo>
                <a:lnTo>
                  <a:pt x="49530" y="56660"/>
                </a:lnTo>
                <a:lnTo>
                  <a:pt x="49530" y="45611"/>
                </a:lnTo>
                <a:lnTo>
                  <a:pt x="50292" y="44849"/>
                </a:lnTo>
                <a:close/>
              </a:path>
              <a:path w="68579" h="62229">
                <a:moveTo>
                  <a:pt x="47244" y="11702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702"/>
                </a:lnTo>
                <a:close/>
              </a:path>
              <a:path w="68579" h="62229">
                <a:moveTo>
                  <a:pt x="53530" y="42277"/>
                </a:moveTo>
                <a:lnTo>
                  <a:pt x="49530" y="45611"/>
                </a:lnTo>
                <a:lnTo>
                  <a:pt x="49530" y="56660"/>
                </a:lnTo>
                <a:lnTo>
                  <a:pt x="50292" y="56279"/>
                </a:lnTo>
                <a:lnTo>
                  <a:pt x="51054" y="56279"/>
                </a:lnTo>
                <a:lnTo>
                  <a:pt x="53340" y="54755"/>
                </a:lnTo>
                <a:lnTo>
                  <a:pt x="53340" y="42563"/>
                </a:lnTo>
                <a:lnTo>
                  <a:pt x="53530" y="42277"/>
                </a:lnTo>
                <a:close/>
              </a:path>
              <a:path w="68579" h="62229">
                <a:moveTo>
                  <a:pt x="51054" y="13607"/>
                </a:moveTo>
                <a:lnTo>
                  <a:pt x="50292" y="12845"/>
                </a:lnTo>
                <a:lnTo>
                  <a:pt x="50292" y="13226"/>
                </a:lnTo>
                <a:lnTo>
                  <a:pt x="51054" y="13607"/>
                </a:lnTo>
                <a:close/>
              </a:path>
              <a:path w="68579" h="62229">
                <a:moveTo>
                  <a:pt x="54102" y="41801"/>
                </a:moveTo>
                <a:lnTo>
                  <a:pt x="53530" y="42277"/>
                </a:lnTo>
                <a:lnTo>
                  <a:pt x="53340" y="42563"/>
                </a:lnTo>
                <a:lnTo>
                  <a:pt x="54102" y="41801"/>
                </a:lnTo>
                <a:close/>
              </a:path>
              <a:path w="68579" h="62229">
                <a:moveTo>
                  <a:pt x="54102" y="54247"/>
                </a:moveTo>
                <a:lnTo>
                  <a:pt x="54102" y="41801"/>
                </a:lnTo>
                <a:lnTo>
                  <a:pt x="53340" y="42563"/>
                </a:lnTo>
                <a:lnTo>
                  <a:pt x="53340" y="54755"/>
                </a:lnTo>
                <a:lnTo>
                  <a:pt x="54102" y="54247"/>
                </a:lnTo>
                <a:close/>
              </a:path>
              <a:path w="68579" h="62229">
                <a:moveTo>
                  <a:pt x="58674" y="50183"/>
                </a:moveTo>
                <a:lnTo>
                  <a:pt x="58674" y="34181"/>
                </a:lnTo>
                <a:lnTo>
                  <a:pt x="56388" y="38753"/>
                </a:lnTo>
                <a:lnTo>
                  <a:pt x="56388" y="37991"/>
                </a:lnTo>
                <a:lnTo>
                  <a:pt x="53530" y="42277"/>
                </a:lnTo>
                <a:lnTo>
                  <a:pt x="54102" y="41801"/>
                </a:lnTo>
                <a:lnTo>
                  <a:pt x="54102" y="54247"/>
                </a:lnTo>
                <a:lnTo>
                  <a:pt x="55626" y="53231"/>
                </a:lnTo>
                <a:lnTo>
                  <a:pt x="58674" y="50183"/>
                </a:lnTo>
                <a:close/>
              </a:path>
              <a:path w="68579" h="62229">
                <a:moveTo>
                  <a:pt x="54864" y="15893"/>
                </a:moveTo>
                <a:lnTo>
                  <a:pt x="54102" y="15131"/>
                </a:lnTo>
                <a:lnTo>
                  <a:pt x="54406" y="15588"/>
                </a:lnTo>
                <a:lnTo>
                  <a:pt x="54864" y="15893"/>
                </a:lnTo>
                <a:close/>
              </a:path>
              <a:path w="68579" h="62229">
                <a:moveTo>
                  <a:pt x="54406" y="15588"/>
                </a:moveTo>
                <a:lnTo>
                  <a:pt x="54102" y="15131"/>
                </a:lnTo>
                <a:lnTo>
                  <a:pt x="54102" y="15385"/>
                </a:lnTo>
                <a:lnTo>
                  <a:pt x="54406" y="15588"/>
                </a:lnTo>
                <a:close/>
              </a:path>
              <a:path w="68579" h="62229">
                <a:moveTo>
                  <a:pt x="54864" y="16274"/>
                </a:moveTo>
                <a:lnTo>
                  <a:pt x="54864" y="15893"/>
                </a:lnTo>
                <a:lnTo>
                  <a:pt x="54406" y="15588"/>
                </a:lnTo>
                <a:lnTo>
                  <a:pt x="54864" y="16274"/>
                </a:lnTo>
                <a:close/>
              </a:path>
              <a:path w="68579" h="62229">
                <a:moveTo>
                  <a:pt x="57150" y="20084"/>
                </a:moveTo>
                <a:lnTo>
                  <a:pt x="57150" y="19703"/>
                </a:lnTo>
                <a:lnTo>
                  <a:pt x="56388" y="18941"/>
                </a:lnTo>
                <a:lnTo>
                  <a:pt x="57150" y="20084"/>
                </a:lnTo>
                <a:close/>
              </a:path>
              <a:path w="68579" h="62229">
                <a:moveTo>
                  <a:pt x="59436" y="49421"/>
                </a:moveTo>
                <a:lnTo>
                  <a:pt x="59436" y="30371"/>
                </a:lnTo>
                <a:lnTo>
                  <a:pt x="57912" y="34943"/>
                </a:lnTo>
                <a:lnTo>
                  <a:pt x="58674" y="34181"/>
                </a:lnTo>
                <a:lnTo>
                  <a:pt x="58674" y="50183"/>
                </a:lnTo>
                <a:lnTo>
                  <a:pt x="59436" y="49421"/>
                </a:lnTo>
                <a:close/>
              </a:path>
              <a:path w="68579" h="62229">
                <a:moveTo>
                  <a:pt x="64770" y="43325"/>
                </a:moveTo>
                <a:lnTo>
                  <a:pt x="64770" y="13607"/>
                </a:lnTo>
                <a:lnTo>
                  <a:pt x="60960" y="9797"/>
                </a:lnTo>
                <a:lnTo>
                  <a:pt x="60960" y="47897"/>
                </a:lnTo>
                <a:lnTo>
                  <a:pt x="64008" y="44087"/>
                </a:lnTo>
                <a:lnTo>
                  <a:pt x="64008" y="43325"/>
                </a:lnTo>
                <a:lnTo>
                  <a:pt x="64770" y="43325"/>
                </a:lnTo>
                <a:close/>
              </a:path>
              <a:path w="68579" h="62229">
                <a:moveTo>
                  <a:pt x="68580" y="32657"/>
                </a:moveTo>
                <a:lnTo>
                  <a:pt x="68580" y="21989"/>
                </a:lnTo>
                <a:lnTo>
                  <a:pt x="67056" y="18941"/>
                </a:lnTo>
                <a:lnTo>
                  <a:pt x="66294" y="16655"/>
                </a:lnTo>
                <a:lnTo>
                  <a:pt x="64770" y="14369"/>
                </a:lnTo>
                <a:lnTo>
                  <a:pt x="64770" y="42563"/>
                </a:lnTo>
                <a:lnTo>
                  <a:pt x="67056" y="37991"/>
                </a:lnTo>
                <a:lnTo>
                  <a:pt x="67056" y="37229"/>
                </a:lnTo>
                <a:lnTo>
                  <a:pt x="68580" y="32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A3FBEF87-5542-4B10-9561-6E18DD79BF70}"/>
              </a:ext>
            </a:extLst>
          </p:cNvPr>
          <p:cNvSpPr/>
          <p:nvPr/>
        </p:nvSpPr>
        <p:spPr>
          <a:xfrm>
            <a:off x="4314942" y="2896437"/>
            <a:ext cx="80681" cy="72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1" name="object 31">
            <a:extLst>
              <a:ext uri="{FF2B5EF4-FFF2-40B4-BE49-F238E27FC236}">
                <a16:creationId xmlns:a16="http://schemas.microsoft.com/office/drawing/2014/main" id="{0CC188F4-7A20-4EEF-BFD4-E78417664211}"/>
              </a:ext>
            </a:extLst>
          </p:cNvPr>
          <p:cNvSpPr/>
          <p:nvPr/>
        </p:nvSpPr>
        <p:spPr>
          <a:xfrm>
            <a:off x="6182288" y="3976684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8382" y="51816"/>
                </a:moveTo>
                <a:lnTo>
                  <a:pt x="8382" y="12954"/>
                </a:lnTo>
                <a:lnTo>
                  <a:pt x="4572" y="17526"/>
                </a:lnTo>
                <a:lnTo>
                  <a:pt x="4572" y="18288"/>
                </a:lnTo>
                <a:lnTo>
                  <a:pt x="2286" y="22860"/>
                </a:lnTo>
                <a:lnTo>
                  <a:pt x="1524" y="23622"/>
                </a:lnTo>
                <a:lnTo>
                  <a:pt x="762" y="28956"/>
                </a:lnTo>
                <a:lnTo>
                  <a:pt x="0" y="29718"/>
                </a:lnTo>
                <a:lnTo>
                  <a:pt x="0" y="35814"/>
                </a:lnTo>
                <a:lnTo>
                  <a:pt x="1524" y="41910"/>
                </a:lnTo>
                <a:lnTo>
                  <a:pt x="3048" y="44958"/>
                </a:lnTo>
                <a:lnTo>
                  <a:pt x="4572" y="47244"/>
                </a:lnTo>
                <a:lnTo>
                  <a:pt x="6096" y="50292"/>
                </a:lnTo>
                <a:lnTo>
                  <a:pt x="7620" y="51816"/>
                </a:lnTo>
                <a:lnTo>
                  <a:pt x="8382" y="51816"/>
                </a:lnTo>
                <a:close/>
              </a:path>
              <a:path w="69850" h="60960">
                <a:moveTo>
                  <a:pt x="60960" y="48768"/>
                </a:moveTo>
                <a:lnTo>
                  <a:pt x="60960" y="8382"/>
                </a:lnTo>
                <a:lnTo>
                  <a:pt x="56388" y="5334"/>
                </a:lnTo>
                <a:lnTo>
                  <a:pt x="56388" y="4572"/>
                </a:lnTo>
                <a:lnTo>
                  <a:pt x="55626" y="4572"/>
                </a:lnTo>
                <a:lnTo>
                  <a:pt x="51054" y="2286"/>
                </a:lnTo>
                <a:lnTo>
                  <a:pt x="50292" y="2286"/>
                </a:lnTo>
                <a:lnTo>
                  <a:pt x="44958" y="762"/>
                </a:lnTo>
                <a:lnTo>
                  <a:pt x="44196" y="0"/>
                </a:lnTo>
                <a:lnTo>
                  <a:pt x="30886" y="88"/>
                </a:lnTo>
                <a:lnTo>
                  <a:pt x="25146" y="1524"/>
                </a:lnTo>
                <a:lnTo>
                  <a:pt x="24384" y="2286"/>
                </a:lnTo>
                <a:lnTo>
                  <a:pt x="19050" y="4572"/>
                </a:lnTo>
                <a:lnTo>
                  <a:pt x="18288" y="4572"/>
                </a:lnTo>
                <a:lnTo>
                  <a:pt x="13716" y="8382"/>
                </a:lnTo>
                <a:lnTo>
                  <a:pt x="12954" y="8382"/>
                </a:lnTo>
                <a:lnTo>
                  <a:pt x="8382" y="12192"/>
                </a:lnTo>
                <a:lnTo>
                  <a:pt x="8382" y="52578"/>
                </a:lnTo>
                <a:lnTo>
                  <a:pt x="9906" y="53797"/>
                </a:lnTo>
                <a:lnTo>
                  <a:pt x="9906" y="31242"/>
                </a:lnTo>
                <a:lnTo>
                  <a:pt x="10668" y="25908"/>
                </a:lnTo>
                <a:lnTo>
                  <a:pt x="10668" y="27432"/>
                </a:lnTo>
                <a:lnTo>
                  <a:pt x="12192" y="23876"/>
                </a:lnTo>
                <a:lnTo>
                  <a:pt x="12192" y="22860"/>
                </a:lnTo>
                <a:lnTo>
                  <a:pt x="15240" y="19812"/>
                </a:lnTo>
                <a:lnTo>
                  <a:pt x="15240" y="19050"/>
                </a:lnTo>
                <a:lnTo>
                  <a:pt x="19050" y="15240"/>
                </a:lnTo>
                <a:lnTo>
                  <a:pt x="19050" y="15566"/>
                </a:lnTo>
                <a:lnTo>
                  <a:pt x="22860" y="13389"/>
                </a:lnTo>
                <a:lnTo>
                  <a:pt x="22860" y="12954"/>
                </a:lnTo>
                <a:lnTo>
                  <a:pt x="27432" y="10994"/>
                </a:lnTo>
                <a:lnTo>
                  <a:pt x="27432" y="10668"/>
                </a:lnTo>
                <a:lnTo>
                  <a:pt x="32766" y="10001"/>
                </a:lnTo>
                <a:lnTo>
                  <a:pt x="38100" y="9239"/>
                </a:lnTo>
                <a:lnTo>
                  <a:pt x="43434" y="9906"/>
                </a:lnTo>
                <a:lnTo>
                  <a:pt x="43434" y="10123"/>
                </a:lnTo>
                <a:lnTo>
                  <a:pt x="47244" y="11212"/>
                </a:lnTo>
                <a:lnTo>
                  <a:pt x="47244" y="10668"/>
                </a:lnTo>
                <a:lnTo>
                  <a:pt x="51816" y="12954"/>
                </a:lnTo>
                <a:lnTo>
                  <a:pt x="51816" y="13563"/>
                </a:lnTo>
                <a:lnTo>
                  <a:pt x="54102" y="15392"/>
                </a:lnTo>
                <a:lnTo>
                  <a:pt x="54102" y="15240"/>
                </a:lnTo>
                <a:lnTo>
                  <a:pt x="54864" y="16002"/>
                </a:lnTo>
                <a:lnTo>
                  <a:pt x="54864" y="16192"/>
                </a:lnTo>
                <a:lnTo>
                  <a:pt x="57150" y="19050"/>
                </a:lnTo>
                <a:lnTo>
                  <a:pt x="57150" y="18288"/>
                </a:lnTo>
                <a:lnTo>
                  <a:pt x="58674" y="22860"/>
                </a:lnTo>
                <a:lnTo>
                  <a:pt x="59436" y="24384"/>
                </a:lnTo>
                <a:lnTo>
                  <a:pt x="59436" y="50038"/>
                </a:lnTo>
                <a:lnTo>
                  <a:pt x="60960" y="48768"/>
                </a:lnTo>
                <a:close/>
              </a:path>
              <a:path w="69850" h="60960">
                <a:moveTo>
                  <a:pt x="15240" y="57367"/>
                </a:moveTo>
                <a:lnTo>
                  <a:pt x="15240" y="45720"/>
                </a:lnTo>
                <a:lnTo>
                  <a:pt x="12954" y="43434"/>
                </a:lnTo>
                <a:lnTo>
                  <a:pt x="11430" y="40386"/>
                </a:lnTo>
                <a:lnTo>
                  <a:pt x="10668" y="38100"/>
                </a:lnTo>
                <a:lnTo>
                  <a:pt x="9906" y="36576"/>
                </a:lnTo>
                <a:lnTo>
                  <a:pt x="9906" y="53797"/>
                </a:lnTo>
                <a:lnTo>
                  <a:pt x="12192" y="55626"/>
                </a:lnTo>
                <a:lnTo>
                  <a:pt x="12954" y="55626"/>
                </a:lnTo>
                <a:lnTo>
                  <a:pt x="12954" y="56388"/>
                </a:lnTo>
                <a:lnTo>
                  <a:pt x="15240" y="57367"/>
                </a:lnTo>
                <a:close/>
              </a:path>
              <a:path w="69850" h="60960">
                <a:moveTo>
                  <a:pt x="12954" y="22098"/>
                </a:moveTo>
                <a:lnTo>
                  <a:pt x="12192" y="22860"/>
                </a:lnTo>
                <a:lnTo>
                  <a:pt x="12192" y="23876"/>
                </a:lnTo>
                <a:lnTo>
                  <a:pt x="12954" y="22098"/>
                </a:lnTo>
                <a:close/>
              </a:path>
              <a:path w="69850" h="60960">
                <a:moveTo>
                  <a:pt x="18288" y="48006"/>
                </a:moveTo>
                <a:lnTo>
                  <a:pt x="14478" y="44958"/>
                </a:lnTo>
                <a:lnTo>
                  <a:pt x="15240" y="45720"/>
                </a:lnTo>
                <a:lnTo>
                  <a:pt x="15240" y="57367"/>
                </a:lnTo>
                <a:lnTo>
                  <a:pt x="17526" y="58347"/>
                </a:lnTo>
                <a:lnTo>
                  <a:pt x="17526" y="48006"/>
                </a:lnTo>
                <a:lnTo>
                  <a:pt x="18288" y="48006"/>
                </a:lnTo>
                <a:close/>
              </a:path>
              <a:path w="69850" h="60960">
                <a:moveTo>
                  <a:pt x="16002" y="19050"/>
                </a:moveTo>
                <a:lnTo>
                  <a:pt x="15240" y="19050"/>
                </a:lnTo>
                <a:lnTo>
                  <a:pt x="15240" y="19812"/>
                </a:lnTo>
                <a:lnTo>
                  <a:pt x="16002" y="19050"/>
                </a:lnTo>
                <a:close/>
              </a:path>
              <a:path w="69850" h="60960">
                <a:moveTo>
                  <a:pt x="22098" y="59544"/>
                </a:moveTo>
                <a:lnTo>
                  <a:pt x="22098" y="50292"/>
                </a:lnTo>
                <a:lnTo>
                  <a:pt x="17526" y="48006"/>
                </a:lnTo>
                <a:lnTo>
                  <a:pt x="17526" y="58347"/>
                </a:lnTo>
                <a:lnTo>
                  <a:pt x="18288" y="58674"/>
                </a:lnTo>
                <a:lnTo>
                  <a:pt x="19050" y="58674"/>
                </a:lnTo>
                <a:lnTo>
                  <a:pt x="22098" y="59544"/>
                </a:lnTo>
                <a:close/>
              </a:path>
              <a:path w="69850" h="60960">
                <a:moveTo>
                  <a:pt x="19050" y="15566"/>
                </a:moveTo>
                <a:lnTo>
                  <a:pt x="19050" y="15240"/>
                </a:lnTo>
                <a:lnTo>
                  <a:pt x="18288" y="16002"/>
                </a:lnTo>
                <a:lnTo>
                  <a:pt x="19050" y="15566"/>
                </a:lnTo>
                <a:close/>
              </a:path>
              <a:path w="69850" h="60960">
                <a:moveTo>
                  <a:pt x="26670" y="51054"/>
                </a:moveTo>
                <a:lnTo>
                  <a:pt x="21336" y="49530"/>
                </a:lnTo>
                <a:lnTo>
                  <a:pt x="22098" y="50292"/>
                </a:lnTo>
                <a:lnTo>
                  <a:pt x="22098" y="59544"/>
                </a:lnTo>
                <a:lnTo>
                  <a:pt x="24384" y="60198"/>
                </a:lnTo>
                <a:lnTo>
                  <a:pt x="25908" y="60306"/>
                </a:lnTo>
                <a:lnTo>
                  <a:pt x="25908" y="51054"/>
                </a:lnTo>
                <a:lnTo>
                  <a:pt x="26670" y="51054"/>
                </a:lnTo>
                <a:close/>
              </a:path>
              <a:path w="69850" h="60960">
                <a:moveTo>
                  <a:pt x="23622" y="12954"/>
                </a:moveTo>
                <a:lnTo>
                  <a:pt x="22860" y="12954"/>
                </a:lnTo>
                <a:lnTo>
                  <a:pt x="22860" y="13389"/>
                </a:lnTo>
                <a:lnTo>
                  <a:pt x="23622" y="12954"/>
                </a:lnTo>
                <a:close/>
              </a:path>
              <a:path w="69850" h="60960">
                <a:moveTo>
                  <a:pt x="31242" y="60960"/>
                </a:moveTo>
                <a:lnTo>
                  <a:pt x="31242" y="51816"/>
                </a:lnTo>
                <a:lnTo>
                  <a:pt x="30480" y="51816"/>
                </a:lnTo>
                <a:lnTo>
                  <a:pt x="25908" y="51054"/>
                </a:lnTo>
                <a:lnTo>
                  <a:pt x="25908" y="60306"/>
                </a:lnTo>
                <a:lnTo>
                  <a:pt x="30480" y="60960"/>
                </a:lnTo>
                <a:lnTo>
                  <a:pt x="31242" y="60960"/>
                </a:lnTo>
                <a:close/>
              </a:path>
              <a:path w="69850" h="60960">
                <a:moveTo>
                  <a:pt x="28194" y="10668"/>
                </a:moveTo>
                <a:lnTo>
                  <a:pt x="27432" y="10668"/>
                </a:lnTo>
                <a:lnTo>
                  <a:pt x="27432" y="10994"/>
                </a:lnTo>
                <a:lnTo>
                  <a:pt x="28194" y="10668"/>
                </a:lnTo>
                <a:close/>
              </a:path>
              <a:path w="69850" h="60960">
                <a:moveTo>
                  <a:pt x="30886" y="51765"/>
                </a:moveTo>
                <a:lnTo>
                  <a:pt x="30480" y="51707"/>
                </a:lnTo>
                <a:lnTo>
                  <a:pt x="30886" y="51765"/>
                </a:lnTo>
                <a:close/>
              </a:path>
              <a:path w="69850" h="60960">
                <a:moveTo>
                  <a:pt x="36576" y="60960"/>
                </a:moveTo>
                <a:lnTo>
                  <a:pt x="36576" y="51054"/>
                </a:lnTo>
                <a:lnTo>
                  <a:pt x="30886" y="51765"/>
                </a:lnTo>
                <a:lnTo>
                  <a:pt x="31242" y="51816"/>
                </a:lnTo>
                <a:lnTo>
                  <a:pt x="31242" y="60960"/>
                </a:lnTo>
                <a:lnTo>
                  <a:pt x="36576" y="60960"/>
                </a:lnTo>
                <a:close/>
              </a:path>
              <a:path w="69850" h="60960">
                <a:moveTo>
                  <a:pt x="33528" y="9906"/>
                </a:moveTo>
                <a:lnTo>
                  <a:pt x="32766" y="9906"/>
                </a:lnTo>
                <a:lnTo>
                  <a:pt x="33528" y="9906"/>
                </a:lnTo>
                <a:close/>
              </a:path>
              <a:path w="69850" h="60960">
                <a:moveTo>
                  <a:pt x="41910" y="49530"/>
                </a:moveTo>
                <a:lnTo>
                  <a:pt x="35814" y="51054"/>
                </a:lnTo>
                <a:lnTo>
                  <a:pt x="36576" y="51054"/>
                </a:lnTo>
                <a:lnTo>
                  <a:pt x="36576" y="60960"/>
                </a:lnTo>
                <a:lnTo>
                  <a:pt x="38455" y="60871"/>
                </a:lnTo>
                <a:lnTo>
                  <a:pt x="41148" y="60198"/>
                </a:lnTo>
                <a:lnTo>
                  <a:pt x="41148" y="50292"/>
                </a:lnTo>
                <a:lnTo>
                  <a:pt x="41910" y="49530"/>
                </a:lnTo>
                <a:close/>
              </a:path>
              <a:path w="69850" h="60960">
                <a:moveTo>
                  <a:pt x="38455" y="9194"/>
                </a:moveTo>
                <a:lnTo>
                  <a:pt x="38100" y="9144"/>
                </a:lnTo>
                <a:lnTo>
                  <a:pt x="38455" y="9194"/>
                </a:lnTo>
                <a:close/>
              </a:path>
              <a:path w="69850" h="60960">
                <a:moveTo>
                  <a:pt x="38862" y="9252"/>
                </a:moveTo>
                <a:lnTo>
                  <a:pt x="38455" y="9194"/>
                </a:lnTo>
                <a:lnTo>
                  <a:pt x="38862" y="9252"/>
                </a:lnTo>
                <a:close/>
              </a:path>
              <a:path w="69850" h="60960">
                <a:moveTo>
                  <a:pt x="46482" y="58020"/>
                </a:moveTo>
                <a:lnTo>
                  <a:pt x="46482" y="48006"/>
                </a:lnTo>
                <a:lnTo>
                  <a:pt x="41148" y="50292"/>
                </a:lnTo>
                <a:lnTo>
                  <a:pt x="41148" y="60198"/>
                </a:lnTo>
                <a:lnTo>
                  <a:pt x="44196" y="59436"/>
                </a:lnTo>
                <a:lnTo>
                  <a:pt x="44196" y="58674"/>
                </a:lnTo>
                <a:lnTo>
                  <a:pt x="44958" y="58674"/>
                </a:lnTo>
                <a:lnTo>
                  <a:pt x="46482" y="58020"/>
                </a:lnTo>
                <a:close/>
              </a:path>
              <a:path w="69850" h="60960">
                <a:moveTo>
                  <a:pt x="43434" y="10123"/>
                </a:moveTo>
                <a:lnTo>
                  <a:pt x="43434" y="9906"/>
                </a:lnTo>
                <a:lnTo>
                  <a:pt x="42672" y="9906"/>
                </a:lnTo>
                <a:lnTo>
                  <a:pt x="43434" y="10123"/>
                </a:lnTo>
                <a:close/>
              </a:path>
              <a:path w="69850" h="60960">
                <a:moveTo>
                  <a:pt x="54102" y="53848"/>
                </a:moveTo>
                <a:lnTo>
                  <a:pt x="54102" y="41910"/>
                </a:lnTo>
                <a:lnTo>
                  <a:pt x="50292" y="45720"/>
                </a:lnTo>
                <a:lnTo>
                  <a:pt x="50292" y="44958"/>
                </a:lnTo>
                <a:lnTo>
                  <a:pt x="45720" y="48006"/>
                </a:lnTo>
                <a:lnTo>
                  <a:pt x="46482" y="48006"/>
                </a:lnTo>
                <a:lnTo>
                  <a:pt x="46482" y="58020"/>
                </a:lnTo>
                <a:lnTo>
                  <a:pt x="50292" y="56388"/>
                </a:lnTo>
                <a:lnTo>
                  <a:pt x="51054" y="56388"/>
                </a:lnTo>
                <a:lnTo>
                  <a:pt x="54102" y="53848"/>
                </a:lnTo>
                <a:close/>
              </a:path>
              <a:path w="69850" h="60960">
                <a:moveTo>
                  <a:pt x="48006" y="11430"/>
                </a:moveTo>
                <a:lnTo>
                  <a:pt x="47244" y="10668"/>
                </a:lnTo>
                <a:lnTo>
                  <a:pt x="47244" y="11212"/>
                </a:lnTo>
                <a:lnTo>
                  <a:pt x="48006" y="11430"/>
                </a:lnTo>
                <a:close/>
              </a:path>
              <a:path w="69850" h="60960">
                <a:moveTo>
                  <a:pt x="51816" y="13563"/>
                </a:moveTo>
                <a:lnTo>
                  <a:pt x="51816" y="12954"/>
                </a:lnTo>
                <a:lnTo>
                  <a:pt x="51054" y="12954"/>
                </a:lnTo>
                <a:lnTo>
                  <a:pt x="51816" y="13563"/>
                </a:lnTo>
                <a:close/>
              </a:path>
              <a:path w="69850" h="60960">
                <a:moveTo>
                  <a:pt x="58674" y="50673"/>
                </a:moveTo>
                <a:lnTo>
                  <a:pt x="58674" y="33528"/>
                </a:lnTo>
                <a:lnTo>
                  <a:pt x="56388" y="38862"/>
                </a:lnTo>
                <a:lnTo>
                  <a:pt x="56388" y="38100"/>
                </a:lnTo>
                <a:lnTo>
                  <a:pt x="53340" y="41910"/>
                </a:lnTo>
                <a:lnTo>
                  <a:pt x="54102" y="41910"/>
                </a:lnTo>
                <a:lnTo>
                  <a:pt x="54102" y="53848"/>
                </a:lnTo>
                <a:lnTo>
                  <a:pt x="55626" y="52578"/>
                </a:lnTo>
                <a:lnTo>
                  <a:pt x="56388" y="52578"/>
                </a:lnTo>
                <a:lnTo>
                  <a:pt x="58674" y="50673"/>
                </a:lnTo>
                <a:close/>
              </a:path>
              <a:path w="69850" h="60960">
                <a:moveTo>
                  <a:pt x="54864" y="16002"/>
                </a:moveTo>
                <a:lnTo>
                  <a:pt x="54102" y="15240"/>
                </a:lnTo>
                <a:lnTo>
                  <a:pt x="54440" y="15663"/>
                </a:lnTo>
                <a:lnTo>
                  <a:pt x="54864" y="16002"/>
                </a:lnTo>
                <a:close/>
              </a:path>
              <a:path w="69850" h="60960">
                <a:moveTo>
                  <a:pt x="54440" y="15663"/>
                </a:moveTo>
                <a:lnTo>
                  <a:pt x="54102" y="15240"/>
                </a:lnTo>
                <a:lnTo>
                  <a:pt x="54102" y="15392"/>
                </a:lnTo>
                <a:lnTo>
                  <a:pt x="54440" y="15663"/>
                </a:lnTo>
                <a:close/>
              </a:path>
              <a:path w="69850" h="60960">
                <a:moveTo>
                  <a:pt x="54864" y="16192"/>
                </a:moveTo>
                <a:lnTo>
                  <a:pt x="54864" y="16002"/>
                </a:lnTo>
                <a:lnTo>
                  <a:pt x="54440" y="15663"/>
                </a:lnTo>
                <a:lnTo>
                  <a:pt x="54864" y="16192"/>
                </a:lnTo>
                <a:close/>
              </a:path>
              <a:path w="69850" h="60960">
                <a:moveTo>
                  <a:pt x="59436" y="50038"/>
                </a:moveTo>
                <a:lnTo>
                  <a:pt x="59436" y="29718"/>
                </a:lnTo>
                <a:lnTo>
                  <a:pt x="57912" y="35052"/>
                </a:lnTo>
                <a:lnTo>
                  <a:pt x="58674" y="33528"/>
                </a:lnTo>
                <a:lnTo>
                  <a:pt x="58674" y="50673"/>
                </a:lnTo>
                <a:lnTo>
                  <a:pt x="59436" y="50038"/>
                </a:lnTo>
                <a:close/>
              </a:path>
              <a:path w="69850" h="60960">
                <a:moveTo>
                  <a:pt x="64770" y="43434"/>
                </a:moveTo>
                <a:lnTo>
                  <a:pt x="64770" y="12954"/>
                </a:lnTo>
                <a:lnTo>
                  <a:pt x="61722" y="9144"/>
                </a:lnTo>
                <a:lnTo>
                  <a:pt x="60960" y="9144"/>
                </a:lnTo>
                <a:lnTo>
                  <a:pt x="60960" y="48006"/>
                </a:lnTo>
                <a:lnTo>
                  <a:pt x="64770" y="43434"/>
                </a:lnTo>
                <a:close/>
              </a:path>
              <a:path w="69850" h="60960">
                <a:moveTo>
                  <a:pt x="68580" y="32004"/>
                </a:moveTo>
                <a:lnTo>
                  <a:pt x="68580" y="22098"/>
                </a:lnTo>
                <a:lnTo>
                  <a:pt x="67818" y="19050"/>
                </a:lnTo>
                <a:lnTo>
                  <a:pt x="66294" y="16002"/>
                </a:lnTo>
                <a:lnTo>
                  <a:pt x="64770" y="13716"/>
                </a:lnTo>
                <a:lnTo>
                  <a:pt x="64770" y="42672"/>
                </a:lnTo>
                <a:lnTo>
                  <a:pt x="67056" y="38100"/>
                </a:lnTo>
                <a:lnTo>
                  <a:pt x="67056" y="37338"/>
                </a:lnTo>
                <a:lnTo>
                  <a:pt x="67818" y="37338"/>
                </a:lnTo>
                <a:lnTo>
                  <a:pt x="68580" y="32004"/>
                </a:lnTo>
                <a:close/>
              </a:path>
              <a:path w="69850" h="60960">
                <a:moveTo>
                  <a:pt x="69342" y="25908"/>
                </a:moveTo>
                <a:lnTo>
                  <a:pt x="69342" y="25146"/>
                </a:lnTo>
                <a:lnTo>
                  <a:pt x="68580" y="25146"/>
                </a:lnTo>
                <a:lnTo>
                  <a:pt x="68580" y="31242"/>
                </a:lnTo>
                <a:lnTo>
                  <a:pt x="69342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3" name="object 32">
            <a:extLst>
              <a:ext uri="{FF2B5EF4-FFF2-40B4-BE49-F238E27FC236}">
                <a16:creationId xmlns:a16="http://schemas.microsoft.com/office/drawing/2014/main" id="{AA958580-A52F-4876-92E8-3589D1C77608}"/>
              </a:ext>
            </a:extLst>
          </p:cNvPr>
          <p:cNvSpPr/>
          <p:nvPr/>
        </p:nvSpPr>
        <p:spPr>
          <a:xfrm>
            <a:off x="7542235" y="5048079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19050" y="15906"/>
                </a:moveTo>
                <a:lnTo>
                  <a:pt x="19050" y="5238"/>
                </a:lnTo>
                <a:lnTo>
                  <a:pt x="18288" y="5238"/>
                </a:lnTo>
                <a:lnTo>
                  <a:pt x="13716" y="8286"/>
                </a:lnTo>
                <a:lnTo>
                  <a:pt x="12954" y="8286"/>
                </a:lnTo>
                <a:lnTo>
                  <a:pt x="12954" y="9048"/>
                </a:lnTo>
                <a:lnTo>
                  <a:pt x="9144" y="12858"/>
                </a:lnTo>
                <a:lnTo>
                  <a:pt x="8382" y="12858"/>
                </a:lnTo>
                <a:lnTo>
                  <a:pt x="5334" y="17430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762" y="28098"/>
                </a:lnTo>
                <a:lnTo>
                  <a:pt x="0" y="28860"/>
                </a:lnTo>
                <a:lnTo>
                  <a:pt x="7620" y="50196"/>
                </a:lnTo>
                <a:lnTo>
                  <a:pt x="7620" y="50958"/>
                </a:lnTo>
                <a:lnTo>
                  <a:pt x="8382" y="50958"/>
                </a:lnTo>
                <a:lnTo>
                  <a:pt x="9144" y="51568"/>
                </a:lnTo>
                <a:lnTo>
                  <a:pt x="9144" y="33432"/>
                </a:lnTo>
                <a:lnTo>
                  <a:pt x="9906" y="31908"/>
                </a:lnTo>
                <a:lnTo>
                  <a:pt x="9906" y="31146"/>
                </a:lnTo>
                <a:lnTo>
                  <a:pt x="10668" y="25812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9869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59054">
                <a:moveTo>
                  <a:pt x="14260" y="43774"/>
                </a:moveTo>
                <a:lnTo>
                  <a:pt x="12954" y="41814"/>
                </a:lnTo>
                <a:lnTo>
                  <a:pt x="11430" y="40290"/>
                </a:lnTo>
                <a:lnTo>
                  <a:pt x="9906" y="37242"/>
                </a:lnTo>
                <a:lnTo>
                  <a:pt x="9906" y="35718"/>
                </a:lnTo>
                <a:lnTo>
                  <a:pt x="9144" y="33432"/>
                </a:lnTo>
                <a:lnTo>
                  <a:pt x="9144" y="51568"/>
                </a:lnTo>
                <a:lnTo>
                  <a:pt x="12192" y="54006"/>
                </a:lnTo>
                <a:lnTo>
                  <a:pt x="12954" y="54006"/>
                </a:lnTo>
                <a:lnTo>
                  <a:pt x="13716" y="54387"/>
                </a:lnTo>
                <a:lnTo>
                  <a:pt x="13716" y="43338"/>
                </a:lnTo>
                <a:lnTo>
                  <a:pt x="14260" y="43774"/>
                </a:lnTo>
                <a:close/>
              </a:path>
              <a:path w="68579" h="59054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59054">
                <a:moveTo>
                  <a:pt x="14478" y="44100"/>
                </a:moveTo>
                <a:lnTo>
                  <a:pt x="14260" y="43774"/>
                </a:lnTo>
                <a:lnTo>
                  <a:pt x="13716" y="43338"/>
                </a:lnTo>
                <a:lnTo>
                  <a:pt x="14478" y="44100"/>
                </a:lnTo>
                <a:close/>
              </a:path>
              <a:path w="68579" h="59054">
                <a:moveTo>
                  <a:pt x="14478" y="54768"/>
                </a:moveTo>
                <a:lnTo>
                  <a:pt x="14478" y="44100"/>
                </a:lnTo>
                <a:lnTo>
                  <a:pt x="13716" y="43338"/>
                </a:lnTo>
                <a:lnTo>
                  <a:pt x="13716" y="54387"/>
                </a:lnTo>
                <a:lnTo>
                  <a:pt x="14478" y="54768"/>
                </a:lnTo>
                <a:close/>
              </a:path>
              <a:path w="68579" h="59054">
                <a:moveTo>
                  <a:pt x="17526" y="56292"/>
                </a:moveTo>
                <a:lnTo>
                  <a:pt x="17526" y="46386"/>
                </a:lnTo>
                <a:lnTo>
                  <a:pt x="14260" y="43774"/>
                </a:lnTo>
                <a:lnTo>
                  <a:pt x="14478" y="44100"/>
                </a:lnTo>
                <a:lnTo>
                  <a:pt x="14478" y="54768"/>
                </a:lnTo>
                <a:lnTo>
                  <a:pt x="17526" y="56292"/>
                </a:lnTo>
                <a:close/>
              </a:path>
              <a:path w="68579" h="59054">
                <a:moveTo>
                  <a:pt x="16002" y="18954"/>
                </a:moveTo>
                <a:lnTo>
                  <a:pt x="15240" y="19716"/>
                </a:lnTo>
                <a:lnTo>
                  <a:pt x="15240" y="19869"/>
                </a:lnTo>
                <a:lnTo>
                  <a:pt x="16002" y="18954"/>
                </a:lnTo>
                <a:close/>
              </a:path>
              <a:path w="68579" h="59054">
                <a:moveTo>
                  <a:pt x="21336" y="47910"/>
                </a:moveTo>
                <a:lnTo>
                  <a:pt x="16764" y="45624"/>
                </a:lnTo>
                <a:lnTo>
                  <a:pt x="17526" y="46386"/>
                </a:lnTo>
                <a:lnTo>
                  <a:pt x="17526" y="56292"/>
                </a:lnTo>
                <a:lnTo>
                  <a:pt x="18288" y="57054"/>
                </a:lnTo>
                <a:lnTo>
                  <a:pt x="20574" y="57381"/>
                </a:lnTo>
                <a:lnTo>
                  <a:pt x="20574" y="47910"/>
                </a:lnTo>
                <a:lnTo>
                  <a:pt x="21336" y="47910"/>
                </a:lnTo>
                <a:close/>
              </a:path>
              <a:path w="68579" h="59054">
                <a:moveTo>
                  <a:pt x="68580" y="30384"/>
                </a:moveTo>
                <a:lnTo>
                  <a:pt x="68580" y="24288"/>
                </a:lnTo>
                <a:lnTo>
                  <a:pt x="67818" y="20478"/>
                </a:lnTo>
                <a:lnTo>
                  <a:pt x="67056" y="18192"/>
                </a:lnTo>
                <a:lnTo>
                  <a:pt x="66294" y="15144"/>
                </a:lnTo>
                <a:lnTo>
                  <a:pt x="64770" y="12858"/>
                </a:lnTo>
                <a:lnTo>
                  <a:pt x="64770" y="12096"/>
                </a:lnTo>
                <a:lnTo>
                  <a:pt x="61722" y="8286"/>
                </a:lnTo>
                <a:lnTo>
                  <a:pt x="60198" y="8286"/>
                </a:lnTo>
                <a:lnTo>
                  <a:pt x="56388" y="5238"/>
                </a:lnTo>
                <a:lnTo>
                  <a:pt x="56388" y="4476"/>
                </a:lnTo>
                <a:lnTo>
                  <a:pt x="55626" y="4476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908" y="2190"/>
                </a:lnTo>
                <a:lnTo>
                  <a:pt x="25146" y="2190"/>
                </a:lnTo>
                <a:lnTo>
                  <a:pt x="19050" y="4476"/>
                </a:lnTo>
                <a:lnTo>
                  <a:pt x="19050" y="16668"/>
                </a:lnTo>
                <a:lnTo>
                  <a:pt x="22860" y="14128"/>
                </a:lnTo>
                <a:lnTo>
                  <a:pt x="22860" y="13620"/>
                </a:lnTo>
                <a:lnTo>
                  <a:pt x="28194" y="11620"/>
                </a:lnTo>
                <a:lnTo>
                  <a:pt x="28194" y="11334"/>
                </a:lnTo>
                <a:lnTo>
                  <a:pt x="32766" y="10028"/>
                </a:lnTo>
                <a:lnTo>
                  <a:pt x="32766" y="9810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588"/>
                </a:lnTo>
                <a:lnTo>
                  <a:pt x="51816" y="12858"/>
                </a:lnTo>
                <a:lnTo>
                  <a:pt x="51816" y="13468"/>
                </a:lnTo>
                <a:lnTo>
                  <a:pt x="54102" y="15297"/>
                </a:lnTo>
                <a:lnTo>
                  <a:pt x="54102" y="15144"/>
                </a:lnTo>
                <a:lnTo>
                  <a:pt x="57150" y="18192"/>
                </a:lnTo>
                <a:lnTo>
                  <a:pt x="57150" y="18573"/>
                </a:lnTo>
                <a:lnTo>
                  <a:pt x="57912" y="19716"/>
                </a:lnTo>
                <a:lnTo>
                  <a:pt x="58674" y="21240"/>
                </a:lnTo>
                <a:lnTo>
                  <a:pt x="58674" y="23526"/>
                </a:lnTo>
                <a:lnTo>
                  <a:pt x="59340" y="24860"/>
                </a:lnTo>
                <a:lnTo>
                  <a:pt x="59436" y="24288"/>
                </a:lnTo>
                <a:lnTo>
                  <a:pt x="59436" y="47021"/>
                </a:lnTo>
                <a:lnTo>
                  <a:pt x="60198" y="46386"/>
                </a:lnTo>
                <a:lnTo>
                  <a:pt x="60198" y="45624"/>
                </a:lnTo>
                <a:lnTo>
                  <a:pt x="64008" y="41814"/>
                </a:lnTo>
                <a:lnTo>
                  <a:pt x="64008" y="41052"/>
                </a:lnTo>
                <a:lnTo>
                  <a:pt x="66294" y="36480"/>
                </a:lnTo>
                <a:lnTo>
                  <a:pt x="67056" y="35718"/>
                </a:lnTo>
                <a:lnTo>
                  <a:pt x="67056" y="34956"/>
                </a:lnTo>
                <a:lnTo>
                  <a:pt x="68580" y="30384"/>
                </a:lnTo>
                <a:close/>
              </a:path>
              <a:path w="68579" h="59054">
                <a:moveTo>
                  <a:pt x="30480" y="58578"/>
                </a:moveTo>
                <a:lnTo>
                  <a:pt x="30480" y="49434"/>
                </a:lnTo>
                <a:lnTo>
                  <a:pt x="29718" y="49434"/>
                </a:lnTo>
                <a:lnTo>
                  <a:pt x="25146" y="48672"/>
                </a:lnTo>
                <a:lnTo>
                  <a:pt x="20574" y="47910"/>
                </a:lnTo>
                <a:lnTo>
                  <a:pt x="20574" y="57381"/>
                </a:lnTo>
                <a:lnTo>
                  <a:pt x="23622" y="57816"/>
                </a:lnTo>
                <a:lnTo>
                  <a:pt x="24384" y="58578"/>
                </a:lnTo>
                <a:lnTo>
                  <a:pt x="30480" y="58578"/>
                </a:lnTo>
                <a:close/>
              </a:path>
              <a:path w="68579" h="59054">
                <a:moveTo>
                  <a:pt x="23622" y="13620"/>
                </a:moveTo>
                <a:lnTo>
                  <a:pt x="22860" y="13620"/>
                </a:lnTo>
                <a:lnTo>
                  <a:pt x="22860" y="14128"/>
                </a:lnTo>
                <a:lnTo>
                  <a:pt x="23622" y="13620"/>
                </a:lnTo>
                <a:close/>
              </a:path>
              <a:path w="68579" h="59054">
                <a:moveTo>
                  <a:pt x="25908" y="48672"/>
                </a:moveTo>
                <a:lnTo>
                  <a:pt x="25146" y="48563"/>
                </a:lnTo>
                <a:lnTo>
                  <a:pt x="25908" y="48672"/>
                </a:lnTo>
                <a:close/>
              </a:path>
              <a:path w="68579" h="59054">
                <a:moveTo>
                  <a:pt x="28956" y="11334"/>
                </a:moveTo>
                <a:lnTo>
                  <a:pt x="28194" y="11334"/>
                </a:lnTo>
                <a:lnTo>
                  <a:pt x="28194" y="11620"/>
                </a:lnTo>
                <a:lnTo>
                  <a:pt x="28956" y="11334"/>
                </a:lnTo>
                <a:close/>
              </a:path>
              <a:path w="68579" h="59054">
                <a:moveTo>
                  <a:pt x="30124" y="49383"/>
                </a:moveTo>
                <a:lnTo>
                  <a:pt x="29718" y="49325"/>
                </a:lnTo>
                <a:lnTo>
                  <a:pt x="30124" y="49383"/>
                </a:lnTo>
                <a:close/>
              </a:path>
              <a:path w="68579" h="59054">
                <a:moveTo>
                  <a:pt x="35814" y="58578"/>
                </a:moveTo>
                <a:lnTo>
                  <a:pt x="35814" y="48672"/>
                </a:lnTo>
                <a:lnTo>
                  <a:pt x="30124" y="49383"/>
                </a:lnTo>
                <a:lnTo>
                  <a:pt x="30480" y="49434"/>
                </a:lnTo>
                <a:lnTo>
                  <a:pt x="30480" y="58578"/>
                </a:lnTo>
                <a:lnTo>
                  <a:pt x="35814" y="58578"/>
                </a:lnTo>
                <a:close/>
              </a:path>
              <a:path w="68579" h="59054">
                <a:moveTo>
                  <a:pt x="33528" y="9810"/>
                </a:moveTo>
                <a:lnTo>
                  <a:pt x="32766" y="9810"/>
                </a:lnTo>
                <a:lnTo>
                  <a:pt x="32766" y="10028"/>
                </a:lnTo>
                <a:lnTo>
                  <a:pt x="33528" y="9810"/>
                </a:lnTo>
                <a:close/>
              </a:path>
              <a:path w="68579" h="59054">
                <a:moveTo>
                  <a:pt x="41148" y="47148"/>
                </a:moveTo>
                <a:lnTo>
                  <a:pt x="35052" y="48672"/>
                </a:lnTo>
                <a:lnTo>
                  <a:pt x="35814" y="48672"/>
                </a:lnTo>
                <a:lnTo>
                  <a:pt x="35814" y="58578"/>
                </a:lnTo>
                <a:lnTo>
                  <a:pt x="36576" y="58578"/>
                </a:lnTo>
                <a:lnTo>
                  <a:pt x="36576" y="57816"/>
                </a:lnTo>
                <a:lnTo>
                  <a:pt x="37338" y="57816"/>
                </a:lnTo>
                <a:lnTo>
                  <a:pt x="40386" y="57054"/>
                </a:lnTo>
                <a:lnTo>
                  <a:pt x="40386" y="47910"/>
                </a:lnTo>
                <a:lnTo>
                  <a:pt x="41148" y="47148"/>
                </a:lnTo>
                <a:close/>
              </a:path>
              <a:path w="68579" h="59054">
                <a:moveTo>
                  <a:pt x="45720" y="44862"/>
                </a:moveTo>
                <a:lnTo>
                  <a:pt x="40386" y="47910"/>
                </a:lnTo>
                <a:lnTo>
                  <a:pt x="40386" y="57054"/>
                </a:lnTo>
                <a:lnTo>
                  <a:pt x="43434" y="56292"/>
                </a:lnTo>
                <a:lnTo>
                  <a:pt x="44196" y="56292"/>
                </a:lnTo>
                <a:lnTo>
                  <a:pt x="44958" y="55966"/>
                </a:lnTo>
                <a:lnTo>
                  <a:pt x="44958" y="45624"/>
                </a:lnTo>
                <a:lnTo>
                  <a:pt x="45720" y="44862"/>
                </a:lnTo>
                <a:close/>
              </a:path>
              <a:path w="68579" h="59054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59054">
                <a:moveTo>
                  <a:pt x="50292" y="54006"/>
                </a:moveTo>
                <a:lnTo>
                  <a:pt x="50292" y="42576"/>
                </a:lnTo>
                <a:lnTo>
                  <a:pt x="44958" y="45624"/>
                </a:lnTo>
                <a:lnTo>
                  <a:pt x="44958" y="55966"/>
                </a:lnTo>
                <a:lnTo>
                  <a:pt x="49530" y="54006"/>
                </a:lnTo>
                <a:lnTo>
                  <a:pt x="50292" y="54006"/>
                </a:lnTo>
                <a:close/>
              </a:path>
              <a:path w="68579" h="59054">
                <a:moveTo>
                  <a:pt x="48006" y="11588"/>
                </a:moveTo>
                <a:lnTo>
                  <a:pt x="48006" y="11334"/>
                </a:lnTo>
                <a:lnTo>
                  <a:pt x="47244" y="11334"/>
                </a:lnTo>
                <a:lnTo>
                  <a:pt x="48006" y="11588"/>
                </a:lnTo>
                <a:close/>
              </a:path>
              <a:path w="68579" h="59054">
                <a:moveTo>
                  <a:pt x="53340" y="51212"/>
                </a:moveTo>
                <a:lnTo>
                  <a:pt x="53340" y="39528"/>
                </a:lnTo>
                <a:lnTo>
                  <a:pt x="49530" y="42576"/>
                </a:lnTo>
                <a:lnTo>
                  <a:pt x="50292" y="42576"/>
                </a:lnTo>
                <a:lnTo>
                  <a:pt x="50292" y="53244"/>
                </a:lnTo>
                <a:lnTo>
                  <a:pt x="53340" y="51212"/>
                </a:lnTo>
                <a:close/>
              </a:path>
              <a:path w="68579" h="59054">
                <a:moveTo>
                  <a:pt x="51816" y="13468"/>
                </a:moveTo>
                <a:lnTo>
                  <a:pt x="51816" y="12858"/>
                </a:lnTo>
                <a:lnTo>
                  <a:pt x="51054" y="12858"/>
                </a:lnTo>
                <a:lnTo>
                  <a:pt x="51816" y="13468"/>
                </a:lnTo>
                <a:close/>
              </a:path>
              <a:path w="68579" h="59054">
                <a:moveTo>
                  <a:pt x="56388" y="49561"/>
                </a:moveTo>
                <a:lnTo>
                  <a:pt x="56388" y="35718"/>
                </a:lnTo>
                <a:lnTo>
                  <a:pt x="52578" y="39528"/>
                </a:lnTo>
                <a:lnTo>
                  <a:pt x="53340" y="39528"/>
                </a:lnTo>
                <a:lnTo>
                  <a:pt x="53340" y="51212"/>
                </a:lnTo>
                <a:lnTo>
                  <a:pt x="54864" y="50196"/>
                </a:lnTo>
                <a:lnTo>
                  <a:pt x="55626" y="50196"/>
                </a:lnTo>
                <a:lnTo>
                  <a:pt x="56388" y="49561"/>
                </a:lnTo>
                <a:close/>
              </a:path>
              <a:path w="68579" h="59054">
                <a:moveTo>
                  <a:pt x="54864" y="15906"/>
                </a:moveTo>
                <a:lnTo>
                  <a:pt x="54102" y="15144"/>
                </a:lnTo>
                <a:lnTo>
                  <a:pt x="54102" y="15297"/>
                </a:lnTo>
                <a:lnTo>
                  <a:pt x="54864" y="15906"/>
                </a:lnTo>
                <a:close/>
              </a:path>
              <a:path w="68579" h="59054">
                <a:moveTo>
                  <a:pt x="59436" y="47021"/>
                </a:moveTo>
                <a:lnTo>
                  <a:pt x="59436" y="25050"/>
                </a:lnTo>
                <a:lnTo>
                  <a:pt x="59340" y="24860"/>
                </a:lnTo>
                <a:lnTo>
                  <a:pt x="58674" y="28860"/>
                </a:lnTo>
                <a:lnTo>
                  <a:pt x="58674" y="28098"/>
                </a:lnTo>
                <a:lnTo>
                  <a:pt x="57912" y="32670"/>
                </a:lnTo>
                <a:lnTo>
                  <a:pt x="57912" y="31908"/>
                </a:lnTo>
                <a:lnTo>
                  <a:pt x="55626" y="36480"/>
                </a:lnTo>
                <a:lnTo>
                  <a:pt x="56388" y="35718"/>
                </a:lnTo>
                <a:lnTo>
                  <a:pt x="56388" y="49561"/>
                </a:lnTo>
                <a:lnTo>
                  <a:pt x="59436" y="47021"/>
                </a:lnTo>
                <a:close/>
              </a:path>
              <a:path w="68579" h="59054">
                <a:moveTo>
                  <a:pt x="57150" y="18573"/>
                </a:moveTo>
                <a:lnTo>
                  <a:pt x="57150" y="18192"/>
                </a:lnTo>
                <a:lnTo>
                  <a:pt x="56388" y="17430"/>
                </a:lnTo>
                <a:lnTo>
                  <a:pt x="57150" y="18573"/>
                </a:lnTo>
                <a:close/>
              </a:path>
              <a:path w="68579" h="59054">
                <a:moveTo>
                  <a:pt x="59436" y="25050"/>
                </a:moveTo>
                <a:lnTo>
                  <a:pt x="59436" y="24288"/>
                </a:lnTo>
                <a:lnTo>
                  <a:pt x="59340" y="24860"/>
                </a:lnTo>
                <a:lnTo>
                  <a:pt x="59436" y="25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5" name="object 33">
            <a:extLst>
              <a:ext uri="{FF2B5EF4-FFF2-40B4-BE49-F238E27FC236}">
                <a16:creationId xmlns:a16="http://schemas.microsoft.com/office/drawing/2014/main" id="{D76FF9C7-7660-44B1-A67F-D834952B47E4}"/>
              </a:ext>
            </a:extLst>
          </p:cNvPr>
          <p:cNvSpPr/>
          <p:nvPr/>
        </p:nvSpPr>
        <p:spPr>
          <a:xfrm>
            <a:off x="4309843" y="4047015"/>
            <a:ext cx="69476" cy="58271"/>
          </a:xfrm>
          <a:custGeom>
            <a:avLst/>
            <a:gdLst/>
            <a:ahLst/>
            <a:cxnLst/>
            <a:rect l="l" t="t" r="r" b="b"/>
            <a:pathLst>
              <a:path w="59054" h="49529">
                <a:moveTo>
                  <a:pt x="58531" y="24610"/>
                </a:moveTo>
                <a:lnTo>
                  <a:pt x="57673" y="14894"/>
                </a:lnTo>
                <a:lnTo>
                  <a:pt x="52613" y="6977"/>
                </a:lnTo>
                <a:lnTo>
                  <a:pt x="44053" y="1845"/>
                </a:lnTo>
                <a:lnTo>
                  <a:pt x="33349" y="0"/>
                </a:lnTo>
                <a:lnTo>
                  <a:pt x="21859" y="1940"/>
                </a:lnTo>
                <a:lnTo>
                  <a:pt x="11239" y="7477"/>
                </a:lnTo>
                <a:lnTo>
                  <a:pt x="3762" y="15370"/>
                </a:lnTo>
                <a:lnTo>
                  <a:pt x="0" y="24550"/>
                </a:lnTo>
                <a:lnTo>
                  <a:pt x="523" y="33944"/>
                </a:lnTo>
                <a:lnTo>
                  <a:pt x="5917" y="42183"/>
                </a:lnTo>
                <a:lnTo>
                  <a:pt x="14525" y="47279"/>
                </a:lnTo>
                <a:lnTo>
                  <a:pt x="25276" y="48946"/>
                </a:lnTo>
                <a:lnTo>
                  <a:pt x="37099" y="46898"/>
                </a:lnTo>
                <a:lnTo>
                  <a:pt x="47386" y="41469"/>
                </a:lnTo>
                <a:lnTo>
                  <a:pt x="54816" y="33754"/>
                </a:lnTo>
                <a:lnTo>
                  <a:pt x="58531" y="24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7" name="object 34">
            <a:extLst>
              <a:ext uri="{FF2B5EF4-FFF2-40B4-BE49-F238E27FC236}">
                <a16:creationId xmlns:a16="http://schemas.microsoft.com/office/drawing/2014/main" id="{60030B51-C28B-4188-825A-82B22460F600}"/>
              </a:ext>
            </a:extLst>
          </p:cNvPr>
          <p:cNvSpPr/>
          <p:nvPr/>
        </p:nvSpPr>
        <p:spPr>
          <a:xfrm>
            <a:off x="4304183" y="4041358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68580" y="25037"/>
                </a:moveTo>
                <a:lnTo>
                  <a:pt x="68580" y="24275"/>
                </a:lnTo>
                <a:lnTo>
                  <a:pt x="67056" y="18179"/>
                </a:lnTo>
                <a:lnTo>
                  <a:pt x="65532" y="15131"/>
                </a:lnTo>
                <a:lnTo>
                  <a:pt x="64770" y="12845"/>
                </a:lnTo>
                <a:lnTo>
                  <a:pt x="64008" y="12845"/>
                </a:lnTo>
                <a:lnTo>
                  <a:pt x="64008" y="12083"/>
                </a:lnTo>
                <a:lnTo>
                  <a:pt x="60960" y="9035"/>
                </a:lnTo>
                <a:lnTo>
                  <a:pt x="60960" y="8273"/>
                </a:lnTo>
                <a:lnTo>
                  <a:pt x="60198" y="8273"/>
                </a:lnTo>
                <a:lnTo>
                  <a:pt x="56388" y="5225"/>
                </a:lnTo>
                <a:lnTo>
                  <a:pt x="55626" y="4463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5225"/>
                </a:lnTo>
                <a:lnTo>
                  <a:pt x="18288" y="5225"/>
                </a:lnTo>
                <a:lnTo>
                  <a:pt x="12954" y="8273"/>
                </a:lnTo>
                <a:lnTo>
                  <a:pt x="12954" y="9035"/>
                </a:lnTo>
                <a:lnTo>
                  <a:pt x="8382" y="12845"/>
                </a:lnTo>
                <a:lnTo>
                  <a:pt x="7620" y="12845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3513"/>
                </a:lnTo>
                <a:lnTo>
                  <a:pt x="0" y="28085"/>
                </a:lnTo>
                <a:lnTo>
                  <a:pt x="9144" y="52164"/>
                </a:lnTo>
                <a:lnTo>
                  <a:pt x="9144" y="31133"/>
                </a:lnTo>
                <a:lnTo>
                  <a:pt x="9906" y="28466"/>
                </a:lnTo>
                <a:lnTo>
                  <a:pt x="9906" y="27323"/>
                </a:lnTo>
                <a:lnTo>
                  <a:pt x="10668" y="25799"/>
                </a:lnTo>
                <a:lnTo>
                  <a:pt x="10668" y="26180"/>
                </a:lnTo>
                <a:lnTo>
                  <a:pt x="12192" y="23894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lnTo>
                  <a:pt x="19050" y="16219"/>
                </a:lnTo>
                <a:lnTo>
                  <a:pt x="22860" y="14042"/>
                </a:lnTo>
                <a:lnTo>
                  <a:pt x="22860" y="13607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051"/>
                </a:lnTo>
                <a:lnTo>
                  <a:pt x="47244" y="11321"/>
                </a:lnTo>
                <a:lnTo>
                  <a:pt x="47244" y="11575"/>
                </a:lnTo>
                <a:lnTo>
                  <a:pt x="51054" y="12845"/>
                </a:lnTo>
                <a:lnTo>
                  <a:pt x="51054" y="13454"/>
                </a:lnTo>
                <a:lnTo>
                  <a:pt x="53340" y="15283"/>
                </a:lnTo>
                <a:lnTo>
                  <a:pt x="53340" y="15131"/>
                </a:lnTo>
                <a:lnTo>
                  <a:pt x="57150" y="18179"/>
                </a:lnTo>
                <a:lnTo>
                  <a:pt x="57150" y="19703"/>
                </a:lnTo>
                <a:lnTo>
                  <a:pt x="57912" y="21227"/>
                </a:lnTo>
                <a:lnTo>
                  <a:pt x="58674" y="23513"/>
                </a:lnTo>
                <a:lnTo>
                  <a:pt x="58674" y="47135"/>
                </a:lnTo>
                <a:lnTo>
                  <a:pt x="60198" y="45611"/>
                </a:lnTo>
                <a:lnTo>
                  <a:pt x="63246" y="41801"/>
                </a:lnTo>
                <a:lnTo>
                  <a:pt x="63246" y="41039"/>
                </a:lnTo>
                <a:lnTo>
                  <a:pt x="64008" y="41039"/>
                </a:lnTo>
                <a:lnTo>
                  <a:pt x="66294" y="36467"/>
                </a:lnTo>
                <a:lnTo>
                  <a:pt x="66294" y="35705"/>
                </a:lnTo>
                <a:lnTo>
                  <a:pt x="67818" y="30371"/>
                </a:lnTo>
                <a:lnTo>
                  <a:pt x="67818" y="29609"/>
                </a:lnTo>
                <a:lnTo>
                  <a:pt x="68580" y="25037"/>
                </a:lnTo>
                <a:close/>
              </a:path>
              <a:path w="68579" h="59054">
                <a:moveTo>
                  <a:pt x="17526" y="56279"/>
                </a:moveTo>
                <a:lnTo>
                  <a:pt x="17526" y="46373"/>
                </a:lnTo>
                <a:lnTo>
                  <a:pt x="13716" y="43325"/>
                </a:lnTo>
                <a:lnTo>
                  <a:pt x="13716" y="44087"/>
                </a:lnTo>
                <a:lnTo>
                  <a:pt x="12192" y="41801"/>
                </a:lnTo>
                <a:lnTo>
                  <a:pt x="9144" y="35705"/>
                </a:lnTo>
                <a:lnTo>
                  <a:pt x="9144" y="52164"/>
                </a:lnTo>
                <a:lnTo>
                  <a:pt x="11430" y="53993"/>
                </a:lnTo>
                <a:lnTo>
                  <a:pt x="12192" y="53993"/>
                </a:lnTo>
                <a:lnTo>
                  <a:pt x="12192" y="54755"/>
                </a:lnTo>
                <a:lnTo>
                  <a:pt x="17526" y="56279"/>
                </a:lnTo>
                <a:close/>
              </a:path>
              <a:path w="68579" h="59054">
                <a:moveTo>
                  <a:pt x="10668" y="25799"/>
                </a:moveTo>
                <a:lnTo>
                  <a:pt x="9906" y="27323"/>
                </a:lnTo>
                <a:lnTo>
                  <a:pt x="10477" y="26465"/>
                </a:lnTo>
                <a:lnTo>
                  <a:pt x="10668" y="25799"/>
                </a:lnTo>
                <a:close/>
              </a:path>
              <a:path w="68579" h="59054">
                <a:moveTo>
                  <a:pt x="10477" y="26465"/>
                </a:moveTo>
                <a:lnTo>
                  <a:pt x="9906" y="27323"/>
                </a:lnTo>
                <a:lnTo>
                  <a:pt x="9906" y="28466"/>
                </a:lnTo>
                <a:lnTo>
                  <a:pt x="10477" y="26465"/>
                </a:lnTo>
                <a:close/>
              </a:path>
              <a:path w="68579" h="59054">
                <a:moveTo>
                  <a:pt x="10668" y="26180"/>
                </a:moveTo>
                <a:lnTo>
                  <a:pt x="10668" y="25799"/>
                </a:lnTo>
                <a:lnTo>
                  <a:pt x="10477" y="26465"/>
                </a:lnTo>
                <a:lnTo>
                  <a:pt x="10668" y="26180"/>
                </a:lnTo>
                <a:close/>
              </a:path>
              <a:path w="68579" h="59054">
                <a:moveTo>
                  <a:pt x="12954" y="22751"/>
                </a:moveTo>
                <a:lnTo>
                  <a:pt x="12192" y="23513"/>
                </a:lnTo>
                <a:lnTo>
                  <a:pt x="12192" y="23894"/>
                </a:lnTo>
                <a:lnTo>
                  <a:pt x="12954" y="22751"/>
                </a:lnTo>
                <a:close/>
              </a:path>
              <a:path w="68579" h="59054">
                <a:moveTo>
                  <a:pt x="21336" y="47897"/>
                </a:moveTo>
                <a:lnTo>
                  <a:pt x="16764" y="45611"/>
                </a:lnTo>
                <a:lnTo>
                  <a:pt x="17526" y="46373"/>
                </a:lnTo>
                <a:lnTo>
                  <a:pt x="17526" y="57041"/>
                </a:lnTo>
                <a:lnTo>
                  <a:pt x="18288" y="57041"/>
                </a:lnTo>
                <a:lnTo>
                  <a:pt x="20574" y="57422"/>
                </a:lnTo>
                <a:lnTo>
                  <a:pt x="20574" y="47897"/>
                </a:lnTo>
                <a:lnTo>
                  <a:pt x="21336" y="47897"/>
                </a:lnTo>
                <a:close/>
              </a:path>
              <a:path w="68579" h="59054">
                <a:moveTo>
                  <a:pt x="19050" y="16219"/>
                </a:moveTo>
                <a:lnTo>
                  <a:pt x="19050" y="15893"/>
                </a:lnTo>
                <a:lnTo>
                  <a:pt x="18288" y="16655"/>
                </a:lnTo>
                <a:lnTo>
                  <a:pt x="19050" y="16219"/>
                </a:lnTo>
                <a:close/>
              </a:path>
              <a:path w="68579" h="59054">
                <a:moveTo>
                  <a:pt x="25146" y="48659"/>
                </a:moveTo>
                <a:lnTo>
                  <a:pt x="20574" y="47897"/>
                </a:lnTo>
                <a:lnTo>
                  <a:pt x="20574" y="57422"/>
                </a:lnTo>
                <a:lnTo>
                  <a:pt x="22860" y="57803"/>
                </a:lnTo>
                <a:lnTo>
                  <a:pt x="23622" y="58565"/>
                </a:lnTo>
                <a:lnTo>
                  <a:pt x="24384" y="58565"/>
                </a:lnTo>
                <a:lnTo>
                  <a:pt x="24384" y="48659"/>
                </a:lnTo>
                <a:lnTo>
                  <a:pt x="25146" y="48659"/>
                </a:lnTo>
                <a:close/>
              </a:path>
              <a:path w="68579" h="59054">
                <a:moveTo>
                  <a:pt x="23622" y="13607"/>
                </a:moveTo>
                <a:lnTo>
                  <a:pt x="22860" y="13607"/>
                </a:lnTo>
                <a:lnTo>
                  <a:pt x="22860" y="14042"/>
                </a:lnTo>
                <a:lnTo>
                  <a:pt x="23622" y="13607"/>
                </a:lnTo>
                <a:close/>
              </a:path>
              <a:path w="68579" h="59054">
                <a:moveTo>
                  <a:pt x="30480" y="58565"/>
                </a:moveTo>
                <a:lnTo>
                  <a:pt x="30480" y="49421"/>
                </a:lnTo>
                <a:lnTo>
                  <a:pt x="29718" y="49421"/>
                </a:lnTo>
                <a:lnTo>
                  <a:pt x="24384" y="48659"/>
                </a:lnTo>
                <a:lnTo>
                  <a:pt x="24384" y="58565"/>
                </a:lnTo>
                <a:lnTo>
                  <a:pt x="30480" y="58565"/>
                </a:lnTo>
                <a:close/>
              </a:path>
              <a:path w="68579" h="59054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59054">
                <a:moveTo>
                  <a:pt x="30073" y="49370"/>
                </a:moveTo>
                <a:lnTo>
                  <a:pt x="29718" y="49325"/>
                </a:lnTo>
                <a:lnTo>
                  <a:pt x="30073" y="49370"/>
                </a:lnTo>
                <a:close/>
              </a:path>
              <a:path w="68579" h="59054">
                <a:moveTo>
                  <a:pt x="35052" y="58565"/>
                </a:moveTo>
                <a:lnTo>
                  <a:pt x="35052" y="48659"/>
                </a:lnTo>
                <a:lnTo>
                  <a:pt x="30073" y="49370"/>
                </a:lnTo>
                <a:lnTo>
                  <a:pt x="30480" y="49421"/>
                </a:lnTo>
                <a:lnTo>
                  <a:pt x="30480" y="58565"/>
                </a:lnTo>
                <a:lnTo>
                  <a:pt x="35052" y="58565"/>
                </a:lnTo>
                <a:close/>
              </a:path>
              <a:path w="68579" h="59054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59054">
                <a:moveTo>
                  <a:pt x="40386" y="47135"/>
                </a:moveTo>
                <a:lnTo>
                  <a:pt x="34290" y="48659"/>
                </a:lnTo>
                <a:lnTo>
                  <a:pt x="35052" y="48659"/>
                </a:lnTo>
                <a:lnTo>
                  <a:pt x="35052" y="58565"/>
                </a:lnTo>
                <a:lnTo>
                  <a:pt x="36576" y="58565"/>
                </a:lnTo>
                <a:lnTo>
                  <a:pt x="36576" y="57803"/>
                </a:lnTo>
                <a:lnTo>
                  <a:pt x="39624" y="57041"/>
                </a:lnTo>
                <a:lnTo>
                  <a:pt x="39624" y="47897"/>
                </a:lnTo>
                <a:lnTo>
                  <a:pt x="40386" y="47135"/>
                </a:lnTo>
                <a:close/>
              </a:path>
              <a:path w="68579" h="59054">
                <a:moveTo>
                  <a:pt x="45720" y="55299"/>
                </a:moveTo>
                <a:lnTo>
                  <a:pt x="45720" y="45611"/>
                </a:lnTo>
                <a:lnTo>
                  <a:pt x="39624" y="47897"/>
                </a:lnTo>
                <a:lnTo>
                  <a:pt x="39624" y="57041"/>
                </a:lnTo>
                <a:lnTo>
                  <a:pt x="42672" y="56279"/>
                </a:lnTo>
                <a:lnTo>
                  <a:pt x="43434" y="56279"/>
                </a:lnTo>
                <a:lnTo>
                  <a:pt x="45720" y="55299"/>
                </a:lnTo>
                <a:close/>
              </a:path>
              <a:path w="68579" h="59054">
                <a:moveTo>
                  <a:pt x="43434" y="10051"/>
                </a:moveTo>
                <a:lnTo>
                  <a:pt x="43434" y="9797"/>
                </a:lnTo>
                <a:lnTo>
                  <a:pt x="42672" y="9797"/>
                </a:lnTo>
                <a:lnTo>
                  <a:pt x="43434" y="10051"/>
                </a:lnTo>
                <a:close/>
              </a:path>
              <a:path w="68579" h="59054">
                <a:moveTo>
                  <a:pt x="49530" y="42563"/>
                </a:moveTo>
                <a:lnTo>
                  <a:pt x="44958" y="45611"/>
                </a:lnTo>
                <a:lnTo>
                  <a:pt x="45720" y="45611"/>
                </a:lnTo>
                <a:lnTo>
                  <a:pt x="45720" y="55299"/>
                </a:lnTo>
                <a:lnTo>
                  <a:pt x="48768" y="53993"/>
                </a:lnTo>
                <a:lnTo>
                  <a:pt x="48768" y="43325"/>
                </a:lnTo>
                <a:lnTo>
                  <a:pt x="49530" y="42563"/>
                </a:lnTo>
                <a:close/>
              </a:path>
              <a:path w="68579" h="59054">
                <a:moveTo>
                  <a:pt x="47244" y="11575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575"/>
                </a:lnTo>
                <a:close/>
              </a:path>
              <a:path w="68579" h="59054">
                <a:moveTo>
                  <a:pt x="53340" y="51271"/>
                </a:moveTo>
                <a:lnTo>
                  <a:pt x="53340" y="39515"/>
                </a:lnTo>
                <a:lnTo>
                  <a:pt x="48768" y="43325"/>
                </a:lnTo>
                <a:lnTo>
                  <a:pt x="48768" y="53993"/>
                </a:lnTo>
                <a:lnTo>
                  <a:pt x="49530" y="53993"/>
                </a:lnTo>
                <a:lnTo>
                  <a:pt x="53340" y="51271"/>
                </a:lnTo>
                <a:close/>
              </a:path>
              <a:path w="68579" h="59054">
                <a:moveTo>
                  <a:pt x="51054" y="13454"/>
                </a:moveTo>
                <a:lnTo>
                  <a:pt x="51054" y="12845"/>
                </a:lnTo>
                <a:lnTo>
                  <a:pt x="50292" y="12845"/>
                </a:lnTo>
                <a:lnTo>
                  <a:pt x="51054" y="13454"/>
                </a:lnTo>
                <a:close/>
              </a:path>
              <a:path w="68579" h="59054">
                <a:moveTo>
                  <a:pt x="57912" y="47897"/>
                </a:moveTo>
                <a:lnTo>
                  <a:pt x="57912" y="31895"/>
                </a:lnTo>
                <a:lnTo>
                  <a:pt x="55626" y="36467"/>
                </a:lnTo>
                <a:lnTo>
                  <a:pt x="55626" y="35705"/>
                </a:lnTo>
                <a:lnTo>
                  <a:pt x="52578" y="39515"/>
                </a:lnTo>
                <a:lnTo>
                  <a:pt x="53340" y="39515"/>
                </a:lnTo>
                <a:lnTo>
                  <a:pt x="53340" y="51271"/>
                </a:lnTo>
                <a:lnTo>
                  <a:pt x="54864" y="50183"/>
                </a:lnTo>
                <a:lnTo>
                  <a:pt x="55626" y="50183"/>
                </a:lnTo>
                <a:lnTo>
                  <a:pt x="57912" y="47897"/>
                </a:lnTo>
                <a:close/>
              </a:path>
              <a:path w="68579" h="59054">
                <a:moveTo>
                  <a:pt x="54102" y="15893"/>
                </a:moveTo>
                <a:lnTo>
                  <a:pt x="53340" y="15131"/>
                </a:lnTo>
                <a:lnTo>
                  <a:pt x="53340" y="15283"/>
                </a:lnTo>
                <a:lnTo>
                  <a:pt x="54102" y="15893"/>
                </a:lnTo>
                <a:close/>
              </a:path>
              <a:path w="68579" h="59054">
                <a:moveTo>
                  <a:pt x="57150" y="19703"/>
                </a:moveTo>
                <a:lnTo>
                  <a:pt x="57150" y="18179"/>
                </a:lnTo>
                <a:lnTo>
                  <a:pt x="56388" y="18179"/>
                </a:lnTo>
                <a:lnTo>
                  <a:pt x="57150" y="19703"/>
                </a:lnTo>
                <a:close/>
              </a:path>
              <a:path w="68579" h="59054">
                <a:moveTo>
                  <a:pt x="58674" y="47135"/>
                </a:moveTo>
                <a:lnTo>
                  <a:pt x="58674" y="28085"/>
                </a:lnTo>
                <a:lnTo>
                  <a:pt x="57150" y="32657"/>
                </a:lnTo>
                <a:lnTo>
                  <a:pt x="57912" y="31895"/>
                </a:lnTo>
                <a:lnTo>
                  <a:pt x="57912" y="47897"/>
                </a:lnTo>
                <a:lnTo>
                  <a:pt x="58674" y="47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9" name="object 35">
            <a:extLst>
              <a:ext uri="{FF2B5EF4-FFF2-40B4-BE49-F238E27FC236}">
                <a16:creationId xmlns:a16="http://schemas.microsoft.com/office/drawing/2014/main" id="{EA20CEC9-DFBC-4681-88FD-00435C69E9E3}"/>
              </a:ext>
            </a:extLst>
          </p:cNvPr>
          <p:cNvSpPr/>
          <p:nvPr/>
        </p:nvSpPr>
        <p:spPr>
          <a:xfrm>
            <a:off x="5184517" y="3360809"/>
            <a:ext cx="74407" cy="672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1" name="object 36">
            <a:extLst>
              <a:ext uri="{FF2B5EF4-FFF2-40B4-BE49-F238E27FC236}">
                <a16:creationId xmlns:a16="http://schemas.microsoft.com/office/drawing/2014/main" id="{A8372B12-780C-46C7-9A08-2F1EC1D6AC42}"/>
              </a:ext>
            </a:extLst>
          </p:cNvPr>
          <p:cNvSpPr/>
          <p:nvPr/>
        </p:nvSpPr>
        <p:spPr>
          <a:xfrm>
            <a:off x="5501868" y="5930990"/>
            <a:ext cx="82475" cy="761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3" name="object 37">
            <a:extLst>
              <a:ext uri="{FF2B5EF4-FFF2-40B4-BE49-F238E27FC236}">
                <a16:creationId xmlns:a16="http://schemas.microsoft.com/office/drawing/2014/main" id="{650C238F-DC36-4992-A86F-F98951855D3B}"/>
              </a:ext>
            </a:extLst>
          </p:cNvPr>
          <p:cNvSpPr/>
          <p:nvPr/>
        </p:nvSpPr>
        <p:spPr>
          <a:xfrm>
            <a:off x="4296115" y="4588973"/>
            <a:ext cx="83087" cy="681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5" name="object 38">
            <a:extLst>
              <a:ext uri="{FF2B5EF4-FFF2-40B4-BE49-F238E27FC236}">
                <a16:creationId xmlns:a16="http://schemas.microsoft.com/office/drawing/2014/main" id="{AFBDF74F-0AA5-493B-BE9E-282297BAA38D}"/>
              </a:ext>
            </a:extLst>
          </p:cNvPr>
          <p:cNvSpPr/>
          <p:nvPr/>
        </p:nvSpPr>
        <p:spPr>
          <a:xfrm>
            <a:off x="5744811" y="2579981"/>
            <a:ext cx="74407" cy="672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7" name="object 39">
            <a:extLst>
              <a:ext uri="{FF2B5EF4-FFF2-40B4-BE49-F238E27FC236}">
                <a16:creationId xmlns:a16="http://schemas.microsoft.com/office/drawing/2014/main" id="{3F99A461-92BD-4C22-8D47-1819F63B9F73}"/>
              </a:ext>
            </a:extLst>
          </p:cNvPr>
          <p:cNvSpPr/>
          <p:nvPr/>
        </p:nvSpPr>
        <p:spPr>
          <a:xfrm>
            <a:off x="6878845" y="4636488"/>
            <a:ext cx="82280" cy="7978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9" name="object 40">
            <a:extLst>
              <a:ext uri="{FF2B5EF4-FFF2-40B4-BE49-F238E27FC236}">
                <a16:creationId xmlns:a16="http://schemas.microsoft.com/office/drawing/2014/main" id="{647F4954-01AF-4606-BB7C-5E4860BD8CD5}"/>
              </a:ext>
            </a:extLst>
          </p:cNvPr>
          <p:cNvSpPr/>
          <p:nvPr/>
        </p:nvSpPr>
        <p:spPr>
          <a:xfrm>
            <a:off x="5777085" y="4562975"/>
            <a:ext cx="74407" cy="681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1" name="object 41">
            <a:extLst>
              <a:ext uri="{FF2B5EF4-FFF2-40B4-BE49-F238E27FC236}">
                <a16:creationId xmlns:a16="http://schemas.microsoft.com/office/drawing/2014/main" id="{795ECA49-6A4B-490D-9D26-8B52F841F88D}"/>
              </a:ext>
            </a:extLst>
          </p:cNvPr>
          <p:cNvSpPr/>
          <p:nvPr/>
        </p:nvSpPr>
        <p:spPr>
          <a:xfrm>
            <a:off x="7246399" y="3722981"/>
            <a:ext cx="74407" cy="6723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3" name="object 42">
            <a:extLst>
              <a:ext uri="{FF2B5EF4-FFF2-40B4-BE49-F238E27FC236}">
                <a16:creationId xmlns:a16="http://schemas.microsoft.com/office/drawing/2014/main" id="{2BA16B82-BA4F-4804-8A89-938CEB3EC357}"/>
              </a:ext>
            </a:extLst>
          </p:cNvPr>
          <p:cNvSpPr/>
          <p:nvPr/>
        </p:nvSpPr>
        <p:spPr>
          <a:xfrm>
            <a:off x="4270117" y="2533366"/>
            <a:ext cx="70224" cy="56029"/>
          </a:xfrm>
          <a:custGeom>
            <a:avLst/>
            <a:gdLst/>
            <a:ahLst/>
            <a:cxnLst/>
            <a:rect l="l" t="t" r="r" b="b"/>
            <a:pathLst>
              <a:path w="59689" h="47625">
                <a:moveTo>
                  <a:pt x="59435" y="28194"/>
                </a:moveTo>
                <a:lnTo>
                  <a:pt x="58269" y="18645"/>
                </a:lnTo>
                <a:lnTo>
                  <a:pt x="52958" y="10096"/>
                </a:lnTo>
                <a:lnTo>
                  <a:pt x="44219" y="3548"/>
                </a:lnTo>
                <a:lnTo>
                  <a:pt x="32765" y="0"/>
                </a:lnTo>
                <a:lnTo>
                  <a:pt x="21109" y="202"/>
                </a:lnTo>
                <a:lnTo>
                  <a:pt x="10953" y="3905"/>
                </a:lnTo>
                <a:lnTo>
                  <a:pt x="3512" y="10608"/>
                </a:lnTo>
                <a:lnTo>
                  <a:pt x="0" y="19812"/>
                </a:lnTo>
                <a:lnTo>
                  <a:pt x="833" y="29241"/>
                </a:lnTo>
                <a:lnTo>
                  <a:pt x="6095" y="37528"/>
                </a:lnTo>
                <a:lnTo>
                  <a:pt x="14787" y="43815"/>
                </a:lnTo>
                <a:lnTo>
                  <a:pt x="25907" y="47244"/>
                </a:lnTo>
                <a:lnTo>
                  <a:pt x="37897" y="47053"/>
                </a:lnTo>
                <a:lnTo>
                  <a:pt x="48101" y="43434"/>
                </a:lnTo>
                <a:lnTo>
                  <a:pt x="55590" y="36957"/>
                </a:lnTo>
                <a:lnTo>
                  <a:pt x="59435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5" name="object 43">
            <a:extLst>
              <a:ext uri="{FF2B5EF4-FFF2-40B4-BE49-F238E27FC236}">
                <a16:creationId xmlns:a16="http://schemas.microsoft.com/office/drawing/2014/main" id="{AD5CE46C-BAE9-464B-9DAD-7B7F608C4587}"/>
              </a:ext>
            </a:extLst>
          </p:cNvPr>
          <p:cNvSpPr/>
          <p:nvPr/>
        </p:nvSpPr>
        <p:spPr>
          <a:xfrm>
            <a:off x="4263841" y="2527092"/>
            <a:ext cx="82176" cy="68728"/>
          </a:xfrm>
          <a:custGeom>
            <a:avLst/>
            <a:gdLst/>
            <a:ahLst/>
            <a:cxnLst/>
            <a:rect l="l" t="t" r="r" b="b"/>
            <a:pathLst>
              <a:path w="69850" h="58419">
                <a:moveTo>
                  <a:pt x="4572" y="41148"/>
                </a:moveTo>
                <a:lnTo>
                  <a:pt x="4572" y="13716"/>
                </a:lnTo>
                <a:lnTo>
                  <a:pt x="2286" y="17526"/>
                </a:lnTo>
                <a:lnTo>
                  <a:pt x="2286" y="18288"/>
                </a:lnTo>
                <a:lnTo>
                  <a:pt x="1524" y="18288"/>
                </a:lnTo>
                <a:lnTo>
                  <a:pt x="0" y="24384"/>
                </a:lnTo>
                <a:lnTo>
                  <a:pt x="0" y="30480"/>
                </a:lnTo>
                <a:lnTo>
                  <a:pt x="1524" y="35052"/>
                </a:lnTo>
                <a:lnTo>
                  <a:pt x="1524" y="36576"/>
                </a:lnTo>
                <a:lnTo>
                  <a:pt x="3810" y="41148"/>
                </a:lnTo>
                <a:lnTo>
                  <a:pt x="4572" y="41148"/>
                </a:lnTo>
                <a:close/>
              </a:path>
              <a:path w="69850" h="58419">
                <a:moveTo>
                  <a:pt x="32004" y="10001"/>
                </a:moveTo>
                <a:lnTo>
                  <a:pt x="32004" y="762"/>
                </a:lnTo>
                <a:lnTo>
                  <a:pt x="25146" y="762"/>
                </a:lnTo>
                <a:lnTo>
                  <a:pt x="19812" y="2286"/>
                </a:lnTo>
                <a:lnTo>
                  <a:pt x="19050" y="3048"/>
                </a:lnTo>
                <a:lnTo>
                  <a:pt x="14478" y="5334"/>
                </a:lnTo>
                <a:lnTo>
                  <a:pt x="13716" y="5334"/>
                </a:lnTo>
                <a:lnTo>
                  <a:pt x="9144" y="8382"/>
                </a:lnTo>
                <a:lnTo>
                  <a:pt x="8382" y="9144"/>
                </a:lnTo>
                <a:lnTo>
                  <a:pt x="5334" y="12954"/>
                </a:lnTo>
                <a:lnTo>
                  <a:pt x="4572" y="12954"/>
                </a:lnTo>
                <a:lnTo>
                  <a:pt x="4572" y="41910"/>
                </a:lnTo>
                <a:lnTo>
                  <a:pt x="7620" y="45720"/>
                </a:lnTo>
                <a:lnTo>
                  <a:pt x="7620" y="46482"/>
                </a:lnTo>
                <a:lnTo>
                  <a:pt x="8382" y="46482"/>
                </a:lnTo>
                <a:lnTo>
                  <a:pt x="9906" y="47701"/>
                </a:lnTo>
                <a:lnTo>
                  <a:pt x="9906" y="23622"/>
                </a:lnTo>
                <a:lnTo>
                  <a:pt x="10668" y="21336"/>
                </a:lnTo>
                <a:lnTo>
                  <a:pt x="10668" y="22860"/>
                </a:lnTo>
                <a:lnTo>
                  <a:pt x="12192" y="19812"/>
                </a:lnTo>
                <a:lnTo>
                  <a:pt x="12192" y="19050"/>
                </a:lnTo>
                <a:lnTo>
                  <a:pt x="14478" y="16192"/>
                </a:lnTo>
                <a:lnTo>
                  <a:pt x="14478" y="16002"/>
                </a:lnTo>
                <a:lnTo>
                  <a:pt x="15240" y="15240"/>
                </a:lnTo>
                <a:lnTo>
                  <a:pt x="15240" y="15494"/>
                </a:lnTo>
                <a:lnTo>
                  <a:pt x="19050" y="12954"/>
                </a:lnTo>
                <a:lnTo>
                  <a:pt x="19050" y="13335"/>
                </a:lnTo>
                <a:lnTo>
                  <a:pt x="22098" y="11811"/>
                </a:lnTo>
                <a:lnTo>
                  <a:pt x="22098" y="11430"/>
                </a:lnTo>
                <a:lnTo>
                  <a:pt x="26670" y="10776"/>
                </a:lnTo>
                <a:lnTo>
                  <a:pt x="32004" y="10001"/>
                </a:lnTo>
                <a:close/>
              </a:path>
              <a:path w="69850" h="58419">
                <a:moveTo>
                  <a:pt x="12192" y="49530"/>
                </a:moveTo>
                <a:lnTo>
                  <a:pt x="12192" y="36576"/>
                </a:lnTo>
                <a:lnTo>
                  <a:pt x="10668" y="32004"/>
                </a:lnTo>
                <a:lnTo>
                  <a:pt x="10668" y="33528"/>
                </a:lnTo>
                <a:lnTo>
                  <a:pt x="9906" y="28194"/>
                </a:lnTo>
                <a:lnTo>
                  <a:pt x="9906" y="47701"/>
                </a:lnTo>
                <a:lnTo>
                  <a:pt x="12192" y="49530"/>
                </a:lnTo>
                <a:close/>
              </a:path>
              <a:path w="69850" h="58419">
                <a:moveTo>
                  <a:pt x="12954" y="18288"/>
                </a:moveTo>
                <a:lnTo>
                  <a:pt x="12192" y="19050"/>
                </a:lnTo>
                <a:lnTo>
                  <a:pt x="12192" y="19812"/>
                </a:lnTo>
                <a:lnTo>
                  <a:pt x="12954" y="18288"/>
                </a:lnTo>
                <a:close/>
              </a:path>
              <a:path w="69850" h="58419">
                <a:moveTo>
                  <a:pt x="15240" y="39624"/>
                </a:moveTo>
                <a:lnTo>
                  <a:pt x="12192" y="35814"/>
                </a:lnTo>
                <a:lnTo>
                  <a:pt x="12192" y="50292"/>
                </a:lnTo>
                <a:lnTo>
                  <a:pt x="12954" y="50292"/>
                </a:lnTo>
                <a:lnTo>
                  <a:pt x="14478" y="51308"/>
                </a:lnTo>
                <a:lnTo>
                  <a:pt x="14478" y="38862"/>
                </a:lnTo>
                <a:lnTo>
                  <a:pt x="15240" y="39624"/>
                </a:lnTo>
                <a:close/>
              </a:path>
              <a:path w="69850" h="58419">
                <a:moveTo>
                  <a:pt x="15240" y="15240"/>
                </a:moveTo>
                <a:lnTo>
                  <a:pt x="14478" y="16002"/>
                </a:lnTo>
                <a:lnTo>
                  <a:pt x="14804" y="15784"/>
                </a:lnTo>
                <a:lnTo>
                  <a:pt x="15240" y="15240"/>
                </a:lnTo>
                <a:close/>
              </a:path>
              <a:path w="69850" h="58419">
                <a:moveTo>
                  <a:pt x="14804" y="15784"/>
                </a:moveTo>
                <a:lnTo>
                  <a:pt x="14478" y="16002"/>
                </a:lnTo>
                <a:lnTo>
                  <a:pt x="14478" y="16192"/>
                </a:lnTo>
                <a:lnTo>
                  <a:pt x="14804" y="15784"/>
                </a:lnTo>
                <a:close/>
              </a:path>
              <a:path w="69850" h="58419">
                <a:moveTo>
                  <a:pt x="18288" y="53340"/>
                </a:moveTo>
                <a:lnTo>
                  <a:pt x="18288" y="42672"/>
                </a:lnTo>
                <a:lnTo>
                  <a:pt x="14478" y="38862"/>
                </a:lnTo>
                <a:lnTo>
                  <a:pt x="14478" y="51308"/>
                </a:lnTo>
                <a:lnTo>
                  <a:pt x="17526" y="53340"/>
                </a:lnTo>
                <a:lnTo>
                  <a:pt x="18288" y="53340"/>
                </a:lnTo>
                <a:close/>
              </a:path>
              <a:path w="69850" h="58419">
                <a:moveTo>
                  <a:pt x="15240" y="15494"/>
                </a:moveTo>
                <a:lnTo>
                  <a:pt x="15240" y="15240"/>
                </a:lnTo>
                <a:lnTo>
                  <a:pt x="14804" y="15784"/>
                </a:lnTo>
                <a:lnTo>
                  <a:pt x="15240" y="15494"/>
                </a:lnTo>
                <a:close/>
              </a:path>
              <a:path w="69850" h="58419">
                <a:moveTo>
                  <a:pt x="22860" y="44958"/>
                </a:moveTo>
                <a:lnTo>
                  <a:pt x="17526" y="41910"/>
                </a:lnTo>
                <a:lnTo>
                  <a:pt x="18288" y="42672"/>
                </a:lnTo>
                <a:lnTo>
                  <a:pt x="18288" y="53340"/>
                </a:lnTo>
                <a:lnTo>
                  <a:pt x="22098" y="54972"/>
                </a:lnTo>
                <a:lnTo>
                  <a:pt x="22098" y="44958"/>
                </a:lnTo>
                <a:lnTo>
                  <a:pt x="22860" y="44958"/>
                </a:lnTo>
                <a:close/>
              </a:path>
              <a:path w="69850" h="58419">
                <a:moveTo>
                  <a:pt x="19050" y="13335"/>
                </a:moveTo>
                <a:lnTo>
                  <a:pt x="19050" y="12954"/>
                </a:lnTo>
                <a:lnTo>
                  <a:pt x="18288" y="13716"/>
                </a:lnTo>
                <a:lnTo>
                  <a:pt x="19050" y="13335"/>
                </a:lnTo>
                <a:close/>
              </a:path>
              <a:path w="69850" h="58419">
                <a:moveTo>
                  <a:pt x="22860" y="11430"/>
                </a:moveTo>
                <a:lnTo>
                  <a:pt x="22098" y="11430"/>
                </a:lnTo>
                <a:lnTo>
                  <a:pt x="22098" y="11811"/>
                </a:lnTo>
                <a:lnTo>
                  <a:pt x="22860" y="11430"/>
                </a:lnTo>
                <a:close/>
              </a:path>
              <a:path w="69850" h="58419">
                <a:moveTo>
                  <a:pt x="27432" y="56388"/>
                </a:moveTo>
                <a:lnTo>
                  <a:pt x="27432" y="47244"/>
                </a:lnTo>
                <a:lnTo>
                  <a:pt x="22098" y="44958"/>
                </a:lnTo>
                <a:lnTo>
                  <a:pt x="22098" y="54972"/>
                </a:lnTo>
                <a:lnTo>
                  <a:pt x="23622" y="55626"/>
                </a:lnTo>
                <a:lnTo>
                  <a:pt x="24384" y="55626"/>
                </a:lnTo>
                <a:lnTo>
                  <a:pt x="27432" y="56388"/>
                </a:lnTo>
                <a:close/>
              </a:path>
              <a:path w="69850" h="58419">
                <a:moveTo>
                  <a:pt x="27432" y="10668"/>
                </a:moveTo>
                <a:lnTo>
                  <a:pt x="26670" y="10668"/>
                </a:lnTo>
                <a:lnTo>
                  <a:pt x="27432" y="10668"/>
                </a:lnTo>
                <a:close/>
              </a:path>
              <a:path w="69850" h="58419">
                <a:moveTo>
                  <a:pt x="32766" y="48006"/>
                </a:moveTo>
                <a:lnTo>
                  <a:pt x="26670" y="46482"/>
                </a:lnTo>
                <a:lnTo>
                  <a:pt x="27432" y="47244"/>
                </a:lnTo>
                <a:lnTo>
                  <a:pt x="27432" y="56388"/>
                </a:lnTo>
                <a:lnTo>
                  <a:pt x="30480" y="57150"/>
                </a:lnTo>
                <a:lnTo>
                  <a:pt x="32004" y="57245"/>
                </a:lnTo>
                <a:lnTo>
                  <a:pt x="32004" y="48006"/>
                </a:lnTo>
                <a:lnTo>
                  <a:pt x="32766" y="48006"/>
                </a:lnTo>
                <a:close/>
              </a:path>
              <a:path w="69850" h="58419">
                <a:moveTo>
                  <a:pt x="57912" y="22860"/>
                </a:moveTo>
                <a:lnTo>
                  <a:pt x="57150" y="21336"/>
                </a:lnTo>
                <a:lnTo>
                  <a:pt x="57150" y="7620"/>
                </a:lnTo>
                <a:lnTo>
                  <a:pt x="51816" y="5334"/>
                </a:lnTo>
                <a:lnTo>
                  <a:pt x="51816" y="4572"/>
                </a:lnTo>
                <a:lnTo>
                  <a:pt x="45720" y="2286"/>
                </a:lnTo>
                <a:lnTo>
                  <a:pt x="44958" y="2286"/>
                </a:lnTo>
                <a:lnTo>
                  <a:pt x="39624" y="762"/>
                </a:lnTo>
                <a:lnTo>
                  <a:pt x="32766" y="762"/>
                </a:lnTo>
                <a:lnTo>
                  <a:pt x="32004" y="0"/>
                </a:lnTo>
                <a:lnTo>
                  <a:pt x="32004" y="9906"/>
                </a:lnTo>
                <a:lnTo>
                  <a:pt x="37338" y="10572"/>
                </a:lnTo>
                <a:lnTo>
                  <a:pt x="37338" y="9906"/>
                </a:lnTo>
                <a:lnTo>
                  <a:pt x="43434" y="11430"/>
                </a:lnTo>
                <a:lnTo>
                  <a:pt x="43434" y="11756"/>
                </a:lnTo>
                <a:lnTo>
                  <a:pt x="47244" y="13389"/>
                </a:lnTo>
                <a:lnTo>
                  <a:pt x="47244" y="12954"/>
                </a:lnTo>
                <a:lnTo>
                  <a:pt x="51054" y="15494"/>
                </a:lnTo>
                <a:lnTo>
                  <a:pt x="51054" y="15240"/>
                </a:lnTo>
                <a:lnTo>
                  <a:pt x="54864" y="19050"/>
                </a:lnTo>
                <a:lnTo>
                  <a:pt x="54864" y="18287"/>
                </a:lnTo>
                <a:lnTo>
                  <a:pt x="57912" y="22860"/>
                </a:lnTo>
                <a:close/>
              </a:path>
              <a:path w="69850" h="58419">
                <a:moveTo>
                  <a:pt x="32385" y="9953"/>
                </a:moveTo>
                <a:lnTo>
                  <a:pt x="32004" y="9906"/>
                </a:lnTo>
                <a:lnTo>
                  <a:pt x="32385" y="9953"/>
                </a:lnTo>
                <a:close/>
              </a:path>
              <a:path w="69850" h="58419">
                <a:moveTo>
                  <a:pt x="42672" y="57258"/>
                </a:moveTo>
                <a:lnTo>
                  <a:pt x="42672" y="48006"/>
                </a:lnTo>
                <a:lnTo>
                  <a:pt x="32004" y="48006"/>
                </a:lnTo>
                <a:lnTo>
                  <a:pt x="32004" y="57245"/>
                </a:lnTo>
                <a:lnTo>
                  <a:pt x="37338" y="57912"/>
                </a:lnTo>
                <a:lnTo>
                  <a:pt x="38862" y="57803"/>
                </a:lnTo>
                <a:lnTo>
                  <a:pt x="42672" y="57258"/>
                </a:lnTo>
                <a:close/>
              </a:path>
              <a:path w="69850" h="58419">
                <a:moveTo>
                  <a:pt x="32766" y="10001"/>
                </a:moveTo>
                <a:lnTo>
                  <a:pt x="32385" y="9953"/>
                </a:lnTo>
                <a:lnTo>
                  <a:pt x="32766" y="10001"/>
                </a:lnTo>
                <a:close/>
              </a:path>
              <a:path w="69850" h="58419">
                <a:moveTo>
                  <a:pt x="38100" y="10668"/>
                </a:moveTo>
                <a:lnTo>
                  <a:pt x="37338" y="9906"/>
                </a:lnTo>
                <a:lnTo>
                  <a:pt x="37338" y="10572"/>
                </a:lnTo>
                <a:lnTo>
                  <a:pt x="38100" y="10668"/>
                </a:lnTo>
                <a:close/>
              </a:path>
              <a:path w="69850" h="58419">
                <a:moveTo>
                  <a:pt x="47244" y="56496"/>
                </a:moveTo>
                <a:lnTo>
                  <a:pt x="47244" y="46482"/>
                </a:lnTo>
                <a:lnTo>
                  <a:pt x="41910" y="48006"/>
                </a:lnTo>
                <a:lnTo>
                  <a:pt x="42672" y="48006"/>
                </a:lnTo>
                <a:lnTo>
                  <a:pt x="42672" y="57258"/>
                </a:lnTo>
                <a:lnTo>
                  <a:pt x="44958" y="57150"/>
                </a:lnTo>
                <a:lnTo>
                  <a:pt x="47244" y="56496"/>
                </a:lnTo>
                <a:close/>
              </a:path>
              <a:path w="69850" h="58419">
                <a:moveTo>
                  <a:pt x="43434" y="11756"/>
                </a:moveTo>
                <a:lnTo>
                  <a:pt x="43434" y="11430"/>
                </a:lnTo>
                <a:lnTo>
                  <a:pt x="42672" y="11430"/>
                </a:lnTo>
                <a:lnTo>
                  <a:pt x="43434" y="11756"/>
                </a:lnTo>
                <a:close/>
              </a:path>
              <a:path w="69850" h="58419">
                <a:moveTo>
                  <a:pt x="51816" y="44196"/>
                </a:moveTo>
                <a:lnTo>
                  <a:pt x="46482" y="46482"/>
                </a:lnTo>
                <a:lnTo>
                  <a:pt x="47244" y="46482"/>
                </a:lnTo>
                <a:lnTo>
                  <a:pt x="47244" y="56496"/>
                </a:lnTo>
                <a:lnTo>
                  <a:pt x="50292" y="55626"/>
                </a:lnTo>
                <a:lnTo>
                  <a:pt x="51054" y="55626"/>
                </a:lnTo>
                <a:lnTo>
                  <a:pt x="51054" y="44958"/>
                </a:lnTo>
                <a:lnTo>
                  <a:pt x="51816" y="44196"/>
                </a:lnTo>
                <a:close/>
              </a:path>
              <a:path w="69850" h="58419">
                <a:moveTo>
                  <a:pt x="48006" y="13716"/>
                </a:moveTo>
                <a:lnTo>
                  <a:pt x="47244" y="12954"/>
                </a:lnTo>
                <a:lnTo>
                  <a:pt x="47244" y="13389"/>
                </a:lnTo>
                <a:lnTo>
                  <a:pt x="48006" y="13716"/>
                </a:lnTo>
                <a:close/>
              </a:path>
              <a:path w="69850" h="58419">
                <a:moveTo>
                  <a:pt x="51816" y="16002"/>
                </a:moveTo>
                <a:lnTo>
                  <a:pt x="51054" y="15240"/>
                </a:lnTo>
                <a:lnTo>
                  <a:pt x="51054" y="15494"/>
                </a:lnTo>
                <a:lnTo>
                  <a:pt x="51816" y="16002"/>
                </a:lnTo>
                <a:close/>
              </a:path>
              <a:path w="69850" h="58419">
                <a:moveTo>
                  <a:pt x="54864" y="41910"/>
                </a:moveTo>
                <a:lnTo>
                  <a:pt x="51054" y="44958"/>
                </a:lnTo>
                <a:lnTo>
                  <a:pt x="51054" y="55626"/>
                </a:lnTo>
                <a:lnTo>
                  <a:pt x="54102" y="54102"/>
                </a:lnTo>
                <a:lnTo>
                  <a:pt x="54102" y="42672"/>
                </a:lnTo>
                <a:lnTo>
                  <a:pt x="54864" y="41910"/>
                </a:lnTo>
                <a:close/>
              </a:path>
              <a:path w="69850" h="58419">
                <a:moveTo>
                  <a:pt x="57912" y="51358"/>
                </a:moveTo>
                <a:lnTo>
                  <a:pt x="57912" y="38862"/>
                </a:lnTo>
                <a:lnTo>
                  <a:pt x="54102" y="42672"/>
                </a:lnTo>
                <a:lnTo>
                  <a:pt x="54102" y="54102"/>
                </a:lnTo>
                <a:lnTo>
                  <a:pt x="55626" y="53340"/>
                </a:lnTo>
                <a:lnTo>
                  <a:pt x="56388" y="52578"/>
                </a:lnTo>
                <a:lnTo>
                  <a:pt x="57912" y="51358"/>
                </a:lnTo>
                <a:close/>
              </a:path>
              <a:path w="69850" h="58419">
                <a:moveTo>
                  <a:pt x="69748" y="36537"/>
                </a:moveTo>
                <a:lnTo>
                  <a:pt x="69430" y="31762"/>
                </a:lnTo>
                <a:lnTo>
                  <a:pt x="69342" y="25146"/>
                </a:lnTo>
                <a:lnTo>
                  <a:pt x="68580" y="22860"/>
                </a:lnTo>
                <a:lnTo>
                  <a:pt x="68580" y="22098"/>
                </a:lnTo>
                <a:lnTo>
                  <a:pt x="67818" y="22098"/>
                </a:lnTo>
                <a:lnTo>
                  <a:pt x="65532" y="17526"/>
                </a:lnTo>
                <a:lnTo>
                  <a:pt x="65532" y="16764"/>
                </a:lnTo>
                <a:lnTo>
                  <a:pt x="62484" y="12954"/>
                </a:lnTo>
                <a:lnTo>
                  <a:pt x="57912" y="8382"/>
                </a:lnTo>
                <a:lnTo>
                  <a:pt x="57150" y="8382"/>
                </a:lnTo>
                <a:lnTo>
                  <a:pt x="57150" y="21336"/>
                </a:lnTo>
                <a:lnTo>
                  <a:pt x="59436" y="25908"/>
                </a:lnTo>
                <a:lnTo>
                  <a:pt x="59436" y="25146"/>
                </a:lnTo>
                <a:lnTo>
                  <a:pt x="60198" y="27432"/>
                </a:lnTo>
                <a:lnTo>
                  <a:pt x="60198" y="33340"/>
                </a:lnTo>
                <a:lnTo>
                  <a:pt x="60934" y="32346"/>
                </a:lnTo>
                <a:lnTo>
                  <a:pt x="60934" y="49530"/>
                </a:lnTo>
                <a:lnTo>
                  <a:pt x="60960" y="48768"/>
                </a:lnTo>
                <a:lnTo>
                  <a:pt x="64770" y="45720"/>
                </a:lnTo>
                <a:lnTo>
                  <a:pt x="64770" y="44958"/>
                </a:lnTo>
                <a:lnTo>
                  <a:pt x="66294" y="42672"/>
                </a:lnTo>
                <a:lnTo>
                  <a:pt x="69748" y="36537"/>
                </a:lnTo>
                <a:close/>
              </a:path>
              <a:path w="69850" h="58419">
                <a:moveTo>
                  <a:pt x="60934" y="49530"/>
                </a:moveTo>
                <a:lnTo>
                  <a:pt x="60934" y="32346"/>
                </a:lnTo>
                <a:lnTo>
                  <a:pt x="57912" y="38100"/>
                </a:lnTo>
                <a:lnTo>
                  <a:pt x="57150" y="39624"/>
                </a:lnTo>
                <a:lnTo>
                  <a:pt x="57912" y="38862"/>
                </a:lnTo>
                <a:lnTo>
                  <a:pt x="57912" y="51358"/>
                </a:lnTo>
                <a:lnTo>
                  <a:pt x="60096" y="49611"/>
                </a:lnTo>
                <a:lnTo>
                  <a:pt x="60934" y="49530"/>
                </a:lnTo>
                <a:close/>
              </a:path>
              <a:path w="69850" h="58419">
                <a:moveTo>
                  <a:pt x="60198" y="33340"/>
                </a:moveTo>
                <a:lnTo>
                  <a:pt x="60198" y="27432"/>
                </a:lnTo>
                <a:lnTo>
                  <a:pt x="60096" y="33477"/>
                </a:lnTo>
                <a:lnTo>
                  <a:pt x="60198" y="3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7" name="object 44">
            <a:extLst>
              <a:ext uri="{FF2B5EF4-FFF2-40B4-BE49-F238E27FC236}">
                <a16:creationId xmlns:a16="http://schemas.microsoft.com/office/drawing/2014/main" id="{21AACF26-BCF7-4B81-AFFB-584651342EAD}"/>
              </a:ext>
            </a:extLst>
          </p:cNvPr>
          <p:cNvSpPr/>
          <p:nvPr/>
        </p:nvSpPr>
        <p:spPr>
          <a:xfrm>
            <a:off x="6824163" y="3614511"/>
            <a:ext cx="74407" cy="6723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9" name="object 45">
            <a:extLst>
              <a:ext uri="{FF2B5EF4-FFF2-40B4-BE49-F238E27FC236}">
                <a16:creationId xmlns:a16="http://schemas.microsoft.com/office/drawing/2014/main" id="{15A3B212-4104-4C56-BF22-FAC98FBE5AD9}"/>
              </a:ext>
            </a:extLst>
          </p:cNvPr>
          <p:cNvSpPr/>
          <p:nvPr/>
        </p:nvSpPr>
        <p:spPr>
          <a:xfrm>
            <a:off x="6661901" y="5308841"/>
            <a:ext cx="74705" cy="79935"/>
          </a:xfrm>
          <a:custGeom>
            <a:avLst/>
            <a:gdLst/>
            <a:ahLst/>
            <a:cxnLst/>
            <a:rect l="l" t="t" r="r" b="b"/>
            <a:pathLst>
              <a:path w="63500" h="67945">
                <a:moveTo>
                  <a:pt x="18573" y="14287"/>
                </a:moveTo>
                <a:lnTo>
                  <a:pt x="18287" y="14478"/>
                </a:lnTo>
                <a:lnTo>
                  <a:pt x="18287" y="3810"/>
                </a:lnTo>
                <a:lnTo>
                  <a:pt x="17525" y="3810"/>
                </a:lnTo>
                <a:lnTo>
                  <a:pt x="12953" y="6858"/>
                </a:lnTo>
                <a:lnTo>
                  <a:pt x="7619" y="12192"/>
                </a:lnTo>
                <a:lnTo>
                  <a:pt x="4571" y="16764"/>
                </a:lnTo>
                <a:lnTo>
                  <a:pt x="4571" y="17526"/>
                </a:lnTo>
                <a:lnTo>
                  <a:pt x="2285" y="22098"/>
                </a:lnTo>
                <a:lnTo>
                  <a:pt x="2285" y="22860"/>
                </a:lnTo>
                <a:lnTo>
                  <a:pt x="1523" y="22860"/>
                </a:lnTo>
                <a:lnTo>
                  <a:pt x="0" y="28956"/>
                </a:lnTo>
                <a:lnTo>
                  <a:pt x="0" y="36576"/>
                </a:lnTo>
                <a:lnTo>
                  <a:pt x="761" y="42672"/>
                </a:lnTo>
                <a:lnTo>
                  <a:pt x="761" y="43434"/>
                </a:lnTo>
                <a:lnTo>
                  <a:pt x="3047" y="48768"/>
                </a:lnTo>
                <a:lnTo>
                  <a:pt x="3047" y="49530"/>
                </a:lnTo>
                <a:lnTo>
                  <a:pt x="5333" y="54102"/>
                </a:lnTo>
                <a:lnTo>
                  <a:pt x="6095" y="54102"/>
                </a:lnTo>
                <a:lnTo>
                  <a:pt x="6095" y="54864"/>
                </a:lnTo>
                <a:lnTo>
                  <a:pt x="9143" y="57912"/>
                </a:lnTo>
                <a:lnTo>
                  <a:pt x="9143" y="35052"/>
                </a:lnTo>
                <a:lnTo>
                  <a:pt x="9239" y="35814"/>
                </a:lnTo>
                <a:lnTo>
                  <a:pt x="9905" y="30480"/>
                </a:lnTo>
                <a:lnTo>
                  <a:pt x="9905" y="31242"/>
                </a:lnTo>
                <a:lnTo>
                  <a:pt x="10667" y="25146"/>
                </a:lnTo>
                <a:lnTo>
                  <a:pt x="10667" y="26670"/>
                </a:lnTo>
                <a:lnTo>
                  <a:pt x="12953" y="21336"/>
                </a:lnTo>
                <a:lnTo>
                  <a:pt x="12953" y="22098"/>
                </a:lnTo>
                <a:lnTo>
                  <a:pt x="15239" y="18669"/>
                </a:lnTo>
                <a:lnTo>
                  <a:pt x="15239" y="18288"/>
                </a:lnTo>
                <a:lnTo>
                  <a:pt x="18573" y="14287"/>
                </a:lnTo>
                <a:close/>
              </a:path>
              <a:path w="63500" h="67945">
                <a:moveTo>
                  <a:pt x="9239" y="35814"/>
                </a:moveTo>
                <a:lnTo>
                  <a:pt x="9143" y="35052"/>
                </a:lnTo>
                <a:lnTo>
                  <a:pt x="9143" y="36576"/>
                </a:lnTo>
                <a:lnTo>
                  <a:pt x="9239" y="35814"/>
                </a:lnTo>
                <a:close/>
              </a:path>
              <a:path w="63500" h="67945">
                <a:moveTo>
                  <a:pt x="9905" y="58674"/>
                </a:moveTo>
                <a:lnTo>
                  <a:pt x="9905" y="41148"/>
                </a:lnTo>
                <a:lnTo>
                  <a:pt x="9239" y="35814"/>
                </a:lnTo>
                <a:lnTo>
                  <a:pt x="9143" y="36576"/>
                </a:lnTo>
                <a:lnTo>
                  <a:pt x="9143" y="57912"/>
                </a:lnTo>
                <a:lnTo>
                  <a:pt x="9905" y="58674"/>
                </a:lnTo>
                <a:close/>
              </a:path>
              <a:path w="63500" h="67945">
                <a:moveTo>
                  <a:pt x="16763" y="52577"/>
                </a:moveTo>
                <a:lnTo>
                  <a:pt x="13715" y="48768"/>
                </a:lnTo>
                <a:lnTo>
                  <a:pt x="13715" y="49530"/>
                </a:lnTo>
                <a:lnTo>
                  <a:pt x="11429" y="44958"/>
                </a:lnTo>
                <a:lnTo>
                  <a:pt x="11429" y="45720"/>
                </a:lnTo>
                <a:lnTo>
                  <a:pt x="9905" y="40386"/>
                </a:lnTo>
                <a:lnTo>
                  <a:pt x="9905" y="59436"/>
                </a:lnTo>
                <a:lnTo>
                  <a:pt x="14477" y="63246"/>
                </a:lnTo>
                <a:lnTo>
                  <a:pt x="15239" y="63246"/>
                </a:lnTo>
                <a:lnTo>
                  <a:pt x="16001" y="63681"/>
                </a:lnTo>
                <a:lnTo>
                  <a:pt x="16001" y="52577"/>
                </a:lnTo>
                <a:lnTo>
                  <a:pt x="16763" y="52577"/>
                </a:lnTo>
                <a:close/>
              </a:path>
              <a:path w="63500" h="67945">
                <a:moveTo>
                  <a:pt x="16001" y="17526"/>
                </a:moveTo>
                <a:lnTo>
                  <a:pt x="15239" y="18288"/>
                </a:lnTo>
                <a:lnTo>
                  <a:pt x="15239" y="18669"/>
                </a:lnTo>
                <a:lnTo>
                  <a:pt x="16001" y="17526"/>
                </a:lnTo>
                <a:close/>
              </a:path>
              <a:path w="63500" h="67945">
                <a:moveTo>
                  <a:pt x="20573" y="66294"/>
                </a:moveTo>
                <a:lnTo>
                  <a:pt x="20573" y="55626"/>
                </a:lnTo>
                <a:lnTo>
                  <a:pt x="16001" y="52577"/>
                </a:lnTo>
                <a:lnTo>
                  <a:pt x="16001" y="63681"/>
                </a:lnTo>
                <a:lnTo>
                  <a:pt x="20573" y="66294"/>
                </a:lnTo>
                <a:close/>
              </a:path>
              <a:path w="63500" h="67945">
                <a:moveTo>
                  <a:pt x="53339" y="27432"/>
                </a:moveTo>
                <a:lnTo>
                  <a:pt x="53339" y="8381"/>
                </a:lnTo>
                <a:lnTo>
                  <a:pt x="48767" y="5333"/>
                </a:lnTo>
                <a:lnTo>
                  <a:pt x="48767" y="4571"/>
                </a:lnTo>
                <a:lnTo>
                  <a:pt x="48005" y="4571"/>
                </a:lnTo>
                <a:lnTo>
                  <a:pt x="43433" y="2285"/>
                </a:lnTo>
                <a:lnTo>
                  <a:pt x="42671" y="1523"/>
                </a:lnTo>
                <a:lnTo>
                  <a:pt x="36575" y="0"/>
                </a:lnTo>
                <a:lnTo>
                  <a:pt x="29717" y="0"/>
                </a:lnTo>
                <a:lnTo>
                  <a:pt x="24383" y="762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8287" y="14478"/>
                </a:lnTo>
                <a:lnTo>
                  <a:pt x="19049" y="13716"/>
                </a:lnTo>
                <a:lnTo>
                  <a:pt x="19049" y="13970"/>
                </a:lnTo>
                <a:lnTo>
                  <a:pt x="22859" y="11430"/>
                </a:lnTo>
                <a:lnTo>
                  <a:pt x="22859" y="11811"/>
                </a:lnTo>
                <a:lnTo>
                  <a:pt x="26669" y="9906"/>
                </a:lnTo>
                <a:lnTo>
                  <a:pt x="26669" y="10450"/>
                </a:lnTo>
                <a:lnTo>
                  <a:pt x="30479" y="9361"/>
                </a:lnTo>
                <a:lnTo>
                  <a:pt x="30479" y="9144"/>
                </a:lnTo>
                <a:lnTo>
                  <a:pt x="33527" y="9144"/>
                </a:lnTo>
                <a:lnTo>
                  <a:pt x="35813" y="9906"/>
                </a:lnTo>
                <a:lnTo>
                  <a:pt x="37337" y="9906"/>
                </a:lnTo>
                <a:lnTo>
                  <a:pt x="39623" y="10668"/>
                </a:lnTo>
                <a:lnTo>
                  <a:pt x="39623" y="10994"/>
                </a:lnTo>
                <a:lnTo>
                  <a:pt x="42671" y="12300"/>
                </a:lnTo>
                <a:lnTo>
                  <a:pt x="44195" y="12954"/>
                </a:lnTo>
                <a:lnTo>
                  <a:pt x="44195" y="13462"/>
                </a:lnTo>
                <a:lnTo>
                  <a:pt x="46481" y="15367"/>
                </a:lnTo>
                <a:lnTo>
                  <a:pt x="46481" y="15240"/>
                </a:lnTo>
                <a:lnTo>
                  <a:pt x="50291" y="19050"/>
                </a:lnTo>
                <a:lnTo>
                  <a:pt x="50291" y="20066"/>
                </a:lnTo>
                <a:lnTo>
                  <a:pt x="51815" y="23622"/>
                </a:lnTo>
                <a:lnTo>
                  <a:pt x="51815" y="22098"/>
                </a:lnTo>
                <a:lnTo>
                  <a:pt x="53339" y="27432"/>
                </a:lnTo>
                <a:close/>
              </a:path>
              <a:path w="63500" h="67945">
                <a:moveTo>
                  <a:pt x="19049" y="13716"/>
                </a:moveTo>
                <a:lnTo>
                  <a:pt x="18287" y="14478"/>
                </a:lnTo>
                <a:lnTo>
                  <a:pt x="18573" y="14287"/>
                </a:lnTo>
                <a:lnTo>
                  <a:pt x="19049" y="13716"/>
                </a:lnTo>
                <a:close/>
              </a:path>
              <a:path w="63500" h="67945">
                <a:moveTo>
                  <a:pt x="19049" y="13970"/>
                </a:moveTo>
                <a:lnTo>
                  <a:pt x="19049" y="13716"/>
                </a:lnTo>
                <a:lnTo>
                  <a:pt x="18573" y="14287"/>
                </a:lnTo>
                <a:lnTo>
                  <a:pt x="19049" y="13970"/>
                </a:lnTo>
                <a:close/>
              </a:path>
              <a:path w="63500" h="67945">
                <a:moveTo>
                  <a:pt x="37337" y="67273"/>
                </a:moveTo>
                <a:lnTo>
                  <a:pt x="37337" y="57912"/>
                </a:lnTo>
                <a:lnTo>
                  <a:pt x="32003" y="58674"/>
                </a:lnTo>
                <a:lnTo>
                  <a:pt x="28193" y="58674"/>
                </a:lnTo>
                <a:lnTo>
                  <a:pt x="23621" y="57150"/>
                </a:lnTo>
                <a:lnTo>
                  <a:pt x="19811" y="54864"/>
                </a:lnTo>
                <a:lnTo>
                  <a:pt x="20573" y="55626"/>
                </a:lnTo>
                <a:lnTo>
                  <a:pt x="20573" y="66294"/>
                </a:lnTo>
                <a:lnTo>
                  <a:pt x="26669" y="67818"/>
                </a:lnTo>
                <a:lnTo>
                  <a:pt x="33527" y="67818"/>
                </a:lnTo>
                <a:lnTo>
                  <a:pt x="37337" y="67273"/>
                </a:lnTo>
                <a:close/>
              </a:path>
              <a:path w="63500" h="67945">
                <a:moveTo>
                  <a:pt x="22859" y="11811"/>
                </a:moveTo>
                <a:lnTo>
                  <a:pt x="22859" y="11430"/>
                </a:lnTo>
                <a:lnTo>
                  <a:pt x="22097" y="12192"/>
                </a:lnTo>
                <a:lnTo>
                  <a:pt x="22859" y="11811"/>
                </a:lnTo>
                <a:close/>
              </a:path>
              <a:path w="63500" h="67945">
                <a:moveTo>
                  <a:pt x="26669" y="10450"/>
                </a:moveTo>
                <a:lnTo>
                  <a:pt x="26669" y="9906"/>
                </a:lnTo>
                <a:lnTo>
                  <a:pt x="25907" y="10668"/>
                </a:lnTo>
                <a:lnTo>
                  <a:pt x="26669" y="10450"/>
                </a:lnTo>
                <a:close/>
              </a:path>
              <a:path w="63500" h="67945">
                <a:moveTo>
                  <a:pt x="31241" y="9144"/>
                </a:moveTo>
                <a:lnTo>
                  <a:pt x="30479" y="9144"/>
                </a:lnTo>
                <a:lnTo>
                  <a:pt x="30479" y="9361"/>
                </a:lnTo>
                <a:lnTo>
                  <a:pt x="31241" y="9144"/>
                </a:lnTo>
                <a:close/>
              </a:path>
              <a:path w="63500" h="67945">
                <a:moveTo>
                  <a:pt x="41147" y="55626"/>
                </a:moveTo>
                <a:lnTo>
                  <a:pt x="36575" y="57912"/>
                </a:lnTo>
                <a:lnTo>
                  <a:pt x="37337" y="57912"/>
                </a:lnTo>
                <a:lnTo>
                  <a:pt x="37337" y="67273"/>
                </a:lnTo>
                <a:lnTo>
                  <a:pt x="38861" y="67056"/>
                </a:lnTo>
                <a:lnTo>
                  <a:pt x="40385" y="67056"/>
                </a:lnTo>
                <a:lnTo>
                  <a:pt x="40385" y="56388"/>
                </a:lnTo>
                <a:lnTo>
                  <a:pt x="41147" y="55626"/>
                </a:lnTo>
                <a:close/>
              </a:path>
              <a:path w="63500" h="67945">
                <a:moveTo>
                  <a:pt x="39623" y="10994"/>
                </a:moveTo>
                <a:lnTo>
                  <a:pt x="39623" y="10668"/>
                </a:lnTo>
                <a:lnTo>
                  <a:pt x="38861" y="10668"/>
                </a:lnTo>
                <a:lnTo>
                  <a:pt x="39623" y="10994"/>
                </a:lnTo>
                <a:close/>
              </a:path>
              <a:path w="63500" h="67945">
                <a:moveTo>
                  <a:pt x="44957" y="53340"/>
                </a:moveTo>
                <a:lnTo>
                  <a:pt x="40385" y="56388"/>
                </a:lnTo>
                <a:lnTo>
                  <a:pt x="40385" y="67056"/>
                </a:lnTo>
                <a:lnTo>
                  <a:pt x="44195" y="65151"/>
                </a:lnTo>
                <a:lnTo>
                  <a:pt x="44195" y="54102"/>
                </a:lnTo>
                <a:lnTo>
                  <a:pt x="44957" y="53340"/>
                </a:lnTo>
                <a:close/>
              </a:path>
              <a:path w="63500" h="67945">
                <a:moveTo>
                  <a:pt x="44195" y="12954"/>
                </a:moveTo>
                <a:lnTo>
                  <a:pt x="42671" y="12192"/>
                </a:lnTo>
                <a:lnTo>
                  <a:pt x="42940" y="12416"/>
                </a:lnTo>
                <a:lnTo>
                  <a:pt x="44195" y="12954"/>
                </a:lnTo>
                <a:close/>
              </a:path>
              <a:path w="63500" h="67945">
                <a:moveTo>
                  <a:pt x="42940" y="12416"/>
                </a:moveTo>
                <a:lnTo>
                  <a:pt x="42671" y="12192"/>
                </a:lnTo>
                <a:lnTo>
                  <a:pt x="42940" y="12416"/>
                </a:lnTo>
                <a:close/>
              </a:path>
              <a:path w="63500" h="67945">
                <a:moveTo>
                  <a:pt x="44195" y="13462"/>
                </a:moveTo>
                <a:lnTo>
                  <a:pt x="44195" y="12954"/>
                </a:lnTo>
                <a:lnTo>
                  <a:pt x="42940" y="12416"/>
                </a:lnTo>
                <a:lnTo>
                  <a:pt x="44195" y="13462"/>
                </a:lnTo>
                <a:close/>
              </a:path>
              <a:path w="63500" h="67945">
                <a:moveTo>
                  <a:pt x="48005" y="62484"/>
                </a:moveTo>
                <a:lnTo>
                  <a:pt x="48005" y="50292"/>
                </a:lnTo>
                <a:lnTo>
                  <a:pt x="44195" y="54102"/>
                </a:lnTo>
                <a:lnTo>
                  <a:pt x="44195" y="65151"/>
                </a:lnTo>
                <a:lnTo>
                  <a:pt x="44957" y="64770"/>
                </a:lnTo>
                <a:lnTo>
                  <a:pt x="45719" y="64769"/>
                </a:lnTo>
                <a:lnTo>
                  <a:pt x="45719" y="64008"/>
                </a:lnTo>
                <a:lnTo>
                  <a:pt x="48005" y="62484"/>
                </a:lnTo>
                <a:close/>
              </a:path>
              <a:path w="63500" h="67945">
                <a:moveTo>
                  <a:pt x="47243" y="16001"/>
                </a:moveTo>
                <a:lnTo>
                  <a:pt x="46481" y="15240"/>
                </a:lnTo>
                <a:lnTo>
                  <a:pt x="46481" y="15367"/>
                </a:lnTo>
                <a:lnTo>
                  <a:pt x="47243" y="16001"/>
                </a:lnTo>
                <a:close/>
              </a:path>
              <a:path w="63500" h="67945">
                <a:moveTo>
                  <a:pt x="51053" y="60960"/>
                </a:moveTo>
                <a:lnTo>
                  <a:pt x="51053" y="46482"/>
                </a:lnTo>
                <a:lnTo>
                  <a:pt x="47243" y="51054"/>
                </a:lnTo>
                <a:lnTo>
                  <a:pt x="48005" y="50292"/>
                </a:lnTo>
                <a:lnTo>
                  <a:pt x="48005" y="62484"/>
                </a:lnTo>
                <a:lnTo>
                  <a:pt x="50291" y="60960"/>
                </a:lnTo>
                <a:lnTo>
                  <a:pt x="51053" y="60960"/>
                </a:lnTo>
                <a:close/>
              </a:path>
              <a:path w="63500" h="67945">
                <a:moveTo>
                  <a:pt x="50291" y="20066"/>
                </a:moveTo>
                <a:lnTo>
                  <a:pt x="50291" y="19050"/>
                </a:lnTo>
                <a:lnTo>
                  <a:pt x="49529" y="18288"/>
                </a:lnTo>
                <a:lnTo>
                  <a:pt x="50291" y="20066"/>
                </a:lnTo>
                <a:close/>
              </a:path>
              <a:path w="63500" h="67945">
                <a:moveTo>
                  <a:pt x="54101" y="57911"/>
                </a:moveTo>
                <a:lnTo>
                  <a:pt x="54101" y="36576"/>
                </a:lnTo>
                <a:lnTo>
                  <a:pt x="52577" y="42672"/>
                </a:lnTo>
                <a:lnTo>
                  <a:pt x="52577" y="41910"/>
                </a:lnTo>
                <a:lnTo>
                  <a:pt x="50291" y="47244"/>
                </a:lnTo>
                <a:lnTo>
                  <a:pt x="51053" y="46482"/>
                </a:lnTo>
                <a:lnTo>
                  <a:pt x="51053" y="60960"/>
                </a:lnTo>
                <a:lnTo>
                  <a:pt x="54101" y="57911"/>
                </a:lnTo>
                <a:close/>
              </a:path>
              <a:path w="63500" h="67945">
                <a:moveTo>
                  <a:pt x="63245" y="38862"/>
                </a:moveTo>
                <a:lnTo>
                  <a:pt x="63245" y="31242"/>
                </a:lnTo>
                <a:lnTo>
                  <a:pt x="62483" y="25908"/>
                </a:lnTo>
                <a:lnTo>
                  <a:pt x="62483" y="25145"/>
                </a:lnTo>
                <a:lnTo>
                  <a:pt x="60959" y="19811"/>
                </a:lnTo>
                <a:lnTo>
                  <a:pt x="60959" y="19049"/>
                </a:lnTo>
                <a:lnTo>
                  <a:pt x="60197" y="19049"/>
                </a:lnTo>
                <a:lnTo>
                  <a:pt x="60197" y="18287"/>
                </a:lnTo>
                <a:lnTo>
                  <a:pt x="57911" y="13716"/>
                </a:lnTo>
                <a:lnTo>
                  <a:pt x="57149" y="13716"/>
                </a:lnTo>
                <a:lnTo>
                  <a:pt x="57149" y="12954"/>
                </a:lnTo>
                <a:lnTo>
                  <a:pt x="54101" y="9143"/>
                </a:lnTo>
                <a:lnTo>
                  <a:pt x="53339" y="9143"/>
                </a:lnTo>
                <a:lnTo>
                  <a:pt x="53339" y="26670"/>
                </a:lnTo>
                <a:lnTo>
                  <a:pt x="54051" y="32359"/>
                </a:lnTo>
                <a:lnTo>
                  <a:pt x="54101" y="32004"/>
                </a:lnTo>
                <a:lnTo>
                  <a:pt x="54101" y="57911"/>
                </a:lnTo>
                <a:lnTo>
                  <a:pt x="54863" y="57150"/>
                </a:lnTo>
                <a:lnTo>
                  <a:pt x="54863" y="56388"/>
                </a:lnTo>
                <a:lnTo>
                  <a:pt x="55625" y="56388"/>
                </a:lnTo>
                <a:lnTo>
                  <a:pt x="58673" y="51816"/>
                </a:lnTo>
                <a:lnTo>
                  <a:pt x="58673" y="51053"/>
                </a:lnTo>
                <a:lnTo>
                  <a:pt x="61721" y="45720"/>
                </a:lnTo>
                <a:lnTo>
                  <a:pt x="61721" y="44958"/>
                </a:lnTo>
                <a:lnTo>
                  <a:pt x="63245" y="38862"/>
                </a:lnTo>
                <a:close/>
              </a:path>
              <a:path w="63500" h="67945">
                <a:moveTo>
                  <a:pt x="54101" y="36576"/>
                </a:moveTo>
                <a:lnTo>
                  <a:pt x="54101" y="32766"/>
                </a:lnTo>
                <a:lnTo>
                  <a:pt x="54051" y="32359"/>
                </a:lnTo>
                <a:lnTo>
                  <a:pt x="53339" y="37338"/>
                </a:lnTo>
                <a:lnTo>
                  <a:pt x="54101" y="36576"/>
                </a:lnTo>
                <a:close/>
              </a:path>
              <a:path w="63500" h="67945">
                <a:moveTo>
                  <a:pt x="54101" y="32766"/>
                </a:moveTo>
                <a:lnTo>
                  <a:pt x="54101" y="32004"/>
                </a:lnTo>
                <a:lnTo>
                  <a:pt x="54051" y="32359"/>
                </a:lnTo>
                <a:lnTo>
                  <a:pt x="54101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1" name="object 46">
            <a:extLst>
              <a:ext uri="{FF2B5EF4-FFF2-40B4-BE49-F238E27FC236}">
                <a16:creationId xmlns:a16="http://schemas.microsoft.com/office/drawing/2014/main" id="{50C68E1D-79DF-441A-98BB-D89470EDA11C}"/>
              </a:ext>
            </a:extLst>
          </p:cNvPr>
          <p:cNvSpPr/>
          <p:nvPr/>
        </p:nvSpPr>
        <p:spPr>
          <a:xfrm>
            <a:off x="4753315" y="3919312"/>
            <a:ext cx="83252" cy="7978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3" name="object 47">
            <a:extLst>
              <a:ext uri="{FF2B5EF4-FFF2-40B4-BE49-F238E27FC236}">
                <a16:creationId xmlns:a16="http://schemas.microsoft.com/office/drawing/2014/main" id="{D73F6C0A-0994-4393-A419-B4FCD3E20DBE}"/>
              </a:ext>
            </a:extLst>
          </p:cNvPr>
          <p:cNvSpPr/>
          <p:nvPr/>
        </p:nvSpPr>
        <p:spPr>
          <a:xfrm>
            <a:off x="6106986" y="5945333"/>
            <a:ext cx="74407" cy="6723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5" name="object 48">
            <a:extLst>
              <a:ext uri="{FF2B5EF4-FFF2-40B4-BE49-F238E27FC236}">
                <a16:creationId xmlns:a16="http://schemas.microsoft.com/office/drawing/2014/main" id="{E558E68D-3387-438D-ACBA-DD1C0C86FE7B}"/>
              </a:ext>
            </a:extLst>
          </p:cNvPr>
          <p:cNvSpPr/>
          <p:nvPr/>
        </p:nvSpPr>
        <p:spPr>
          <a:xfrm>
            <a:off x="5748398" y="5497099"/>
            <a:ext cx="74407" cy="6723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7" name="object 49">
            <a:extLst>
              <a:ext uri="{FF2B5EF4-FFF2-40B4-BE49-F238E27FC236}">
                <a16:creationId xmlns:a16="http://schemas.microsoft.com/office/drawing/2014/main" id="{F2931C27-91F0-4257-8A45-07077C0CDA0D}"/>
              </a:ext>
            </a:extLst>
          </p:cNvPr>
          <p:cNvSpPr/>
          <p:nvPr/>
        </p:nvSpPr>
        <p:spPr>
          <a:xfrm>
            <a:off x="3955456" y="4152393"/>
            <a:ext cx="75304" cy="8068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9" name="object 50">
            <a:extLst>
              <a:ext uri="{FF2B5EF4-FFF2-40B4-BE49-F238E27FC236}">
                <a16:creationId xmlns:a16="http://schemas.microsoft.com/office/drawing/2014/main" id="{6FAAEAD9-46E8-450B-AAF8-6B42635C4E72}"/>
              </a:ext>
            </a:extLst>
          </p:cNvPr>
          <p:cNvSpPr/>
          <p:nvPr/>
        </p:nvSpPr>
        <p:spPr>
          <a:xfrm>
            <a:off x="5005223" y="3028218"/>
            <a:ext cx="74407" cy="7082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1" name="object 51">
            <a:extLst>
              <a:ext uri="{FF2B5EF4-FFF2-40B4-BE49-F238E27FC236}">
                <a16:creationId xmlns:a16="http://schemas.microsoft.com/office/drawing/2014/main" id="{AEA952A3-7FD9-4778-8300-3F393DFC021D}"/>
              </a:ext>
            </a:extLst>
          </p:cNvPr>
          <p:cNvSpPr/>
          <p:nvPr/>
        </p:nvSpPr>
        <p:spPr>
          <a:xfrm>
            <a:off x="5758257" y="4899151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60197" y="28194"/>
                </a:moveTo>
                <a:lnTo>
                  <a:pt x="60197" y="8382"/>
                </a:lnTo>
                <a:lnTo>
                  <a:pt x="59435" y="8382"/>
                </a:lnTo>
                <a:lnTo>
                  <a:pt x="54863" y="5334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3433" y="762"/>
                </a:lnTo>
                <a:lnTo>
                  <a:pt x="41909" y="666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859" y="3048"/>
                </a:lnTo>
                <a:lnTo>
                  <a:pt x="22097" y="3048"/>
                </a:lnTo>
                <a:lnTo>
                  <a:pt x="16763" y="5334"/>
                </a:lnTo>
                <a:lnTo>
                  <a:pt x="16001" y="5334"/>
                </a:lnTo>
                <a:lnTo>
                  <a:pt x="16001" y="6096"/>
                </a:lnTo>
                <a:lnTo>
                  <a:pt x="11429" y="9144"/>
                </a:lnTo>
                <a:lnTo>
                  <a:pt x="6095" y="14478"/>
                </a:lnTo>
                <a:lnTo>
                  <a:pt x="3809" y="18288"/>
                </a:lnTo>
                <a:lnTo>
                  <a:pt x="3047" y="19050"/>
                </a:lnTo>
                <a:lnTo>
                  <a:pt x="761" y="24384"/>
                </a:lnTo>
                <a:lnTo>
                  <a:pt x="761" y="25146"/>
                </a:lnTo>
                <a:lnTo>
                  <a:pt x="0" y="29718"/>
                </a:lnTo>
                <a:lnTo>
                  <a:pt x="0" y="37338"/>
                </a:lnTo>
                <a:lnTo>
                  <a:pt x="761" y="40386"/>
                </a:lnTo>
                <a:lnTo>
                  <a:pt x="2285" y="42672"/>
                </a:lnTo>
                <a:lnTo>
                  <a:pt x="2285" y="43434"/>
                </a:lnTo>
                <a:lnTo>
                  <a:pt x="5333" y="48006"/>
                </a:lnTo>
                <a:lnTo>
                  <a:pt x="5333" y="48768"/>
                </a:lnTo>
                <a:lnTo>
                  <a:pt x="9143" y="52578"/>
                </a:lnTo>
                <a:lnTo>
                  <a:pt x="9143" y="32004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4384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256"/>
                </a:lnTo>
                <a:lnTo>
                  <a:pt x="20573" y="14224"/>
                </a:lnTo>
                <a:lnTo>
                  <a:pt x="20573" y="13716"/>
                </a:lnTo>
                <a:lnTo>
                  <a:pt x="25907" y="11430"/>
                </a:lnTo>
                <a:lnTo>
                  <a:pt x="25907" y="11906"/>
                </a:lnTo>
                <a:lnTo>
                  <a:pt x="31241" y="9906"/>
                </a:lnTo>
                <a:lnTo>
                  <a:pt x="31241" y="10572"/>
                </a:lnTo>
                <a:lnTo>
                  <a:pt x="35813" y="10001"/>
                </a:lnTo>
                <a:lnTo>
                  <a:pt x="41909" y="9906"/>
                </a:lnTo>
                <a:lnTo>
                  <a:pt x="41909" y="10123"/>
                </a:lnTo>
                <a:lnTo>
                  <a:pt x="46481" y="11430"/>
                </a:lnTo>
                <a:lnTo>
                  <a:pt x="46481" y="11811"/>
                </a:lnTo>
                <a:lnTo>
                  <a:pt x="49529" y="13335"/>
                </a:lnTo>
                <a:lnTo>
                  <a:pt x="49529" y="12954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911" y="20574"/>
                </a:lnTo>
                <a:lnTo>
                  <a:pt x="58673" y="22098"/>
                </a:lnTo>
                <a:lnTo>
                  <a:pt x="59435" y="24384"/>
                </a:lnTo>
                <a:lnTo>
                  <a:pt x="59435" y="26670"/>
                </a:lnTo>
                <a:lnTo>
                  <a:pt x="60197" y="28194"/>
                </a:lnTo>
                <a:close/>
              </a:path>
              <a:path w="69850" h="60960">
                <a:moveTo>
                  <a:pt x="9905" y="52578"/>
                </a:moveTo>
                <a:lnTo>
                  <a:pt x="9905" y="35052"/>
                </a:lnTo>
                <a:lnTo>
                  <a:pt x="9143" y="32766"/>
                </a:lnTo>
                <a:lnTo>
                  <a:pt x="9143" y="52578"/>
                </a:lnTo>
                <a:lnTo>
                  <a:pt x="9905" y="52578"/>
                </a:lnTo>
                <a:close/>
              </a:path>
              <a:path w="69850" h="60960">
                <a:moveTo>
                  <a:pt x="15566" y="45175"/>
                </a:moveTo>
                <a:lnTo>
                  <a:pt x="12953" y="41910"/>
                </a:lnTo>
                <a:lnTo>
                  <a:pt x="12953" y="42672"/>
                </a:lnTo>
                <a:lnTo>
                  <a:pt x="10667" y="38862"/>
                </a:lnTo>
                <a:lnTo>
                  <a:pt x="9905" y="36576"/>
                </a:lnTo>
                <a:lnTo>
                  <a:pt x="9905" y="53340"/>
                </a:lnTo>
                <a:lnTo>
                  <a:pt x="14477" y="56388"/>
                </a:lnTo>
                <a:lnTo>
                  <a:pt x="15239" y="56388"/>
                </a:lnTo>
                <a:lnTo>
                  <a:pt x="15239" y="44958"/>
                </a:lnTo>
                <a:lnTo>
                  <a:pt x="15566" y="45175"/>
                </a:lnTo>
                <a:close/>
              </a:path>
              <a:path w="69850" h="60960">
                <a:moveTo>
                  <a:pt x="12191" y="22860"/>
                </a:moveTo>
                <a:lnTo>
                  <a:pt x="11429" y="23622"/>
                </a:lnTo>
                <a:lnTo>
                  <a:pt x="11429" y="24384"/>
                </a:lnTo>
                <a:lnTo>
                  <a:pt x="12191" y="22860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6001" y="45720"/>
                </a:moveTo>
                <a:lnTo>
                  <a:pt x="15566" y="45175"/>
                </a:lnTo>
                <a:lnTo>
                  <a:pt x="15239" y="44958"/>
                </a:lnTo>
                <a:lnTo>
                  <a:pt x="16001" y="45720"/>
                </a:lnTo>
                <a:close/>
              </a:path>
              <a:path w="69850" h="60960">
                <a:moveTo>
                  <a:pt x="16001" y="56769"/>
                </a:moveTo>
                <a:lnTo>
                  <a:pt x="16001" y="45720"/>
                </a:lnTo>
                <a:lnTo>
                  <a:pt x="15239" y="44958"/>
                </a:lnTo>
                <a:lnTo>
                  <a:pt x="15239" y="56388"/>
                </a:lnTo>
                <a:lnTo>
                  <a:pt x="16001" y="56769"/>
                </a:lnTo>
                <a:close/>
              </a:path>
              <a:path w="69850" h="60960">
                <a:moveTo>
                  <a:pt x="19811" y="48006"/>
                </a:moveTo>
                <a:lnTo>
                  <a:pt x="15566" y="45175"/>
                </a:lnTo>
                <a:lnTo>
                  <a:pt x="16001" y="45720"/>
                </a:lnTo>
                <a:lnTo>
                  <a:pt x="16001" y="56769"/>
                </a:lnTo>
                <a:lnTo>
                  <a:pt x="19049" y="58293"/>
                </a:lnTo>
                <a:lnTo>
                  <a:pt x="19049" y="48006"/>
                </a:lnTo>
                <a:lnTo>
                  <a:pt x="19811" y="48006"/>
                </a:lnTo>
                <a:close/>
              </a:path>
              <a:path w="69850" h="60960">
                <a:moveTo>
                  <a:pt x="17525" y="16256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256"/>
                </a:lnTo>
                <a:close/>
              </a:path>
              <a:path w="69850" h="60960">
                <a:moveTo>
                  <a:pt x="23621" y="59544"/>
                </a:moveTo>
                <a:lnTo>
                  <a:pt x="23621" y="50292"/>
                </a:lnTo>
                <a:lnTo>
                  <a:pt x="19049" y="48006"/>
                </a:lnTo>
                <a:lnTo>
                  <a:pt x="19049" y="58293"/>
                </a:lnTo>
                <a:lnTo>
                  <a:pt x="19811" y="58674"/>
                </a:lnTo>
                <a:lnTo>
                  <a:pt x="20573" y="58674"/>
                </a:lnTo>
                <a:lnTo>
                  <a:pt x="23621" y="59544"/>
                </a:lnTo>
                <a:close/>
              </a:path>
              <a:path w="69850" h="60960">
                <a:moveTo>
                  <a:pt x="21335" y="13716"/>
                </a:moveTo>
                <a:lnTo>
                  <a:pt x="20573" y="13716"/>
                </a:lnTo>
                <a:lnTo>
                  <a:pt x="20573" y="14224"/>
                </a:lnTo>
                <a:lnTo>
                  <a:pt x="21335" y="13716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3621" y="50292"/>
                </a:lnTo>
                <a:lnTo>
                  <a:pt x="23621" y="59544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906"/>
                </a:moveTo>
                <a:lnTo>
                  <a:pt x="25907" y="11430"/>
                </a:lnTo>
                <a:lnTo>
                  <a:pt x="25145" y="12192"/>
                </a:lnTo>
                <a:lnTo>
                  <a:pt x="25907" y="11906"/>
                </a:lnTo>
                <a:close/>
              </a:path>
              <a:path w="69850" h="60960">
                <a:moveTo>
                  <a:pt x="38861" y="60293"/>
                </a:moveTo>
                <a:lnTo>
                  <a:pt x="38861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lnTo>
                  <a:pt x="38861" y="60293"/>
                </a:lnTo>
                <a:close/>
              </a:path>
              <a:path w="69850" h="60960">
                <a:moveTo>
                  <a:pt x="31241" y="10572"/>
                </a:moveTo>
                <a:lnTo>
                  <a:pt x="31241" y="9906"/>
                </a:lnTo>
                <a:lnTo>
                  <a:pt x="30479" y="10668"/>
                </a:lnTo>
                <a:lnTo>
                  <a:pt x="31241" y="10572"/>
                </a:lnTo>
                <a:close/>
              </a:path>
              <a:path w="69850" h="60960">
                <a:moveTo>
                  <a:pt x="36575" y="9906"/>
                </a:moveTo>
                <a:lnTo>
                  <a:pt x="35813" y="9906"/>
                </a:lnTo>
                <a:lnTo>
                  <a:pt x="36575" y="9906"/>
                </a:lnTo>
                <a:close/>
              </a:path>
              <a:path w="69850" h="60960">
                <a:moveTo>
                  <a:pt x="44195" y="59245"/>
                </a:moveTo>
                <a:lnTo>
                  <a:pt x="44195" y="49530"/>
                </a:lnTo>
                <a:lnTo>
                  <a:pt x="38099" y="51054"/>
                </a:lnTo>
                <a:lnTo>
                  <a:pt x="38861" y="51054"/>
                </a:lnTo>
                <a:lnTo>
                  <a:pt x="38861" y="60293"/>
                </a:lnTo>
                <a:lnTo>
                  <a:pt x="40385" y="60198"/>
                </a:lnTo>
                <a:lnTo>
                  <a:pt x="44195" y="59245"/>
                </a:lnTo>
                <a:close/>
              </a:path>
              <a:path w="69850" h="60960">
                <a:moveTo>
                  <a:pt x="41909" y="10123"/>
                </a:moveTo>
                <a:lnTo>
                  <a:pt x="41909" y="9906"/>
                </a:lnTo>
                <a:lnTo>
                  <a:pt x="41147" y="9906"/>
                </a:lnTo>
                <a:lnTo>
                  <a:pt x="41909" y="10123"/>
                </a:lnTo>
                <a:close/>
              </a:path>
              <a:path w="69850" h="60960">
                <a:moveTo>
                  <a:pt x="48767" y="57258"/>
                </a:moveTo>
                <a:lnTo>
                  <a:pt x="48767" y="47244"/>
                </a:lnTo>
                <a:lnTo>
                  <a:pt x="43433" y="49530"/>
                </a:lnTo>
                <a:lnTo>
                  <a:pt x="44195" y="49530"/>
                </a:lnTo>
                <a:lnTo>
                  <a:pt x="44195" y="59245"/>
                </a:lnTo>
                <a:lnTo>
                  <a:pt x="46481" y="58674"/>
                </a:lnTo>
                <a:lnTo>
                  <a:pt x="47243" y="58674"/>
                </a:lnTo>
                <a:lnTo>
                  <a:pt x="47243" y="57912"/>
                </a:lnTo>
                <a:lnTo>
                  <a:pt x="48767" y="57258"/>
                </a:lnTo>
                <a:close/>
              </a:path>
              <a:path w="69850" h="60960">
                <a:moveTo>
                  <a:pt x="46481" y="11811"/>
                </a:moveTo>
                <a:lnTo>
                  <a:pt x="46481" y="11430"/>
                </a:lnTo>
                <a:lnTo>
                  <a:pt x="45719" y="11430"/>
                </a:lnTo>
                <a:lnTo>
                  <a:pt x="46481" y="11811"/>
                </a:lnTo>
                <a:close/>
              </a:path>
              <a:path w="69850" h="60960">
                <a:moveTo>
                  <a:pt x="52577" y="44196"/>
                </a:moveTo>
                <a:lnTo>
                  <a:pt x="48005" y="47244"/>
                </a:lnTo>
                <a:lnTo>
                  <a:pt x="48767" y="47244"/>
                </a:lnTo>
                <a:lnTo>
                  <a:pt x="48767" y="57258"/>
                </a:lnTo>
                <a:lnTo>
                  <a:pt x="51815" y="55952"/>
                </a:lnTo>
                <a:lnTo>
                  <a:pt x="51815" y="44958"/>
                </a:lnTo>
                <a:lnTo>
                  <a:pt x="52577" y="44196"/>
                </a:lnTo>
                <a:close/>
              </a:path>
              <a:path w="69850" h="60960">
                <a:moveTo>
                  <a:pt x="50291" y="13716"/>
                </a:moveTo>
                <a:lnTo>
                  <a:pt x="49529" y="12954"/>
                </a:lnTo>
                <a:lnTo>
                  <a:pt x="49529" y="13335"/>
                </a:lnTo>
                <a:lnTo>
                  <a:pt x="50291" y="13716"/>
                </a:lnTo>
                <a:close/>
              </a:path>
              <a:path w="69850" h="60960">
                <a:moveTo>
                  <a:pt x="55625" y="53721"/>
                </a:moveTo>
                <a:lnTo>
                  <a:pt x="55625" y="41148"/>
                </a:lnTo>
                <a:lnTo>
                  <a:pt x="51815" y="44958"/>
                </a:lnTo>
                <a:lnTo>
                  <a:pt x="51815" y="55952"/>
                </a:lnTo>
                <a:lnTo>
                  <a:pt x="52577" y="55626"/>
                </a:lnTo>
                <a:lnTo>
                  <a:pt x="53339" y="55626"/>
                </a:lnTo>
                <a:lnTo>
                  <a:pt x="55625" y="53721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910"/>
                </a:lnTo>
                <a:lnTo>
                  <a:pt x="55625" y="41148"/>
                </a:lnTo>
                <a:lnTo>
                  <a:pt x="55625" y="53721"/>
                </a:lnTo>
                <a:lnTo>
                  <a:pt x="57911" y="51816"/>
                </a:lnTo>
                <a:close/>
              </a:path>
              <a:path w="69850" h="60960">
                <a:moveTo>
                  <a:pt x="69710" y="27686"/>
                </a:moveTo>
                <a:lnTo>
                  <a:pt x="68491" y="20345"/>
                </a:lnTo>
                <a:lnTo>
                  <a:pt x="65531" y="15240"/>
                </a:lnTo>
                <a:lnTo>
                  <a:pt x="64007" y="12954"/>
                </a:lnTo>
                <a:lnTo>
                  <a:pt x="60197" y="9144"/>
                </a:lnTo>
                <a:lnTo>
                  <a:pt x="60197" y="30480"/>
                </a:lnTo>
                <a:lnTo>
                  <a:pt x="59435" y="32004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816"/>
                </a:lnTo>
                <a:lnTo>
                  <a:pt x="58673" y="51816"/>
                </a:lnTo>
                <a:lnTo>
                  <a:pt x="62483" y="48006"/>
                </a:lnTo>
                <a:lnTo>
                  <a:pt x="62483" y="47244"/>
                </a:lnTo>
                <a:lnTo>
                  <a:pt x="65531" y="42672"/>
                </a:lnTo>
                <a:lnTo>
                  <a:pt x="66293" y="42672"/>
                </a:lnTo>
                <a:lnTo>
                  <a:pt x="66293" y="41910"/>
                </a:lnTo>
                <a:lnTo>
                  <a:pt x="67817" y="37338"/>
                </a:lnTo>
                <a:lnTo>
                  <a:pt x="68579" y="36576"/>
                </a:lnTo>
                <a:lnTo>
                  <a:pt x="69341" y="33528"/>
                </a:lnTo>
                <a:lnTo>
                  <a:pt x="69710" y="2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3" name="object 52">
            <a:extLst>
              <a:ext uri="{FF2B5EF4-FFF2-40B4-BE49-F238E27FC236}">
                <a16:creationId xmlns:a16="http://schemas.microsoft.com/office/drawing/2014/main" id="{79DCBA5F-0009-47DF-A106-8B5763435059}"/>
              </a:ext>
            </a:extLst>
          </p:cNvPr>
          <p:cNvSpPr/>
          <p:nvPr/>
        </p:nvSpPr>
        <p:spPr>
          <a:xfrm>
            <a:off x="3584317" y="3386806"/>
            <a:ext cx="81579" cy="812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5" name="object 53">
            <a:extLst>
              <a:ext uri="{FF2B5EF4-FFF2-40B4-BE49-F238E27FC236}">
                <a16:creationId xmlns:a16="http://schemas.microsoft.com/office/drawing/2014/main" id="{69559704-6DB0-43A8-9C44-E26ADFE6AE98}"/>
              </a:ext>
            </a:extLst>
          </p:cNvPr>
          <p:cNvSpPr/>
          <p:nvPr/>
        </p:nvSpPr>
        <p:spPr>
          <a:xfrm>
            <a:off x="5268786" y="5702391"/>
            <a:ext cx="83431" cy="7709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7" name="object 54">
            <a:extLst>
              <a:ext uri="{FF2B5EF4-FFF2-40B4-BE49-F238E27FC236}">
                <a16:creationId xmlns:a16="http://schemas.microsoft.com/office/drawing/2014/main" id="{61BA8CA8-1A08-43D1-9A69-064559D88BC2}"/>
              </a:ext>
            </a:extLst>
          </p:cNvPr>
          <p:cNvSpPr/>
          <p:nvPr/>
        </p:nvSpPr>
        <p:spPr>
          <a:xfrm>
            <a:off x="6873468" y="5360834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11429" y="22860"/>
                </a:moveTo>
                <a:lnTo>
                  <a:pt x="11429" y="9144"/>
                </a:lnTo>
                <a:lnTo>
                  <a:pt x="10667" y="9144"/>
                </a:lnTo>
                <a:lnTo>
                  <a:pt x="6095" y="13716"/>
                </a:lnTo>
                <a:lnTo>
                  <a:pt x="3047" y="18288"/>
                </a:lnTo>
                <a:lnTo>
                  <a:pt x="3047" y="19050"/>
                </a:lnTo>
                <a:lnTo>
                  <a:pt x="761" y="23622"/>
                </a:lnTo>
                <a:lnTo>
                  <a:pt x="761" y="24384"/>
                </a:lnTo>
                <a:lnTo>
                  <a:pt x="0" y="29718"/>
                </a:lnTo>
                <a:lnTo>
                  <a:pt x="0" y="36576"/>
                </a:lnTo>
                <a:lnTo>
                  <a:pt x="1523" y="42672"/>
                </a:lnTo>
                <a:lnTo>
                  <a:pt x="2285" y="42672"/>
                </a:lnTo>
                <a:lnTo>
                  <a:pt x="2285" y="43434"/>
                </a:lnTo>
                <a:lnTo>
                  <a:pt x="4571" y="47244"/>
                </a:lnTo>
                <a:lnTo>
                  <a:pt x="9143" y="51816"/>
                </a:lnTo>
                <a:lnTo>
                  <a:pt x="9143" y="31242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2860"/>
                </a:lnTo>
                <a:close/>
              </a:path>
              <a:path w="69850" h="60960">
                <a:moveTo>
                  <a:pt x="12953" y="42672"/>
                </a:moveTo>
                <a:lnTo>
                  <a:pt x="10667" y="38100"/>
                </a:lnTo>
                <a:lnTo>
                  <a:pt x="10667" y="38862"/>
                </a:lnTo>
                <a:lnTo>
                  <a:pt x="9143" y="34290"/>
                </a:lnTo>
                <a:lnTo>
                  <a:pt x="9143" y="52578"/>
                </a:lnTo>
                <a:lnTo>
                  <a:pt x="9905" y="52578"/>
                </a:lnTo>
                <a:lnTo>
                  <a:pt x="12191" y="54406"/>
                </a:lnTo>
                <a:lnTo>
                  <a:pt x="12191" y="41910"/>
                </a:lnTo>
                <a:lnTo>
                  <a:pt x="12953" y="42672"/>
                </a:lnTo>
                <a:close/>
              </a:path>
              <a:path w="69850" h="60960">
                <a:moveTo>
                  <a:pt x="59435" y="24384"/>
                </a:moveTo>
                <a:lnTo>
                  <a:pt x="59435" y="7620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8005" y="1524"/>
                </a:lnTo>
                <a:lnTo>
                  <a:pt x="42671" y="762"/>
                </a:lnTo>
                <a:lnTo>
                  <a:pt x="41147" y="653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097" y="2286"/>
                </a:lnTo>
                <a:lnTo>
                  <a:pt x="16763" y="5334"/>
                </a:lnTo>
                <a:lnTo>
                  <a:pt x="16001" y="5334"/>
                </a:lnTo>
                <a:lnTo>
                  <a:pt x="11429" y="8382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129"/>
                </a:lnTo>
                <a:lnTo>
                  <a:pt x="21335" y="12954"/>
                </a:lnTo>
                <a:lnTo>
                  <a:pt x="21335" y="13389"/>
                </a:lnTo>
                <a:lnTo>
                  <a:pt x="25145" y="11756"/>
                </a:lnTo>
                <a:lnTo>
                  <a:pt x="25145" y="11430"/>
                </a:lnTo>
                <a:lnTo>
                  <a:pt x="30479" y="10096"/>
                </a:lnTo>
                <a:lnTo>
                  <a:pt x="30479" y="9906"/>
                </a:lnTo>
                <a:lnTo>
                  <a:pt x="35813" y="9239"/>
                </a:lnTo>
                <a:lnTo>
                  <a:pt x="41147" y="9906"/>
                </a:lnTo>
                <a:lnTo>
                  <a:pt x="41147" y="10123"/>
                </a:lnTo>
                <a:lnTo>
                  <a:pt x="44957" y="11212"/>
                </a:lnTo>
                <a:lnTo>
                  <a:pt x="44957" y="10668"/>
                </a:lnTo>
                <a:lnTo>
                  <a:pt x="50291" y="12954"/>
                </a:lnTo>
                <a:lnTo>
                  <a:pt x="50291" y="13462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149" y="20574"/>
                </a:lnTo>
                <a:lnTo>
                  <a:pt x="58673" y="22098"/>
                </a:lnTo>
                <a:lnTo>
                  <a:pt x="59435" y="24384"/>
                </a:lnTo>
                <a:close/>
              </a:path>
              <a:path w="69850" h="60960">
                <a:moveTo>
                  <a:pt x="16001" y="57041"/>
                </a:moveTo>
                <a:lnTo>
                  <a:pt x="16001" y="45720"/>
                </a:lnTo>
                <a:lnTo>
                  <a:pt x="12191" y="41910"/>
                </a:lnTo>
                <a:lnTo>
                  <a:pt x="12191" y="54406"/>
                </a:lnTo>
                <a:lnTo>
                  <a:pt x="13715" y="55626"/>
                </a:lnTo>
                <a:lnTo>
                  <a:pt x="14477" y="55626"/>
                </a:lnTo>
                <a:lnTo>
                  <a:pt x="14477" y="56388"/>
                </a:lnTo>
                <a:lnTo>
                  <a:pt x="16001" y="57041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9354" y="47701"/>
                </a:moveTo>
                <a:lnTo>
                  <a:pt x="15239" y="44958"/>
                </a:lnTo>
                <a:lnTo>
                  <a:pt x="16001" y="45720"/>
                </a:lnTo>
                <a:lnTo>
                  <a:pt x="16001" y="57041"/>
                </a:lnTo>
                <a:lnTo>
                  <a:pt x="18287" y="58020"/>
                </a:lnTo>
                <a:lnTo>
                  <a:pt x="18287" y="47244"/>
                </a:lnTo>
                <a:lnTo>
                  <a:pt x="19354" y="47701"/>
                </a:lnTo>
                <a:close/>
              </a:path>
              <a:path w="69850" h="60960">
                <a:moveTo>
                  <a:pt x="17525" y="16129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129"/>
                </a:lnTo>
                <a:close/>
              </a:path>
              <a:path w="69850" h="60960">
                <a:moveTo>
                  <a:pt x="19811" y="48006"/>
                </a:moveTo>
                <a:lnTo>
                  <a:pt x="19354" y="47701"/>
                </a:lnTo>
                <a:lnTo>
                  <a:pt x="18287" y="47244"/>
                </a:lnTo>
                <a:lnTo>
                  <a:pt x="19811" y="48006"/>
                </a:lnTo>
                <a:close/>
              </a:path>
              <a:path w="69850" h="60960">
                <a:moveTo>
                  <a:pt x="19811" y="58674"/>
                </a:moveTo>
                <a:lnTo>
                  <a:pt x="19811" y="48006"/>
                </a:lnTo>
                <a:lnTo>
                  <a:pt x="18287" y="47244"/>
                </a:lnTo>
                <a:lnTo>
                  <a:pt x="18287" y="58020"/>
                </a:lnTo>
                <a:lnTo>
                  <a:pt x="19811" y="58674"/>
                </a:lnTo>
                <a:close/>
              </a:path>
              <a:path w="69850" h="60960">
                <a:moveTo>
                  <a:pt x="23621" y="49530"/>
                </a:moveTo>
                <a:lnTo>
                  <a:pt x="19354" y="47701"/>
                </a:lnTo>
                <a:lnTo>
                  <a:pt x="19811" y="48006"/>
                </a:lnTo>
                <a:lnTo>
                  <a:pt x="19811" y="58674"/>
                </a:lnTo>
                <a:lnTo>
                  <a:pt x="20573" y="58674"/>
                </a:lnTo>
                <a:lnTo>
                  <a:pt x="22859" y="59327"/>
                </a:lnTo>
                <a:lnTo>
                  <a:pt x="22859" y="49530"/>
                </a:lnTo>
                <a:lnTo>
                  <a:pt x="23621" y="49530"/>
                </a:lnTo>
                <a:close/>
              </a:path>
              <a:path w="69850" h="60960">
                <a:moveTo>
                  <a:pt x="21335" y="13389"/>
                </a:moveTo>
                <a:lnTo>
                  <a:pt x="21335" y="12954"/>
                </a:lnTo>
                <a:lnTo>
                  <a:pt x="20573" y="13716"/>
                </a:lnTo>
                <a:lnTo>
                  <a:pt x="21335" y="13389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2859" y="59327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430"/>
                </a:moveTo>
                <a:lnTo>
                  <a:pt x="25145" y="11430"/>
                </a:lnTo>
                <a:lnTo>
                  <a:pt x="25145" y="11756"/>
                </a:lnTo>
                <a:lnTo>
                  <a:pt x="25907" y="11430"/>
                </a:lnTo>
                <a:close/>
              </a:path>
              <a:path w="69850" h="60960">
                <a:moveTo>
                  <a:pt x="33527" y="60960"/>
                </a:moveTo>
                <a:lnTo>
                  <a:pt x="33527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close/>
              </a:path>
              <a:path w="69850" h="60960">
                <a:moveTo>
                  <a:pt x="31241" y="9906"/>
                </a:moveTo>
                <a:lnTo>
                  <a:pt x="30479" y="9906"/>
                </a:lnTo>
                <a:lnTo>
                  <a:pt x="30479" y="10096"/>
                </a:lnTo>
                <a:lnTo>
                  <a:pt x="31241" y="9906"/>
                </a:lnTo>
                <a:close/>
              </a:path>
              <a:path w="69850" h="60960">
                <a:moveTo>
                  <a:pt x="43433" y="48768"/>
                </a:moveTo>
                <a:lnTo>
                  <a:pt x="38099" y="51054"/>
                </a:lnTo>
                <a:lnTo>
                  <a:pt x="38099" y="50387"/>
                </a:lnTo>
                <a:lnTo>
                  <a:pt x="32765" y="51054"/>
                </a:lnTo>
                <a:lnTo>
                  <a:pt x="33527" y="51054"/>
                </a:lnTo>
                <a:lnTo>
                  <a:pt x="33527" y="60960"/>
                </a:lnTo>
                <a:lnTo>
                  <a:pt x="38099" y="60388"/>
                </a:lnTo>
                <a:lnTo>
                  <a:pt x="38099" y="51054"/>
                </a:lnTo>
                <a:lnTo>
                  <a:pt x="38861" y="50292"/>
                </a:lnTo>
                <a:lnTo>
                  <a:pt x="38861" y="60293"/>
                </a:lnTo>
                <a:lnTo>
                  <a:pt x="40385" y="60198"/>
                </a:lnTo>
                <a:lnTo>
                  <a:pt x="42671" y="59340"/>
                </a:lnTo>
                <a:lnTo>
                  <a:pt x="42671" y="49530"/>
                </a:lnTo>
                <a:lnTo>
                  <a:pt x="43433" y="48768"/>
                </a:lnTo>
                <a:close/>
              </a:path>
              <a:path w="69850" h="60960">
                <a:moveTo>
                  <a:pt x="36169" y="9194"/>
                </a:moveTo>
                <a:lnTo>
                  <a:pt x="35813" y="9144"/>
                </a:lnTo>
                <a:lnTo>
                  <a:pt x="36169" y="9194"/>
                </a:lnTo>
                <a:close/>
              </a:path>
              <a:path w="69850" h="60960">
                <a:moveTo>
                  <a:pt x="36575" y="9252"/>
                </a:moveTo>
                <a:lnTo>
                  <a:pt x="36169" y="9194"/>
                </a:lnTo>
                <a:lnTo>
                  <a:pt x="36575" y="9252"/>
                </a:lnTo>
                <a:close/>
              </a:path>
              <a:path w="69850" h="60960">
                <a:moveTo>
                  <a:pt x="41147" y="10123"/>
                </a:moveTo>
                <a:lnTo>
                  <a:pt x="41147" y="9906"/>
                </a:lnTo>
                <a:lnTo>
                  <a:pt x="40385" y="9906"/>
                </a:lnTo>
                <a:lnTo>
                  <a:pt x="41147" y="10123"/>
                </a:lnTo>
                <a:close/>
              </a:path>
              <a:path w="69850" h="60960">
                <a:moveTo>
                  <a:pt x="48005" y="57585"/>
                </a:moveTo>
                <a:lnTo>
                  <a:pt x="48005" y="47244"/>
                </a:lnTo>
                <a:lnTo>
                  <a:pt x="42671" y="49530"/>
                </a:lnTo>
                <a:lnTo>
                  <a:pt x="42671" y="59340"/>
                </a:lnTo>
                <a:lnTo>
                  <a:pt x="46481" y="57912"/>
                </a:lnTo>
                <a:lnTo>
                  <a:pt x="47243" y="57912"/>
                </a:lnTo>
                <a:lnTo>
                  <a:pt x="48005" y="57585"/>
                </a:lnTo>
                <a:close/>
              </a:path>
              <a:path w="69850" h="60960">
                <a:moveTo>
                  <a:pt x="45719" y="11430"/>
                </a:moveTo>
                <a:lnTo>
                  <a:pt x="44957" y="10668"/>
                </a:lnTo>
                <a:lnTo>
                  <a:pt x="44957" y="11212"/>
                </a:lnTo>
                <a:lnTo>
                  <a:pt x="45719" y="11430"/>
                </a:lnTo>
                <a:close/>
              </a:path>
              <a:path w="69850" h="60960">
                <a:moveTo>
                  <a:pt x="55625" y="53122"/>
                </a:moveTo>
                <a:lnTo>
                  <a:pt x="55625" y="40386"/>
                </a:lnTo>
                <a:lnTo>
                  <a:pt x="51815" y="44958"/>
                </a:lnTo>
                <a:lnTo>
                  <a:pt x="51815" y="44196"/>
                </a:lnTo>
                <a:lnTo>
                  <a:pt x="47243" y="47244"/>
                </a:lnTo>
                <a:lnTo>
                  <a:pt x="48005" y="47244"/>
                </a:lnTo>
                <a:lnTo>
                  <a:pt x="48005" y="57585"/>
                </a:lnTo>
                <a:lnTo>
                  <a:pt x="52577" y="55626"/>
                </a:lnTo>
                <a:lnTo>
                  <a:pt x="52577" y="54864"/>
                </a:lnTo>
                <a:lnTo>
                  <a:pt x="55625" y="53122"/>
                </a:lnTo>
                <a:close/>
              </a:path>
              <a:path w="69850" h="60960">
                <a:moveTo>
                  <a:pt x="50291" y="13462"/>
                </a:moveTo>
                <a:lnTo>
                  <a:pt x="50291" y="12954"/>
                </a:lnTo>
                <a:lnTo>
                  <a:pt x="49529" y="12954"/>
                </a:lnTo>
                <a:lnTo>
                  <a:pt x="50291" y="13462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148"/>
                </a:lnTo>
                <a:lnTo>
                  <a:pt x="55625" y="40386"/>
                </a:lnTo>
                <a:lnTo>
                  <a:pt x="55625" y="53122"/>
                </a:lnTo>
                <a:lnTo>
                  <a:pt x="57911" y="51816"/>
                </a:lnTo>
                <a:close/>
              </a:path>
              <a:path w="69850" h="60960">
                <a:moveTo>
                  <a:pt x="69341" y="29718"/>
                </a:moveTo>
                <a:lnTo>
                  <a:pt x="69341" y="26670"/>
                </a:lnTo>
                <a:lnTo>
                  <a:pt x="67055" y="17526"/>
                </a:lnTo>
                <a:lnTo>
                  <a:pt x="64007" y="12954"/>
                </a:lnTo>
                <a:lnTo>
                  <a:pt x="64007" y="12192"/>
                </a:lnTo>
                <a:lnTo>
                  <a:pt x="63245" y="12192"/>
                </a:lnTo>
                <a:lnTo>
                  <a:pt x="60197" y="8382"/>
                </a:lnTo>
                <a:lnTo>
                  <a:pt x="59435" y="8382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054"/>
                </a:lnTo>
                <a:lnTo>
                  <a:pt x="61721" y="47244"/>
                </a:lnTo>
                <a:lnTo>
                  <a:pt x="62483" y="47244"/>
                </a:lnTo>
                <a:lnTo>
                  <a:pt x="62483" y="46482"/>
                </a:lnTo>
                <a:lnTo>
                  <a:pt x="65531" y="42672"/>
                </a:lnTo>
                <a:lnTo>
                  <a:pt x="65531" y="41910"/>
                </a:lnTo>
                <a:lnTo>
                  <a:pt x="66293" y="41910"/>
                </a:lnTo>
                <a:lnTo>
                  <a:pt x="67817" y="36576"/>
                </a:lnTo>
                <a:lnTo>
                  <a:pt x="68579" y="35814"/>
                </a:lnTo>
                <a:lnTo>
                  <a:pt x="68579" y="32766"/>
                </a:lnTo>
                <a:lnTo>
                  <a:pt x="69341" y="29718"/>
                </a:lnTo>
                <a:close/>
              </a:path>
              <a:path w="69850" h="60960">
                <a:moveTo>
                  <a:pt x="59435" y="33528"/>
                </a:moveTo>
                <a:lnTo>
                  <a:pt x="59435" y="32004"/>
                </a:lnTo>
                <a:lnTo>
                  <a:pt x="58673" y="34290"/>
                </a:lnTo>
                <a:lnTo>
                  <a:pt x="59435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9" name="object 55">
            <a:extLst>
              <a:ext uri="{FF2B5EF4-FFF2-40B4-BE49-F238E27FC236}">
                <a16:creationId xmlns:a16="http://schemas.microsoft.com/office/drawing/2014/main" id="{7382A0FE-F1F4-49B0-A8D2-3AE599297E9B}"/>
              </a:ext>
            </a:extLst>
          </p:cNvPr>
          <p:cNvSpPr txBox="1"/>
          <p:nvPr/>
        </p:nvSpPr>
        <p:spPr>
          <a:xfrm>
            <a:off x="7355171" y="1758275"/>
            <a:ext cx="3252695" cy="396828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2471" i="1" spc="-71" dirty="0">
                <a:latin typeface="Tahoma"/>
                <a:cs typeface="Tahoma"/>
              </a:rPr>
              <a:t>f(x,</a:t>
            </a:r>
            <a:r>
              <a:rPr sz="2471" i="1" spc="-71" dirty="0">
                <a:solidFill>
                  <a:srgbClr val="00CC00"/>
                </a:solidFill>
                <a:latin typeface="Tahoma"/>
                <a:cs typeface="Tahoma"/>
              </a:rPr>
              <a:t>w,b</a:t>
            </a:r>
            <a:r>
              <a:rPr sz="2471" i="1" spc="-71" dirty="0">
                <a:latin typeface="Tahoma"/>
                <a:cs typeface="Tahoma"/>
              </a:rPr>
              <a:t>) </a:t>
            </a:r>
            <a:r>
              <a:rPr sz="2471" i="1" spc="-95" dirty="0">
                <a:latin typeface="Tahoma"/>
                <a:cs typeface="Tahoma"/>
              </a:rPr>
              <a:t>= </a:t>
            </a:r>
            <a:r>
              <a:rPr sz="2471" i="1" spc="-65" dirty="0">
                <a:latin typeface="Tahoma"/>
                <a:cs typeface="Tahoma"/>
              </a:rPr>
              <a:t>sign(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w </a:t>
            </a:r>
            <a:r>
              <a:rPr sz="2471" i="1" spc="-65" dirty="0">
                <a:latin typeface="Tahoma"/>
                <a:cs typeface="Tahoma"/>
              </a:rPr>
              <a:t>x </a:t>
            </a:r>
            <a:r>
              <a:rPr sz="2471" i="1" spc="-95" dirty="0">
                <a:solidFill>
                  <a:srgbClr val="00CC00"/>
                </a:solidFill>
                <a:latin typeface="Tahoma"/>
                <a:cs typeface="Tahoma"/>
              </a:rPr>
              <a:t>+</a:t>
            </a:r>
            <a:r>
              <a:rPr sz="2471" i="1" spc="41" dirty="0">
                <a:solidFill>
                  <a:srgbClr val="00CC00"/>
                </a:solidFill>
                <a:latin typeface="Tahoma"/>
                <a:cs typeface="Tahoma"/>
              </a:rPr>
              <a:t> 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b</a:t>
            </a:r>
            <a:r>
              <a:rPr sz="2471" i="1" spc="-65" dirty="0">
                <a:latin typeface="Tahoma"/>
                <a:cs typeface="Tahoma"/>
              </a:rPr>
              <a:t>)</a:t>
            </a:r>
            <a:endParaRPr sz="2471">
              <a:latin typeface="Tahoma"/>
              <a:cs typeface="Tahoma"/>
            </a:endParaRPr>
          </a:p>
        </p:txBody>
      </p:sp>
      <p:sp>
        <p:nvSpPr>
          <p:cNvPr id="111" name="object 56">
            <a:extLst>
              <a:ext uri="{FF2B5EF4-FFF2-40B4-BE49-F238E27FC236}">
                <a16:creationId xmlns:a16="http://schemas.microsoft.com/office/drawing/2014/main" id="{543BAFDC-4424-4233-B03A-C417FEDECCB4}"/>
              </a:ext>
            </a:extLst>
          </p:cNvPr>
          <p:cNvSpPr/>
          <p:nvPr/>
        </p:nvSpPr>
        <p:spPr>
          <a:xfrm>
            <a:off x="3329719" y="2537850"/>
            <a:ext cx="4759512" cy="3060700"/>
          </a:xfrm>
          <a:custGeom>
            <a:avLst/>
            <a:gdLst/>
            <a:ahLst/>
            <a:cxnLst/>
            <a:rect l="l" t="t" r="r" b="b"/>
            <a:pathLst>
              <a:path w="4045584" h="2601595">
                <a:moveTo>
                  <a:pt x="4045458" y="10668"/>
                </a:moveTo>
                <a:lnTo>
                  <a:pt x="4038600" y="0"/>
                </a:lnTo>
                <a:lnTo>
                  <a:pt x="0" y="2590800"/>
                </a:lnTo>
                <a:lnTo>
                  <a:pt x="6858" y="2601468"/>
                </a:lnTo>
                <a:lnTo>
                  <a:pt x="4045458" y="10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3" name="object 57">
            <a:extLst>
              <a:ext uri="{FF2B5EF4-FFF2-40B4-BE49-F238E27FC236}">
                <a16:creationId xmlns:a16="http://schemas.microsoft.com/office/drawing/2014/main" id="{609ACED5-FB55-4E2C-A8E7-23DAD22D2281}"/>
              </a:ext>
            </a:extLst>
          </p:cNvPr>
          <p:cNvSpPr txBox="1"/>
          <p:nvPr/>
        </p:nvSpPr>
        <p:spPr>
          <a:xfrm>
            <a:off x="8266882" y="3747486"/>
            <a:ext cx="2351741" cy="1100593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 marR="5977">
              <a:spcBef>
                <a:spcPts val="112"/>
              </a:spcBef>
            </a:pPr>
            <a:r>
              <a:rPr sz="2353" b="1" spc="-5" dirty="0">
                <a:latin typeface="Tahoma"/>
                <a:cs typeface="Tahoma"/>
              </a:rPr>
              <a:t>How would</a:t>
            </a:r>
            <a:r>
              <a:rPr sz="2353" b="1" spc="-76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you  </a:t>
            </a:r>
            <a:r>
              <a:rPr sz="2353" b="1" spc="-12" dirty="0">
                <a:latin typeface="Tahoma"/>
                <a:cs typeface="Tahoma"/>
              </a:rPr>
              <a:t>classify </a:t>
            </a:r>
            <a:r>
              <a:rPr sz="2353" b="1" spc="-5" dirty="0">
                <a:latin typeface="Tahoma"/>
                <a:cs typeface="Tahoma"/>
              </a:rPr>
              <a:t>this  </a:t>
            </a:r>
            <a:r>
              <a:rPr sz="2353" b="1" spc="-12" dirty="0">
                <a:latin typeface="Tahoma"/>
                <a:cs typeface="Tahoma"/>
              </a:rPr>
              <a:t>data?</a:t>
            </a:r>
            <a:endParaRPr sz="2353">
              <a:latin typeface="Tahoma"/>
              <a:cs typeface="Tahoma"/>
            </a:endParaRPr>
          </a:p>
        </p:txBody>
      </p:sp>
      <p:sp>
        <p:nvSpPr>
          <p:cNvPr id="115" name="object 58">
            <a:extLst>
              <a:ext uri="{FF2B5EF4-FFF2-40B4-BE49-F238E27FC236}">
                <a16:creationId xmlns:a16="http://schemas.microsoft.com/office/drawing/2014/main" id="{CB105104-AF0B-44D5-ACCD-3F468AF45473}"/>
              </a:ext>
            </a:extLst>
          </p:cNvPr>
          <p:cNvSpPr txBox="1"/>
          <p:nvPr/>
        </p:nvSpPr>
        <p:spPr>
          <a:xfrm>
            <a:off x="7910746" y="234272"/>
            <a:ext cx="1497105" cy="34088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117" b="1" dirty="0">
                <a:latin typeface="Arial"/>
                <a:cs typeface="Arial"/>
              </a:rPr>
              <a:t>Parameters</a:t>
            </a:r>
            <a:endParaRPr sz="211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2866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86F9E-B0C0-44B9-A160-519885F18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5FB8C94-14E2-4F7C-A60C-91E0EA96BB0E}"/>
              </a:ext>
            </a:extLst>
          </p:cNvPr>
          <p:cNvSpPr/>
          <p:nvPr/>
        </p:nvSpPr>
        <p:spPr>
          <a:xfrm>
            <a:off x="7652043" y="885094"/>
            <a:ext cx="1882588" cy="770217"/>
          </a:xfrm>
          <a:custGeom>
            <a:avLst/>
            <a:gdLst/>
            <a:ahLst/>
            <a:cxnLst/>
            <a:rect l="l" t="t" r="r" b="b"/>
            <a:pathLst>
              <a:path w="1600200" h="654685">
                <a:moveTo>
                  <a:pt x="0" y="0"/>
                </a:moveTo>
                <a:lnTo>
                  <a:pt x="0" y="654557"/>
                </a:lnTo>
                <a:lnTo>
                  <a:pt x="1600200" y="654557"/>
                </a:lnTo>
                <a:lnTo>
                  <a:pt x="160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2AB5D6E7-234C-40D4-9D79-4A8512C4AFAD}"/>
              </a:ext>
            </a:extLst>
          </p:cNvPr>
          <p:cNvSpPr/>
          <p:nvPr/>
        </p:nvSpPr>
        <p:spPr>
          <a:xfrm>
            <a:off x="7644871" y="877923"/>
            <a:ext cx="1898276" cy="784412"/>
          </a:xfrm>
          <a:custGeom>
            <a:avLst/>
            <a:gdLst/>
            <a:ahLst/>
            <a:cxnLst/>
            <a:rect l="l" t="t" r="r" b="b"/>
            <a:pathLst>
              <a:path w="1613534" h="666750">
                <a:moveTo>
                  <a:pt x="1613153" y="666750"/>
                </a:moveTo>
                <a:lnTo>
                  <a:pt x="1613153" y="0"/>
                </a:lnTo>
                <a:lnTo>
                  <a:pt x="0" y="0"/>
                </a:lnTo>
                <a:lnTo>
                  <a:pt x="0" y="666750"/>
                </a:lnTo>
                <a:lnTo>
                  <a:pt x="6096" y="666750"/>
                </a:lnTo>
                <a:lnTo>
                  <a:pt x="6096" y="12954"/>
                </a:lnTo>
                <a:lnTo>
                  <a:pt x="12954" y="6096"/>
                </a:lnTo>
                <a:lnTo>
                  <a:pt x="12954" y="12954"/>
                </a:lnTo>
                <a:lnTo>
                  <a:pt x="1600200" y="12953"/>
                </a:lnTo>
                <a:lnTo>
                  <a:pt x="1600200" y="6095"/>
                </a:lnTo>
                <a:lnTo>
                  <a:pt x="1606296" y="12953"/>
                </a:lnTo>
                <a:lnTo>
                  <a:pt x="1606296" y="666750"/>
                </a:lnTo>
                <a:lnTo>
                  <a:pt x="1613153" y="666750"/>
                </a:lnTo>
                <a:close/>
              </a:path>
              <a:path w="1613534" h="666750">
                <a:moveTo>
                  <a:pt x="12954" y="12954"/>
                </a:moveTo>
                <a:lnTo>
                  <a:pt x="12954" y="6096"/>
                </a:lnTo>
                <a:lnTo>
                  <a:pt x="6096" y="12954"/>
                </a:lnTo>
                <a:lnTo>
                  <a:pt x="12954" y="12954"/>
                </a:lnTo>
                <a:close/>
              </a:path>
              <a:path w="1613534" h="666750">
                <a:moveTo>
                  <a:pt x="12954" y="653795"/>
                </a:moveTo>
                <a:lnTo>
                  <a:pt x="12954" y="12954"/>
                </a:lnTo>
                <a:lnTo>
                  <a:pt x="6096" y="12954"/>
                </a:lnTo>
                <a:lnTo>
                  <a:pt x="6096" y="653795"/>
                </a:lnTo>
                <a:lnTo>
                  <a:pt x="12954" y="653795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6096" y="653795"/>
                </a:lnTo>
                <a:lnTo>
                  <a:pt x="12954" y="660654"/>
                </a:lnTo>
                <a:lnTo>
                  <a:pt x="12954" y="666750"/>
                </a:lnTo>
                <a:lnTo>
                  <a:pt x="1600200" y="666750"/>
                </a:lnTo>
                <a:lnTo>
                  <a:pt x="1600200" y="660654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2954" y="666750"/>
                </a:moveTo>
                <a:lnTo>
                  <a:pt x="12954" y="660654"/>
                </a:lnTo>
                <a:lnTo>
                  <a:pt x="6096" y="653795"/>
                </a:lnTo>
                <a:lnTo>
                  <a:pt x="6096" y="666750"/>
                </a:lnTo>
                <a:lnTo>
                  <a:pt x="12954" y="666750"/>
                </a:lnTo>
                <a:close/>
              </a:path>
              <a:path w="1613534" h="666750">
                <a:moveTo>
                  <a:pt x="1606296" y="12953"/>
                </a:moveTo>
                <a:lnTo>
                  <a:pt x="1600200" y="6095"/>
                </a:lnTo>
                <a:lnTo>
                  <a:pt x="1600200" y="12953"/>
                </a:lnTo>
                <a:lnTo>
                  <a:pt x="1606296" y="12953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1606296" y="12953"/>
                </a:lnTo>
                <a:lnTo>
                  <a:pt x="1600200" y="12953"/>
                </a:lnTo>
                <a:lnTo>
                  <a:pt x="1600200" y="653795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606296" y="666750"/>
                </a:moveTo>
                <a:lnTo>
                  <a:pt x="1606296" y="653795"/>
                </a:lnTo>
                <a:lnTo>
                  <a:pt x="1600200" y="660654"/>
                </a:lnTo>
                <a:lnTo>
                  <a:pt x="1600200" y="666750"/>
                </a:lnTo>
                <a:lnTo>
                  <a:pt x="1606296" y="666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AE917822-1AF4-42DE-9272-7D89406D56BE}"/>
              </a:ext>
            </a:extLst>
          </p:cNvPr>
          <p:cNvSpPr txBox="1"/>
          <p:nvPr/>
        </p:nvSpPr>
        <p:spPr>
          <a:xfrm>
            <a:off x="7652043" y="898729"/>
            <a:ext cx="1882588" cy="703850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algn="ctr">
              <a:spcBef>
                <a:spcPts val="124"/>
              </a:spcBef>
            </a:pPr>
            <a:r>
              <a:rPr sz="4471" b="1" i="1" spc="-95" dirty="0">
                <a:latin typeface="Tahoma"/>
                <a:cs typeface="Tahoma"/>
              </a:rPr>
              <a:t>f</a:t>
            </a:r>
            <a:endParaRPr sz="4471">
              <a:latin typeface="Tahoma"/>
              <a:cs typeface="Tahoma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BCB224B5-D1F8-4087-A643-3C40D344FEDA}"/>
              </a:ext>
            </a:extLst>
          </p:cNvPr>
          <p:cNvSpPr/>
          <p:nvPr/>
        </p:nvSpPr>
        <p:spPr>
          <a:xfrm>
            <a:off x="6038397" y="1181826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7"/>
                </a:moveTo>
                <a:lnTo>
                  <a:pt x="1308353" y="32003"/>
                </a:lnTo>
                <a:lnTo>
                  <a:pt x="0" y="32003"/>
                </a:lnTo>
                <a:lnTo>
                  <a:pt x="0" y="44957"/>
                </a:lnTo>
                <a:lnTo>
                  <a:pt x="1308353" y="44957"/>
                </a:lnTo>
                <a:close/>
              </a:path>
              <a:path w="1371600" h="76200">
                <a:moveTo>
                  <a:pt x="1371600" y="38099"/>
                </a:moveTo>
                <a:lnTo>
                  <a:pt x="1295400" y="0"/>
                </a:lnTo>
                <a:lnTo>
                  <a:pt x="1295400" y="32003"/>
                </a:lnTo>
                <a:lnTo>
                  <a:pt x="1308353" y="32003"/>
                </a:lnTo>
                <a:lnTo>
                  <a:pt x="1308353" y="69722"/>
                </a:lnTo>
                <a:lnTo>
                  <a:pt x="1371600" y="38099"/>
                </a:lnTo>
                <a:close/>
              </a:path>
              <a:path w="1371600" h="76200">
                <a:moveTo>
                  <a:pt x="1308353" y="69722"/>
                </a:moveTo>
                <a:lnTo>
                  <a:pt x="1308353" y="44957"/>
                </a:lnTo>
                <a:lnTo>
                  <a:pt x="1295400" y="44957"/>
                </a:lnTo>
                <a:lnTo>
                  <a:pt x="1295400" y="76199"/>
                </a:lnTo>
                <a:lnTo>
                  <a:pt x="1308353" y="69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56D58C6E-A7EC-408F-B56A-BBDDC5818461}"/>
              </a:ext>
            </a:extLst>
          </p:cNvPr>
          <p:cNvSpPr txBox="1"/>
          <p:nvPr/>
        </p:nvSpPr>
        <p:spPr>
          <a:xfrm>
            <a:off x="5717759" y="880410"/>
            <a:ext cx="283135" cy="550716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3471" b="1" i="1" spc="-105" dirty="0">
                <a:latin typeface="Tahoma"/>
                <a:cs typeface="Tahoma"/>
              </a:rPr>
              <a:t>x</a:t>
            </a:r>
            <a:endParaRPr sz="3471">
              <a:latin typeface="Tahoma"/>
              <a:cs typeface="Tahoma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C10CBA02-ADA8-42FD-8AAD-41B346C0DE2B}"/>
              </a:ext>
            </a:extLst>
          </p:cNvPr>
          <p:cNvSpPr/>
          <p:nvPr/>
        </p:nvSpPr>
        <p:spPr>
          <a:xfrm>
            <a:off x="8419763" y="397785"/>
            <a:ext cx="89647" cy="448235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76200" y="304799"/>
                </a:moveTo>
                <a:lnTo>
                  <a:pt x="0" y="304799"/>
                </a:lnTo>
                <a:lnTo>
                  <a:pt x="32004" y="368808"/>
                </a:lnTo>
                <a:lnTo>
                  <a:pt x="32004" y="317753"/>
                </a:lnTo>
                <a:lnTo>
                  <a:pt x="44958" y="317753"/>
                </a:lnTo>
                <a:lnTo>
                  <a:pt x="44958" y="367283"/>
                </a:lnTo>
                <a:lnTo>
                  <a:pt x="76200" y="304799"/>
                </a:lnTo>
                <a:close/>
              </a:path>
              <a:path w="76200" h="381000">
                <a:moveTo>
                  <a:pt x="44958" y="304799"/>
                </a:moveTo>
                <a:lnTo>
                  <a:pt x="44958" y="0"/>
                </a:lnTo>
                <a:lnTo>
                  <a:pt x="32004" y="0"/>
                </a:lnTo>
                <a:lnTo>
                  <a:pt x="32004" y="304799"/>
                </a:lnTo>
                <a:lnTo>
                  <a:pt x="44958" y="304799"/>
                </a:lnTo>
                <a:close/>
              </a:path>
              <a:path w="76200" h="381000">
                <a:moveTo>
                  <a:pt x="44958" y="367283"/>
                </a:moveTo>
                <a:lnTo>
                  <a:pt x="44958" y="317753"/>
                </a:lnTo>
                <a:lnTo>
                  <a:pt x="32004" y="317753"/>
                </a:lnTo>
                <a:lnTo>
                  <a:pt x="32004" y="368808"/>
                </a:lnTo>
                <a:lnTo>
                  <a:pt x="38100" y="380999"/>
                </a:lnTo>
                <a:lnTo>
                  <a:pt x="44958" y="367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13D29BBA-2AF5-4AD6-A49C-2D030360B4F8}"/>
              </a:ext>
            </a:extLst>
          </p:cNvPr>
          <p:cNvSpPr/>
          <p:nvPr/>
        </p:nvSpPr>
        <p:spPr>
          <a:xfrm>
            <a:off x="9534631" y="1181826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8"/>
                </a:moveTo>
                <a:lnTo>
                  <a:pt x="1308353" y="32004"/>
                </a:lnTo>
                <a:lnTo>
                  <a:pt x="0" y="32004"/>
                </a:lnTo>
                <a:lnTo>
                  <a:pt x="0" y="44958"/>
                </a:lnTo>
                <a:lnTo>
                  <a:pt x="1308353" y="44958"/>
                </a:lnTo>
                <a:close/>
              </a:path>
              <a:path w="1371600" h="76200">
                <a:moveTo>
                  <a:pt x="1371600" y="38100"/>
                </a:moveTo>
                <a:lnTo>
                  <a:pt x="1295400" y="0"/>
                </a:lnTo>
                <a:lnTo>
                  <a:pt x="1295400" y="32004"/>
                </a:lnTo>
                <a:lnTo>
                  <a:pt x="1308353" y="32004"/>
                </a:lnTo>
                <a:lnTo>
                  <a:pt x="1308353" y="69723"/>
                </a:lnTo>
                <a:lnTo>
                  <a:pt x="1371600" y="38100"/>
                </a:lnTo>
                <a:close/>
              </a:path>
              <a:path w="1371600" h="76200">
                <a:moveTo>
                  <a:pt x="1308353" y="69723"/>
                </a:moveTo>
                <a:lnTo>
                  <a:pt x="1308353" y="44958"/>
                </a:lnTo>
                <a:lnTo>
                  <a:pt x="1295400" y="44958"/>
                </a:lnTo>
                <a:lnTo>
                  <a:pt x="1295400" y="76200"/>
                </a:lnTo>
                <a:lnTo>
                  <a:pt x="1308353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8EE323CC-3910-4D03-8822-DD592A097E9E}"/>
              </a:ext>
            </a:extLst>
          </p:cNvPr>
          <p:cNvSpPr txBox="1"/>
          <p:nvPr/>
        </p:nvSpPr>
        <p:spPr>
          <a:xfrm>
            <a:off x="11240915" y="851325"/>
            <a:ext cx="791135" cy="593788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5648" b="1" spc="-8" baseline="-16493" dirty="0">
                <a:latin typeface="Tahoma"/>
                <a:cs typeface="Tahoma"/>
              </a:rPr>
              <a:t>y</a:t>
            </a:r>
            <a:r>
              <a:rPr sz="2471" b="1" spc="12" dirty="0">
                <a:latin typeface="Tahoma"/>
                <a:cs typeface="Tahoma"/>
              </a:rPr>
              <a:t>est</a:t>
            </a:r>
            <a:endParaRPr sz="2471" dirty="0">
              <a:latin typeface="Tahoma"/>
              <a:cs typeface="Tahoma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829601C0-B446-4031-9DAF-28B6ADBDBF9B}"/>
              </a:ext>
            </a:extLst>
          </p:cNvPr>
          <p:cNvSpPr txBox="1"/>
          <p:nvPr/>
        </p:nvSpPr>
        <p:spPr>
          <a:xfrm>
            <a:off x="950786" y="1924495"/>
            <a:ext cx="1745876" cy="1099841"/>
          </a:xfrm>
          <a:prstGeom prst="rect">
            <a:avLst/>
          </a:prstGeom>
        </p:spPr>
        <p:txBody>
          <a:bodyPr vert="horz" wrap="square" lIns="0" tIns="194235" rIns="0" bIns="0" rtlCol="0">
            <a:spAutoFit/>
          </a:bodyPr>
          <a:lstStyle/>
          <a:p>
            <a:pPr marL="14941">
              <a:spcBef>
                <a:spcPts val="1529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65" dirty="0">
                <a:latin typeface="Tahoma"/>
                <a:cs typeface="Tahoma"/>
              </a:rPr>
              <a:t> </a:t>
            </a:r>
            <a:r>
              <a:rPr sz="2353" b="1" spc="-12" dirty="0">
                <a:latin typeface="Tahoma"/>
                <a:cs typeface="Tahoma"/>
              </a:rPr>
              <a:t>+1</a:t>
            </a:r>
            <a:endParaRPr sz="2353">
              <a:latin typeface="Tahoma"/>
              <a:cs typeface="Tahoma"/>
            </a:endParaRPr>
          </a:p>
          <a:p>
            <a:pPr marL="71720">
              <a:spcBef>
                <a:spcPts val="1412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47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-1</a:t>
            </a:r>
            <a:endParaRPr sz="2353">
              <a:latin typeface="Tahoma"/>
              <a:cs typeface="Tahoma"/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96600769-9A85-4C5A-9446-9D011D539E3F}"/>
              </a:ext>
            </a:extLst>
          </p:cNvPr>
          <p:cNvSpPr/>
          <p:nvPr/>
        </p:nvSpPr>
        <p:spPr>
          <a:xfrm>
            <a:off x="788224" y="2240113"/>
            <a:ext cx="83027" cy="80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3">
            <a:extLst>
              <a:ext uri="{FF2B5EF4-FFF2-40B4-BE49-F238E27FC236}">
                <a16:creationId xmlns:a16="http://schemas.microsoft.com/office/drawing/2014/main" id="{FA270E95-F474-4999-BB71-375C247B930E}"/>
              </a:ext>
            </a:extLst>
          </p:cNvPr>
          <p:cNvSpPr/>
          <p:nvPr/>
        </p:nvSpPr>
        <p:spPr>
          <a:xfrm>
            <a:off x="788225" y="2777995"/>
            <a:ext cx="74705" cy="70971"/>
          </a:xfrm>
          <a:custGeom>
            <a:avLst/>
            <a:gdLst/>
            <a:ahLst/>
            <a:cxnLst/>
            <a:rect l="l" t="t" r="r" b="b"/>
            <a:pathLst>
              <a:path w="63500" h="60325">
                <a:moveTo>
                  <a:pt x="63245" y="35814"/>
                </a:moveTo>
                <a:lnTo>
                  <a:pt x="63245" y="28194"/>
                </a:lnTo>
                <a:lnTo>
                  <a:pt x="62483" y="23622"/>
                </a:lnTo>
                <a:lnTo>
                  <a:pt x="62483" y="22098"/>
                </a:lnTo>
                <a:lnTo>
                  <a:pt x="60197" y="17526"/>
                </a:lnTo>
                <a:lnTo>
                  <a:pt x="60197" y="16764"/>
                </a:lnTo>
                <a:lnTo>
                  <a:pt x="57149" y="12954"/>
                </a:lnTo>
                <a:lnTo>
                  <a:pt x="57149" y="12192"/>
                </a:lnTo>
                <a:lnTo>
                  <a:pt x="52577" y="7620"/>
                </a:lnTo>
                <a:lnTo>
                  <a:pt x="48767" y="4572"/>
                </a:lnTo>
                <a:lnTo>
                  <a:pt x="48005" y="4572"/>
                </a:lnTo>
                <a:lnTo>
                  <a:pt x="42671" y="2286"/>
                </a:lnTo>
                <a:lnTo>
                  <a:pt x="41909" y="2286"/>
                </a:lnTo>
                <a:lnTo>
                  <a:pt x="41909" y="1524"/>
                </a:lnTo>
                <a:lnTo>
                  <a:pt x="36575" y="762"/>
                </a:lnTo>
                <a:lnTo>
                  <a:pt x="35051" y="653"/>
                </a:lnTo>
                <a:lnTo>
                  <a:pt x="30479" y="0"/>
                </a:lnTo>
                <a:lnTo>
                  <a:pt x="29717" y="0"/>
                </a:lnTo>
                <a:lnTo>
                  <a:pt x="25145" y="653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7525" y="3048"/>
                </a:lnTo>
                <a:lnTo>
                  <a:pt x="12953" y="5334"/>
                </a:lnTo>
                <a:lnTo>
                  <a:pt x="12953" y="6096"/>
                </a:lnTo>
                <a:lnTo>
                  <a:pt x="12191" y="6096"/>
                </a:lnTo>
                <a:lnTo>
                  <a:pt x="8381" y="9144"/>
                </a:lnTo>
                <a:lnTo>
                  <a:pt x="8381" y="9906"/>
                </a:lnTo>
                <a:lnTo>
                  <a:pt x="5333" y="13716"/>
                </a:lnTo>
                <a:lnTo>
                  <a:pt x="4571" y="14478"/>
                </a:lnTo>
                <a:lnTo>
                  <a:pt x="2285" y="19050"/>
                </a:lnTo>
                <a:lnTo>
                  <a:pt x="2285" y="19812"/>
                </a:lnTo>
                <a:lnTo>
                  <a:pt x="1523" y="20574"/>
                </a:lnTo>
                <a:lnTo>
                  <a:pt x="761" y="25146"/>
                </a:lnTo>
                <a:lnTo>
                  <a:pt x="761" y="26670"/>
                </a:lnTo>
                <a:lnTo>
                  <a:pt x="0" y="31242"/>
                </a:lnTo>
                <a:lnTo>
                  <a:pt x="0" y="32766"/>
                </a:lnTo>
                <a:lnTo>
                  <a:pt x="1523" y="37338"/>
                </a:lnTo>
                <a:lnTo>
                  <a:pt x="1523" y="38100"/>
                </a:lnTo>
                <a:lnTo>
                  <a:pt x="3047" y="42672"/>
                </a:lnTo>
                <a:lnTo>
                  <a:pt x="3047" y="43434"/>
                </a:lnTo>
                <a:lnTo>
                  <a:pt x="3809" y="43434"/>
                </a:lnTo>
                <a:lnTo>
                  <a:pt x="6095" y="48006"/>
                </a:lnTo>
                <a:lnTo>
                  <a:pt x="6857" y="48006"/>
                </a:lnTo>
                <a:lnTo>
                  <a:pt x="6857" y="48768"/>
                </a:lnTo>
                <a:lnTo>
                  <a:pt x="9905" y="51816"/>
                </a:lnTo>
                <a:lnTo>
                  <a:pt x="9905" y="27432"/>
                </a:lnTo>
                <a:lnTo>
                  <a:pt x="10667" y="25146"/>
                </a:lnTo>
                <a:lnTo>
                  <a:pt x="10667" y="23622"/>
                </a:lnTo>
                <a:lnTo>
                  <a:pt x="12191" y="20574"/>
                </a:lnTo>
                <a:lnTo>
                  <a:pt x="12191" y="19812"/>
                </a:lnTo>
                <a:lnTo>
                  <a:pt x="15239" y="16002"/>
                </a:lnTo>
                <a:lnTo>
                  <a:pt x="15239" y="16764"/>
                </a:lnTo>
                <a:lnTo>
                  <a:pt x="18287" y="14325"/>
                </a:lnTo>
                <a:lnTo>
                  <a:pt x="18287" y="13716"/>
                </a:lnTo>
                <a:lnTo>
                  <a:pt x="22097" y="11430"/>
                </a:lnTo>
                <a:lnTo>
                  <a:pt x="22097" y="11865"/>
                </a:lnTo>
                <a:lnTo>
                  <a:pt x="26669" y="9906"/>
                </a:lnTo>
                <a:lnTo>
                  <a:pt x="26669" y="10450"/>
                </a:lnTo>
                <a:lnTo>
                  <a:pt x="29717" y="10014"/>
                </a:lnTo>
                <a:lnTo>
                  <a:pt x="35051" y="9906"/>
                </a:lnTo>
                <a:lnTo>
                  <a:pt x="35051" y="10123"/>
                </a:lnTo>
                <a:lnTo>
                  <a:pt x="38861" y="11212"/>
                </a:lnTo>
                <a:lnTo>
                  <a:pt x="38861" y="10668"/>
                </a:lnTo>
                <a:lnTo>
                  <a:pt x="42671" y="12573"/>
                </a:lnTo>
                <a:lnTo>
                  <a:pt x="42671" y="12192"/>
                </a:lnTo>
                <a:lnTo>
                  <a:pt x="47243" y="15240"/>
                </a:lnTo>
                <a:lnTo>
                  <a:pt x="47243" y="15849"/>
                </a:lnTo>
                <a:lnTo>
                  <a:pt x="49529" y="17678"/>
                </a:lnTo>
                <a:lnTo>
                  <a:pt x="49529" y="17526"/>
                </a:lnTo>
                <a:lnTo>
                  <a:pt x="50291" y="18288"/>
                </a:lnTo>
                <a:lnTo>
                  <a:pt x="50291" y="19050"/>
                </a:lnTo>
                <a:lnTo>
                  <a:pt x="51815" y="22098"/>
                </a:lnTo>
                <a:lnTo>
                  <a:pt x="51815" y="21336"/>
                </a:lnTo>
                <a:lnTo>
                  <a:pt x="53339" y="25908"/>
                </a:lnTo>
                <a:lnTo>
                  <a:pt x="53339" y="25146"/>
                </a:lnTo>
                <a:lnTo>
                  <a:pt x="54101" y="29718"/>
                </a:lnTo>
                <a:lnTo>
                  <a:pt x="54101" y="51816"/>
                </a:lnTo>
                <a:lnTo>
                  <a:pt x="54863" y="51054"/>
                </a:lnTo>
                <a:lnTo>
                  <a:pt x="55625" y="51054"/>
                </a:lnTo>
                <a:lnTo>
                  <a:pt x="55625" y="50292"/>
                </a:lnTo>
                <a:lnTo>
                  <a:pt x="58673" y="46482"/>
                </a:lnTo>
                <a:lnTo>
                  <a:pt x="59435" y="45720"/>
                </a:lnTo>
                <a:lnTo>
                  <a:pt x="61721" y="41148"/>
                </a:lnTo>
                <a:lnTo>
                  <a:pt x="61721" y="40386"/>
                </a:lnTo>
                <a:lnTo>
                  <a:pt x="63245" y="35814"/>
                </a:lnTo>
                <a:close/>
              </a:path>
              <a:path w="63500" h="60325">
                <a:moveTo>
                  <a:pt x="12191" y="39624"/>
                </a:moveTo>
                <a:lnTo>
                  <a:pt x="10667" y="35052"/>
                </a:lnTo>
                <a:lnTo>
                  <a:pt x="10667" y="35814"/>
                </a:lnTo>
                <a:lnTo>
                  <a:pt x="9905" y="30480"/>
                </a:lnTo>
                <a:lnTo>
                  <a:pt x="9905" y="51816"/>
                </a:lnTo>
                <a:lnTo>
                  <a:pt x="10667" y="52578"/>
                </a:lnTo>
                <a:lnTo>
                  <a:pt x="11429" y="52578"/>
                </a:lnTo>
                <a:lnTo>
                  <a:pt x="11429" y="38862"/>
                </a:lnTo>
                <a:lnTo>
                  <a:pt x="12191" y="39624"/>
                </a:lnTo>
                <a:close/>
              </a:path>
              <a:path w="63500" h="60325">
                <a:moveTo>
                  <a:pt x="11429" y="22860"/>
                </a:moveTo>
                <a:lnTo>
                  <a:pt x="10667" y="23622"/>
                </a:lnTo>
                <a:lnTo>
                  <a:pt x="10667" y="25146"/>
                </a:lnTo>
                <a:lnTo>
                  <a:pt x="11429" y="22860"/>
                </a:lnTo>
                <a:close/>
              </a:path>
              <a:path w="63500" h="60325">
                <a:moveTo>
                  <a:pt x="14477" y="42672"/>
                </a:moveTo>
                <a:lnTo>
                  <a:pt x="11429" y="38862"/>
                </a:lnTo>
                <a:lnTo>
                  <a:pt x="11429" y="52578"/>
                </a:lnTo>
                <a:lnTo>
                  <a:pt x="13715" y="54406"/>
                </a:lnTo>
                <a:lnTo>
                  <a:pt x="13715" y="41910"/>
                </a:lnTo>
                <a:lnTo>
                  <a:pt x="14477" y="42672"/>
                </a:lnTo>
                <a:close/>
              </a:path>
              <a:path w="63500" h="60325">
                <a:moveTo>
                  <a:pt x="12953" y="19050"/>
                </a:moveTo>
                <a:lnTo>
                  <a:pt x="12191" y="19812"/>
                </a:lnTo>
                <a:lnTo>
                  <a:pt x="12191" y="20574"/>
                </a:lnTo>
                <a:lnTo>
                  <a:pt x="12953" y="19050"/>
                </a:lnTo>
                <a:close/>
              </a:path>
              <a:path w="63500" h="60325">
                <a:moveTo>
                  <a:pt x="17525" y="57041"/>
                </a:moveTo>
                <a:lnTo>
                  <a:pt x="17525" y="45720"/>
                </a:lnTo>
                <a:lnTo>
                  <a:pt x="13715" y="41910"/>
                </a:lnTo>
                <a:lnTo>
                  <a:pt x="13715" y="54406"/>
                </a:lnTo>
                <a:lnTo>
                  <a:pt x="15239" y="55626"/>
                </a:lnTo>
                <a:lnTo>
                  <a:pt x="15239" y="56388"/>
                </a:lnTo>
                <a:lnTo>
                  <a:pt x="16001" y="56388"/>
                </a:lnTo>
                <a:lnTo>
                  <a:pt x="17525" y="57041"/>
                </a:lnTo>
                <a:close/>
              </a:path>
              <a:path w="63500" h="60325">
                <a:moveTo>
                  <a:pt x="20573" y="48006"/>
                </a:moveTo>
                <a:lnTo>
                  <a:pt x="16763" y="44958"/>
                </a:lnTo>
                <a:lnTo>
                  <a:pt x="17525" y="45720"/>
                </a:lnTo>
                <a:lnTo>
                  <a:pt x="17525" y="57041"/>
                </a:lnTo>
                <a:lnTo>
                  <a:pt x="19811" y="58020"/>
                </a:lnTo>
                <a:lnTo>
                  <a:pt x="19811" y="48006"/>
                </a:lnTo>
                <a:lnTo>
                  <a:pt x="20573" y="48006"/>
                </a:lnTo>
                <a:close/>
              </a:path>
              <a:path w="63500" h="60325">
                <a:moveTo>
                  <a:pt x="19049" y="13716"/>
                </a:moveTo>
                <a:lnTo>
                  <a:pt x="18287" y="13716"/>
                </a:lnTo>
                <a:lnTo>
                  <a:pt x="18287" y="14325"/>
                </a:lnTo>
                <a:lnTo>
                  <a:pt x="19049" y="13716"/>
                </a:lnTo>
                <a:close/>
              </a:path>
              <a:path w="63500" h="60325">
                <a:moveTo>
                  <a:pt x="25145" y="49530"/>
                </a:moveTo>
                <a:lnTo>
                  <a:pt x="19811" y="48006"/>
                </a:lnTo>
                <a:lnTo>
                  <a:pt x="19811" y="58020"/>
                </a:lnTo>
                <a:lnTo>
                  <a:pt x="21335" y="58674"/>
                </a:lnTo>
                <a:lnTo>
                  <a:pt x="22097" y="58674"/>
                </a:lnTo>
                <a:lnTo>
                  <a:pt x="24383" y="59327"/>
                </a:lnTo>
                <a:lnTo>
                  <a:pt x="24383" y="49530"/>
                </a:lnTo>
                <a:lnTo>
                  <a:pt x="25145" y="49530"/>
                </a:lnTo>
                <a:close/>
              </a:path>
              <a:path w="63500" h="60325">
                <a:moveTo>
                  <a:pt x="22097" y="11865"/>
                </a:moveTo>
                <a:lnTo>
                  <a:pt x="22097" y="11430"/>
                </a:lnTo>
                <a:lnTo>
                  <a:pt x="21335" y="12192"/>
                </a:lnTo>
                <a:lnTo>
                  <a:pt x="22097" y="11865"/>
                </a:lnTo>
                <a:close/>
              </a:path>
              <a:path w="63500" h="60325">
                <a:moveTo>
                  <a:pt x="29717" y="51054"/>
                </a:moveTo>
                <a:lnTo>
                  <a:pt x="24383" y="49530"/>
                </a:lnTo>
                <a:lnTo>
                  <a:pt x="24383" y="59327"/>
                </a:lnTo>
                <a:lnTo>
                  <a:pt x="27431" y="60198"/>
                </a:lnTo>
                <a:lnTo>
                  <a:pt x="28193" y="60198"/>
                </a:lnTo>
                <a:lnTo>
                  <a:pt x="28193" y="51054"/>
                </a:lnTo>
                <a:lnTo>
                  <a:pt x="29717" y="51054"/>
                </a:lnTo>
                <a:close/>
              </a:path>
              <a:path w="63500" h="60325">
                <a:moveTo>
                  <a:pt x="26669" y="10450"/>
                </a:moveTo>
                <a:lnTo>
                  <a:pt x="26669" y="9906"/>
                </a:lnTo>
                <a:lnTo>
                  <a:pt x="25145" y="10668"/>
                </a:lnTo>
                <a:lnTo>
                  <a:pt x="26669" y="10450"/>
                </a:lnTo>
                <a:close/>
              </a:path>
              <a:path w="63500" h="60325">
                <a:moveTo>
                  <a:pt x="34289" y="60198"/>
                </a:moveTo>
                <a:lnTo>
                  <a:pt x="34289" y="51054"/>
                </a:lnTo>
                <a:lnTo>
                  <a:pt x="28193" y="51054"/>
                </a:lnTo>
                <a:lnTo>
                  <a:pt x="28193" y="60198"/>
                </a:lnTo>
                <a:lnTo>
                  <a:pt x="34289" y="60198"/>
                </a:lnTo>
                <a:close/>
              </a:path>
              <a:path w="63500" h="60325">
                <a:moveTo>
                  <a:pt x="30479" y="9906"/>
                </a:moveTo>
                <a:lnTo>
                  <a:pt x="29717" y="9906"/>
                </a:lnTo>
                <a:lnTo>
                  <a:pt x="30479" y="9906"/>
                </a:lnTo>
                <a:close/>
              </a:path>
              <a:path w="63500" h="60325">
                <a:moveTo>
                  <a:pt x="38099" y="59653"/>
                </a:moveTo>
                <a:lnTo>
                  <a:pt x="38099" y="50292"/>
                </a:lnTo>
                <a:lnTo>
                  <a:pt x="32765" y="51054"/>
                </a:lnTo>
                <a:lnTo>
                  <a:pt x="34289" y="51054"/>
                </a:lnTo>
                <a:lnTo>
                  <a:pt x="34289" y="60198"/>
                </a:lnTo>
                <a:lnTo>
                  <a:pt x="38099" y="59653"/>
                </a:lnTo>
                <a:close/>
              </a:path>
              <a:path w="63500" h="60325">
                <a:moveTo>
                  <a:pt x="35051" y="10123"/>
                </a:moveTo>
                <a:lnTo>
                  <a:pt x="35051" y="9906"/>
                </a:lnTo>
                <a:lnTo>
                  <a:pt x="34289" y="9906"/>
                </a:lnTo>
                <a:lnTo>
                  <a:pt x="35051" y="10123"/>
                </a:lnTo>
                <a:close/>
              </a:path>
              <a:path w="63500" h="60325">
                <a:moveTo>
                  <a:pt x="41909" y="48768"/>
                </a:moveTo>
                <a:lnTo>
                  <a:pt x="37337" y="50292"/>
                </a:lnTo>
                <a:lnTo>
                  <a:pt x="38099" y="50292"/>
                </a:lnTo>
                <a:lnTo>
                  <a:pt x="38099" y="59653"/>
                </a:lnTo>
                <a:lnTo>
                  <a:pt x="38861" y="59544"/>
                </a:lnTo>
                <a:lnTo>
                  <a:pt x="40385" y="59436"/>
                </a:lnTo>
                <a:lnTo>
                  <a:pt x="41147" y="59218"/>
                </a:lnTo>
                <a:lnTo>
                  <a:pt x="41147" y="49530"/>
                </a:lnTo>
                <a:lnTo>
                  <a:pt x="41909" y="48768"/>
                </a:lnTo>
                <a:close/>
              </a:path>
              <a:path w="63500" h="60325">
                <a:moveTo>
                  <a:pt x="39623" y="11430"/>
                </a:moveTo>
                <a:lnTo>
                  <a:pt x="38861" y="10668"/>
                </a:lnTo>
                <a:lnTo>
                  <a:pt x="38861" y="11212"/>
                </a:lnTo>
                <a:lnTo>
                  <a:pt x="39623" y="11430"/>
                </a:lnTo>
                <a:close/>
              </a:path>
              <a:path w="63500" h="60325">
                <a:moveTo>
                  <a:pt x="45719" y="46482"/>
                </a:moveTo>
                <a:lnTo>
                  <a:pt x="41147" y="49530"/>
                </a:lnTo>
                <a:lnTo>
                  <a:pt x="41147" y="59218"/>
                </a:lnTo>
                <a:lnTo>
                  <a:pt x="44957" y="58129"/>
                </a:lnTo>
                <a:lnTo>
                  <a:pt x="44957" y="47244"/>
                </a:lnTo>
                <a:lnTo>
                  <a:pt x="45719" y="46482"/>
                </a:lnTo>
                <a:close/>
              </a:path>
              <a:path w="63500" h="60325">
                <a:moveTo>
                  <a:pt x="43433" y="12954"/>
                </a:moveTo>
                <a:lnTo>
                  <a:pt x="42671" y="12192"/>
                </a:lnTo>
                <a:lnTo>
                  <a:pt x="42671" y="12573"/>
                </a:lnTo>
                <a:lnTo>
                  <a:pt x="43433" y="12954"/>
                </a:lnTo>
                <a:close/>
              </a:path>
              <a:path w="63500" h="60325">
                <a:moveTo>
                  <a:pt x="48223" y="44631"/>
                </a:moveTo>
                <a:lnTo>
                  <a:pt x="44957" y="47244"/>
                </a:lnTo>
                <a:lnTo>
                  <a:pt x="44957" y="58129"/>
                </a:lnTo>
                <a:lnTo>
                  <a:pt x="45719" y="57912"/>
                </a:lnTo>
                <a:lnTo>
                  <a:pt x="46481" y="57150"/>
                </a:lnTo>
                <a:lnTo>
                  <a:pt x="48005" y="56235"/>
                </a:lnTo>
                <a:lnTo>
                  <a:pt x="48005" y="44958"/>
                </a:lnTo>
                <a:lnTo>
                  <a:pt x="48223" y="44631"/>
                </a:lnTo>
                <a:close/>
              </a:path>
              <a:path w="63500" h="60325">
                <a:moveTo>
                  <a:pt x="47243" y="15849"/>
                </a:moveTo>
                <a:lnTo>
                  <a:pt x="47243" y="15240"/>
                </a:lnTo>
                <a:lnTo>
                  <a:pt x="46481" y="15240"/>
                </a:lnTo>
                <a:lnTo>
                  <a:pt x="47243" y="15849"/>
                </a:lnTo>
                <a:close/>
              </a:path>
              <a:path w="63500" h="60325">
                <a:moveTo>
                  <a:pt x="48767" y="44196"/>
                </a:moveTo>
                <a:lnTo>
                  <a:pt x="48223" y="44631"/>
                </a:lnTo>
                <a:lnTo>
                  <a:pt x="48005" y="44958"/>
                </a:lnTo>
                <a:lnTo>
                  <a:pt x="48767" y="44196"/>
                </a:lnTo>
                <a:close/>
              </a:path>
              <a:path w="63500" h="60325">
                <a:moveTo>
                  <a:pt x="48767" y="55778"/>
                </a:moveTo>
                <a:lnTo>
                  <a:pt x="48767" y="44196"/>
                </a:lnTo>
                <a:lnTo>
                  <a:pt x="48005" y="44958"/>
                </a:lnTo>
                <a:lnTo>
                  <a:pt x="48005" y="56235"/>
                </a:lnTo>
                <a:lnTo>
                  <a:pt x="48767" y="55778"/>
                </a:lnTo>
                <a:close/>
              </a:path>
              <a:path w="63500" h="60325">
                <a:moveTo>
                  <a:pt x="53339" y="52578"/>
                </a:moveTo>
                <a:lnTo>
                  <a:pt x="53339" y="37338"/>
                </a:lnTo>
                <a:lnTo>
                  <a:pt x="51053" y="41910"/>
                </a:lnTo>
                <a:lnTo>
                  <a:pt x="51053" y="40386"/>
                </a:lnTo>
                <a:lnTo>
                  <a:pt x="48223" y="44631"/>
                </a:lnTo>
                <a:lnTo>
                  <a:pt x="48767" y="44196"/>
                </a:lnTo>
                <a:lnTo>
                  <a:pt x="48767" y="55778"/>
                </a:lnTo>
                <a:lnTo>
                  <a:pt x="50291" y="54864"/>
                </a:lnTo>
                <a:lnTo>
                  <a:pt x="51053" y="54864"/>
                </a:lnTo>
                <a:lnTo>
                  <a:pt x="53339" y="52578"/>
                </a:lnTo>
                <a:close/>
              </a:path>
              <a:path w="63500" h="60325">
                <a:moveTo>
                  <a:pt x="50291" y="18288"/>
                </a:moveTo>
                <a:lnTo>
                  <a:pt x="49529" y="17526"/>
                </a:lnTo>
                <a:lnTo>
                  <a:pt x="49656" y="17780"/>
                </a:lnTo>
                <a:lnTo>
                  <a:pt x="50291" y="18288"/>
                </a:lnTo>
                <a:close/>
              </a:path>
              <a:path w="63500" h="60325">
                <a:moveTo>
                  <a:pt x="49656" y="17780"/>
                </a:moveTo>
                <a:lnTo>
                  <a:pt x="49529" y="17526"/>
                </a:lnTo>
                <a:lnTo>
                  <a:pt x="49529" y="17678"/>
                </a:lnTo>
                <a:close/>
              </a:path>
              <a:path w="63500" h="60325">
                <a:moveTo>
                  <a:pt x="50291" y="19050"/>
                </a:moveTo>
                <a:lnTo>
                  <a:pt x="50291" y="18288"/>
                </a:lnTo>
                <a:lnTo>
                  <a:pt x="49656" y="17780"/>
                </a:lnTo>
                <a:lnTo>
                  <a:pt x="50291" y="19050"/>
                </a:lnTo>
                <a:close/>
              </a:path>
              <a:path w="63500" h="60325">
                <a:moveTo>
                  <a:pt x="54101" y="51816"/>
                </a:moveTo>
                <a:lnTo>
                  <a:pt x="54101" y="32766"/>
                </a:lnTo>
                <a:lnTo>
                  <a:pt x="52577" y="38100"/>
                </a:lnTo>
                <a:lnTo>
                  <a:pt x="53339" y="37338"/>
                </a:lnTo>
                <a:lnTo>
                  <a:pt x="53339" y="52578"/>
                </a:lnTo>
                <a:lnTo>
                  <a:pt x="54101" y="518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26D88D10-CDBF-48C8-AD42-EB07DFA99293}"/>
              </a:ext>
            </a:extLst>
          </p:cNvPr>
          <p:cNvSpPr/>
          <p:nvPr/>
        </p:nvSpPr>
        <p:spPr>
          <a:xfrm>
            <a:off x="4025009" y="1851816"/>
            <a:ext cx="0" cy="4123765"/>
          </a:xfrm>
          <a:custGeom>
            <a:avLst/>
            <a:gdLst/>
            <a:ahLst/>
            <a:cxnLst/>
            <a:rect l="l" t="t" r="r" b="b"/>
            <a:pathLst>
              <a:path h="3505200">
                <a:moveTo>
                  <a:pt x="0" y="0"/>
                </a:moveTo>
                <a:lnTo>
                  <a:pt x="0" y="350520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89AC4928-C64F-470B-8FF4-74152F25CC89}"/>
              </a:ext>
            </a:extLst>
          </p:cNvPr>
          <p:cNvSpPr/>
          <p:nvPr/>
        </p:nvSpPr>
        <p:spPr>
          <a:xfrm>
            <a:off x="4045585" y="5949528"/>
            <a:ext cx="4303059" cy="0"/>
          </a:xfrm>
          <a:custGeom>
            <a:avLst/>
            <a:gdLst/>
            <a:ahLst/>
            <a:cxnLst/>
            <a:rect l="l" t="t" r="r" b="b"/>
            <a:pathLst>
              <a:path w="3657600">
                <a:moveTo>
                  <a:pt x="0" y="0"/>
                </a:moveTo>
                <a:lnTo>
                  <a:pt x="3657600" y="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4FD2F75F-95A5-4DF9-BAEC-208651C899F1}"/>
              </a:ext>
            </a:extLst>
          </p:cNvPr>
          <p:cNvSpPr/>
          <p:nvPr/>
        </p:nvSpPr>
        <p:spPr>
          <a:xfrm>
            <a:off x="5545382" y="5320207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64008" y="45720"/>
                </a:moveTo>
                <a:lnTo>
                  <a:pt x="64008" y="12192"/>
                </a:lnTo>
                <a:lnTo>
                  <a:pt x="63246" y="12192"/>
                </a:lnTo>
                <a:lnTo>
                  <a:pt x="60198" y="8382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763" y="4572"/>
                </a:lnTo>
                <a:lnTo>
                  <a:pt x="16001" y="4572"/>
                </a:lnTo>
                <a:lnTo>
                  <a:pt x="16001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6095" y="12954"/>
                </a:lnTo>
                <a:lnTo>
                  <a:pt x="3809" y="16764"/>
                </a:lnTo>
                <a:lnTo>
                  <a:pt x="3047" y="16764"/>
                </a:lnTo>
                <a:lnTo>
                  <a:pt x="3047" y="17526"/>
                </a:lnTo>
                <a:lnTo>
                  <a:pt x="2285" y="20574"/>
                </a:lnTo>
                <a:lnTo>
                  <a:pt x="761" y="22860"/>
                </a:lnTo>
                <a:lnTo>
                  <a:pt x="761" y="25908"/>
                </a:lnTo>
                <a:lnTo>
                  <a:pt x="0" y="28956"/>
                </a:lnTo>
                <a:lnTo>
                  <a:pt x="2286" y="38100"/>
                </a:lnTo>
                <a:lnTo>
                  <a:pt x="3048" y="40386"/>
                </a:lnTo>
                <a:lnTo>
                  <a:pt x="3810" y="41148"/>
                </a:lnTo>
                <a:lnTo>
                  <a:pt x="6096" y="44958"/>
                </a:lnTo>
                <a:lnTo>
                  <a:pt x="9906" y="48768"/>
                </a:lnTo>
                <a:lnTo>
                  <a:pt x="9906" y="26670"/>
                </a:lnTo>
                <a:lnTo>
                  <a:pt x="10668" y="25146"/>
                </a:lnTo>
                <a:lnTo>
                  <a:pt x="10668" y="23622"/>
                </a:lnTo>
                <a:lnTo>
                  <a:pt x="11430" y="21336"/>
                </a:lnTo>
                <a:lnTo>
                  <a:pt x="11430" y="22098"/>
                </a:lnTo>
                <a:lnTo>
                  <a:pt x="13716" y="19240"/>
                </a:lnTo>
                <a:lnTo>
                  <a:pt x="13716" y="19050"/>
                </a:lnTo>
                <a:lnTo>
                  <a:pt x="17526" y="15240"/>
                </a:lnTo>
                <a:lnTo>
                  <a:pt x="17526" y="15494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3340" y="15494"/>
                </a:lnTo>
                <a:lnTo>
                  <a:pt x="53340" y="15240"/>
                </a:lnTo>
                <a:lnTo>
                  <a:pt x="57150" y="19050"/>
                </a:lnTo>
                <a:lnTo>
                  <a:pt x="57150" y="19240"/>
                </a:lnTo>
                <a:lnTo>
                  <a:pt x="59436" y="22098"/>
                </a:lnTo>
                <a:lnTo>
                  <a:pt x="59436" y="23622"/>
                </a:lnTo>
                <a:lnTo>
                  <a:pt x="60198" y="25908"/>
                </a:lnTo>
                <a:lnTo>
                  <a:pt x="60198" y="25146"/>
                </a:lnTo>
                <a:lnTo>
                  <a:pt x="60960" y="27432"/>
                </a:lnTo>
                <a:lnTo>
                  <a:pt x="60960" y="48577"/>
                </a:lnTo>
                <a:lnTo>
                  <a:pt x="63246" y="45720"/>
                </a:lnTo>
                <a:lnTo>
                  <a:pt x="64008" y="45720"/>
                </a:lnTo>
                <a:close/>
              </a:path>
              <a:path w="70485" h="57150">
                <a:moveTo>
                  <a:pt x="14139" y="39200"/>
                </a:moveTo>
                <a:lnTo>
                  <a:pt x="11430" y="35814"/>
                </a:lnTo>
                <a:lnTo>
                  <a:pt x="10668" y="34290"/>
                </a:lnTo>
                <a:lnTo>
                  <a:pt x="9906" y="32004"/>
                </a:lnTo>
                <a:lnTo>
                  <a:pt x="9906" y="48768"/>
                </a:lnTo>
                <a:lnTo>
                  <a:pt x="10668" y="49530"/>
                </a:lnTo>
                <a:lnTo>
                  <a:pt x="11430" y="49530"/>
                </a:lnTo>
                <a:lnTo>
                  <a:pt x="13716" y="51054"/>
                </a:lnTo>
                <a:lnTo>
                  <a:pt x="13716" y="38862"/>
                </a:lnTo>
                <a:lnTo>
                  <a:pt x="14139" y="39200"/>
                </a:lnTo>
                <a:close/>
              </a:path>
              <a:path w="70485" h="57150">
                <a:moveTo>
                  <a:pt x="14478" y="18288"/>
                </a:moveTo>
                <a:lnTo>
                  <a:pt x="13716" y="19050"/>
                </a:lnTo>
                <a:lnTo>
                  <a:pt x="13716" y="19240"/>
                </a:lnTo>
                <a:lnTo>
                  <a:pt x="14478" y="18288"/>
                </a:lnTo>
                <a:close/>
              </a:path>
              <a:path w="70485" h="57150">
                <a:moveTo>
                  <a:pt x="14478" y="39624"/>
                </a:moveTo>
                <a:lnTo>
                  <a:pt x="14139" y="39200"/>
                </a:lnTo>
                <a:lnTo>
                  <a:pt x="13716" y="38862"/>
                </a:lnTo>
                <a:lnTo>
                  <a:pt x="14478" y="39624"/>
                </a:lnTo>
                <a:close/>
              </a:path>
              <a:path w="70485" h="57150">
                <a:moveTo>
                  <a:pt x="14478" y="51562"/>
                </a:moveTo>
                <a:lnTo>
                  <a:pt x="14478" y="39624"/>
                </a:lnTo>
                <a:lnTo>
                  <a:pt x="13716" y="38862"/>
                </a:lnTo>
                <a:lnTo>
                  <a:pt x="13716" y="51054"/>
                </a:lnTo>
                <a:lnTo>
                  <a:pt x="14478" y="51562"/>
                </a:lnTo>
                <a:close/>
              </a:path>
              <a:path w="70485" h="57150">
                <a:moveTo>
                  <a:pt x="17526" y="41910"/>
                </a:moveTo>
                <a:lnTo>
                  <a:pt x="14139" y="39200"/>
                </a:lnTo>
                <a:lnTo>
                  <a:pt x="14478" y="39624"/>
                </a:lnTo>
                <a:lnTo>
                  <a:pt x="14478" y="51562"/>
                </a:lnTo>
                <a:lnTo>
                  <a:pt x="16002" y="52578"/>
                </a:lnTo>
                <a:lnTo>
                  <a:pt x="16763" y="53340"/>
                </a:lnTo>
                <a:lnTo>
                  <a:pt x="16763" y="41910"/>
                </a:lnTo>
                <a:lnTo>
                  <a:pt x="17526" y="41910"/>
                </a:lnTo>
                <a:close/>
              </a:path>
              <a:path w="70485" h="57150">
                <a:moveTo>
                  <a:pt x="17526" y="15494"/>
                </a:moveTo>
                <a:lnTo>
                  <a:pt x="17526" y="15240"/>
                </a:lnTo>
                <a:lnTo>
                  <a:pt x="16763" y="16002"/>
                </a:lnTo>
                <a:lnTo>
                  <a:pt x="17526" y="15494"/>
                </a:lnTo>
                <a:close/>
              </a:path>
              <a:path w="70485" h="57150">
                <a:moveTo>
                  <a:pt x="21336" y="54864"/>
                </a:moveTo>
                <a:lnTo>
                  <a:pt x="21336" y="44958"/>
                </a:lnTo>
                <a:lnTo>
                  <a:pt x="16763" y="41910"/>
                </a:lnTo>
                <a:lnTo>
                  <a:pt x="16763" y="53340"/>
                </a:lnTo>
                <a:lnTo>
                  <a:pt x="21336" y="54864"/>
                </a:lnTo>
                <a:close/>
              </a:path>
              <a:path w="70485" h="57150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57150">
                <a:moveTo>
                  <a:pt x="25146" y="46482"/>
                </a:moveTo>
                <a:lnTo>
                  <a:pt x="20574" y="44196"/>
                </a:lnTo>
                <a:lnTo>
                  <a:pt x="21336" y="44958"/>
                </a:lnTo>
                <a:lnTo>
                  <a:pt x="21336" y="54864"/>
                </a:lnTo>
                <a:lnTo>
                  <a:pt x="22098" y="55626"/>
                </a:lnTo>
                <a:lnTo>
                  <a:pt x="24384" y="56197"/>
                </a:lnTo>
                <a:lnTo>
                  <a:pt x="24384" y="46482"/>
                </a:lnTo>
                <a:lnTo>
                  <a:pt x="25146" y="46482"/>
                </a:lnTo>
                <a:close/>
              </a:path>
              <a:path w="70485" h="57150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57150">
                <a:moveTo>
                  <a:pt x="35814" y="57150"/>
                </a:moveTo>
                <a:lnTo>
                  <a:pt x="35814" y="48006"/>
                </a:lnTo>
                <a:lnTo>
                  <a:pt x="35052" y="48006"/>
                </a:lnTo>
                <a:lnTo>
                  <a:pt x="29718" y="47244"/>
                </a:lnTo>
                <a:lnTo>
                  <a:pt x="24384" y="46482"/>
                </a:lnTo>
                <a:lnTo>
                  <a:pt x="24384" y="56197"/>
                </a:lnTo>
                <a:lnTo>
                  <a:pt x="28194" y="57150"/>
                </a:lnTo>
                <a:lnTo>
                  <a:pt x="35814" y="57150"/>
                </a:lnTo>
                <a:close/>
              </a:path>
              <a:path w="70485" h="57150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57150">
                <a:moveTo>
                  <a:pt x="30480" y="47244"/>
                </a:moveTo>
                <a:lnTo>
                  <a:pt x="29718" y="47148"/>
                </a:lnTo>
                <a:lnTo>
                  <a:pt x="30480" y="47244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7150"/>
                </a:moveTo>
                <a:lnTo>
                  <a:pt x="41148" y="47244"/>
                </a:lnTo>
                <a:lnTo>
                  <a:pt x="35433" y="47958"/>
                </a:lnTo>
                <a:lnTo>
                  <a:pt x="35814" y="48006"/>
                </a:lnTo>
                <a:lnTo>
                  <a:pt x="35814" y="57150"/>
                </a:lnTo>
                <a:lnTo>
                  <a:pt x="41148" y="57150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56279"/>
                </a:moveTo>
                <a:lnTo>
                  <a:pt x="45720" y="46482"/>
                </a:lnTo>
                <a:lnTo>
                  <a:pt x="40386" y="47244"/>
                </a:lnTo>
                <a:lnTo>
                  <a:pt x="41148" y="47244"/>
                </a:lnTo>
                <a:lnTo>
                  <a:pt x="41148" y="57150"/>
                </a:lnTo>
                <a:lnTo>
                  <a:pt x="42672" y="57150"/>
                </a:lnTo>
                <a:lnTo>
                  <a:pt x="45720" y="56279"/>
                </a:lnTo>
                <a:close/>
              </a:path>
              <a:path w="70485" h="57150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57150">
                <a:moveTo>
                  <a:pt x="50292" y="44196"/>
                </a:moveTo>
                <a:lnTo>
                  <a:pt x="44958" y="46482"/>
                </a:lnTo>
                <a:lnTo>
                  <a:pt x="45720" y="46482"/>
                </a:lnTo>
                <a:lnTo>
                  <a:pt x="45720" y="56279"/>
                </a:lnTo>
                <a:lnTo>
                  <a:pt x="48006" y="55626"/>
                </a:lnTo>
                <a:lnTo>
                  <a:pt x="48768" y="55626"/>
                </a:lnTo>
                <a:lnTo>
                  <a:pt x="48768" y="54864"/>
                </a:lnTo>
                <a:lnTo>
                  <a:pt x="49530" y="54646"/>
                </a:lnTo>
                <a:lnTo>
                  <a:pt x="49530" y="44958"/>
                </a:lnTo>
                <a:lnTo>
                  <a:pt x="50292" y="44196"/>
                </a:lnTo>
                <a:close/>
              </a:path>
              <a:path w="70485" h="57150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57150">
                <a:moveTo>
                  <a:pt x="54102" y="41910"/>
                </a:moveTo>
                <a:lnTo>
                  <a:pt x="49530" y="44958"/>
                </a:lnTo>
                <a:lnTo>
                  <a:pt x="49530" y="54646"/>
                </a:lnTo>
                <a:lnTo>
                  <a:pt x="53340" y="53557"/>
                </a:lnTo>
                <a:lnTo>
                  <a:pt x="53340" y="42672"/>
                </a:lnTo>
                <a:lnTo>
                  <a:pt x="54102" y="41910"/>
                </a:lnTo>
                <a:close/>
              </a:path>
              <a:path w="70485" h="57150">
                <a:moveTo>
                  <a:pt x="54102" y="16002"/>
                </a:moveTo>
                <a:lnTo>
                  <a:pt x="53340" y="15240"/>
                </a:lnTo>
                <a:lnTo>
                  <a:pt x="53340" y="15494"/>
                </a:lnTo>
                <a:lnTo>
                  <a:pt x="54102" y="16002"/>
                </a:lnTo>
                <a:close/>
              </a:path>
              <a:path w="70485" h="57150">
                <a:moveTo>
                  <a:pt x="57150" y="51054"/>
                </a:moveTo>
                <a:lnTo>
                  <a:pt x="57150" y="38862"/>
                </a:lnTo>
                <a:lnTo>
                  <a:pt x="53340" y="42672"/>
                </a:lnTo>
                <a:lnTo>
                  <a:pt x="53340" y="53557"/>
                </a:lnTo>
                <a:lnTo>
                  <a:pt x="54102" y="53340"/>
                </a:lnTo>
                <a:lnTo>
                  <a:pt x="54102" y="52578"/>
                </a:lnTo>
                <a:lnTo>
                  <a:pt x="54864" y="52578"/>
                </a:lnTo>
                <a:lnTo>
                  <a:pt x="57150" y="51054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50"/>
                </a:lnTo>
                <a:lnTo>
                  <a:pt x="56388" y="18288"/>
                </a:lnTo>
                <a:lnTo>
                  <a:pt x="57150" y="19240"/>
                </a:lnTo>
                <a:close/>
              </a:path>
              <a:path w="70485" h="57150">
                <a:moveTo>
                  <a:pt x="59436" y="49530"/>
                </a:moveTo>
                <a:lnTo>
                  <a:pt x="59436" y="35814"/>
                </a:lnTo>
                <a:lnTo>
                  <a:pt x="56388" y="39624"/>
                </a:lnTo>
                <a:lnTo>
                  <a:pt x="57150" y="38862"/>
                </a:lnTo>
                <a:lnTo>
                  <a:pt x="57150" y="51054"/>
                </a:lnTo>
                <a:lnTo>
                  <a:pt x="59436" y="49530"/>
                </a:lnTo>
                <a:close/>
              </a:path>
              <a:path w="70485" h="57150">
                <a:moveTo>
                  <a:pt x="59436" y="23622"/>
                </a:moveTo>
                <a:lnTo>
                  <a:pt x="59436" y="22098"/>
                </a:lnTo>
                <a:lnTo>
                  <a:pt x="58674" y="21336"/>
                </a:lnTo>
                <a:lnTo>
                  <a:pt x="59436" y="23622"/>
                </a:lnTo>
                <a:close/>
              </a:path>
              <a:path w="70485" h="57150">
                <a:moveTo>
                  <a:pt x="60960" y="48577"/>
                </a:moveTo>
                <a:lnTo>
                  <a:pt x="60960" y="28956"/>
                </a:lnTo>
                <a:lnTo>
                  <a:pt x="60198" y="31242"/>
                </a:lnTo>
                <a:lnTo>
                  <a:pt x="60198" y="32004"/>
                </a:lnTo>
                <a:lnTo>
                  <a:pt x="58674" y="36576"/>
                </a:lnTo>
                <a:lnTo>
                  <a:pt x="59436" y="35814"/>
                </a:lnTo>
                <a:lnTo>
                  <a:pt x="59436" y="49530"/>
                </a:lnTo>
                <a:lnTo>
                  <a:pt x="60198" y="49530"/>
                </a:lnTo>
                <a:lnTo>
                  <a:pt x="60960" y="48577"/>
                </a:lnTo>
                <a:close/>
              </a:path>
              <a:path w="70485" h="57150">
                <a:moveTo>
                  <a:pt x="67056" y="41148"/>
                </a:moveTo>
                <a:lnTo>
                  <a:pt x="67056" y="16764"/>
                </a:lnTo>
                <a:lnTo>
                  <a:pt x="64008" y="12954"/>
                </a:lnTo>
                <a:lnTo>
                  <a:pt x="64008" y="44958"/>
                </a:lnTo>
                <a:lnTo>
                  <a:pt x="67056" y="41148"/>
                </a:lnTo>
                <a:close/>
              </a:path>
              <a:path w="70485" h="57150">
                <a:moveTo>
                  <a:pt x="69342" y="35052"/>
                </a:moveTo>
                <a:lnTo>
                  <a:pt x="69342" y="22098"/>
                </a:lnTo>
                <a:lnTo>
                  <a:pt x="67818" y="17526"/>
                </a:lnTo>
                <a:lnTo>
                  <a:pt x="67056" y="17526"/>
                </a:lnTo>
                <a:lnTo>
                  <a:pt x="67056" y="40386"/>
                </a:lnTo>
                <a:lnTo>
                  <a:pt x="67818" y="39624"/>
                </a:lnTo>
                <a:lnTo>
                  <a:pt x="69342" y="35052"/>
                </a:lnTo>
                <a:close/>
              </a:path>
              <a:path w="70485" h="57150">
                <a:moveTo>
                  <a:pt x="70104" y="31242"/>
                </a:moveTo>
                <a:lnTo>
                  <a:pt x="70104" y="25146"/>
                </a:lnTo>
                <a:lnTo>
                  <a:pt x="69342" y="22860"/>
                </a:lnTo>
                <a:lnTo>
                  <a:pt x="69342" y="34290"/>
                </a:lnTo>
                <a:lnTo>
                  <a:pt x="70104" y="31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6D1AFD7A-50F5-43C4-94D5-3F376FFF1998}"/>
              </a:ext>
            </a:extLst>
          </p:cNvPr>
          <p:cNvSpPr/>
          <p:nvPr/>
        </p:nvSpPr>
        <p:spPr>
          <a:xfrm>
            <a:off x="4096683" y="3992572"/>
            <a:ext cx="81936" cy="671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EB63B05E-E2F1-4444-B82C-DFCEABECC2D3}"/>
              </a:ext>
            </a:extLst>
          </p:cNvPr>
          <p:cNvSpPr/>
          <p:nvPr/>
        </p:nvSpPr>
        <p:spPr>
          <a:xfrm>
            <a:off x="6283176" y="2716856"/>
            <a:ext cx="70971" cy="56776"/>
          </a:xfrm>
          <a:custGeom>
            <a:avLst/>
            <a:gdLst/>
            <a:ahLst/>
            <a:cxnLst/>
            <a:rect l="l" t="t" r="r" b="b"/>
            <a:pathLst>
              <a:path w="60325" h="48260">
                <a:moveTo>
                  <a:pt x="60198" y="23622"/>
                </a:moveTo>
                <a:lnTo>
                  <a:pt x="57912" y="14466"/>
                </a:lnTo>
                <a:lnTo>
                  <a:pt x="51625" y="6953"/>
                </a:lnTo>
                <a:lnTo>
                  <a:pt x="42195" y="1869"/>
                </a:lnTo>
                <a:lnTo>
                  <a:pt x="30480" y="0"/>
                </a:lnTo>
                <a:lnTo>
                  <a:pt x="18645" y="1869"/>
                </a:lnTo>
                <a:lnTo>
                  <a:pt x="8953" y="6953"/>
                </a:lnTo>
                <a:lnTo>
                  <a:pt x="2405" y="14466"/>
                </a:lnTo>
                <a:lnTo>
                  <a:pt x="0" y="23622"/>
                </a:lnTo>
                <a:lnTo>
                  <a:pt x="2405" y="33218"/>
                </a:lnTo>
                <a:lnTo>
                  <a:pt x="8953" y="40957"/>
                </a:lnTo>
                <a:lnTo>
                  <a:pt x="18645" y="46124"/>
                </a:lnTo>
                <a:lnTo>
                  <a:pt x="30480" y="48006"/>
                </a:lnTo>
                <a:lnTo>
                  <a:pt x="42195" y="46124"/>
                </a:lnTo>
                <a:lnTo>
                  <a:pt x="51625" y="40957"/>
                </a:lnTo>
                <a:lnTo>
                  <a:pt x="57912" y="33218"/>
                </a:lnTo>
                <a:lnTo>
                  <a:pt x="6019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19">
            <a:extLst>
              <a:ext uri="{FF2B5EF4-FFF2-40B4-BE49-F238E27FC236}">
                <a16:creationId xmlns:a16="http://schemas.microsoft.com/office/drawing/2014/main" id="{BAE09D76-EAB1-4520-8C51-8AFB858B2A12}"/>
              </a:ext>
            </a:extLst>
          </p:cNvPr>
          <p:cNvSpPr/>
          <p:nvPr/>
        </p:nvSpPr>
        <p:spPr>
          <a:xfrm>
            <a:off x="6277797" y="2711476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1523" y="19811"/>
                </a:lnTo>
                <a:lnTo>
                  <a:pt x="0" y="25907"/>
                </a:lnTo>
                <a:lnTo>
                  <a:pt x="0" y="32003"/>
                </a:lnTo>
                <a:lnTo>
                  <a:pt x="762" y="35051"/>
                </a:lnTo>
                <a:lnTo>
                  <a:pt x="1524" y="37337"/>
                </a:lnTo>
                <a:lnTo>
                  <a:pt x="3048" y="39623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191"/>
                </a:lnTo>
                <a:lnTo>
                  <a:pt x="63246" y="12191"/>
                </a:lnTo>
                <a:lnTo>
                  <a:pt x="59436" y="8381"/>
                </a:lnTo>
                <a:lnTo>
                  <a:pt x="59436" y="7619"/>
                </a:lnTo>
                <a:lnTo>
                  <a:pt x="58674" y="7619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1910" y="761"/>
                </a:lnTo>
                <a:lnTo>
                  <a:pt x="40386" y="666"/>
                </a:lnTo>
                <a:lnTo>
                  <a:pt x="35052" y="0"/>
                </a:lnTo>
                <a:lnTo>
                  <a:pt x="34290" y="0"/>
                </a:lnTo>
                <a:lnTo>
                  <a:pt x="28956" y="666"/>
                </a:lnTo>
                <a:lnTo>
                  <a:pt x="27432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5239" y="4571"/>
                </a:lnTo>
                <a:lnTo>
                  <a:pt x="10667" y="7619"/>
                </a:lnTo>
                <a:lnTo>
                  <a:pt x="10667" y="8381"/>
                </a:lnTo>
                <a:lnTo>
                  <a:pt x="6857" y="11429"/>
                </a:lnTo>
                <a:lnTo>
                  <a:pt x="6095" y="12191"/>
                </a:lnTo>
                <a:lnTo>
                  <a:pt x="3047" y="16763"/>
                </a:lnTo>
                <a:lnTo>
                  <a:pt x="3048" y="40385"/>
                </a:lnTo>
                <a:lnTo>
                  <a:pt x="6096" y="44195"/>
                </a:lnTo>
                <a:lnTo>
                  <a:pt x="6096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4383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764" y="15239"/>
                </a:lnTo>
                <a:lnTo>
                  <a:pt x="16764" y="15493"/>
                </a:lnTo>
                <a:lnTo>
                  <a:pt x="19812" y="13461"/>
                </a:lnTo>
                <a:lnTo>
                  <a:pt x="19812" y="12953"/>
                </a:lnTo>
                <a:lnTo>
                  <a:pt x="25146" y="10667"/>
                </a:lnTo>
                <a:lnTo>
                  <a:pt x="25146" y="11212"/>
                </a:lnTo>
                <a:lnTo>
                  <a:pt x="28956" y="10123"/>
                </a:lnTo>
                <a:lnTo>
                  <a:pt x="28956" y="9905"/>
                </a:lnTo>
                <a:lnTo>
                  <a:pt x="34290" y="9239"/>
                </a:lnTo>
                <a:lnTo>
                  <a:pt x="40386" y="9905"/>
                </a:lnTo>
                <a:lnTo>
                  <a:pt x="40386" y="10096"/>
                </a:lnTo>
                <a:lnTo>
                  <a:pt x="44958" y="11239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563"/>
                </a:lnTo>
                <a:lnTo>
                  <a:pt x="53340" y="16001"/>
                </a:lnTo>
                <a:lnTo>
                  <a:pt x="53340" y="15239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097"/>
                </a:lnTo>
                <a:lnTo>
                  <a:pt x="58674" y="21335"/>
                </a:lnTo>
                <a:lnTo>
                  <a:pt x="60198" y="25145"/>
                </a:lnTo>
                <a:lnTo>
                  <a:pt x="60198" y="48005"/>
                </a:lnTo>
                <a:lnTo>
                  <a:pt x="63246" y="44957"/>
                </a:lnTo>
                <a:lnTo>
                  <a:pt x="64008" y="44957"/>
                </a:lnTo>
                <a:lnTo>
                  <a:pt x="64008" y="44195"/>
                </a:lnTo>
                <a:lnTo>
                  <a:pt x="67056" y="40385"/>
                </a:lnTo>
                <a:close/>
              </a:path>
              <a:path w="70485" h="57150">
                <a:moveTo>
                  <a:pt x="13716" y="38861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0668" y="49529"/>
                </a:lnTo>
                <a:lnTo>
                  <a:pt x="11430" y="49529"/>
                </a:lnTo>
                <a:lnTo>
                  <a:pt x="12954" y="50749"/>
                </a:lnTo>
                <a:lnTo>
                  <a:pt x="12954" y="38099"/>
                </a:lnTo>
                <a:lnTo>
                  <a:pt x="13716" y="38861"/>
                </a:lnTo>
                <a:close/>
              </a:path>
              <a:path w="7048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70485" h="57150">
                <a:moveTo>
                  <a:pt x="16764" y="52904"/>
                </a:moveTo>
                <a:lnTo>
                  <a:pt x="16764" y="41909"/>
                </a:lnTo>
                <a:lnTo>
                  <a:pt x="12954" y="38099"/>
                </a:lnTo>
                <a:lnTo>
                  <a:pt x="12954" y="50749"/>
                </a:lnTo>
                <a:lnTo>
                  <a:pt x="15240" y="52577"/>
                </a:lnTo>
                <a:lnTo>
                  <a:pt x="16002" y="52577"/>
                </a:lnTo>
                <a:lnTo>
                  <a:pt x="16764" y="52904"/>
                </a:lnTo>
                <a:close/>
              </a:path>
              <a:path w="70485" h="57150">
                <a:moveTo>
                  <a:pt x="16764" y="15493"/>
                </a:moveTo>
                <a:lnTo>
                  <a:pt x="16764" y="15239"/>
                </a:lnTo>
                <a:lnTo>
                  <a:pt x="16002" y="16001"/>
                </a:lnTo>
                <a:lnTo>
                  <a:pt x="16764" y="15493"/>
                </a:lnTo>
                <a:close/>
              </a:path>
              <a:path w="70485" h="57150">
                <a:moveTo>
                  <a:pt x="20574" y="44195"/>
                </a:moveTo>
                <a:lnTo>
                  <a:pt x="16002" y="41147"/>
                </a:lnTo>
                <a:lnTo>
                  <a:pt x="16764" y="41909"/>
                </a:lnTo>
                <a:lnTo>
                  <a:pt x="16764" y="52904"/>
                </a:lnTo>
                <a:lnTo>
                  <a:pt x="19812" y="54210"/>
                </a:lnTo>
                <a:lnTo>
                  <a:pt x="19812" y="44195"/>
                </a:lnTo>
                <a:lnTo>
                  <a:pt x="20574" y="44195"/>
                </a:lnTo>
                <a:close/>
              </a:path>
              <a:path w="70485" h="57150">
                <a:moveTo>
                  <a:pt x="20574" y="12953"/>
                </a:moveTo>
                <a:lnTo>
                  <a:pt x="19812" y="12953"/>
                </a:lnTo>
                <a:lnTo>
                  <a:pt x="19812" y="13461"/>
                </a:lnTo>
                <a:lnTo>
                  <a:pt x="20574" y="12953"/>
                </a:lnTo>
                <a:close/>
              </a:path>
              <a:path w="70485" h="57150">
                <a:moveTo>
                  <a:pt x="25146" y="55734"/>
                </a:moveTo>
                <a:lnTo>
                  <a:pt x="25146" y="46481"/>
                </a:lnTo>
                <a:lnTo>
                  <a:pt x="19812" y="44195"/>
                </a:lnTo>
                <a:lnTo>
                  <a:pt x="19812" y="54210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734"/>
                </a:lnTo>
                <a:close/>
              </a:path>
              <a:path w="70485" h="57150">
                <a:moveTo>
                  <a:pt x="25146" y="11212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12"/>
                </a:lnTo>
                <a:close/>
              </a:path>
              <a:path w="70485" h="57150">
                <a:moveTo>
                  <a:pt x="29718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734"/>
                </a:lnTo>
                <a:lnTo>
                  <a:pt x="27432" y="56387"/>
                </a:lnTo>
                <a:lnTo>
                  <a:pt x="28956" y="56483"/>
                </a:lnTo>
                <a:lnTo>
                  <a:pt x="28956" y="47243"/>
                </a:lnTo>
                <a:lnTo>
                  <a:pt x="29718" y="47243"/>
                </a:lnTo>
                <a:close/>
              </a:path>
              <a:path w="70485" h="57150">
                <a:moveTo>
                  <a:pt x="29718" y="9905"/>
                </a:moveTo>
                <a:lnTo>
                  <a:pt x="28956" y="9905"/>
                </a:lnTo>
                <a:lnTo>
                  <a:pt x="28956" y="10123"/>
                </a:lnTo>
                <a:lnTo>
                  <a:pt x="29718" y="9905"/>
                </a:lnTo>
                <a:close/>
              </a:path>
              <a:path w="70485" h="57150">
                <a:moveTo>
                  <a:pt x="40386" y="56483"/>
                </a:moveTo>
                <a:lnTo>
                  <a:pt x="40386" y="47243"/>
                </a:lnTo>
                <a:lnTo>
                  <a:pt x="28956" y="47243"/>
                </a:lnTo>
                <a:lnTo>
                  <a:pt x="28956" y="56483"/>
                </a:lnTo>
                <a:lnTo>
                  <a:pt x="34290" y="57149"/>
                </a:lnTo>
                <a:lnTo>
                  <a:pt x="35052" y="57149"/>
                </a:lnTo>
                <a:lnTo>
                  <a:pt x="40386" y="56483"/>
                </a:lnTo>
                <a:close/>
              </a:path>
              <a:path w="70485" h="57150">
                <a:moveTo>
                  <a:pt x="34671" y="9191"/>
                </a:moveTo>
                <a:lnTo>
                  <a:pt x="34290" y="9143"/>
                </a:lnTo>
                <a:lnTo>
                  <a:pt x="34671" y="9191"/>
                </a:lnTo>
                <a:close/>
              </a:path>
              <a:path w="70485" h="57150">
                <a:moveTo>
                  <a:pt x="35052" y="9239"/>
                </a:moveTo>
                <a:lnTo>
                  <a:pt x="34671" y="9191"/>
                </a:lnTo>
                <a:lnTo>
                  <a:pt x="35052" y="9239"/>
                </a:lnTo>
                <a:close/>
              </a:path>
              <a:path w="70485" h="57150">
                <a:moveTo>
                  <a:pt x="40386" y="10096"/>
                </a:moveTo>
                <a:lnTo>
                  <a:pt x="40386" y="9905"/>
                </a:lnTo>
                <a:lnTo>
                  <a:pt x="39624" y="9905"/>
                </a:lnTo>
                <a:lnTo>
                  <a:pt x="40386" y="10096"/>
                </a:lnTo>
                <a:close/>
              </a:path>
              <a:path w="70485" h="57150">
                <a:moveTo>
                  <a:pt x="45720" y="45719"/>
                </a:moveTo>
                <a:lnTo>
                  <a:pt x="39624" y="47243"/>
                </a:lnTo>
                <a:lnTo>
                  <a:pt x="40386" y="47243"/>
                </a:lnTo>
                <a:lnTo>
                  <a:pt x="40386" y="56483"/>
                </a:lnTo>
                <a:lnTo>
                  <a:pt x="41910" y="56387"/>
                </a:lnTo>
                <a:lnTo>
                  <a:pt x="44958" y="55625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39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625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563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563"/>
                </a:lnTo>
                <a:close/>
              </a:path>
              <a:path w="70485" h="57150">
                <a:moveTo>
                  <a:pt x="53775" y="41365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3775" y="41365"/>
                </a:lnTo>
                <a:close/>
              </a:path>
              <a:path w="70485" h="57150">
                <a:moveTo>
                  <a:pt x="54102" y="41147"/>
                </a:moveTo>
                <a:lnTo>
                  <a:pt x="53775" y="41365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52577"/>
                </a:moveTo>
                <a:lnTo>
                  <a:pt x="54102" y="41147"/>
                </a:ln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close/>
              </a:path>
              <a:path w="70485" h="57150">
                <a:moveTo>
                  <a:pt x="60198" y="48005"/>
                </a:moveTo>
                <a:lnTo>
                  <a:pt x="60198" y="31241"/>
                </a:lnTo>
                <a:lnTo>
                  <a:pt x="58674" y="35813"/>
                </a:lnTo>
                <a:lnTo>
                  <a:pt x="58674" y="35051"/>
                </a:lnTo>
                <a:lnTo>
                  <a:pt x="56388" y="38861"/>
                </a:lnTo>
                <a:lnTo>
                  <a:pt x="56388" y="38099"/>
                </a:lnTo>
                <a:lnTo>
                  <a:pt x="53775" y="41365"/>
                </a:lnTo>
                <a:lnTo>
                  <a:pt x="54102" y="41147"/>
                </a:lnTo>
                <a:lnTo>
                  <a:pt x="54102" y="52577"/>
                </a:lnTo>
                <a:lnTo>
                  <a:pt x="58674" y="49529"/>
                </a:lnTo>
                <a:lnTo>
                  <a:pt x="59436" y="49529"/>
                </a:lnTo>
                <a:lnTo>
                  <a:pt x="59436" y="48767"/>
                </a:lnTo>
                <a:lnTo>
                  <a:pt x="60198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8580" y="22097"/>
                </a:lnTo>
                <a:lnTo>
                  <a:pt x="67056" y="17525"/>
                </a:lnTo>
                <a:lnTo>
                  <a:pt x="67056" y="39623"/>
                </a:lnTo>
                <a:lnTo>
                  <a:pt x="68580" y="35051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8193"/>
                </a:lnTo>
                <a:lnTo>
                  <a:pt x="69342" y="25145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0">
            <a:extLst>
              <a:ext uri="{FF2B5EF4-FFF2-40B4-BE49-F238E27FC236}">
                <a16:creationId xmlns:a16="http://schemas.microsoft.com/office/drawing/2014/main" id="{71EA39B6-17FA-4647-A45E-5BF9A814CCCC}"/>
              </a:ext>
            </a:extLst>
          </p:cNvPr>
          <p:cNvSpPr/>
          <p:nvPr/>
        </p:nvSpPr>
        <p:spPr>
          <a:xfrm>
            <a:off x="6352205" y="3676975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2285" y="19811"/>
                </a:lnTo>
                <a:lnTo>
                  <a:pt x="761" y="22859"/>
                </a:lnTo>
                <a:lnTo>
                  <a:pt x="761" y="25907"/>
                </a:lnTo>
                <a:lnTo>
                  <a:pt x="0" y="28955"/>
                </a:lnTo>
                <a:lnTo>
                  <a:pt x="1524" y="35051"/>
                </a:lnTo>
                <a:lnTo>
                  <a:pt x="3048" y="39623"/>
                </a:lnTo>
                <a:close/>
              </a:path>
              <a:path w="70485" h="57150">
                <a:moveTo>
                  <a:pt x="59436" y="22097"/>
                </a:moveTo>
                <a:lnTo>
                  <a:pt x="59436" y="7619"/>
                </a:lnTo>
                <a:lnTo>
                  <a:pt x="54864" y="4571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763" y="4571"/>
                </a:lnTo>
                <a:lnTo>
                  <a:pt x="16001" y="4571"/>
                </a:lnTo>
                <a:lnTo>
                  <a:pt x="11429" y="7619"/>
                </a:lnTo>
                <a:lnTo>
                  <a:pt x="6857" y="12191"/>
                </a:lnTo>
                <a:lnTo>
                  <a:pt x="6095" y="12191"/>
                </a:lnTo>
                <a:lnTo>
                  <a:pt x="6095" y="12953"/>
                </a:lnTo>
                <a:lnTo>
                  <a:pt x="3809" y="16763"/>
                </a:lnTo>
                <a:lnTo>
                  <a:pt x="3047" y="16763"/>
                </a:lnTo>
                <a:lnTo>
                  <a:pt x="3048" y="40385"/>
                </a:lnTo>
                <a:lnTo>
                  <a:pt x="3810" y="40385"/>
                </a:lnTo>
                <a:lnTo>
                  <a:pt x="6096" y="44957"/>
                </a:lnTo>
                <a:lnTo>
                  <a:pt x="6858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6669"/>
                </a:lnTo>
                <a:lnTo>
                  <a:pt x="10668" y="24383"/>
                </a:lnTo>
                <a:lnTo>
                  <a:pt x="10668" y="22859"/>
                </a:lnTo>
                <a:lnTo>
                  <a:pt x="11430" y="21335"/>
                </a:lnTo>
                <a:lnTo>
                  <a:pt x="11430" y="22097"/>
                </a:lnTo>
                <a:lnTo>
                  <a:pt x="13716" y="19240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0574" y="13461"/>
                </a:lnTo>
                <a:lnTo>
                  <a:pt x="20574" y="12953"/>
                </a:lnTo>
                <a:lnTo>
                  <a:pt x="25146" y="10667"/>
                </a:lnTo>
                <a:lnTo>
                  <a:pt x="25146" y="1123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4958" y="11212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461"/>
                </a:lnTo>
                <a:lnTo>
                  <a:pt x="53340" y="15493"/>
                </a:lnTo>
                <a:lnTo>
                  <a:pt x="53340" y="15239"/>
                </a:lnTo>
                <a:lnTo>
                  <a:pt x="57150" y="19049"/>
                </a:lnTo>
                <a:lnTo>
                  <a:pt x="57150" y="19240"/>
                </a:lnTo>
                <a:lnTo>
                  <a:pt x="59436" y="22097"/>
                </a:lnTo>
                <a:close/>
              </a:path>
              <a:path w="70485" h="57150">
                <a:moveTo>
                  <a:pt x="14260" y="39297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1430" y="49529"/>
                </a:lnTo>
                <a:lnTo>
                  <a:pt x="13716" y="51053"/>
                </a:lnTo>
                <a:lnTo>
                  <a:pt x="13716" y="38861"/>
                </a:lnTo>
                <a:lnTo>
                  <a:pt x="14260" y="39297"/>
                </a:lnTo>
                <a:close/>
              </a:path>
              <a:path w="70485" h="57150">
                <a:moveTo>
                  <a:pt x="14478" y="18287"/>
                </a:moveTo>
                <a:lnTo>
                  <a:pt x="13716" y="19049"/>
                </a:lnTo>
                <a:lnTo>
                  <a:pt x="13716" y="19240"/>
                </a:lnTo>
                <a:lnTo>
                  <a:pt x="14478" y="18287"/>
                </a:lnTo>
                <a:close/>
              </a:path>
              <a:path w="70485" h="57150">
                <a:moveTo>
                  <a:pt x="14478" y="39623"/>
                </a:moveTo>
                <a:lnTo>
                  <a:pt x="14260" y="39297"/>
                </a:lnTo>
                <a:lnTo>
                  <a:pt x="13716" y="38861"/>
                </a:lnTo>
                <a:lnTo>
                  <a:pt x="14478" y="39623"/>
                </a:lnTo>
                <a:close/>
              </a:path>
              <a:path w="70485" h="57150">
                <a:moveTo>
                  <a:pt x="14478" y="51561"/>
                </a:moveTo>
                <a:lnTo>
                  <a:pt x="14478" y="39623"/>
                </a:lnTo>
                <a:lnTo>
                  <a:pt x="13716" y="38861"/>
                </a:lnTo>
                <a:lnTo>
                  <a:pt x="13716" y="51053"/>
                </a:lnTo>
                <a:lnTo>
                  <a:pt x="14478" y="51561"/>
                </a:lnTo>
                <a:close/>
              </a:path>
              <a:path w="70485" h="57150">
                <a:moveTo>
                  <a:pt x="17526" y="52958"/>
                </a:moveTo>
                <a:lnTo>
                  <a:pt x="17526" y="41909"/>
                </a:lnTo>
                <a:lnTo>
                  <a:pt x="14260" y="39297"/>
                </a:lnTo>
                <a:lnTo>
                  <a:pt x="14478" y="39623"/>
                </a:lnTo>
                <a:lnTo>
                  <a:pt x="14478" y="51561"/>
                </a:lnTo>
                <a:lnTo>
                  <a:pt x="16002" y="52577"/>
                </a:lnTo>
                <a:lnTo>
                  <a:pt x="16763" y="52577"/>
                </a:lnTo>
                <a:lnTo>
                  <a:pt x="17526" y="52958"/>
                </a:lnTo>
                <a:close/>
              </a:path>
              <a:path w="70485" h="57150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57150">
                <a:moveTo>
                  <a:pt x="21336" y="44195"/>
                </a:moveTo>
                <a:lnTo>
                  <a:pt x="16763" y="41147"/>
                </a:lnTo>
                <a:lnTo>
                  <a:pt x="17526" y="41909"/>
                </a:lnTo>
                <a:lnTo>
                  <a:pt x="17526" y="52958"/>
                </a:lnTo>
                <a:lnTo>
                  <a:pt x="20574" y="54482"/>
                </a:lnTo>
                <a:lnTo>
                  <a:pt x="20574" y="44195"/>
                </a:lnTo>
                <a:lnTo>
                  <a:pt x="21336" y="44195"/>
                </a:lnTo>
                <a:close/>
              </a:path>
              <a:path w="70485" h="57150">
                <a:moveTo>
                  <a:pt x="21336" y="12953"/>
                </a:moveTo>
                <a:lnTo>
                  <a:pt x="20574" y="12953"/>
                </a:lnTo>
                <a:lnTo>
                  <a:pt x="20574" y="13461"/>
                </a:lnTo>
                <a:lnTo>
                  <a:pt x="21336" y="12953"/>
                </a:lnTo>
                <a:close/>
              </a:path>
              <a:path w="70485" h="57150">
                <a:moveTo>
                  <a:pt x="25146" y="55625"/>
                </a:moveTo>
                <a:lnTo>
                  <a:pt x="25146" y="46481"/>
                </a:lnTo>
                <a:lnTo>
                  <a:pt x="20574" y="44195"/>
                </a:lnTo>
                <a:lnTo>
                  <a:pt x="20574" y="54482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625"/>
                </a:lnTo>
                <a:close/>
              </a:path>
              <a:path w="70485" h="57150">
                <a:moveTo>
                  <a:pt x="25146" y="11239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39"/>
                </a:lnTo>
                <a:close/>
              </a:path>
              <a:path w="70485" h="57150">
                <a:moveTo>
                  <a:pt x="30480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625"/>
                </a:lnTo>
                <a:lnTo>
                  <a:pt x="28194" y="56387"/>
                </a:lnTo>
                <a:lnTo>
                  <a:pt x="29718" y="56483"/>
                </a:lnTo>
                <a:lnTo>
                  <a:pt x="29718" y="47243"/>
                </a:lnTo>
                <a:lnTo>
                  <a:pt x="30480" y="47243"/>
                </a:lnTo>
                <a:close/>
              </a:path>
              <a:path w="70485" h="57150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57150">
                <a:moveTo>
                  <a:pt x="35814" y="57149"/>
                </a:moveTo>
                <a:lnTo>
                  <a:pt x="35814" y="48005"/>
                </a:lnTo>
                <a:lnTo>
                  <a:pt x="35052" y="48005"/>
                </a:lnTo>
                <a:lnTo>
                  <a:pt x="29718" y="47243"/>
                </a:lnTo>
                <a:lnTo>
                  <a:pt x="29718" y="56483"/>
                </a:lnTo>
                <a:lnTo>
                  <a:pt x="35052" y="57149"/>
                </a:lnTo>
                <a:lnTo>
                  <a:pt x="35814" y="57149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6483"/>
                </a:moveTo>
                <a:lnTo>
                  <a:pt x="41148" y="47243"/>
                </a:lnTo>
                <a:lnTo>
                  <a:pt x="35433" y="47958"/>
                </a:lnTo>
                <a:lnTo>
                  <a:pt x="35814" y="48005"/>
                </a:lnTo>
                <a:lnTo>
                  <a:pt x="35814" y="57149"/>
                </a:lnTo>
                <a:lnTo>
                  <a:pt x="41148" y="56483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45719"/>
                </a:moveTo>
                <a:lnTo>
                  <a:pt x="40386" y="47243"/>
                </a:lnTo>
                <a:lnTo>
                  <a:pt x="41148" y="47243"/>
                </a:lnTo>
                <a:lnTo>
                  <a:pt x="41148" y="56483"/>
                </a:lnTo>
                <a:lnTo>
                  <a:pt x="42672" y="56387"/>
                </a:lnTo>
                <a:lnTo>
                  <a:pt x="44958" y="55734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12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734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461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461"/>
                </a:lnTo>
                <a:close/>
              </a:path>
              <a:path w="70485" h="57150">
                <a:moveTo>
                  <a:pt x="54102" y="41147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16001"/>
                </a:moveTo>
                <a:lnTo>
                  <a:pt x="53340" y="15239"/>
                </a:lnTo>
                <a:lnTo>
                  <a:pt x="53340" y="15493"/>
                </a:lnTo>
                <a:lnTo>
                  <a:pt x="54102" y="16001"/>
                </a:lnTo>
                <a:close/>
              </a:path>
              <a:path w="70485" h="57150">
                <a:moveTo>
                  <a:pt x="56605" y="39297"/>
                </a:move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lnTo>
                  <a:pt x="54864" y="52577"/>
                </a:lnTo>
                <a:lnTo>
                  <a:pt x="56388" y="51561"/>
                </a:lnTo>
                <a:lnTo>
                  <a:pt x="56388" y="39623"/>
                </a:lnTo>
                <a:lnTo>
                  <a:pt x="56605" y="39297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49"/>
                </a:lnTo>
                <a:lnTo>
                  <a:pt x="56388" y="18287"/>
                </a:lnTo>
                <a:lnTo>
                  <a:pt x="57150" y="19240"/>
                </a:lnTo>
                <a:close/>
              </a:path>
              <a:path w="70485" h="57150">
                <a:moveTo>
                  <a:pt x="57150" y="38861"/>
                </a:moveTo>
                <a:lnTo>
                  <a:pt x="56605" y="39297"/>
                </a:lnTo>
                <a:lnTo>
                  <a:pt x="56388" y="39623"/>
                </a:lnTo>
                <a:lnTo>
                  <a:pt x="57150" y="38861"/>
                </a:lnTo>
                <a:close/>
              </a:path>
              <a:path w="70485" h="57150">
                <a:moveTo>
                  <a:pt x="57150" y="51053"/>
                </a:moveTo>
                <a:lnTo>
                  <a:pt x="57150" y="38861"/>
                </a:lnTo>
                <a:lnTo>
                  <a:pt x="56388" y="39623"/>
                </a:lnTo>
                <a:lnTo>
                  <a:pt x="56388" y="51561"/>
                </a:lnTo>
                <a:lnTo>
                  <a:pt x="57150" y="51053"/>
                </a:lnTo>
                <a:close/>
              </a:path>
              <a:path w="70485" h="57150">
                <a:moveTo>
                  <a:pt x="59436" y="49529"/>
                </a:moveTo>
                <a:lnTo>
                  <a:pt x="59436" y="35051"/>
                </a:lnTo>
                <a:lnTo>
                  <a:pt x="56605" y="39297"/>
                </a:lnTo>
                <a:lnTo>
                  <a:pt x="57150" y="38861"/>
                </a:lnTo>
                <a:lnTo>
                  <a:pt x="57150" y="51053"/>
                </a:lnTo>
                <a:lnTo>
                  <a:pt x="59436" y="49529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953"/>
                </a:lnTo>
                <a:lnTo>
                  <a:pt x="64008" y="12191"/>
                </a:lnTo>
                <a:lnTo>
                  <a:pt x="63246" y="12191"/>
                </a:lnTo>
                <a:lnTo>
                  <a:pt x="60198" y="8381"/>
                </a:lnTo>
                <a:lnTo>
                  <a:pt x="59436" y="8381"/>
                </a:lnTo>
                <a:lnTo>
                  <a:pt x="59436" y="22097"/>
                </a:lnTo>
                <a:lnTo>
                  <a:pt x="58674" y="21335"/>
                </a:lnTo>
                <a:lnTo>
                  <a:pt x="60198" y="25907"/>
                </a:lnTo>
                <a:lnTo>
                  <a:pt x="60198" y="24383"/>
                </a:lnTo>
                <a:lnTo>
                  <a:pt x="60960" y="27431"/>
                </a:lnTo>
                <a:lnTo>
                  <a:pt x="60960" y="48005"/>
                </a:lnTo>
                <a:lnTo>
                  <a:pt x="64008" y="44957"/>
                </a:lnTo>
                <a:lnTo>
                  <a:pt x="67056" y="40385"/>
                </a:lnTo>
                <a:close/>
              </a:path>
              <a:path w="70485" h="57150">
                <a:moveTo>
                  <a:pt x="60960" y="48005"/>
                </a:moveTo>
                <a:lnTo>
                  <a:pt x="60960" y="28955"/>
                </a:lnTo>
                <a:lnTo>
                  <a:pt x="60198" y="30479"/>
                </a:lnTo>
                <a:lnTo>
                  <a:pt x="60198" y="32003"/>
                </a:lnTo>
                <a:lnTo>
                  <a:pt x="58674" y="35813"/>
                </a:lnTo>
                <a:lnTo>
                  <a:pt x="59436" y="35051"/>
                </a:lnTo>
                <a:lnTo>
                  <a:pt x="59436" y="48767"/>
                </a:lnTo>
                <a:lnTo>
                  <a:pt x="60198" y="48767"/>
                </a:lnTo>
                <a:lnTo>
                  <a:pt x="60960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7818" y="17525"/>
                </a:lnTo>
                <a:lnTo>
                  <a:pt x="67056" y="17525"/>
                </a:lnTo>
                <a:lnTo>
                  <a:pt x="67056" y="39623"/>
                </a:lnTo>
                <a:lnTo>
                  <a:pt x="67818" y="39623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5145"/>
                </a:lnTo>
                <a:lnTo>
                  <a:pt x="69342" y="22859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BC744861-1BF3-4E44-A9C4-C7B8120469AD}"/>
              </a:ext>
            </a:extLst>
          </p:cNvPr>
          <p:cNvSpPr/>
          <p:nvPr/>
        </p:nvSpPr>
        <p:spPr>
          <a:xfrm>
            <a:off x="5188586" y="2539353"/>
            <a:ext cx="71717" cy="60512"/>
          </a:xfrm>
          <a:custGeom>
            <a:avLst/>
            <a:gdLst/>
            <a:ahLst/>
            <a:cxnLst/>
            <a:rect l="l" t="t" r="r" b="b"/>
            <a:pathLst>
              <a:path w="60960" h="51435">
                <a:moveTo>
                  <a:pt x="60960" y="25908"/>
                </a:moveTo>
                <a:lnTo>
                  <a:pt x="58554" y="15751"/>
                </a:lnTo>
                <a:lnTo>
                  <a:pt x="52006" y="7524"/>
                </a:lnTo>
                <a:lnTo>
                  <a:pt x="42314" y="2012"/>
                </a:lnTo>
                <a:lnTo>
                  <a:pt x="30480" y="0"/>
                </a:lnTo>
                <a:lnTo>
                  <a:pt x="18645" y="2012"/>
                </a:lnTo>
                <a:lnTo>
                  <a:pt x="8953" y="7524"/>
                </a:lnTo>
                <a:lnTo>
                  <a:pt x="2405" y="15751"/>
                </a:lnTo>
                <a:lnTo>
                  <a:pt x="0" y="25908"/>
                </a:lnTo>
                <a:lnTo>
                  <a:pt x="2405" y="35623"/>
                </a:lnTo>
                <a:lnTo>
                  <a:pt x="8953" y="43624"/>
                </a:lnTo>
                <a:lnTo>
                  <a:pt x="18645" y="49053"/>
                </a:lnTo>
                <a:lnTo>
                  <a:pt x="30480" y="51054"/>
                </a:lnTo>
                <a:lnTo>
                  <a:pt x="42314" y="49053"/>
                </a:lnTo>
                <a:lnTo>
                  <a:pt x="52006" y="43624"/>
                </a:lnTo>
                <a:lnTo>
                  <a:pt x="58554" y="35623"/>
                </a:lnTo>
                <a:lnTo>
                  <a:pt x="6096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63C4D8F6-A55E-4B2E-ACB9-7445F491AA5C}"/>
              </a:ext>
            </a:extLst>
          </p:cNvPr>
          <p:cNvSpPr/>
          <p:nvPr/>
        </p:nvSpPr>
        <p:spPr>
          <a:xfrm>
            <a:off x="5183207" y="2533975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09"/>
                </a:moveTo>
                <a:lnTo>
                  <a:pt x="3047" y="18287"/>
                </a:lnTo>
                <a:lnTo>
                  <a:pt x="1523" y="21335"/>
                </a:lnTo>
                <a:lnTo>
                  <a:pt x="0" y="27431"/>
                </a:lnTo>
                <a:lnTo>
                  <a:pt x="0" y="30479"/>
                </a:lnTo>
                <a:lnTo>
                  <a:pt x="762" y="33527"/>
                </a:lnTo>
                <a:lnTo>
                  <a:pt x="762" y="36575"/>
                </a:lnTo>
                <a:lnTo>
                  <a:pt x="2286" y="39623"/>
                </a:lnTo>
                <a:lnTo>
                  <a:pt x="3048" y="41909"/>
                </a:lnTo>
                <a:close/>
              </a:path>
              <a:path w="70485" h="60325">
                <a:moveTo>
                  <a:pt x="54102" y="16001"/>
                </a:move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6001" y="5333"/>
                </a:lnTo>
                <a:lnTo>
                  <a:pt x="15239" y="5333"/>
                </a:lnTo>
                <a:lnTo>
                  <a:pt x="11429" y="8381"/>
                </a:lnTo>
                <a:lnTo>
                  <a:pt x="10667" y="8381"/>
                </a:lnTo>
                <a:lnTo>
                  <a:pt x="10667" y="9143"/>
                </a:lnTo>
                <a:lnTo>
                  <a:pt x="6857" y="12953"/>
                </a:lnTo>
                <a:lnTo>
                  <a:pt x="6095" y="12953"/>
                </a:lnTo>
                <a:lnTo>
                  <a:pt x="6095" y="13715"/>
                </a:lnTo>
                <a:lnTo>
                  <a:pt x="3047" y="17525"/>
                </a:lnTo>
                <a:lnTo>
                  <a:pt x="3048" y="42671"/>
                </a:lnTo>
                <a:lnTo>
                  <a:pt x="6096" y="47243"/>
                </a:lnTo>
                <a:lnTo>
                  <a:pt x="9906" y="51053"/>
                </a:lnTo>
                <a:lnTo>
                  <a:pt x="9906" y="25907"/>
                </a:lnTo>
                <a:lnTo>
                  <a:pt x="10668" y="24383"/>
                </a:lnTo>
                <a:lnTo>
                  <a:pt x="11430" y="22097"/>
                </a:lnTo>
                <a:lnTo>
                  <a:pt x="11430" y="22859"/>
                </a:lnTo>
                <a:lnTo>
                  <a:pt x="13716" y="18287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1336" y="12953"/>
                </a:lnTo>
                <a:lnTo>
                  <a:pt x="21336" y="13334"/>
                </a:lnTo>
                <a:lnTo>
                  <a:pt x="24384" y="11810"/>
                </a:lnTo>
                <a:lnTo>
                  <a:pt x="24384" y="1142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5720" y="11429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3"/>
                </a:lnTo>
                <a:lnTo>
                  <a:pt x="53340" y="15493"/>
                </a:lnTo>
                <a:lnTo>
                  <a:pt x="53340" y="15239"/>
                </a:lnTo>
                <a:lnTo>
                  <a:pt x="54102" y="16001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7"/>
                </a:lnTo>
                <a:lnTo>
                  <a:pt x="13716" y="41147"/>
                </a:lnTo>
                <a:lnTo>
                  <a:pt x="13716" y="41909"/>
                </a:lnTo>
                <a:lnTo>
                  <a:pt x="11430" y="37337"/>
                </a:lnTo>
                <a:lnTo>
                  <a:pt x="11430" y="38099"/>
                </a:lnTo>
                <a:lnTo>
                  <a:pt x="9906" y="33527"/>
                </a:lnTo>
                <a:lnTo>
                  <a:pt x="9906" y="51053"/>
                </a:lnTo>
                <a:lnTo>
                  <a:pt x="10668" y="51815"/>
                </a:lnTo>
                <a:lnTo>
                  <a:pt x="11430" y="51815"/>
                </a:lnTo>
                <a:lnTo>
                  <a:pt x="15240" y="54863"/>
                </a:lnTo>
                <a:lnTo>
                  <a:pt x="16002" y="55625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60325">
                <a:moveTo>
                  <a:pt x="21336" y="47243"/>
                </a:moveTo>
                <a:lnTo>
                  <a:pt x="16763" y="44195"/>
                </a:lnTo>
                <a:lnTo>
                  <a:pt x="17526" y="44957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3"/>
                </a:lnTo>
                <a:lnTo>
                  <a:pt x="21336" y="47243"/>
                </a:lnTo>
                <a:close/>
              </a:path>
              <a:path w="70485" h="60325">
                <a:moveTo>
                  <a:pt x="21336" y="13334"/>
                </a:moveTo>
                <a:lnTo>
                  <a:pt x="21336" y="12953"/>
                </a:lnTo>
                <a:lnTo>
                  <a:pt x="20574" y="13715"/>
                </a:lnTo>
                <a:lnTo>
                  <a:pt x="21336" y="13334"/>
                </a:lnTo>
                <a:close/>
              </a:path>
              <a:path w="70485" h="60325">
                <a:moveTo>
                  <a:pt x="25146" y="58673"/>
                </a:moveTo>
                <a:lnTo>
                  <a:pt x="25146" y="49529"/>
                </a:lnTo>
                <a:lnTo>
                  <a:pt x="20574" y="47243"/>
                </a:lnTo>
                <a:lnTo>
                  <a:pt x="20574" y="57585"/>
                </a:lnTo>
                <a:lnTo>
                  <a:pt x="21336" y="57911"/>
                </a:lnTo>
                <a:lnTo>
                  <a:pt x="22098" y="57911"/>
                </a:lnTo>
                <a:lnTo>
                  <a:pt x="25146" y="58673"/>
                </a:lnTo>
                <a:close/>
              </a:path>
              <a:path w="70485" h="60325">
                <a:moveTo>
                  <a:pt x="25146" y="11429"/>
                </a:moveTo>
                <a:lnTo>
                  <a:pt x="24384" y="11429"/>
                </a:lnTo>
                <a:lnTo>
                  <a:pt x="24384" y="11810"/>
                </a:lnTo>
                <a:lnTo>
                  <a:pt x="25146" y="11429"/>
                </a:lnTo>
                <a:close/>
              </a:path>
              <a:path w="70485" h="60325">
                <a:moveTo>
                  <a:pt x="30480" y="50291"/>
                </a:moveTo>
                <a:lnTo>
                  <a:pt x="24384" y="48767"/>
                </a:lnTo>
                <a:lnTo>
                  <a:pt x="25146" y="49529"/>
                </a:lnTo>
                <a:lnTo>
                  <a:pt x="25146" y="58673"/>
                </a:lnTo>
                <a:lnTo>
                  <a:pt x="28194" y="59435"/>
                </a:lnTo>
                <a:lnTo>
                  <a:pt x="28956" y="60197"/>
                </a:lnTo>
                <a:lnTo>
                  <a:pt x="29718" y="60197"/>
                </a:lnTo>
                <a:lnTo>
                  <a:pt x="29718" y="50291"/>
                </a:lnTo>
                <a:lnTo>
                  <a:pt x="30480" y="50291"/>
                </a:lnTo>
                <a:close/>
              </a:path>
              <a:path w="70485" h="60325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60325">
                <a:moveTo>
                  <a:pt x="35814" y="60197"/>
                </a:moveTo>
                <a:lnTo>
                  <a:pt x="35814" y="51053"/>
                </a:lnTo>
                <a:lnTo>
                  <a:pt x="35052" y="51053"/>
                </a:lnTo>
                <a:lnTo>
                  <a:pt x="29718" y="50291"/>
                </a:lnTo>
                <a:lnTo>
                  <a:pt x="29718" y="60197"/>
                </a:lnTo>
                <a:lnTo>
                  <a:pt x="35814" y="60197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7"/>
                </a:moveTo>
                <a:lnTo>
                  <a:pt x="41148" y="50291"/>
                </a:lnTo>
                <a:lnTo>
                  <a:pt x="35433" y="51006"/>
                </a:lnTo>
                <a:lnTo>
                  <a:pt x="35814" y="51053"/>
                </a:lnTo>
                <a:lnTo>
                  <a:pt x="35814" y="60197"/>
                </a:lnTo>
                <a:lnTo>
                  <a:pt x="41148" y="60197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7"/>
                </a:moveTo>
                <a:lnTo>
                  <a:pt x="40386" y="50291"/>
                </a:lnTo>
                <a:lnTo>
                  <a:pt x="41148" y="50291"/>
                </a:lnTo>
                <a:lnTo>
                  <a:pt x="41148" y="60197"/>
                </a:lnTo>
                <a:lnTo>
                  <a:pt x="41910" y="60197"/>
                </a:lnTo>
                <a:lnTo>
                  <a:pt x="41910" y="59435"/>
                </a:lnTo>
                <a:lnTo>
                  <a:pt x="42672" y="59435"/>
                </a:lnTo>
                <a:lnTo>
                  <a:pt x="44958" y="58782"/>
                </a:lnTo>
                <a:lnTo>
                  <a:pt x="44958" y="49529"/>
                </a:lnTo>
                <a:lnTo>
                  <a:pt x="45720" y="48767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29"/>
                </a:lnTo>
                <a:lnTo>
                  <a:pt x="44958" y="11429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3"/>
                </a:lnTo>
                <a:lnTo>
                  <a:pt x="44958" y="49529"/>
                </a:lnTo>
                <a:lnTo>
                  <a:pt x="44958" y="58782"/>
                </a:lnTo>
                <a:lnTo>
                  <a:pt x="48006" y="57911"/>
                </a:lnTo>
                <a:lnTo>
                  <a:pt x="48768" y="57911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5"/>
                </a:moveTo>
                <a:lnTo>
                  <a:pt x="49530" y="12953"/>
                </a:lnTo>
                <a:lnTo>
                  <a:pt x="49530" y="13389"/>
                </a:lnTo>
                <a:lnTo>
                  <a:pt x="50292" y="13715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3"/>
                </a:lnTo>
                <a:lnTo>
                  <a:pt x="50292" y="47243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7"/>
                </a:lnTo>
                <a:lnTo>
                  <a:pt x="53775" y="44413"/>
                </a:lnTo>
                <a:close/>
              </a:path>
              <a:path w="70485" h="60325">
                <a:moveTo>
                  <a:pt x="54102" y="16001"/>
                </a:moveTo>
                <a:lnTo>
                  <a:pt x="53340" y="15239"/>
                </a:lnTo>
                <a:lnTo>
                  <a:pt x="53775" y="15784"/>
                </a:lnTo>
                <a:lnTo>
                  <a:pt x="54102" y="16001"/>
                </a:lnTo>
                <a:close/>
              </a:path>
              <a:path w="70485" h="60325">
                <a:moveTo>
                  <a:pt x="53775" y="15784"/>
                </a:moveTo>
                <a:lnTo>
                  <a:pt x="53340" y="15239"/>
                </a:lnTo>
                <a:lnTo>
                  <a:pt x="53340" y="15493"/>
                </a:lnTo>
                <a:lnTo>
                  <a:pt x="53775" y="15784"/>
                </a:lnTo>
                <a:close/>
              </a:path>
              <a:path w="70485" h="60325">
                <a:moveTo>
                  <a:pt x="54102" y="44195"/>
                </a:moveTo>
                <a:lnTo>
                  <a:pt x="53775" y="44413"/>
                </a:lnTo>
                <a:lnTo>
                  <a:pt x="53340" y="44957"/>
                </a:lnTo>
                <a:lnTo>
                  <a:pt x="54102" y="44195"/>
                </a:lnTo>
                <a:close/>
              </a:path>
              <a:path w="70485" h="60325">
                <a:moveTo>
                  <a:pt x="54102" y="55625"/>
                </a:moveTo>
                <a:lnTo>
                  <a:pt x="54102" y="44195"/>
                </a:lnTo>
                <a:lnTo>
                  <a:pt x="53340" y="44957"/>
                </a:lnTo>
                <a:lnTo>
                  <a:pt x="53340" y="55952"/>
                </a:lnTo>
                <a:lnTo>
                  <a:pt x="54102" y="55625"/>
                </a:lnTo>
                <a:close/>
              </a:path>
              <a:path w="70485" h="60325">
                <a:moveTo>
                  <a:pt x="67056" y="42671"/>
                </a:moveTo>
                <a:lnTo>
                  <a:pt x="67056" y="17525"/>
                </a:lnTo>
                <a:lnTo>
                  <a:pt x="64008" y="13715"/>
                </a:lnTo>
                <a:lnTo>
                  <a:pt x="64008" y="12953"/>
                </a:lnTo>
                <a:lnTo>
                  <a:pt x="63246" y="12953"/>
                </a:lnTo>
                <a:lnTo>
                  <a:pt x="60198" y="9143"/>
                </a:lnTo>
                <a:lnTo>
                  <a:pt x="59436" y="8381"/>
                </a:lnTo>
                <a:lnTo>
                  <a:pt x="54864" y="5333"/>
                </a:lnTo>
                <a:lnTo>
                  <a:pt x="54102" y="5333"/>
                </a:lnTo>
                <a:lnTo>
                  <a:pt x="54102" y="16001"/>
                </a:lnTo>
                <a:lnTo>
                  <a:pt x="53775" y="15784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859"/>
                </a:lnTo>
                <a:lnTo>
                  <a:pt x="58674" y="22097"/>
                </a:lnTo>
                <a:lnTo>
                  <a:pt x="60198" y="26669"/>
                </a:lnTo>
                <a:lnTo>
                  <a:pt x="60198" y="51815"/>
                </a:lnTo>
                <a:lnTo>
                  <a:pt x="63246" y="48005"/>
                </a:lnTo>
                <a:lnTo>
                  <a:pt x="64008" y="47243"/>
                </a:lnTo>
                <a:lnTo>
                  <a:pt x="67056" y="42671"/>
                </a:lnTo>
                <a:close/>
              </a:path>
              <a:path w="70485" h="60325">
                <a:moveTo>
                  <a:pt x="60198" y="51815"/>
                </a:moveTo>
                <a:lnTo>
                  <a:pt x="60198" y="33527"/>
                </a:lnTo>
                <a:lnTo>
                  <a:pt x="58674" y="38099"/>
                </a:lnTo>
                <a:lnTo>
                  <a:pt x="58674" y="37337"/>
                </a:lnTo>
                <a:lnTo>
                  <a:pt x="56388" y="41909"/>
                </a:lnTo>
                <a:lnTo>
                  <a:pt x="56388" y="41147"/>
                </a:lnTo>
                <a:lnTo>
                  <a:pt x="53775" y="44413"/>
                </a:lnTo>
                <a:lnTo>
                  <a:pt x="54102" y="44195"/>
                </a:lnTo>
                <a:lnTo>
                  <a:pt x="54102" y="55625"/>
                </a:lnTo>
                <a:lnTo>
                  <a:pt x="54864" y="54863"/>
                </a:lnTo>
                <a:lnTo>
                  <a:pt x="59436" y="51815"/>
                </a:lnTo>
                <a:lnTo>
                  <a:pt x="60198" y="51815"/>
                </a:lnTo>
                <a:close/>
              </a:path>
              <a:path w="70485" h="60325">
                <a:moveTo>
                  <a:pt x="69342" y="37337"/>
                </a:moveTo>
                <a:lnTo>
                  <a:pt x="69342" y="23621"/>
                </a:lnTo>
                <a:lnTo>
                  <a:pt x="67056" y="19049"/>
                </a:lnTo>
                <a:lnTo>
                  <a:pt x="67056" y="41909"/>
                </a:lnTo>
                <a:lnTo>
                  <a:pt x="69342" y="37337"/>
                </a:lnTo>
                <a:close/>
              </a:path>
              <a:path w="70485" h="60325">
                <a:moveTo>
                  <a:pt x="70104" y="32765"/>
                </a:moveTo>
                <a:lnTo>
                  <a:pt x="70104" y="26669"/>
                </a:lnTo>
                <a:lnTo>
                  <a:pt x="69342" y="24383"/>
                </a:lnTo>
                <a:lnTo>
                  <a:pt x="69342" y="36575"/>
                </a:lnTo>
                <a:lnTo>
                  <a:pt x="70104" y="32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755C79DF-C791-485C-B2CD-2592E235E456}"/>
              </a:ext>
            </a:extLst>
          </p:cNvPr>
          <p:cNvSpPr/>
          <p:nvPr/>
        </p:nvSpPr>
        <p:spPr>
          <a:xfrm>
            <a:off x="5748881" y="3797999"/>
            <a:ext cx="64247" cy="56776"/>
          </a:xfrm>
          <a:custGeom>
            <a:avLst/>
            <a:gdLst/>
            <a:ahLst/>
            <a:cxnLst/>
            <a:rect l="l" t="t" r="r" b="b"/>
            <a:pathLst>
              <a:path w="54610" h="48260">
                <a:moveTo>
                  <a:pt x="54102" y="24384"/>
                </a:moveTo>
                <a:lnTo>
                  <a:pt x="51970" y="14787"/>
                </a:lnTo>
                <a:lnTo>
                  <a:pt x="46196" y="7048"/>
                </a:lnTo>
                <a:lnTo>
                  <a:pt x="37707" y="1881"/>
                </a:lnTo>
                <a:lnTo>
                  <a:pt x="27432" y="0"/>
                </a:lnTo>
                <a:lnTo>
                  <a:pt x="16716" y="1881"/>
                </a:lnTo>
                <a:lnTo>
                  <a:pt x="8000" y="7048"/>
                </a:lnTo>
                <a:lnTo>
                  <a:pt x="2143" y="14787"/>
                </a:lnTo>
                <a:lnTo>
                  <a:pt x="0" y="24384"/>
                </a:lnTo>
                <a:lnTo>
                  <a:pt x="2143" y="33539"/>
                </a:lnTo>
                <a:lnTo>
                  <a:pt x="8001" y="41052"/>
                </a:lnTo>
                <a:lnTo>
                  <a:pt x="16716" y="46136"/>
                </a:lnTo>
                <a:lnTo>
                  <a:pt x="27432" y="48006"/>
                </a:lnTo>
                <a:lnTo>
                  <a:pt x="37707" y="46136"/>
                </a:lnTo>
                <a:lnTo>
                  <a:pt x="46196" y="41052"/>
                </a:lnTo>
                <a:lnTo>
                  <a:pt x="51970" y="33539"/>
                </a:lnTo>
                <a:lnTo>
                  <a:pt x="54102" y="2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4">
            <a:extLst>
              <a:ext uri="{FF2B5EF4-FFF2-40B4-BE49-F238E27FC236}">
                <a16:creationId xmlns:a16="http://schemas.microsoft.com/office/drawing/2014/main" id="{F4E8F9BD-6AC0-42ED-866B-0747A204C864}"/>
              </a:ext>
            </a:extLst>
          </p:cNvPr>
          <p:cNvSpPr/>
          <p:nvPr/>
        </p:nvSpPr>
        <p:spPr>
          <a:xfrm>
            <a:off x="5743502" y="3792620"/>
            <a:ext cx="75453" cy="67235"/>
          </a:xfrm>
          <a:custGeom>
            <a:avLst/>
            <a:gdLst/>
            <a:ahLst/>
            <a:cxnLst/>
            <a:rect l="l" t="t" r="r" b="b"/>
            <a:pathLst>
              <a:path w="64135" h="57150">
                <a:moveTo>
                  <a:pt x="762" y="34289"/>
                </a:moveTo>
                <a:lnTo>
                  <a:pt x="761" y="23621"/>
                </a:lnTo>
                <a:lnTo>
                  <a:pt x="0" y="28193"/>
                </a:lnTo>
                <a:lnTo>
                  <a:pt x="0" y="28955"/>
                </a:lnTo>
                <a:lnTo>
                  <a:pt x="762" y="34289"/>
                </a:lnTo>
                <a:close/>
              </a:path>
              <a:path w="64135" h="57150">
                <a:moveTo>
                  <a:pt x="3048" y="39623"/>
                </a:moveTo>
                <a:lnTo>
                  <a:pt x="3047" y="17525"/>
                </a:lnTo>
                <a:lnTo>
                  <a:pt x="2285" y="17525"/>
                </a:lnTo>
                <a:lnTo>
                  <a:pt x="761" y="22097"/>
                </a:lnTo>
                <a:lnTo>
                  <a:pt x="762" y="35051"/>
                </a:lnTo>
                <a:lnTo>
                  <a:pt x="2286" y="39623"/>
                </a:lnTo>
                <a:lnTo>
                  <a:pt x="3048" y="39623"/>
                </a:lnTo>
                <a:close/>
              </a:path>
              <a:path w="64135" h="57150">
                <a:moveTo>
                  <a:pt x="60960" y="40385"/>
                </a:moveTo>
                <a:lnTo>
                  <a:pt x="60960" y="16763"/>
                </a:lnTo>
                <a:lnTo>
                  <a:pt x="58674" y="12953"/>
                </a:lnTo>
                <a:lnTo>
                  <a:pt x="57912" y="12953"/>
                </a:lnTo>
                <a:lnTo>
                  <a:pt x="57912" y="12191"/>
                </a:lnTo>
                <a:lnTo>
                  <a:pt x="54864" y="8381"/>
                </a:lnTo>
                <a:lnTo>
                  <a:pt x="54038" y="8339"/>
                </a:lnTo>
                <a:lnTo>
                  <a:pt x="49530" y="5333"/>
                </a:lnTo>
                <a:lnTo>
                  <a:pt x="49530" y="4571"/>
                </a:lnTo>
                <a:lnTo>
                  <a:pt x="48768" y="4571"/>
                </a:lnTo>
                <a:lnTo>
                  <a:pt x="44196" y="2285"/>
                </a:lnTo>
                <a:lnTo>
                  <a:pt x="43434" y="2285"/>
                </a:lnTo>
                <a:lnTo>
                  <a:pt x="38862" y="761"/>
                </a:lnTo>
                <a:lnTo>
                  <a:pt x="38100" y="761"/>
                </a:lnTo>
                <a:lnTo>
                  <a:pt x="32004" y="0"/>
                </a:lnTo>
                <a:lnTo>
                  <a:pt x="31242" y="0"/>
                </a:lnTo>
                <a:lnTo>
                  <a:pt x="26670" y="653"/>
                </a:lnTo>
                <a:lnTo>
                  <a:pt x="25145" y="761"/>
                </a:lnTo>
                <a:lnTo>
                  <a:pt x="19811" y="2285"/>
                </a:lnTo>
                <a:lnTo>
                  <a:pt x="19049" y="2285"/>
                </a:lnTo>
                <a:lnTo>
                  <a:pt x="14477" y="4571"/>
                </a:lnTo>
                <a:lnTo>
                  <a:pt x="14477" y="5333"/>
                </a:lnTo>
                <a:lnTo>
                  <a:pt x="13715" y="5333"/>
                </a:lnTo>
                <a:lnTo>
                  <a:pt x="9905" y="8381"/>
                </a:lnTo>
                <a:lnTo>
                  <a:pt x="9143" y="8381"/>
                </a:lnTo>
                <a:lnTo>
                  <a:pt x="6095" y="12191"/>
                </a:lnTo>
                <a:lnTo>
                  <a:pt x="5333" y="12953"/>
                </a:lnTo>
                <a:lnTo>
                  <a:pt x="3047" y="16763"/>
                </a:lnTo>
                <a:lnTo>
                  <a:pt x="3048" y="40385"/>
                </a:lnTo>
                <a:lnTo>
                  <a:pt x="5334" y="44195"/>
                </a:lnTo>
                <a:lnTo>
                  <a:pt x="5334" y="44957"/>
                </a:lnTo>
                <a:lnTo>
                  <a:pt x="6096" y="44957"/>
                </a:lnTo>
                <a:lnTo>
                  <a:pt x="9144" y="48767"/>
                </a:lnTo>
                <a:lnTo>
                  <a:pt x="9906" y="48767"/>
                </a:lnTo>
                <a:lnTo>
                  <a:pt x="9906" y="25145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002" y="15239"/>
                </a:lnTo>
                <a:lnTo>
                  <a:pt x="16002" y="16001"/>
                </a:lnTo>
                <a:lnTo>
                  <a:pt x="19050" y="13563"/>
                </a:lnTo>
                <a:lnTo>
                  <a:pt x="19050" y="12953"/>
                </a:lnTo>
                <a:lnTo>
                  <a:pt x="22860" y="11683"/>
                </a:lnTo>
                <a:lnTo>
                  <a:pt x="22860" y="11429"/>
                </a:lnTo>
                <a:lnTo>
                  <a:pt x="26670" y="10159"/>
                </a:lnTo>
                <a:lnTo>
                  <a:pt x="26670" y="9905"/>
                </a:lnTo>
                <a:lnTo>
                  <a:pt x="36576" y="9905"/>
                </a:lnTo>
                <a:lnTo>
                  <a:pt x="36576" y="10123"/>
                </a:lnTo>
                <a:lnTo>
                  <a:pt x="41148" y="11429"/>
                </a:lnTo>
                <a:lnTo>
                  <a:pt x="41148" y="11683"/>
                </a:lnTo>
                <a:lnTo>
                  <a:pt x="44958" y="12953"/>
                </a:lnTo>
                <a:lnTo>
                  <a:pt x="44958" y="13563"/>
                </a:lnTo>
                <a:lnTo>
                  <a:pt x="47244" y="15392"/>
                </a:lnTo>
                <a:lnTo>
                  <a:pt x="47244" y="15239"/>
                </a:lnTo>
                <a:lnTo>
                  <a:pt x="51053" y="19049"/>
                </a:lnTo>
                <a:lnTo>
                  <a:pt x="51053" y="19557"/>
                </a:lnTo>
                <a:lnTo>
                  <a:pt x="52577" y="22097"/>
                </a:lnTo>
                <a:lnTo>
                  <a:pt x="52577" y="21335"/>
                </a:lnTo>
                <a:lnTo>
                  <a:pt x="54102" y="25145"/>
                </a:lnTo>
                <a:lnTo>
                  <a:pt x="54102" y="48767"/>
                </a:lnTo>
                <a:lnTo>
                  <a:pt x="54864" y="48767"/>
                </a:lnTo>
                <a:lnTo>
                  <a:pt x="57912" y="44957"/>
                </a:lnTo>
                <a:lnTo>
                  <a:pt x="58674" y="44195"/>
                </a:lnTo>
                <a:lnTo>
                  <a:pt x="60960" y="40385"/>
                </a:lnTo>
                <a:close/>
              </a:path>
              <a:path w="64135" h="57150">
                <a:moveTo>
                  <a:pt x="13716" y="39623"/>
                </a:moveTo>
                <a:lnTo>
                  <a:pt x="11430" y="35813"/>
                </a:lnTo>
                <a:lnTo>
                  <a:pt x="11430" y="36575"/>
                </a:lnTo>
                <a:lnTo>
                  <a:pt x="9906" y="32003"/>
                </a:lnTo>
                <a:lnTo>
                  <a:pt x="9906" y="49529"/>
                </a:lnTo>
                <a:lnTo>
                  <a:pt x="12954" y="51968"/>
                </a:lnTo>
                <a:lnTo>
                  <a:pt x="12954" y="38861"/>
                </a:lnTo>
                <a:lnTo>
                  <a:pt x="13716" y="39623"/>
                </a:lnTo>
                <a:close/>
              </a:path>
              <a:path w="6413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64135" h="57150">
                <a:moveTo>
                  <a:pt x="19812" y="54863"/>
                </a:moveTo>
                <a:lnTo>
                  <a:pt x="19812" y="44957"/>
                </a:lnTo>
                <a:lnTo>
                  <a:pt x="16002" y="41909"/>
                </a:lnTo>
                <a:lnTo>
                  <a:pt x="16002" y="42671"/>
                </a:lnTo>
                <a:lnTo>
                  <a:pt x="12954" y="38861"/>
                </a:lnTo>
                <a:lnTo>
                  <a:pt x="12954" y="51968"/>
                </a:lnTo>
                <a:lnTo>
                  <a:pt x="13716" y="52577"/>
                </a:lnTo>
                <a:lnTo>
                  <a:pt x="14478" y="52577"/>
                </a:lnTo>
                <a:lnTo>
                  <a:pt x="19050" y="54863"/>
                </a:lnTo>
                <a:lnTo>
                  <a:pt x="19812" y="54863"/>
                </a:lnTo>
                <a:close/>
              </a:path>
              <a:path w="64135" h="57150">
                <a:moveTo>
                  <a:pt x="19812" y="12953"/>
                </a:moveTo>
                <a:lnTo>
                  <a:pt x="19050" y="12953"/>
                </a:lnTo>
                <a:lnTo>
                  <a:pt x="19050" y="13563"/>
                </a:lnTo>
                <a:lnTo>
                  <a:pt x="19812" y="12953"/>
                </a:lnTo>
                <a:close/>
              </a:path>
              <a:path w="64135" h="57150">
                <a:moveTo>
                  <a:pt x="23622" y="56170"/>
                </a:moveTo>
                <a:lnTo>
                  <a:pt x="23622" y="46481"/>
                </a:lnTo>
                <a:lnTo>
                  <a:pt x="19050" y="44195"/>
                </a:lnTo>
                <a:lnTo>
                  <a:pt x="19812" y="44957"/>
                </a:lnTo>
                <a:lnTo>
                  <a:pt x="19812" y="55625"/>
                </a:lnTo>
                <a:lnTo>
                  <a:pt x="23622" y="56170"/>
                </a:lnTo>
                <a:close/>
              </a:path>
              <a:path w="64135" h="57150">
                <a:moveTo>
                  <a:pt x="23622" y="11429"/>
                </a:moveTo>
                <a:lnTo>
                  <a:pt x="22860" y="11429"/>
                </a:lnTo>
                <a:lnTo>
                  <a:pt x="22860" y="11683"/>
                </a:lnTo>
                <a:lnTo>
                  <a:pt x="23622" y="11429"/>
                </a:lnTo>
                <a:close/>
              </a:path>
              <a:path w="64135" h="57150">
                <a:moveTo>
                  <a:pt x="27432" y="47243"/>
                </a:moveTo>
                <a:lnTo>
                  <a:pt x="22860" y="45719"/>
                </a:lnTo>
                <a:lnTo>
                  <a:pt x="23622" y="46481"/>
                </a:lnTo>
                <a:lnTo>
                  <a:pt x="23622" y="56170"/>
                </a:lnTo>
                <a:lnTo>
                  <a:pt x="25146" y="56387"/>
                </a:lnTo>
                <a:lnTo>
                  <a:pt x="25908" y="56387"/>
                </a:lnTo>
                <a:lnTo>
                  <a:pt x="25908" y="57149"/>
                </a:lnTo>
                <a:lnTo>
                  <a:pt x="26670" y="57149"/>
                </a:lnTo>
                <a:lnTo>
                  <a:pt x="26670" y="47243"/>
                </a:lnTo>
                <a:lnTo>
                  <a:pt x="27432" y="47243"/>
                </a:lnTo>
                <a:close/>
              </a:path>
              <a:path w="64135" h="57150">
                <a:moveTo>
                  <a:pt x="27432" y="9905"/>
                </a:moveTo>
                <a:lnTo>
                  <a:pt x="26670" y="9905"/>
                </a:lnTo>
                <a:lnTo>
                  <a:pt x="26670" y="10159"/>
                </a:lnTo>
                <a:lnTo>
                  <a:pt x="27432" y="9905"/>
                </a:lnTo>
                <a:close/>
              </a:path>
              <a:path w="64135" h="57150">
                <a:moveTo>
                  <a:pt x="32004" y="57149"/>
                </a:moveTo>
                <a:lnTo>
                  <a:pt x="32004" y="48005"/>
                </a:lnTo>
                <a:lnTo>
                  <a:pt x="31242" y="48005"/>
                </a:lnTo>
                <a:lnTo>
                  <a:pt x="26670" y="47243"/>
                </a:lnTo>
                <a:lnTo>
                  <a:pt x="26670" y="57149"/>
                </a:lnTo>
                <a:lnTo>
                  <a:pt x="32004" y="57149"/>
                </a:lnTo>
                <a:close/>
              </a:path>
              <a:path w="64135" h="57150">
                <a:moveTo>
                  <a:pt x="31622" y="47951"/>
                </a:moveTo>
                <a:lnTo>
                  <a:pt x="31242" y="47897"/>
                </a:lnTo>
                <a:lnTo>
                  <a:pt x="31622" y="47951"/>
                </a:lnTo>
                <a:close/>
              </a:path>
              <a:path w="64135" h="57150">
                <a:moveTo>
                  <a:pt x="36576" y="57149"/>
                </a:moveTo>
                <a:lnTo>
                  <a:pt x="36576" y="47243"/>
                </a:lnTo>
                <a:lnTo>
                  <a:pt x="31622" y="47951"/>
                </a:lnTo>
                <a:lnTo>
                  <a:pt x="32004" y="48005"/>
                </a:lnTo>
                <a:lnTo>
                  <a:pt x="32004" y="57149"/>
                </a:lnTo>
                <a:lnTo>
                  <a:pt x="36576" y="57149"/>
                </a:lnTo>
                <a:close/>
              </a:path>
              <a:path w="64135" h="57150">
                <a:moveTo>
                  <a:pt x="36576" y="10123"/>
                </a:moveTo>
                <a:lnTo>
                  <a:pt x="36576" y="9905"/>
                </a:lnTo>
                <a:lnTo>
                  <a:pt x="35814" y="9905"/>
                </a:lnTo>
                <a:lnTo>
                  <a:pt x="36576" y="10123"/>
                </a:lnTo>
                <a:close/>
              </a:path>
              <a:path w="64135" h="57150">
                <a:moveTo>
                  <a:pt x="41148" y="45719"/>
                </a:moveTo>
                <a:lnTo>
                  <a:pt x="35814" y="47243"/>
                </a:lnTo>
                <a:lnTo>
                  <a:pt x="36576" y="47243"/>
                </a:lnTo>
                <a:lnTo>
                  <a:pt x="36576" y="57149"/>
                </a:lnTo>
                <a:lnTo>
                  <a:pt x="38100" y="57149"/>
                </a:lnTo>
                <a:lnTo>
                  <a:pt x="38100" y="56387"/>
                </a:lnTo>
                <a:lnTo>
                  <a:pt x="38862" y="56387"/>
                </a:lnTo>
                <a:lnTo>
                  <a:pt x="40386" y="56133"/>
                </a:lnTo>
                <a:lnTo>
                  <a:pt x="40386" y="46481"/>
                </a:lnTo>
                <a:lnTo>
                  <a:pt x="41148" y="45719"/>
                </a:lnTo>
                <a:close/>
              </a:path>
              <a:path w="64135" h="57150">
                <a:moveTo>
                  <a:pt x="41148" y="11683"/>
                </a:moveTo>
                <a:lnTo>
                  <a:pt x="41148" y="11429"/>
                </a:lnTo>
                <a:lnTo>
                  <a:pt x="40386" y="11429"/>
                </a:lnTo>
                <a:lnTo>
                  <a:pt x="41148" y="11683"/>
                </a:lnTo>
                <a:close/>
              </a:path>
              <a:path w="64135" h="57150">
                <a:moveTo>
                  <a:pt x="44958" y="44195"/>
                </a:moveTo>
                <a:lnTo>
                  <a:pt x="40386" y="46481"/>
                </a:lnTo>
                <a:lnTo>
                  <a:pt x="40386" y="56133"/>
                </a:lnTo>
                <a:lnTo>
                  <a:pt x="43434" y="55625"/>
                </a:lnTo>
                <a:lnTo>
                  <a:pt x="44196" y="54863"/>
                </a:lnTo>
                <a:lnTo>
                  <a:pt x="44196" y="44957"/>
                </a:lnTo>
                <a:lnTo>
                  <a:pt x="44958" y="44195"/>
                </a:lnTo>
                <a:close/>
              </a:path>
              <a:path w="64135" h="57150">
                <a:moveTo>
                  <a:pt x="44958" y="13563"/>
                </a:moveTo>
                <a:lnTo>
                  <a:pt x="44958" y="12953"/>
                </a:lnTo>
                <a:lnTo>
                  <a:pt x="44196" y="12953"/>
                </a:lnTo>
                <a:lnTo>
                  <a:pt x="44958" y="13563"/>
                </a:lnTo>
                <a:close/>
              </a:path>
              <a:path w="64135" h="57150">
                <a:moveTo>
                  <a:pt x="48005" y="41909"/>
                </a:moveTo>
                <a:lnTo>
                  <a:pt x="44196" y="44957"/>
                </a:lnTo>
                <a:lnTo>
                  <a:pt x="44196" y="54863"/>
                </a:lnTo>
                <a:lnTo>
                  <a:pt x="47244" y="53339"/>
                </a:lnTo>
                <a:lnTo>
                  <a:pt x="47244" y="42671"/>
                </a:lnTo>
                <a:lnTo>
                  <a:pt x="48005" y="41909"/>
                </a:lnTo>
                <a:close/>
              </a:path>
              <a:path w="64135" h="57150">
                <a:moveTo>
                  <a:pt x="48005" y="16001"/>
                </a:moveTo>
                <a:lnTo>
                  <a:pt x="47244" y="15239"/>
                </a:lnTo>
                <a:lnTo>
                  <a:pt x="47244" y="15392"/>
                </a:lnTo>
                <a:lnTo>
                  <a:pt x="48005" y="16001"/>
                </a:lnTo>
                <a:close/>
              </a:path>
              <a:path w="64135" h="57150">
                <a:moveTo>
                  <a:pt x="51053" y="51561"/>
                </a:moveTo>
                <a:lnTo>
                  <a:pt x="51053" y="38861"/>
                </a:lnTo>
                <a:lnTo>
                  <a:pt x="47244" y="42671"/>
                </a:lnTo>
                <a:lnTo>
                  <a:pt x="47244" y="53339"/>
                </a:lnTo>
                <a:lnTo>
                  <a:pt x="48768" y="52577"/>
                </a:lnTo>
                <a:lnTo>
                  <a:pt x="49530" y="52577"/>
                </a:lnTo>
                <a:lnTo>
                  <a:pt x="51053" y="51561"/>
                </a:lnTo>
                <a:close/>
              </a:path>
              <a:path w="64135" h="57150">
                <a:moveTo>
                  <a:pt x="51053" y="19557"/>
                </a:moveTo>
                <a:lnTo>
                  <a:pt x="51053" y="19049"/>
                </a:lnTo>
                <a:lnTo>
                  <a:pt x="50292" y="18287"/>
                </a:lnTo>
                <a:lnTo>
                  <a:pt x="51053" y="19557"/>
                </a:lnTo>
                <a:close/>
              </a:path>
              <a:path w="64135" h="57150">
                <a:moveTo>
                  <a:pt x="54102" y="49529"/>
                </a:moveTo>
                <a:lnTo>
                  <a:pt x="54102" y="32003"/>
                </a:lnTo>
                <a:lnTo>
                  <a:pt x="52577" y="36575"/>
                </a:lnTo>
                <a:lnTo>
                  <a:pt x="52577" y="35813"/>
                </a:lnTo>
                <a:lnTo>
                  <a:pt x="50292" y="39623"/>
                </a:lnTo>
                <a:lnTo>
                  <a:pt x="51053" y="38861"/>
                </a:lnTo>
                <a:lnTo>
                  <a:pt x="51053" y="51561"/>
                </a:lnTo>
                <a:lnTo>
                  <a:pt x="54102" y="49529"/>
                </a:lnTo>
                <a:close/>
              </a:path>
              <a:path w="64135" h="57150">
                <a:moveTo>
                  <a:pt x="54102" y="28193"/>
                </a:moveTo>
                <a:lnTo>
                  <a:pt x="54102" y="25145"/>
                </a:lnTo>
                <a:lnTo>
                  <a:pt x="53340" y="24383"/>
                </a:lnTo>
                <a:lnTo>
                  <a:pt x="54038" y="28574"/>
                </a:lnTo>
                <a:lnTo>
                  <a:pt x="54102" y="28193"/>
                </a:lnTo>
                <a:close/>
              </a:path>
              <a:path w="64135" h="57150">
                <a:moveTo>
                  <a:pt x="54102" y="32003"/>
                </a:moveTo>
                <a:lnTo>
                  <a:pt x="54102" y="28955"/>
                </a:lnTo>
                <a:lnTo>
                  <a:pt x="54038" y="28574"/>
                </a:lnTo>
                <a:lnTo>
                  <a:pt x="53340" y="32765"/>
                </a:lnTo>
                <a:lnTo>
                  <a:pt x="54102" y="32003"/>
                </a:lnTo>
                <a:close/>
              </a:path>
              <a:path w="64135" h="57150">
                <a:moveTo>
                  <a:pt x="54102" y="28955"/>
                </a:moveTo>
                <a:lnTo>
                  <a:pt x="54102" y="28193"/>
                </a:lnTo>
                <a:lnTo>
                  <a:pt x="54038" y="28574"/>
                </a:lnTo>
                <a:lnTo>
                  <a:pt x="54102" y="28955"/>
                </a:lnTo>
                <a:close/>
              </a:path>
              <a:path w="64135" h="57150">
                <a:moveTo>
                  <a:pt x="63246" y="35051"/>
                </a:moveTo>
                <a:lnTo>
                  <a:pt x="63246" y="22859"/>
                </a:lnTo>
                <a:lnTo>
                  <a:pt x="62484" y="22097"/>
                </a:lnTo>
                <a:lnTo>
                  <a:pt x="60960" y="17525"/>
                </a:lnTo>
                <a:lnTo>
                  <a:pt x="60960" y="39623"/>
                </a:lnTo>
                <a:lnTo>
                  <a:pt x="62484" y="35051"/>
                </a:lnTo>
                <a:lnTo>
                  <a:pt x="63246" y="35051"/>
                </a:lnTo>
                <a:close/>
              </a:path>
              <a:path w="64135" h="57150">
                <a:moveTo>
                  <a:pt x="64008" y="28955"/>
                </a:moveTo>
                <a:lnTo>
                  <a:pt x="64008" y="28193"/>
                </a:lnTo>
                <a:lnTo>
                  <a:pt x="63246" y="23621"/>
                </a:lnTo>
                <a:lnTo>
                  <a:pt x="63246" y="34289"/>
                </a:lnTo>
                <a:lnTo>
                  <a:pt x="64008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25">
            <a:extLst>
              <a:ext uri="{FF2B5EF4-FFF2-40B4-BE49-F238E27FC236}">
                <a16:creationId xmlns:a16="http://schemas.microsoft.com/office/drawing/2014/main" id="{A0677D66-9E7F-495C-81AE-5D4EB468C29D}"/>
              </a:ext>
            </a:extLst>
          </p:cNvPr>
          <p:cNvSpPr/>
          <p:nvPr/>
        </p:nvSpPr>
        <p:spPr>
          <a:xfrm>
            <a:off x="4757383" y="3075445"/>
            <a:ext cx="82475" cy="806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26">
            <a:extLst>
              <a:ext uri="{FF2B5EF4-FFF2-40B4-BE49-F238E27FC236}">
                <a16:creationId xmlns:a16="http://schemas.microsoft.com/office/drawing/2014/main" id="{E8BFCE45-FBE2-4E11-BD8D-ED5094DB0D4D}"/>
              </a:ext>
            </a:extLst>
          </p:cNvPr>
          <p:cNvSpPr/>
          <p:nvPr/>
        </p:nvSpPr>
        <p:spPr>
          <a:xfrm>
            <a:off x="7177854" y="4240856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10"/>
                </a:moveTo>
                <a:lnTo>
                  <a:pt x="3047" y="18288"/>
                </a:lnTo>
                <a:lnTo>
                  <a:pt x="1523" y="21336"/>
                </a:lnTo>
                <a:lnTo>
                  <a:pt x="0" y="27432"/>
                </a:lnTo>
                <a:lnTo>
                  <a:pt x="0" y="30480"/>
                </a:lnTo>
                <a:lnTo>
                  <a:pt x="762" y="33528"/>
                </a:lnTo>
                <a:lnTo>
                  <a:pt x="762" y="36576"/>
                </a:lnTo>
                <a:lnTo>
                  <a:pt x="2286" y="39624"/>
                </a:lnTo>
                <a:lnTo>
                  <a:pt x="3048" y="41910"/>
                </a:lnTo>
                <a:close/>
              </a:path>
              <a:path w="70485" h="60325">
                <a:moveTo>
                  <a:pt x="6096" y="47244"/>
                </a:moveTo>
                <a:lnTo>
                  <a:pt x="6095" y="13716"/>
                </a:lnTo>
                <a:lnTo>
                  <a:pt x="3047" y="17526"/>
                </a:lnTo>
                <a:lnTo>
                  <a:pt x="3048" y="42672"/>
                </a:lnTo>
                <a:lnTo>
                  <a:pt x="6096" y="47244"/>
                </a:lnTo>
                <a:close/>
              </a:path>
              <a:path w="70485" h="60325">
                <a:moveTo>
                  <a:pt x="54102" y="16002"/>
                </a:move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001" y="4572"/>
                </a:lnTo>
                <a:lnTo>
                  <a:pt x="16001" y="5334"/>
                </a:lnTo>
                <a:lnTo>
                  <a:pt x="15239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10667" y="9144"/>
                </a:lnTo>
                <a:lnTo>
                  <a:pt x="6857" y="12954"/>
                </a:lnTo>
                <a:lnTo>
                  <a:pt x="6095" y="12954"/>
                </a:lnTo>
                <a:lnTo>
                  <a:pt x="6096" y="48006"/>
                </a:lnTo>
                <a:lnTo>
                  <a:pt x="6858" y="48006"/>
                </a:lnTo>
                <a:lnTo>
                  <a:pt x="9906" y="51054"/>
                </a:lnTo>
                <a:lnTo>
                  <a:pt x="9906" y="25908"/>
                </a:lnTo>
                <a:lnTo>
                  <a:pt x="10668" y="24384"/>
                </a:lnTo>
                <a:lnTo>
                  <a:pt x="11430" y="22098"/>
                </a:lnTo>
                <a:lnTo>
                  <a:pt x="11430" y="22860"/>
                </a:lnTo>
                <a:lnTo>
                  <a:pt x="13716" y="19050"/>
                </a:lnTo>
                <a:lnTo>
                  <a:pt x="13716" y="19812"/>
                </a:lnTo>
                <a:lnTo>
                  <a:pt x="16763" y="16764"/>
                </a:lnTo>
                <a:lnTo>
                  <a:pt x="16763" y="16002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4102" y="16002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8"/>
                </a:lnTo>
                <a:lnTo>
                  <a:pt x="13716" y="41148"/>
                </a:lnTo>
                <a:lnTo>
                  <a:pt x="13716" y="41910"/>
                </a:lnTo>
                <a:lnTo>
                  <a:pt x="11430" y="37338"/>
                </a:lnTo>
                <a:lnTo>
                  <a:pt x="11430" y="38100"/>
                </a:lnTo>
                <a:lnTo>
                  <a:pt x="10668" y="35814"/>
                </a:lnTo>
                <a:lnTo>
                  <a:pt x="9906" y="34290"/>
                </a:lnTo>
                <a:lnTo>
                  <a:pt x="9906" y="51054"/>
                </a:lnTo>
                <a:lnTo>
                  <a:pt x="11430" y="52578"/>
                </a:lnTo>
                <a:lnTo>
                  <a:pt x="15240" y="55626"/>
                </a:lnTo>
                <a:lnTo>
                  <a:pt x="16002" y="55626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6002"/>
                </a:moveTo>
                <a:lnTo>
                  <a:pt x="16763" y="16002"/>
                </a:lnTo>
                <a:lnTo>
                  <a:pt x="16763" y="16764"/>
                </a:lnTo>
                <a:lnTo>
                  <a:pt x="17526" y="16002"/>
                </a:lnTo>
                <a:close/>
              </a:path>
              <a:path w="70485" h="60325">
                <a:moveTo>
                  <a:pt x="21336" y="47244"/>
                </a:moveTo>
                <a:lnTo>
                  <a:pt x="16763" y="44196"/>
                </a:lnTo>
                <a:lnTo>
                  <a:pt x="17526" y="44958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4"/>
                </a:lnTo>
                <a:lnTo>
                  <a:pt x="21336" y="47244"/>
                </a:lnTo>
                <a:close/>
              </a:path>
              <a:path w="70485" h="60325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60325">
                <a:moveTo>
                  <a:pt x="25146" y="59436"/>
                </a:moveTo>
                <a:lnTo>
                  <a:pt x="25146" y="49530"/>
                </a:lnTo>
                <a:lnTo>
                  <a:pt x="20574" y="47244"/>
                </a:lnTo>
                <a:lnTo>
                  <a:pt x="20574" y="57585"/>
                </a:lnTo>
                <a:lnTo>
                  <a:pt x="21336" y="57912"/>
                </a:lnTo>
                <a:lnTo>
                  <a:pt x="22098" y="57912"/>
                </a:lnTo>
                <a:lnTo>
                  <a:pt x="22098" y="58674"/>
                </a:lnTo>
                <a:lnTo>
                  <a:pt x="25146" y="59436"/>
                </a:lnTo>
                <a:close/>
              </a:path>
              <a:path w="70485" h="60325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60325">
                <a:moveTo>
                  <a:pt x="30480" y="50292"/>
                </a:moveTo>
                <a:lnTo>
                  <a:pt x="24384" y="48768"/>
                </a:lnTo>
                <a:lnTo>
                  <a:pt x="25146" y="49530"/>
                </a:lnTo>
                <a:lnTo>
                  <a:pt x="25146" y="59436"/>
                </a:lnTo>
                <a:lnTo>
                  <a:pt x="28194" y="60198"/>
                </a:lnTo>
                <a:lnTo>
                  <a:pt x="29718" y="60198"/>
                </a:lnTo>
                <a:lnTo>
                  <a:pt x="29718" y="50292"/>
                </a:lnTo>
                <a:lnTo>
                  <a:pt x="30480" y="50292"/>
                </a:lnTo>
                <a:close/>
              </a:path>
              <a:path w="70485" h="60325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60325">
                <a:moveTo>
                  <a:pt x="35814" y="60198"/>
                </a:moveTo>
                <a:lnTo>
                  <a:pt x="35814" y="51054"/>
                </a:lnTo>
                <a:lnTo>
                  <a:pt x="35052" y="51054"/>
                </a:lnTo>
                <a:lnTo>
                  <a:pt x="29718" y="50292"/>
                </a:lnTo>
                <a:lnTo>
                  <a:pt x="29718" y="60198"/>
                </a:lnTo>
                <a:lnTo>
                  <a:pt x="35814" y="60198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8"/>
                </a:moveTo>
                <a:lnTo>
                  <a:pt x="41148" y="50292"/>
                </a:lnTo>
                <a:lnTo>
                  <a:pt x="35433" y="51006"/>
                </a:lnTo>
                <a:lnTo>
                  <a:pt x="35814" y="51054"/>
                </a:lnTo>
                <a:lnTo>
                  <a:pt x="35814" y="60198"/>
                </a:lnTo>
                <a:lnTo>
                  <a:pt x="41148" y="60198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8"/>
                </a:moveTo>
                <a:lnTo>
                  <a:pt x="40386" y="50292"/>
                </a:lnTo>
                <a:lnTo>
                  <a:pt x="41148" y="50292"/>
                </a:lnTo>
                <a:lnTo>
                  <a:pt x="41148" y="60198"/>
                </a:lnTo>
                <a:lnTo>
                  <a:pt x="42672" y="60198"/>
                </a:lnTo>
                <a:lnTo>
                  <a:pt x="44958" y="59544"/>
                </a:lnTo>
                <a:lnTo>
                  <a:pt x="44958" y="49530"/>
                </a:lnTo>
                <a:lnTo>
                  <a:pt x="45720" y="48768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4"/>
                </a:lnTo>
                <a:lnTo>
                  <a:pt x="44958" y="49530"/>
                </a:lnTo>
                <a:lnTo>
                  <a:pt x="44958" y="59544"/>
                </a:lnTo>
                <a:lnTo>
                  <a:pt x="48006" y="58674"/>
                </a:lnTo>
                <a:lnTo>
                  <a:pt x="48006" y="57912"/>
                </a:lnTo>
                <a:lnTo>
                  <a:pt x="48768" y="57912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4"/>
                </a:lnTo>
                <a:lnTo>
                  <a:pt x="50292" y="47244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8"/>
                </a:lnTo>
                <a:lnTo>
                  <a:pt x="53775" y="44413"/>
                </a:lnTo>
                <a:close/>
              </a:path>
              <a:path w="70485" h="60325">
                <a:moveTo>
                  <a:pt x="64008" y="48006"/>
                </a:moveTo>
                <a:lnTo>
                  <a:pt x="64008" y="12954"/>
                </a:lnTo>
                <a:lnTo>
                  <a:pt x="63246" y="12954"/>
                </a:lnTo>
                <a:lnTo>
                  <a:pt x="60198" y="9144"/>
                </a:lnTo>
                <a:lnTo>
                  <a:pt x="59436" y="9144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5334"/>
                </a:lnTo>
                <a:lnTo>
                  <a:pt x="54102" y="16002"/>
                </a:lnTo>
                <a:lnTo>
                  <a:pt x="53340" y="16002"/>
                </a:lnTo>
                <a:lnTo>
                  <a:pt x="56388" y="19812"/>
                </a:lnTo>
                <a:lnTo>
                  <a:pt x="56388" y="19050"/>
                </a:lnTo>
                <a:lnTo>
                  <a:pt x="58674" y="22860"/>
                </a:lnTo>
                <a:lnTo>
                  <a:pt x="58674" y="22098"/>
                </a:lnTo>
                <a:lnTo>
                  <a:pt x="60198" y="26670"/>
                </a:lnTo>
                <a:lnTo>
                  <a:pt x="60198" y="51816"/>
                </a:lnTo>
                <a:lnTo>
                  <a:pt x="63246" y="48006"/>
                </a:lnTo>
                <a:lnTo>
                  <a:pt x="64008" y="48006"/>
                </a:lnTo>
                <a:close/>
              </a:path>
              <a:path w="70485" h="60325">
                <a:moveTo>
                  <a:pt x="54102" y="44196"/>
                </a:moveTo>
                <a:lnTo>
                  <a:pt x="53775" y="44413"/>
                </a:lnTo>
                <a:lnTo>
                  <a:pt x="53340" y="44958"/>
                </a:lnTo>
                <a:lnTo>
                  <a:pt x="54102" y="44196"/>
                </a:lnTo>
                <a:close/>
              </a:path>
              <a:path w="70485" h="60325">
                <a:moveTo>
                  <a:pt x="54102" y="55626"/>
                </a:moveTo>
                <a:lnTo>
                  <a:pt x="54102" y="44196"/>
                </a:lnTo>
                <a:lnTo>
                  <a:pt x="53340" y="44958"/>
                </a:lnTo>
                <a:lnTo>
                  <a:pt x="53340" y="55952"/>
                </a:lnTo>
                <a:lnTo>
                  <a:pt x="54102" y="55626"/>
                </a:lnTo>
                <a:close/>
              </a:path>
              <a:path w="70485" h="60325">
                <a:moveTo>
                  <a:pt x="60198" y="51816"/>
                </a:moveTo>
                <a:lnTo>
                  <a:pt x="60198" y="33528"/>
                </a:lnTo>
                <a:lnTo>
                  <a:pt x="58674" y="38862"/>
                </a:lnTo>
                <a:lnTo>
                  <a:pt x="58674" y="37338"/>
                </a:lnTo>
                <a:lnTo>
                  <a:pt x="56388" y="41910"/>
                </a:lnTo>
                <a:lnTo>
                  <a:pt x="56388" y="41148"/>
                </a:lnTo>
                <a:lnTo>
                  <a:pt x="53775" y="44413"/>
                </a:lnTo>
                <a:lnTo>
                  <a:pt x="54102" y="44196"/>
                </a:lnTo>
                <a:lnTo>
                  <a:pt x="54102" y="55626"/>
                </a:lnTo>
                <a:lnTo>
                  <a:pt x="54864" y="55626"/>
                </a:lnTo>
                <a:lnTo>
                  <a:pt x="59436" y="52578"/>
                </a:lnTo>
                <a:lnTo>
                  <a:pt x="59436" y="51816"/>
                </a:lnTo>
                <a:lnTo>
                  <a:pt x="60198" y="51816"/>
                </a:lnTo>
                <a:close/>
              </a:path>
              <a:path w="70485" h="60325">
                <a:moveTo>
                  <a:pt x="67056" y="42672"/>
                </a:moveTo>
                <a:lnTo>
                  <a:pt x="67056" y="17526"/>
                </a:lnTo>
                <a:lnTo>
                  <a:pt x="64008" y="13716"/>
                </a:lnTo>
                <a:lnTo>
                  <a:pt x="64008" y="47244"/>
                </a:lnTo>
                <a:lnTo>
                  <a:pt x="67056" y="42672"/>
                </a:lnTo>
                <a:close/>
              </a:path>
              <a:path w="70485" h="60325">
                <a:moveTo>
                  <a:pt x="69342" y="37338"/>
                </a:moveTo>
                <a:lnTo>
                  <a:pt x="69342" y="23622"/>
                </a:lnTo>
                <a:lnTo>
                  <a:pt x="67056" y="19050"/>
                </a:lnTo>
                <a:lnTo>
                  <a:pt x="67056" y="41910"/>
                </a:lnTo>
                <a:lnTo>
                  <a:pt x="69342" y="37338"/>
                </a:lnTo>
                <a:close/>
              </a:path>
              <a:path w="70485" h="60325">
                <a:moveTo>
                  <a:pt x="70104" y="33528"/>
                </a:moveTo>
                <a:lnTo>
                  <a:pt x="70104" y="26670"/>
                </a:lnTo>
                <a:lnTo>
                  <a:pt x="69342" y="24384"/>
                </a:lnTo>
                <a:lnTo>
                  <a:pt x="69342" y="36576"/>
                </a:lnTo>
                <a:lnTo>
                  <a:pt x="7010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3" name="object 27">
            <a:extLst>
              <a:ext uri="{FF2B5EF4-FFF2-40B4-BE49-F238E27FC236}">
                <a16:creationId xmlns:a16="http://schemas.microsoft.com/office/drawing/2014/main" id="{17F8AFA4-DEC4-4094-A75D-A041D15ACCF1}"/>
              </a:ext>
            </a:extLst>
          </p:cNvPr>
          <p:cNvSpPr/>
          <p:nvPr/>
        </p:nvSpPr>
        <p:spPr>
          <a:xfrm>
            <a:off x="5746190" y="4627235"/>
            <a:ext cx="73511" cy="681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5" name="object 28">
            <a:extLst>
              <a:ext uri="{FF2B5EF4-FFF2-40B4-BE49-F238E27FC236}">
                <a16:creationId xmlns:a16="http://schemas.microsoft.com/office/drawing/2014/main" id="{2F991F91-E449-4413-A0E9-89503EFA2447}"/>
              </a:ext>
            </a:extLst>
          </p:cNvPr>
          <p:cNvSpPr/>
          <p:nvPr/>
        </p:nvSpPr>
        <p:spPr>
          <a:xfrm>
            <a:off x="8235688" y="3198373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906"/>
                </a:moveTo>
                <a:lnTo>
                  <a:pt x="18288" y="15906"/>
                </a:lnTo>
                <a:lnTo>
                  <a:pt x="18288" y="5238"/>
                </a:lnTo>
                <a:lnTo>
                  <a:pt x="12954" y="8286"/>
                </a:lnTo>
                <a:lnTo>
                  <a:pt x="12954" y="9048"/>
                </a:lnTo>
                <a:lnTo>
                  <a:pt x="8382" y="12858"/>
                </a:lnTo>
                <a:lnTo>
                  <a:pt x="7620" y="12858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1524" y="24288"/>
                </a:lnTo>
                <a:lnTo>
                  <a:pt x="0" y="28860"/>
                </a:lnTo>
                <a:lnTo>
                  <a:pt x="0" y="35718"/>
                </a:lnTo>
                <a:lnTo>
                  <a:pt x="1524" y="41814"/>
                </a:lnTo>
                <a:lnTo>
                  <a:pt x="4572" y="47910"/>
                </a:lnTo>
                <a:lnTo>
                  <a:pt x="6096" y="50196"/>
                </a:lnTo>
                <a:lnTo>
                  <a:pt x="7620" y="51720"/>
                </a:lnTo>
                <a:lnTo>
                  <a:pt x="7620" y="52482"/>
                </a:lnTo>
                <a:lnTo>
                  <a:pt x="8382" y="52482"/>
                </a:lnTo>
                <a:lnTo>
                  <a:pt x="9906" y="53701"/>
                </a:lnTo>
                <a:lnTo>
                  <a:pt x="9906" y="31146"/>
                </a:lnTo>
                <a:lnTo>
                  <a:pt x="10668" y="26574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8954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62229">
                <a:moveTo>
                  <a:pt x="18288" y="58578"/>
                </a:moveTo>
                <a:lnTo>
                  <a:pt x="18288" y="48672"/>
                </a:lnTo>
                <a:lnTo>
                  <a:pt x="14478" y="44862"/>
                </a:lnTo>
                <a:lnTo>
                  <a:pt x="14478" y="45624"/>
                </a:lnTo>
                <a:lnTo>
                  <a:pt x="12954" y="44100"/>
                </a:lnTo>
                <a:lnTo>
                  <a:pt x="12192" y="41814"/>
                </a:lnTo>
                <a:lnTo>
                  <a:pt x="10668" y="40290"/>
                </a:lnTo>
                <a:lnTo>
                  <a:pt x="10668" y="38766"/>
                </a:lnTo>
                <a:lnTo>
                  <a:pt x="9906" y="36480"/>
                </a:lnTo>
                <a:lnTo>
                  <a:pt x="9906" y="53701"/>
                </a:lnTo>
                <a:lnTo>
                  <a:pt x="12192" y="55530"/>
                </a:lnTo>
                <a:lnTo>
                  <a:pt x="12192" y="56292"/>
                </a:lnTo>
                <a:lnTo>
                  <a:pt x="12954" y="56292"/>
                </a:lnTo>
                <a:lnTo>
                  <a:pt x="17526" y="58578"/>
                </a:lnTo>
                <a:lnTo>
                  <a:pt x="18288" y="58578"/>
                </a:lnTo>
                <a:close/>
              </a:path>
              <a:path w="68579" h="62229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62229">
                <a:moveTo>
                  <a:pt x="22098" y="50196"/>
                </a:moveTo>
                <a:lnTo>
                  <a:pt x="17526" y="47910"/>
                </a:lnTo>
                <a:lnTo>
                  <a:pt x="18288" y="48672"/>
                </a:lnTo>
                <a:lnTo>
                  <a:pt x="18288" y="59340"/>
                </a:lnTo>
                <a:lnTo>
                  <a:pt x="19050" y="59340"/>
                </a:lnTo>
                <a:lnTo>
                  <a:pt x="21336" y="60102"/>
                </a:lnTo>
                <a:lnTo>
                  <a:pt x="21336" y="50196"/>
                </a:lnTo>
                <a:lnTo>
                  <a:pt x="22098" y="50196"/>
                </a:lnTo>
                <a:close/>
              </a:path>
              <a:path w="68579" h="62229">
                <a:moveTo>
                  <a:pt x="60960" y="48672"/>
                </a:moveTo>
                <a:lnTo>
                  <a:pt x="60960" y="8286"/>
                </a:lnTo>
                <a:lnTo>
                  <a:pt x="56388" y="5238"/>
                </a:lnTo>
                <a:lnTo>
                  <a:pt x="55626" y="5238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146" y="2190"/>
                </a:lnTo>
                <a:lnTo>
                  <a:pt x="24384" y="2190"/>
                </a:lnTo>
                <a:lnTo>
                  <a:pt x="19050" y="4476"/>
                </a:lnTo>
                <a:lnTo>
                  <a:pt x="18288" y="4476"/>
                </a:lnTo>
                <a:lnTo>
                  <a:pt x="18288" y="15906"/>
                </a:lnTo>
                <a:lnTo>
                  <a:pt x="23622" y="12858"/>
                </a:lnTo>
                <a:lnTo>
                  <a:pt x="23622" y="13185"/>
                </a:lnTo>
                <a:lnTo>
                  <a:pt x="28194" y="10572"/>
                </a:lnTo>
                <a:lnTo>
                  <a:pt x="28194" y="11144"/>
                </a:lnTo>
                <a:lnTo>
                  <a:pt x="32766" y="10001"/>
                </a:lnTo>
                <a:lnTo>
                  <a:pt x="32766" y="9810"/>
                </a:lnTo>
                <a:lnTo>
                  <a:pt x="37338" y="9239"/>
                </a:lnTo>
                <a:lnTo>
                  <a:pt x="37338" y="9048"/>
                </a:lnTo>
                <a:lnTo>
                  <a:pt x="38862" y="9048"/>
                </a:lnTo>
                <a:lnTo>
                  <a:pt x="38862" y="9239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987"/>
                </a:lnTo>
                <a:lnTo>
                  <a:pt x="50292" y="12967"/>
                </a:lnTo>
                <a:lnTo>
                  <a:pt x="51816" y="13620"/>
                </a:lnTo>
                <a:lnTo>
                  <a:pt x="51816" y="13874"/>
                </a:lnTo>
                <a:lnTo>
                  <a:pt x="54102" y="15398"/>
                </a:lnTo>
                <a:lnTo>
                  <a:pt x="54102" y="15144"/>
                </a:lnTo>
                <a:lnTo>
                  <a:pt x="54864" y="15906"/>
                </a:lnTo>
                <a:lnTo>
                  <a:pt x="54864" y="16097"/>
                </a:lnTo>
                <a:lnTo>
                  <a:pt x="57150" y="18954"/>
                </a:lnTo>
                <a:lnTo>
                  <a:pt x="57150" y="20097"/>
                </a:lnTo>
                <a:lnTo>
                  <a:pt x="57912" y="21240"/>
                </a:lnTo>
                <a:lnTo>
                  <a:pt x="58674" y="22764"/>
                </a:lnTo>
                <a:lnTo>
                  <a:pt x="59436" y="25050"/>
                </a:lnTo>
                <a:lnTo>
                  <a:pt x="59436" y="49434"/>
                </a:lnTo>
                <a:lnTo>
                  <a:pt x="60198" y="48672"/>
                </a:lnTo>
                <a:lnTo>
                  <a:pt x="60960" y="48672"/>
                </a:lnTo>
                <a:close/>
              </a:path>
              <a:path w="68579" h="62229">
                <a:moveTo>
                  <a:pt x="26670" y="61150"/>
                </a:moveTo>
                <a:lnTo>
                  <a:pt x="26670" y="51720"/>
                </a:lnTo>
                <a:lnTo>
                  <a:pt x="21336" y="50196"/>
                </a:lnTo>
                <a:lnTo>
                  <a:pt x="21336" y="60102"/>
                </a:lnTo>
                <a:lnTo>
                  <a:pt x="23622" y="60864"/>
                </a:lnTo>
                <a:lnTo>
                  <a:pt x="25146" y="60960"/>
                </a:lnTo>
                <a:lnTo>
                  <a:pt x="26670" y="61150"/>
                </a:lnTo>
                <a:close/>
              </a:path>
              <a:path w="68579" h="62229">
                <a:moveTo>
                  <a:pt x="23622" y="13185"/>
                </a:moveTo>
                <a:lnTo>
                  <a:pt x="23622" y="12858"/>
                </a:lnTo>
                <a:lnTo>
                  <a:pt x="22860" y="13620"/>
                </a:lnTo>
                <a:lnTo>
                  <a:pt x="23622" y="13185"/>
                </a:lnTo>
                <a:close/>
              </a:path>
              <a:path w="68579" h="62229">
                <a:moveTo>
                  <a:pt x="36576" y="60960"/>
                </a:moveTo>
                <a:lnTo>
                  <a:pt x="36576" y="51720"/>
                </a:lnTo>
                <a:lnTo>
                  <a:pt x="30480" y="51720"/>
                </a:lnTo>
                <a:lnTo>
                  <a:pt x="25908" y="50958"/>
                </a:lnTo>
                <a:lnTo>
                  <a:pt x="26670" y="51720"/>
                </a:lnTo>
                <a:lnTo>
                  <a:pt x="26670" y="61150"/>
                </a:lnTo>
                <a:lnTo>
                  <a:pt x="30480" y="61626"/>
                </a:lnTo>
                <a:lnTo>
                  <a:pt x="32004" y="61531"/>
                </a:lnTo>
                <a:lnTo>
                  <a:pt x="36576" y="60960"/>
                </a:lnTo>
                <a:close/>
              </a:path>
              <a:path w="68579" h="62229">
                <a:moveTo>
                  <a:pt x="28194" y="11144"/>
                </a:moveTo>
                <a:lnTo>
                  <a:pt x="28194" y="10572"/>
                </a:lnTo>
                <a:lnTo>
                  <a:pt x="27432" y="11334"/>
                </a:lnTo>
                <a:lnTo>
                  <a:pt x="28194" y="11144"/>
                </a:lnTo>
                <a:close/>
              </a:path>
              <a:path w="68579" h="62229">
                <a:moveTo>
                  <a:pt x="31242" y="51720"/>
                </a:moveTo>
                <a:lnTo>
                  <a:pt x="30480" y="51611"/>
                </a:lnTo>
                <a:lnTo>
                  <a:pt x="31242" y="51720"/>
                </a:lnTo>
                <a:close/>
              </a:path>
              <a:path w="68579" h="62229">
                <a:moveTo>
                  <a:pt x="33528" y="9810"/>
                </a:moveTo>
                <a:lnTo>
                  <a:pt x="32766" y="9810"/>
                </a:lnTo>
                <a:lnTo>
                  <a:pt x="32766" y="10001"/>
                </a:lnTo>
                <a:lnTo>
                  <a:pt x="33528" y="9810"/>
                </a:lnTo>
                <a:close/>
              </a:path>
              <a:path w="68579" h="62229">
                <a:moveTo>
                  <a:pt x="41148" y="59993"/>
                </a:moveTo>
                <a:lnTo>
                  <a:pt x="41148" y="50196"/>
                </a:lnTo>
                <a:lnTo>
                  <a:pt x="35814" y="51720"/>
                </a:lnTo>
                <a:lnTo>
                  <a:pt x="36576" y="51720"/>
                </a:lnTo>
                <a:lnTo>
                  <a:pt x="36576" y="60960"/>
                </a:lnTo>
                <a:lnTo>
                  <a:pt x="38100" y="60864"/>
                </a:lnTo>
                <a:lnTo>
                  <a:pt x="41148" y="59993"/>
                </a:lnTo>
                <a:close/>
              </a:path>
              <a:path w="68579" h="62229">
                <a:moveTo>
                  <a:pt x="38100" y="9144"/>
                </a:moveTo>
                <a:lnTo>
                  <a:pt x="37338" y="9048"/>
                </a:lnTo>
                <a:lnTo>
                  <a:pt x="37338" y="9239"/>
                </a:lnTo>
                <a:lnTo>
                  <a:pt x="38100" y="9144"/>
                </a:lnTo>
                <a:close/>
              </a:path>
              <a:path w="68579" h="62229">
                <a:moveTo>
                  <a:pt x="38862" y="9239"/>
                </a:moveTo>
                <a:lnTo>
                  <a:pt x="38862" y="9048"/>
                </a:lnTo>
                <a:lnTo>
                  <a:pt x="38100" y="9144"/>
                </a:lnTo>
                <a:lnTo>
                  <a:pt x="38862" y="9239"/>
                </a:lnTo>
                <a:close/>
              </a:path>
              <a:path w="68579" h="62229">
                <a:moveTo>
                  <a:pt x="46482" y="58197"/>
                </a:moveTo>
                <a:lnTo>
                  <a:pt x="46482" y="47910"/>
                </a:lnTo>
                <a:lnTo>
                  <a:pt x="40386" y="50196"/>
                </a:lnTo>
                <a:lnTo>
                  <a:pt x="41148" y="50196"/>
                </a:lnTo>
                <a:lnTo>
                  <a:pt x="41148" y="59993"/>
                </a:lnTo>
                <a:lnTo>
                  <a:pt x="43434" y="59340"/>
                </a:lnTo>
                <a:lnTo>
                  <a:pt x="44196" y="59340"/>
                </a:lnTo>
                <a:lnTo>
                  <a:pt x="46482" y="58197"/>
                </a:lnTo>
                <a:close/>
              </a:path>
              <a:path w="68579" h="62229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62229">
                <a:moveTo>
                  <a:pt x="50292" y="44862"/>
                </a:moveTo>
                <a:lnTo>
                  <a:pt x="45720" y="47910"/>
                </a:lnTo>
                <a:lnTo>
                  <a:pt x="46482" y="47910"/>
                </a:lnTo>
                <a:lnTo>
                  <a:pt x="46482" y="58197"/>
                </a:lnTo>
                <a:lnTo>
                  <a:pt x="49530" y="56673"/>
                </a:lnTo>
                <a:lnTo>
                  <a:pt x="49530" y="45624"/>
                </a:lnTo>
                <a:lnTo>
                  <a:pt x="50292" y="44862"/>
                </a:lnTo>
                <a:close/>
              </a:path>
              <a:path w="68579" h="62229">
                <a:moveTo>
                  <a:pt x="48006" y="11987"/>
                </a:moveTo>
                <a:lnTo>
                  <a:pt x="48006" y="11334"/>
                </a:lnTo>
                <a:lnTo>
                  <a:pt x="46482" y="11334"/>
                </a:lnTo>
                <a:lnTo>
                  <a:pt x="48006" y="11987"/>
                </a:lnTo>
                <a:close/>
              </a:path>
              <a:path w="68579" h="62229">
                <a:moveTo>
                  <a:pt x="53530" y="42291"/>
                </a:moveTo>
                <a:lnTo>
                  <a:pt x="49530" y="45624"/>
                </a:lnTo>
                <a:lnTo>
                  <a:pt x="49530" y="56673"/>
                </a:lnTo>
                <a:lnTo>
                  <a:pt x="50292" y="56292"/>
                </a:lnTo>
                <a:lnTo>
                  <a:pt x="51054" y="56292"/>
                </a:lnTo>
                <a:lnTo>
                  <a:pt x="53340" y="54768"/>
                </a:lnTo>
                <a:lnTo>
                  <a:pt x="53340" y="42576"/>
                </a:lnTo>
                <a:lnTo>
                  <a:pt x="53530" y="42291"/>
                </a:lnTo>
                <a:close/>
              </a:path>
              <a:path w="68579" h="62229">
                <a:moveTo>
                  <a:pt x="51816" y="13620"/>
                </a:moveTo>
                <a:lnTo>
                  <a:pt x="50292" y="12858"/>
                </a:lnTo>
                <a:lnTo>
                  <a:pt x="50749" y="13163"/>
                </a:lnTo>
                <a:lnTo>
                  <a:pt x="51816" y="13620"/>
                </a:lnTo>
                <a:close/>
              </a:path>
              <a:path w="68579" h="62229">
                <a:moveTo>
                  <a:pt x="50749" y="13163"/>
                </a:moveTo>
                <a:lnTo>
                  <a:pt x="50292" y="12858"/>
                </a:lnTo>
                <a:lnTo>
                  <a:pt x="50749" y="13163"/>
                </a:lnTo>
                <a:close/>
              </a:path>
              <a:path w="68579" h="62229">
                <a:moveTo>
                  <a:pt x="51816" y="13874"/>
                </a:moveTo>
                <a:lnTo>
                  <a:pt x="51816" y="13620"/>
                </a:lnTo>
                <a:lnTo>
                  <a:pt x="50749" y="13163"/>
                </a:lnTo>
                <a:lnTo>
                  <a:pt x="51816" y="13874"/>
                </a:lnTo>
                <a:close/>
              </a:path>
              <a:path w="68579" h="62229">
                <a:moveTo>
                  <a:pt x="54102" y="41814"/>
                </a:moveTo>
                <a:lnTo>
                  <a:pt x="53530" y="42291"/>
                </a:lnTo>
                <a:lnTo>
                  <a:pt x="53340" y="42576"/>
                </a:lnTo>
                <a:lnTo>
                  <a:pt x="54102" y="41814"/>
                </a:lnTo>
                <a:close/>
              </a:path>
              <a:path w="68579" h="62229">
                <a:moveTo>
                  <a:pt x="54102" y="54260"/>
                </a:moveTo>
                <a:lnTo>
                  <a:pt x="54102" y="41814"/>
                </a:lnTo>
                <a:lnTo>
                  <a:pt x="53340" y="42576"/>
                </a:lnTo>
                <a:lnTo>
                  <a:pt x="53340" y="54768"/>
                </a:lnTo>
                <a:lnTo>
                  <a:pt x="54102" y="54260"/>
                </a:lnTo>
                <a:close/>
              </a:path>
              <a:path w="68579" h="62229">
                <a:moveTo>
                  <a:pt x="58674" y="50196"/>
                </a:moveTo>
                <a:lnTo>
                  <a:pt x="58674" y="34194"/>
                </a:lnTo>
                <a:lnTo>
                  <a:pt x="56388" y="38766"/>
                </a:lnTo>
                <a:lnTo>
                  <a:pt x="56388" y="38004"/>
                </a:lnTo>
                <a:lnTo>
                  <a:pt x="53530" y="42291"/>
                </a:lnTo>
                <a:lnTo>
                  <a:pt x="54102" y="41814"/>
                </a:lnTo>
                <a:lnTo>
                  <a:pt x="54102" y="54260"/>
                </a:lnTo>
                <a:lnTo>
                  <a:pt x="55626" y="53244"/>
                </a:lnTo>
                <a:lnTo>
                  <a:pt x="58674" y="50196"/>
                </a:lnTo>
                <a:close/>
              </a:path>
              <a:path w="68579" h="62229">
                <a:moveTo>
                  <a:pt x="54864" y="15906"/>
                </a:moveTo>
                <a:lnTo>
                  <a:pt x="54102" y="15144"/>
                </a:lnTo>
                <a:lnTo>
                  <a:pt x="54537" y="15689"/>
                </a:lnTo>
                <a:lnTo>
                  <a:pt x="54864" y="15906"/>
                </a:lnTo>
                <a:close/>
              </a:path>
              <a:path w="68579" h="62229">
                <a:moveTo>
                  <a:pt x="54537" y="15689"/>
                </a:moveTo>
                <a:lnTo>
                  <a:pt x="54102" y="15144"/>
                </a:lnTo>
                <a:lnTo>
                  <a:pt x="54102" y="15398"/>
                </a:lnTo>
                <a:lnTo>
                  <a:pt x="54537" y="15689"/>
                </a:lnTo>
                <a:close/>
              </a:path>
              <a:path w="68579" h="62229">
                <a:moveTo>
                  <a:pt x="54864" y="16097"/>
                </a:moveTo>
                <a:lnTo>
                  <a:pt x="54864" y="15906"/>
                </a:lnTo>
                <a:lnTo>
                  <a:pt x="54537" y="15689"/>
                </a:lnTo>
                <a:lnTo>
                  <a:pt x="54864" y="16097"/>
                </a:lnTo>
                <a:close/>
              </a:path>
              <a:path w="68579" h="62229">
                <a:moveTo>
                  <a:pt x="57150" y="20097"/>
                </a:moveTo>
                <a:lnTo>
                  <a:pt x="57150" y="18954"/>
                </a:lnTo>
                <a:lnTo>
                  <a:pt x="56388" y="18954"/>
                </a:lnTo>
                <a:lnTo>
                  <a:pt x="57150" y="20097"/>
                </a:lnTo>
                <a:close/>
              </a:path>
              <a:path w="68579" h="62229">
                <a:moveTo>
                  <a:pt x="59436" y="49434"/>
                </a:moveTo>
                <a:lnTo>
                  <a:pt x="59436" y="29622"/>
                </a:lnTo>
                <a:lnTo>
                  <a:pt x="57912" y="34956"/>
                </a:lnTo>
                <a:lnTo>
                  <a:pt x="58674" y="34194"/>
                </a:lnTo>
                <a:lnTo>
                  <a:pt x="58674" y="50196"/>
                </a:lnTo>
                <a:lnTo>
                  <a:pt x="59436" y="49434"/>
                </a:lnTo>
                <a:close/>
              </a:path>
              <a:path w="68579" h="62229">
                <a:moveTo>
                  <a:pt x="68580" y="31908"/>
                </a:moveTo>
                <a:lnTo>
                  <a:pt x="68580" y="22002"/>
                </a:lnTo>
                <a:lnTo>
                  <a:pt x="67818" y="18954"/>
                </a:lnTo>
                <a:lnTo>
                  <a:pt x="66294" y="15906"/>
                </a:lnTo>
                <a:lnTo>
                  <a:pt x="61722" y="9048"/>
                </a:lnTo>
                <a:lnTo>
                  <a:pt x="60960" y="9048"/>
                </a:lnTo>
                <a:lnTo>
                  <a:pt x="60960" y="47910"/>
                </a:lnTo>
                <a:lnTo>
                  <a:pt x="64008" y="43338"/>
                </a:lnTo>
                <a:lnTo>
                  <a:pt x="64770" y="43338"/>
                </a:lnTo>
                <a:lnTo>
                  <a:pt x="64770" y="42576"/>
                </a:lnTo>
                <a:lnTo>
                  <a:pt x="67056" y="38004"/>
                </a:lnTo>
                <a:lnTo>
                  <a:pt x="67056" y="37242"/>
                </a:lnTo>
                <a:lnTo>
                  <a:pt x="68580" y="31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29">
            <a:extLst>
              <a:ext uri="{FF2B5EF4-FFF2-40B4-BE49-F238E27FC236}">
                <a16:creationId xmlns:a16="http://schemas.microsoft.com/office/drawing/2014/main" id="{7FB6C06B-5167-425F-98AC-BD76F588CFC2}"/>
              </a:ext>
            </a:extLst>
          </p:cNvPr>
          <p:cNvSpPr/>
          <p:nvPr/>
        </p:nvSpPr>
        <p:spPr>
          <a:xfrm>
            <a:off x="7402867" y="4746594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893"/>
                </a:moveTo>
                <a:lnTo>
                  <a:pt x="18288" y="15893"/>
                </a:lnTo>
                <a:lnTo>
                  <a:pt x="18288" y="5225"/>
                </a:lnTo>
                <a:lnTo>
                  <a:pt x="12954" y="8273"/>
                </a:lnTo>
                <a:lnTo>
                  <a:pt x="8382" y="12845"/>
                </a:lnTo>
                <a:lnTo>
                  <a:pt x="7620" y="12845"/>
                </a:lnTo>
                <a:lnTo>
                  <a:pt x="7620" y="13607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4275"/>
                </a:lnTo>
                <a:lnTo>
                  <a:pt x="0" y="28847"/>
                </a:lnTo>
                <a:lnTo>
                  <a:pt x="0" y="35705"/>
                </a:lnTo>
                <a:lnTo>
                  <a:pt x="2286" y="44849"/>
                </a:lnTo>
                <a:lnTo>
                  <a:pt x="3810" y="47897"/>
                </a:lnTo>
                <a:lnTo>
                  <a:pt x="6096" y="50183"/>
                </a:lnTo>
                <a:lnTo>
                  <a:pt x="7620" y="52469"/>
                </a:lnTo>
                <a:lnTo>
                  <a:pt x="8382" y="52469"/>
                </a:lnTo>
                <a:lnTo>
                  <a:pt x="9144" y="53078"/>
                </a:lnTo>
                <a:lnTo>
                  <a:pt x="9144" y="31133"/>
                </a:lnTo>
                <a:lnTo>
                  <a:pt x="10668" y="26561"/>
                </a:lnTo>
                <a:lnTo>
                  <a:pt x="10668" y="27323"/>
                </a:lnTo>
                <a:lnTo>
                  <a:pt x="12192" y="24275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close/>
              </a:path>
              <a:path w="68579" h="62229">
                <a:moveTo>
                  <a:pt x="9906" y="30371"/>
                </a:moveTo>
                <a:lnTo>
                  <a:pt x="9144" y="31133"/>
                </a:lnTo>
                <a:lnTo>
                  <a:pt x="9144" y="32657"/>
                </a:lnTo>
                <a:lnTo>
                  <a:pt x="9906" y="30371"/>
                </a:lnTo>
                <a:close/>
              </a:path>
              <a:path w="68579" h="62229">
                <a:moveTo>
                  <a:pt x="18288" y="58565"/>
                </a:moveTo>
                <a:lnTo>
                  <a:pt x="18288" y="48659"/>
                </a:lnTo>
                <a:lnTo>
                  <a:pt x="14478" y="44849"/>
                </a:lnTo>
                <a:lnTo>
                  <a:pt x="14478" y="45611"/>
                </a:lnTo>
                <a:lnTo>
                  <a:pt x="12954" y="44087"/>
                </a:lnTo>
                <a:lnTo>
                  <a:pt x="12192" y="41801"/>
                </a:lnTo>
                <a:lnTo>
                  <a:pt x="10668" y="40277"/>
                </a:lnTo>
                <a:lnTo>
                  <a:pt x="9906" y="38753"/>
                </a:lnTo>
                <a:lnTo>
                  <a:pt x="9906" y="36467"/>
                </a:lnTo>
                <a:lnTo>
                  <a:pt x="9144" y="34943"/>
                </a:lnTo>
                <a:lnTo>
                  <a:pt x="9144" y="53078"/>
                </a:lnTo>
                <a:lnTo>
                  <a:pt x="12192" y="55517"/>
                </a:lnTo>
                <a:lnTo>
                  <a:pt x="12192" y="56279"/>
                </a:lnTo>
                <a:lnTo>
                  <a:pt x="12954" y="56279"/>
                </a:lnTo>
                <a:lnTo>
                  <a:pt x="17526" y="58565"/>
                </a:lnTo>
                <a:lnTo>
                  <a:pt x="18288" y="58565"/>
                </a:lnTo>
                <a:close/>
              </a:path>
              <a:path w="68579" h="62229">
                <a:moveTo>
                  <a:pt x="12954" y="22751"/>
                </a:moveTo>
                <a:lnTo>
                  <a:pt x="12192" y="23513"/>
                </a:lnTo>
                <a:lnTo>
                  <a:pt x="12192" y="24275"/>
                </a:lnTo>
                <a:lnTo>
                  <a:pt x="12954" y="22751"/>
                </a:lnTo>
                <a:close/>
              </a:path>
              <a:path w="68579" h="62229">
                <a:moveTo>
                  <a:pt x="22098" y="50183"/>
                </a:moveTo>
                <a:lnTo>
                  <a:pt x="17526" y="47897"/>
                </a:lnTo>
                <a:lnTo>
                  <a:pt x="18288" y="48659"/>
                </a:lnTo>
                <a:lnTo>
                  <a:pt x="18288" y="59327"/>
                </a:lnTo>
                <a:lnTo>
                  <a:pt x="21336" y="60198"/>
                </a:lnTo>
                <a:lnTo>
                  <a:pt x="21336" y="50183"/>
                </a:lnTo>
                <a:lnTo>
                  <a:pt x="22098" y="50183"/>
                </a:lnTo>
                <a:close/>
              </a:path>
              <a:path w="68579" h="62229">
                <a:moveTo>
                  <a:pt x="60960" y="48659"/>
                </a:moveTo>
                <a:lnTo>
                  <a:pt x="60960" y="9035"/>
                </a:lnTo>
                <a:lnTo>
                  <a:pt x="60198" y="9035"/>
                </a:lnTo>
                <a:lnTo>
                  <a:pt x="56388" y="5225"/>
                </a:lnTo>
                <a:lnTo>
                  <a:pt x="55626" y="5225"/>
                </a:lnTo>
                <a:lnTo>
                  <a:pt x="51054" y="2939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4463"/>
                </a:lnTo>
                <a:lnTo>
                  <a:pt x="18288" y="4463"/>
                </a:lnTo>
                <a:lnTo>
                  <a:pt x="18288" y="15893"/>
                </a:lnTo>
                <a:lnTo>
                  <a:pt x="23622" y="12845"/>
                </a:lnTo>
                <a:lnTo>
                  <a:pt x="23622" y="13280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232"/>
                </a:lnTo>
                <a:lnTo>
                  <a:pt x="47244" y="11321"/>
                </a:lnTo>
                <a:lnTo>
                  <a:pt x="47244" y="11702"/>
                </a:lnTo>
                <a:lnTo>
                  <a:pt x="50292" y="13226"/>
                </a:lnTo>
                <a:lnTo>
                  <a:pt x="50292" y="12845"/>
                </a:lnTo>
                <a:lnTo>
                  <a:pt x="54102" y="15385"/>
                </a:lnTo>
                <a:lnTo>
                  <a:pt x="54102" y="15131"/>
                </a:lnTo>
                <a:lnTo>
                  <a:pt x="54864" y="15893"/>
                </a:lnTo>
                <a:lnTo>
                  <a:pt x="54864" y="16274"/>
                </a:lnTo>
                <a:lnTo>
                  <a:pt x="57150" y="19703"/>
                </a:lnTo>
                <a:lnTo>
                  <a:pt x="57150" y="20084"/>
                </a:lnTo>
                <a:lnTo>
                  <a:pt x="57912" y="21227"/>
                </a:lnTo>
                <a:lnTo>
                  <a:pt x="58674" y="22751"/>
                </a:lnTo>
                <a:lnTo>
                  <a:pt x="58674" y="25037"/>
                </a:lnTo>
                <a:lnTo>
                  <a:pt x="59436" y="26561"/>
                </a:lnTo>
                <a:lnTo>
                  <a:pt x="59436" y="49421"/>
                </a:lnTo>
                <a:lnTo>
                  <a:pt x="60198" y="48659"/>
                </a:lnTo>
                <a:lnTo>
                  <a:pt x="60960" y="48659"/>
                </a:lnTo>
                <a:close/>
              </a:path>
              <a:path w="68579" h="62229">
                <a:moveTo>
                  <a:pt x="26670" y="61136"/>
                </a:moveTo>
                <a:lnTo>
                  <a:pt x="26670" y="51707"/>
                </a:lnTo>
                <a:lnTo>
                  <a:pt x="21336" y="50183"/>
                </a:lnTo>
                <a:lnTo>
                  <a:pt x="21336" y="60198"/>
                </a:lnTo>
                <a:lnTo>
                  <a:pt x="23622" y="60851"/>
                </a:lnTo>
                <a:lnTo>
                  <a:pt x="25146" y="60946"/>
                </a:lnTo>
                <a:lnTo>
                  <a:pt x="26670" y="61136"/>
                </a:lnTo>
                <a:close/>
              </a:path>
              <a:path w="68579" h="62229">
                <a:moveTo>
                  <a:pt x="23622" y="13280"/>
                </a:moveTo>
                <a:lnTo>
                  <a:pt x="23622" y="12845"/>
                </a:lnTo>
                <a:lnTo>
                  <a:pt x="22860" y="13607"/>
                </a:lnTo>
                <a:lnTo>
                  <a:pt x="23622" y="13280"/>
                </a:lnTo>
                <a:close/>
              </a:path>
              <a:path w="68579" h="62229">
                <a:moveTo>
                  <a:pt x="36576" y="60851"/>
                </a:moveTo>
                <a:lnTo>
                  <a:pt x="36576" y="51707"/>
                </a:lnTo>
                <a:lnTo>
                  <a:pt x="30480" y="51707"/>
                </a:lnTo>
                <a:lnTo>
                  <a:pt x="25908" y="50945"/>
                </a:lnTo>
                <a:lnTo>
                  <a:pt x="26670" y="51707"/>
                </a:lnTo>
                <a:lnTo>
                  <a:pt x="26670" y="61136"/>
                </a:lnTo>
                <a:lnTo>
                  <a:pt x="30480" y="61613"/>
                </a:lnTo>
                <a:lnTo>
                  <a:pt x="32004" y="61504"/>
                </a:lnTo>
                <a:lnTo>
                  <a:pt x="36576" y="60851"/>
                </a:lnTo>
                <a:close/>
              </a:path>
              <a:path w="68579" h="62229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62229">
                <a:moveTo>
                  <a:pt x="31242" y="51707"/>
                </a:moveTo>
                <a:lnTo>
                  <a:pt x="30480" y="51598"/>
                </a:lnTo>
                <a:lnTo>
                  <a:pt x="31242" y="51707"/>
                </a:lnTo>
                <a:close/>
              </a:path>
              <a:path w="68579" h="62229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62229">
                <a:moveTo>
                  <a:pt x="41148" y="59898"/>
                </a:moveTo>
                <a:lnTo>
                  <a:pt x="41148" y="50183"/>
                </a:lnTo>
                <a:lnTo>
                  <a:pt x="35052" y="51707"/>
                </a:lnTo>
                <a:lnTo>
                  <a:pt x="36576" y="51707"/>
                </a:lnTo>
                <a:lnTo>
                  <a:pt x="36576" y="60851"/>
                </a:lnTo>
                <a:lnTo>
                  <a:pt x="37338" y="60851"/>
                </a:lnTo>
                <a:lnTo>
                  <a:pt x="41148" y="59898"/>
                </a:lnTo>
                <a:close/>
              </a:path>
              <a:path w="68579" h="62229">
                <a:moveTo>
                  <a:pt x="46482" y="47897"/>
                </a:moveTo>
                <a:lnTo>
                  <a:pt x="40386" y="50183"/>
                </a:lnTo>
                <a:lnTo>
                  <a:pt x="41148" y="50183"/>
                </a:lnTo>
                <a:lnTo>
                  <a:pt x="41148" y="59898"/>
                </a:lnTo>
                <a:lnTo>
                  <a:pt x="43434" y="59327"/>
                </a:lnTo>
                <a:lnTo>
                  <a:pt x="44196" y="59327"/>
                </a:lnTo>
                <a:lnTo>
                  <a:pt x="45720" y="58565"/>
                </a:lnTo>
                <a:lnTo>
                  <a:pt x="45720" y="48659"/>
                </a:lnTo>
                <a:lnTo>
                  <a:pt x="46482" y="47897"/>
                </a:lnTo>
                <a:close/>
              </a:path>
              <a:path w="68579" h="62229">
                <a:moveTo>
                  <a:pt x="43434" y="10232"/>
                </a:moveTo>
                <a:lnTo>
                  <a:pt x="43434" y="9797"/>
                </a:lnTo>
                <a:lnTo>
                  <a:pt x="41910" y="9797"/>
                </a:lnTo>
                <a:lnTo>
                  <a:pt x="43434" y="10232"/>
                </a:lnTo>
                <a:close/>
              </a:path>
              <a:path w="68579" h="62229">
                <a:moveTo>
                  <a:pt x="50292" y="44849"/>
                </a:moveTo>
                <a:lnTo>
                  <a:pt x="45720" y="48659"/>
                </a:lnTo>
                <a:lnTo>
                  <a:pt x="45720" y="58565"/>
                </a:lnTo>
                <a:lnTo>
                  <a:pt x="49530" y="56660"/>
                </a:lnTo>
                <a:lnTo>
                  <a:pt x="49530" y="45611"/>
                </a:lnTo>
                <a:lnTo>
                  <a:pt x="50292" y="44849"/>
                </a:lnTo>
                <a:close/>
              </a:path>
              <a:path w="68579" h="62229">
                <a:moveTo>
                  <a:pt x="47244" y="11702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702"/>
                </a:lnTo>
                <a:close/>
              </a:path>
              <a:path w="68579" h="62229">
                <a:moveTo>
                  <a:pt x="53530" y="42277"/>
                </a:moveTo>
                <a:lnTo>
                  <a:pt x="49530" y="45611"/>
                </a:lnTo>
                <a:lnTo>
                  <a:pt x="49530" y="56660"/>
                </a:lnTo>
                <a:lnTo>
                  <a:pt x="50292" y="56279"/>
                </a:lnTo>
                <a:lnTo>
                  <a:pt x="51054" y="56279"/>
                </a:lnTo>
                <a:lnTo>
                  <a:pt x="53340" y="54755"/>
                </a:lnTo>
                <a:lnTo>
                  <a:pt x="53340" y="42563"/>
                </a:lnTo>
                <a:lnTo>
                  <a:pt x="53530" y="42277"/>
                </a:lnTo>
                <a:close/>
              </a:path>
              <a:path w="68579" h="62229">
                <a:moveTo>
                  <a:pt x="51054" y="13607"/>
                </a:moveTo>
                <a:lnTo>
                  <a:pt x="50292" y="12845"/>
                </a:lnTo>
                <a:lnTo>
                  <a:pt x="50292" y="13226"/>
                </a:lnTo>
                <a:lnTo>
                  <a:pt x="51054" y="13607"/>
                </a:lnTo>
                <a:close/>
              </a:path>
              <a:path w="68579" h="62229">
                <a:moveTo>
                  <a:pt x="54102" y="41801"/>
                </a:moveTo>
                <a:lnTo>
                  <a:pt x="53530" y="42277"/>
                </a:lnTo>
                <a:lnTo>
                  <a:pt x="53340" y="42563"/>
                </a:lnTo>
                <a:lnTo>
                  <a:pt x="54102" y="41801"/>
                </a:lnTo>
                <a:close/>
              </a:path>
              <a:path w="68579" h="62229">
                <a:moveTo>
                  <a:pt x="54102" y="54247"/>
                </a:moveTo>
                <a:lnTo>
                  <a:pt x="54102" y="41801"/>
                </a:lnTo>
                <a:lnTo>
                  <a:pt x="53340" y="42563"/>
                </a:lnTo>
                <a:lnTo>
                  <a:pt x="53340" y="54755"/>
                </a:lnTo>
                <a:lnTo>
                  <a:pt x="54102" y="54247"/>
                </a:lnTo>
                <a:close/>
              </a:path>
              <a:path w="68579" h="62229">
                <a:moveTo>
                  <a:pt x="58674" y="50183"/>
                </a:moveTo>
                <a:lnTo>
                  <a:pt x="58674" y="34181"/>
                </a:lnTo>
                <a:lnTo>
                  <a:pt x="56388" y="38753"/>
                </a:lnTo>
                <a:lnTo>
                  <a:pt x="56388" y="37991"/>
                </a:lnTo>
                <a:lnTo>
                  <a:pt x="53530" y="42277"/>
                </a:lnTo>
                <a:lnTo>
                  <a:pt x="54102" y="41801"/>
                </a:lnTo>
                <a:lnTo>
                  <a:pt x="54102" y="54247"/>
                </a:lnTo>
                <a:lnTo>
                  <a:pt x="55626" y="53231"/>
                </a:lnTo>
                <a:lnTo>
                  <a:pt x="58674" y="50183"/>
                </a:lnTo>
                <a:close/>
              </a:path>
              <a:path w="68579" h="62229">
                <a:moveTo>
                  <a:pt x="54864" y="15893"/>
                </a:moveTo>
                <a:lnTo>
                  <a:pt x="54102" y="15131"/>
                </a:lnTo>
                <a:lnTo>
                  <a:pt x="54406" y="15588"/>
                </a:lnTo>
                <a:lnTo>
                  <a:pt x="54864" y="15893"/>
                </a:lnTo>
                <a:close/>
              </a:path>
              <a:path w="68579" h="62229">
                <a:moveTo>
                  <a:pt x="54406" y="15588"/>
                </a:moveTo>
                <a:lnTo>
                  <a:pt x="54102" y="15131"/>
                </a:lnTo>
                <a:lnTo>
                  <a:pt x="54102" y="15385"/>
                </a:lnTo>
                <a:lnTo>
                  <a:pt x="54406" y="15588"/>
                </a:lnTo>
                <a:close/>
              </a:path>
              <a:path w="68579" h="62229">
                <a:moveTo>
                  <a:pt x="54864" y="16274"/>
                </a:moveTo>
                <a:lnTo>
                  <a:pt x="54864" y="15893"/>
                </a:lnTo>
                <a:lnTo>
                  <a:pt x="54406" y="15588"/>
                </a:lnTo>
                <a:lnTo>
                  <a:pt x="54864" y="16274"/>
                </a:lnTo>
                <a:close/>
              </a:path>
              <a:path w="68579" h="62229">
                <a:moveTo>
                  <a:pt x="57150" y="20084"/>
                </a:moveTo>
                <a:lnTo>
                  <a:pt x="57150" y="19703"/>
                </a:lnTo>
                <a:lnTo>
                  <a:pt x="56388" y="18941"/>
                </a:lnTo>
                <a:lnTo>
                  <a:pt x="57150" y="20084"/>
                </a:lnTo>
                <a:close/>
              </a:path>
              <a:path w="68579" h="62229">
                <a:moveTo>
                  <a:pt x="59436" y="49421"/>
                </a:moveTo>
                <a:lnTo>
                  <a:pt x="59436" y="30371"/>
                </a:lnTo>
                <a:lnTo>
                  <a:pt x="57912" y="34943"/>
                </a:lnTo>
                <a:lnTo>
                  <a:pt x="58674" y="34181"/>
                </a:lnTo>
                <a:lnTo>
                  <a:pt x="58674" y="50183"/>
                </a:lnTo>
                <a:lnTo>
                  <a:pt x="59436" y="49421"/>
                </a:lnTo>
                <a:close/>
              </a:path>
              <a:path w="68579" h="62229">
                <a:moveTo>
                  <a:pt x="64770" y="43325"/>
                </a:moveTo>
                <a:lnTo>
                  <a:pt x="64770" y="13607"/>
                </a:lnTo>
                <a:lnTo>
                  <a:pt x="60960" y="9797"/>
                </a:lnTo>
                <a:lnTo>
                  <a:pt x="60960" y="47897"/>
                </a:lnTo>
                <a:lnTo>
                  <a:pt x="64008" y="44087"/>
                </a:lnTo>
                <a:lnTo>
                  <a:pt x="64008" y="43325"/>
                </a:lnTo>
                <a:lnTo>
                  <a:pt x="64770" y="43325"/>
                </a:lnTo>
                <a:close/>
              </a:path>
              <a:path w="68579" h="62229">
                <a:moveTo>
                  <a:pt x="68580" y="32657"/>
                </a:moveTo>
                <a:lnTo>
                  <a:pt x="68580" y="21989"/>
                </a:lnTo>
                <a:lnTo>
                  <a:pt x="67056" y="18941"/>
                </a:lnTo>
                <a:lnTo>
                  <a:pt x="66294" y="16655"/>
                </a:lnTo>
                <a:lnTo>
                  <a:pt x="64770" y="14369"/>
                </a:lnTo>
                <a:lnTo>
                  <a:pt x="64770" y="42563"/>
                </a:lnTo>
                <a:lnTo>
                  <a:pt x="67056" y="37991"/>
                </a:lnTo>
                <a:lnTo>
                  <a:pt x="67056" y="37229"/>
                </a:lnTo>
                <a:lnTo>
                  <a:pt x="68580" y="32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6E3DBA3F-8D67-4A2C-A7F4-13A5F9A76C0E}"/>
              </a:ext>
            </a:extLst>
          </p:cNvPr>
          <p:cNvSpPr/>
          <p:nvPr/>
        </p:nvSpPr>
        <p:spPr>
          <a:xfrm>
            <a:off x="4847928" y="2536665"/>
            <a:ext cx="80681" cy="72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1" name="object 31">
            <a:extLst>
              <a:ext uri="{FF2B5EF4-FFF2-40B4-BE49-F238E27FC236}">
                <a16:creationId xmlns:a16="http://schemas.microsoft.com/office/drawing/2014/main" id="{FDE74445-406A-4911-BAA7-75B4E427E079}"/>
              </a:ext>
            </a:extLst>
          </p:cNvPr>
          <p:cNvSpPr/>
          <p:nvPr/>
        </p:nvSpPr>
        <p:spPr>
          <a:xfrm>
            <a:off x="6715273" y="3616912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8382" y="51816"/>
                </a:moveTo>
                <a:lnTo>
                  <a:pt x="8382" y="12954"/>
                </a:lnTo>
                <a:lnTo>
                  <a:pt x="4572" y="17526"/>
                </a:lnTo>
                <a:lnTo>
                  <a:pt x="4572" y="18288"/>
                </a:lnTo>
                <a:lnTo>
                  <a:pt x="2286" y="22860"/>
                </a:lnTo>
                <a:lnTo>
                  <a:pt x="1524" y="23622"/>
                </a:lnTo>
                <a:lnTo>
                  <a:pt x="762" y="28956"/>
                </a:lnTo>
                <a:lnTo>
                  <a:pt x="0" y="29718"/>
                </a:lnTo>
                <a:lnTo>
                  <a:pt x="0" y="35814"/>
                </a:lnTo>
                <a:lnTo>
                  <a:pt x="1524" y="41910"/>
                </a:lnTo>
                <a:lnTo>
                  <a:pt x="3048" y="44958"/>
                </a:lnTo>
                <a:lnTo>
                  <a:pt x="4572" y="47244"/>
                </a:lnTo>
                <a:lnTo>
                  <a:pt x="6096" y="50292"/>
                </a:lnTo>
                <a:lnTo>
                  <a:pt x="7620" y="51816"/>
                </a:lnTo>
                <a:lnTo>
                  <a:pt x="8382" y="51816"/>
                </a:lnTo>
                <a:close/>
              </a:path>
              <a:path w="69850" h="60960">
                <a:moveTo>
                  <a:pt x="60960" y="48768"/>
                </a:moveTo>
                <a:lnTo>
                  <a:pt x="60960" y="8382"/>
                </a:lnTo>
                <a:lnTo>
                  <a:pt x="56388" y="5334"/>
                </a:lnTo>
                <a:lnTo>
                  <a:pt x="56388" y="4572"/>
                </a:lnTo>
                <a:lnTo>
                  <a:pt x="55626" y="4572"/>
                </a:lnTo>
                <a:lnTo>
                  <a:pt x="51054" y="2286"/>
                </a:lnTo>
                <a:lnTo>
                  <a:pt x="50292" y="2286"/>
                </a:lnTo>
                <a:lnTo>
                  <a:pt x="44958" y="762"/>
                </a:lnTo>
                <a:lnTo>
                  <a:pt x="44196" y="0"/>
                </a:lnTo>
                <a:lnTo>
                  <a:pt x="30886" y="88"/>
                </a:lnTo>
                <a:lnTo>
                  <a:pt x="25146" y="1524"/>
                </a:lnTo>
                <a:lnTo>
                  <a:pt x="24384" y="2286"/>
                </a:lnTo>
                <a:lnTo>
                  <a:pt x="19050" y="4572"/>
                </a:lnTo>
                <a:lnTo>
                  <a:pt x="18288" y="4572"/>
                </a:lnTo>
                <a:lnTo>
                  <a:pt x="13716" y="8382"/>
                </a:lnTo>
                <a:lnTo>
                  <a:pt x="12954" y="8382"/>
                </a:lnTo>
                <a:lnTo>
                  <a:pt x="8382" y="12192"/>
                </a:lnTo>
                <a:lnTo>
                  <a:pt x="8382" y="52578"/>
                </a:lnTo>
                <a:lnTo>
                  <a:pt x="9906" y="53797"/>
                </a:lnTo>
                <a:lnTo>
                  <a:pt x="9906" y="31242"/>
                </a:lnTo>
                <a:lnTo>
                  <a:pt x="10668" y="25908"/>
                </a:lnTo>
                <a:lnTo>
                  <a:pt x="10668" y="27432"/>
                </a:lnTo>
                <a:lnTo>
                  <a:pt x="12192" y="23876"/>
                </a:lnTo>
                <a:lnTo>
                  <a:pt x="12192" y="22860"/>
                </a:lnTo>
                <a:lnTo>
                  <a:pt x="15240" y="19812"/>
                </a:lnTo>
                <a:lnTo>
                  <a:pt x="15240" y="19050"/>
                </a:lnTo>
                <a:lnTo>
                  <a:pt x="19050" y="15240"/>
                </a:lnTo>
                <a:lnTo>
                  <a:pt x="19050" y="15566"/>
                </a:lnTo>
                <a:lnTo>
                  <a:pt x="22860" y="13389"/>
                </a:lnTo>
                <a:lnTo>
                  <a:pt x="22860" y="12954"/>
                </a:lnTo>
                <a:lnTo>
                  <a:pt x="27432" y="10994"/>
                </a:lnTo>
                <a:lnTo>
                  <a:pt x="27432" y="10668"/>
                </a:lnTo>
                <a:lnTo>
                  <a:pt x="32766" y="10001"/>
                </a:lnTo>
                <a:lnTo>
                  <a:pt x="38100" y="9239"/>
                </a:lnTo>
                <a:lnTo>
                  <a:pt x="43434" y="9906"/>
                </a:lnTo>
                <a:lnTo>
                  <a:pt x="43434" y="10123"/>
                </a:lnTo>
                <a:lnTo>
                  <a:pt x="47244" y="11212"/>
                </a:lnTo>
                <a:lnTo>
                  <a:pt x="47244" y="10668"/>
                </a:lnTo>
                <a:lnTo>
                  <a:pt x="51816" y="12954"/>
                </a:lnTo>
                <a:lnTo>
                  <a:pt x="51816" y="13563"/>
                </a:lnTo>
                <a:lnTo>
                  <a:pt x="54102" y="15392"/>
                </a:lnTo>
                <a:lnTo>
                  <a:pt x="54102" y="15240"/>
                </a:lnTo>
                <a:lnTo>
                  <a:pt x="54864" y="16002"/>
                </a:lnTo>
                <a:lnTo>
                  <a:pt x="54864" y="16192"/>
                </a:lnTo>
                <a:lnTo>
                  <a:pt x="57150" y="19050"/>
                </a:lnTo>
                <a:lnTo>
                  <a:pt x="57150" y="18288"/>
                </a:lnTo>
                <a:lnTo>
                  <a:pt x="58674" y="22860"/>
                </a:lnTo>
                <a:lnTo>
                  <a:pt x="59436" y="24384"/>
                </a:lnTo>
                <a:lnTo>
                  <a:pt x="59436" y="50038"/>
                </a:lnTo>
                <a:lnTo>
                  <a:pt x="60960" y="48768"/>
                </a:lnTo>
                <a:close/>
              </a:path>
              <a:path w="69850" h="60960">
                <a:moveTo>
                  <a:pt x="15240" y="57367"/>
                </a:moveTo>
                <a:lnTo>
                  <a:pt x="15240" y="45720"/>
                </a:lnTo>
                <a:lnTo>
                  <a:pt x="12954" y="43434"/>
                </a:lnTo>
                <a:lnTo>
                  <a:pt x="11430" y="40386"/>
                </a:lnTo>
                <a:lnTo>
                  <a:pt x="10668" y="38100"/>
                </a:lnTo>
                <a:lnTo>
                  <a:pt x="9906" y="36576"/>
                </a:lnTo>
                <a:lnTo>
                  <a:pt x="9906" y="53797"/>
                </a:lnTo>
                <a:lnTo>
                  <a:pt x="12192" y="55626"/>
                </a:lnTo>
                <a:lnTo>
                  <a:pt x="12954" y="55626"/>
                </a:lnTo>
                <a:lnTo>
                  <a:pt x="12954" y="56388"/>
                </a:lnTo>
                <a:lnTo>
                  <a:pt x="15240" y="57367"/>
                </a:lnTo>
                <a:close/>
              </a:path>
              <a:path w="69850" h="60960">
                <a:moveTo>
                  <a:pt x="12954" y="22098"/>
                </a:moveTo>
                <a:lnTo>
                  <a:pt x="12192" y="22860"/>
                </a:lnTo>
                <a:lnTo>
                  <a:pt x="12192" y="23876"/>
                </a:lnTo>
                <a:lnTo>
                  <a:pt x="12954" y="22098"/>
                </a:lnTo>
                <a:close/>
              </a:path>
              <a:path w="69850" h="60960">
                <a:moveTo>
                  <a:pt x="18288" y="48006"/>
                </a:moveTo>
                <a:lnTo>
                  <a:pt x="14478" y="44958"/>
                </a:lnTo>
                <a:lnTo>
                  <a:pt x="15240" y="45720"/>
                </a:lnTo>
                <a:lnTo>
                  <a:pt x="15240" y="57367"/>
                </a:lnTo>
                <a:lnTo>
                  <a:pt x="17526" y="58347"/>
                </a:lnTo>
                <a:lnTo>
                  <a:pt x="17526" y="48006"/>
                </a:lnTo>
                <a:lnTo>
                  <a:pt x="18288" y="48006"/>
                </a:lnTo>
                <a:close/>
              </a:path>
              <a:path w="69850" h="60960">
                <a:moveTo>
                  <a:pt x="16002" y="19050"/>
                </a:moveTo>
                <a:lnTo>
                  <a:pt x="15240" y="19050"/>
                </a:lnTo>
                <a:lnTo>
                  <a:pt x="15240" y="19812"/>
                </a:lnTo>
                <a:lnTo>
                  <a:pt x="16002" y="19050"/>
                </a:lnTo>
                <a:close/>
              </a:path>
              <a:path w="69850" h="60960">
                <a:moveTo>
                  <a:pt x="22098" y="59544"/>
                </a:moveTo>
                <a:lnTo>
                  <a:pt x="22098" y="50292"/>
                </a:lnTo>
                <a:lnTo>
                  <a:pt x="17526" y="48006"/>
                </a:lnTo>
                <a:lnTo>
                  <a:pt x="17526" y="58347"/>
                </a:lnTo>
                <a:lnTo>
                  <a:pt x="18288" y="58674"/>
                </a:lnTo>
                <a:lnTo>
                  <a:pt x="19050" y="58674"/>
                </a:lnTo>
                <a:lnTo>
                  <a:pt x="22098" y="59544"/>
                </a:lnTo>
                <a:close/>
              </a:path>
              <a:path w="69850" h="60960">
                <a:moveTo>
                  <a:pt x="19050" y="15566"/>
                </a:moveTo>
                <a:lnTo>
                  <a:pt x="19050" y="15240"/>
                </a:lnTo>
                <a:lnTo>
                  <a:pt x="18288" y="16002"/>
                </a:lnTo>
                <a:lnTo>
                  <a:pt x="19050" y="15566"/>
                </a:lnTo>
                <a:close/>
              </a:path>
              <a:path w="69850" h="60960">
                <a:moveTo>
                  <a:pt x="26670" y="51054"/>
                </a:moveTo>
                <a:lnTo>
                  <a:pt x="21336" y="49530"/>
                </a:lnTo>
                <a:lnTo>
                  <a:pt x="22098" y="50292"/>
                </a:lnTo>
                <a:lnTo>
                  <a:pt x="22098" y="59544"/>
                </a:lnTo>
                <a:lnTo>
                  <a:pt x="24384" y="60198"/>
                </a:lnTo>
                <a:lnTo>
                  <a:pt x="25908" y="60306"/>
                </a:lnTo>
                <a:lnTo>
                  <a:pt x="25908" y="51054"/>
                </a:lnTo>
                <a:lnTo>
                  <a:pt x="26670" y="51054"/>
                </a:lnTo>
                <a:close/>
              </a:path>
              <a:path w="69850" h="60960">
                <a:moveTo>
                  <a:pt x="23622" y="12954"/>
                </a:moveTo>
                <a:lnTo>
                  <a:pt x="22860" y="12954"/>
                </a:lnTo>
                <a:lnTo>
                  <a:pt x="22860" y="13389"/>
                </a:lnTo>
                <a:lnTo>
                  <a:pt x="23622" y="12954"/>
                </a:lnTo>
                <a:close/>
              </a:path>
              <a:path w="69850" h="60960">
                <a:moveTo>
                  <a:pt x="31242" y="60960"/>
                </a:moveTo>
                <a:lnTo>
                  <a:pt x="31242" y="51816"/>
                </a:lnTo>
                <a:lnTo>
                  <a:pt x="30480" y="51816"/>
                </a:lnTo>
                <a:lnTo>
                  <a:pt x="25908" y="51054"/>
                </a:lnTo>
                <a:lnTo>
                  <a:pt x="25908" y="60306"/>
                </a:lnTo>
                <a:lnTo>
                  <a:pt x="30480" y="60960"/>
                </a:lnTo>
                <a:lnTo>
                  <a:pt x="31242" y="60960"/>
                </a:lnTo>
                <a:close/>
              </a:path>
              <a:path w="69850" h="60960">
                <a:moveTo>
                  <a:pt x="28194" y="10668"/>
                </a:moveTo>
                <a:lnTo>
                  <a:pt x="27432" y="10668"/>
                </a:lnTo>
                <a:lnTo>
                  <a:pt x="27432" y="10994"/>
                </a:lnTo>
                <a:lnTo>
                  <a:pt x="28194" y="10668"/>
                </a:lnTo>
                <a:close/>
              </a:path>
              <a:path w="69850" h="60960">
                <a:moveTo>
                  <a:pt x="30886" y="51765"/>
                </a:moveTo>
                <a:lnTo>
                  <a:pt x="30480" y="51707"/>
                </a:lnTo>
                <a:lnTo>
                  <a:pt x="30886" y="51765"/>
                </a:lnTo>
                <a:close/>
              </a:path>
              <a:path w="69850" h="60960">
                <a:moveTo>
                  <a:pt x="36576" y="60960"/>
                </a:moveTo>
                <a:lnTo>
                  <a:pt x="36576" y="51054"/>
                </a:lnTo>
                <a:lnTo>
                  <a:pt x="30886" y="51765"/>
                </a:lnTo>
                <a:lnTo>
                  <a:pt x="31242" y="51816"/>
                </a:lnTo>
                <a:lnTo>
                  <a:pt x="31242" y="60960"/>
                </a:lnTo>
                <a:lnTo>
                  <a:pt x="36576" y="60960"/>
                </a:lnTo>
                <a:close/>
              </a:path>
              <a:path w="69850" h="60960">
                <a:moveTo>
                  <a:pt x="33528" y="9906"/>
                </a:moveTo>
                <a:lnTo>
                  <a:pt x="32766" y="9906"/>
                </a:lnTo>
                <a:lnTo>
                  <a:pt x="33528" y="9906"/>
                </a:lnTo>
                <a:close/>
              </a:path>
              <a:path w="69850" h="60960">
                <a:moveTo>
                  <a:pt x="41910" y="49530"/>
                </a:moveTo>
                <a:lnTo>
                  <a:pt x="35814" y="51054"/>
                </a:lnTo>
                <a:lnTo>
                  <a:pt x="36576" y="51054"/>
                </a:lnTo>
                <a:lnTo>
                  <a:pt x="36576" y="60960"/>
                </a:lnTo>
                <a:lnTo>
                  <a:pt x="38455" y="60871"/>
                </a:lnTo>
                <a:lnTo>
                  <a:pt x="41148" y="60198"/>
                </a:lnTo>
                <a:lnTo>
                  <a:pt x="41148" y="50292"/>
                </a:lnTo>
                <a:lnTo>
                  <a:pt x="41910" y="49530"/>
                </a:lnTo>
                <a:close/>
              </a:path>
              <a:path w="69850" h="60960">
                <a:moveTo>
                  <a:pt x="38455" y="9194"/>
                </a:moveTo>
                <a:lnTo>
                  <a:pt x="38100" y="9144"/>
                </a:lnTo>
                <a:lnTo>
                  <a:pt x="38455" y="9194"/>
                </a:lnTo>
                <a:close/>
              </a:path>
              <a:path w="69850" h="60960">
                <a:moveTo>
                  <a:pt x="38862" y="9252"/>
                </a:moveTo>
                <a:lnTo>
                  <a:pt x="38455" y="9194"/>
                </a:lnTo>
                <a:lnTo>
                  <a:pt x="38862" y="9252"/>
                </a:lnTo>
                <a:close/>
              </a:path>
              <a:path w="69850" h="60960">
                <a:moveTo>
                  <a:pt x="46482" y="58020"/>
                </a:moveTo>
                <a:lnTo>
                  <a:pt x="46482" y="48006"/>
                </a:lnTo>
                <a:lnTo>
                  <a:pt x="41148" y="50292"/>
                </a:lnTo>
                <a:lnTo>
                  <a:pt x="41148" y="60198"/>
                </a:lnTo>
                <a:lnTo>
                  <a:pt x="44196" y="59436"/>
                </a:lnTo>
                <a:lnTo>
                  <a:pt x="44196" y="58674"/>
                </a:lnTo>
                <a:lnTo>
                  <a:pt x="44958" y="58674"/>
                </a:lnTo>
                <a:lnTo>
                  <a:pt x="46482" y="58020"/>
                </a:lnTo>
                <a:close/>
              </a:path>
              <a:path w="69850" h="60960">
                <a:moveTo>
                  <a:pt x="43434" y="10123"/>
                </a:moveTo>
                <a:lnTo>
                  <a:pt x="43434" y="9906"/>
                </a:lnTo>
                <a:lnTo>
                  <a:pt x="42672" y="9906"/>
                </a:lnTo>
                <a:lnTo>
                  <a:pt x="43434" y="10123"/>
                </a:lnTo>
                <a:close/>
              </a:path>
              <a:path w="69850" h="60960">
                <a:moveTo>
                  <a:pt x="54102" y="53848"/>
                </a:moveTo>
                <a:lnTo>
                  <a:pt x="54102" y="41910"/>
                </a:lnTo>
                <a:lnTo>
                  <a:pt x="50292" y="45720"/>
                </a:lnTo>
                <a:lnTo>
                  <a:pt x="50292" y="44958"/>
                </a:lnTo>
                <a:lnTo>
                  <a:pt x="45720" y="48006"/>
                </a:lnTo>
                <a:lnTo>
                  <a:pt x="46482" y="48006"/>
                </a:lnTo>
                <a:lnTo>
                  <a:pt x="46482" y="58020"/>
                </a:lnTo>
                <a:lnTo>
                  <a:pt x="50292" y="56388"/>
                </a:lnTo>
                <a:lnTo>
                  <a:pt x="51054" y="56388"/>
                </a:lnTo>
                <a:lnTo>
                  <a:pt x="54102" y="53848"/>
                </a:lnTo>
                <a:close/>
              </a:path>
              <a:path w="69850" h="60960">
                <a:moveTo>
                  <a:pt x="48006" y="11430"/>
                </a:moveTo>
                <a:lnTo>
                  <a:pt x="47244" y="10668"/>
                </a:lnTo>
                <a:lnTo>
                  <a:pt x="47244" y="11212"/>
                </a:lnTo>
                <a:lnTo>
                  <a:pt x="48006" y="11430"/>
                </a:lnTo>
                <a:close/>
              </a:path>
              <a:path w="69850" h="60960">
                <a:moveTo>
                  <a:pt x="51816" y="13563"/>
                </a:moveTo>
                <a:lnTo>
                  <a:pt x="51816" y="12954"/>
                </a:lnTo>
                <a:lnTo>
                  <a:pt x="51054" y="12954"/>
                </a:lnTo>
                <a:lnTo>
                  <a:pt x="51816" y="13563"/>
                </a:lnTo>
                <a:close/>
              </a:path>
              <a:path w="69850" h="60960">
                <a:moveTo>
                  <a:pt x="58674" y="50673"/>
                </a:moveTo>
                <a:lnTo>
                  <a:pt x="58674" y="33528"/>
                </a:lnTo>
                <a:lnTo>
                  <a:pt x="56388" y="38862"/>
                </a:lnTo>
                <a:lnTo>
                  <a:pt x="56388" y="38100"/>
                </a:lnTo>
                <a:lnTo>
                  <a:pt x="53340" y="41910"/>
                </a:lnTo>
                <a:lnTo>
                  <a:pt x="54102" y="41910"/>
                </a:lnTo>
                <a:lnTo>
                  <a:pt x="54102" y="53848"/>
                </a:lnTo>
                <a:lnTo>
                  <a:pt x="55626" y="52578"/>
                </a:lnTo>
                <a:lnTo>
                  <a:pt x="56388" y="52578"/>
                </a:lnTo>
                <a:lnTo>
                  <a:pt x="58674" y="50673"/>
                </a:lnTo>
                <a:close/>
              </a:path>
              <a:path w="69850" h="60960">
                <a:moveTo>
                  <a:pt x="54864" y="16002"/>
                </a:moveTo>
                <a:lnTo>
                  <a:pt x="54102" y="15240"/>
                </a:lnTo>
                <a:lnTo>
                  <a:pt x="54440" y="15663"/>
                </a:lnTo>
                <a:lnTo>
                  <a:pt x="54864" y="16002"/>
                </a:lnTo>
                <a:close/>
              </a:path>
              <a:path w="69850" h="60960">
                <a:moveTo>
                  <a:pt x="54440" y="15663"/>
                </a:moveTo>
                <a:lnTo>
                  <a:pt x="54102" y="15240"/>
                </a:lnTo>
                <a:lnTo>
                  <a:pt x="54102" y="15392"/>
                </a:lnTo>
                <a:lnTo>
                  <a:pt x="54440" y="15663"/>
                </a:lnTo>
                <a:close/>
              </a:path>
              <a:path w="69850" h="60960">
                <a:moveTo>
                  <a:pt x="54864" y="16192"/>
                </a:moveTo>
                <a:lnTo>
                  <a:pt x="54864" y="16002"/>
                </a:lnTo>
                <a:lnTo>
                  <a:pt x="54440" y="15663"/>
                </a:lnTo>
                <a:lnTo>
                  <a:pt x="54864" y="16192"/>
                </a:lnTo>
                <a:close/>
              </a:path>
              <a:path w="69850" h="60960">
                <a:moveTo>
                  <a:pt x="59436" y="50038"/>
                </a:moveTo>
                <a:lnTo>
                  <a:pt x="59436" y="29718"/>
                </a:lnTo>
                <a:lnTo>
                  <a:pt x="57912" y="35052"/>
                </a:lnTo>
                <a:lnTo>
                  <a:pt x="58674" y="33528"/>
                </a:lnTo>
                <a:lnTo>
                  <a:pt x="58674" y="50673"/>
                </a:lnTo>
                <a:lnTo>
                  <a:pt x="59436" y="50038"/>
                </a:lnTo>
                <a:close/>
              </a:path>
              <a:path w="69850" h="60960">
                <a:moveTo>
                  <a:pt x="64770" y="43434"/>
                </a:moveTo>
                <a:lnTo>
                  <a:pt x="64770" y="12954"/>
                </a:lnTo>
                <a:lnTo>
                  <a:pt x="61722" y="9144"/>
                </a:lnTo>
                <a:lnTo>
                  <a:pt x="60960" y="9144"/>
                </a:lnTo>
                <a:lnTo>
                  <a:pt x="60960" y="48006"/>
                </a:lnTo>
                <a:lnTo>
                  <a:pt x="64770" y="43434"/>
                </a:lnTo>
                <a:close/>
              </a:path>
              <a:path w="69850" h="60960">
                <a:moveTo>
                  <a:pt x="68580" y="32004"/>
                </a:moveTo>
                <a:lnTo>
                  <a:pt x="68580" y="22098"/>
                </a:lnTo>
                <a:lnTo>
                  <a:pt x="67818" y="19050"/>
                </a:lnTo>
                <a:lnTo>
                  <a:pt x="66294" y="16002"/>
                </a:lnTo>
                <a:lnTo>
                  <a:pt x="64770" y="13716"/>
                </a:lnTo>
                <a:lnTo>
                  <a:pt x="64770" y="42672"/>
                </a:lnTo>
                <a:lnTo>
                  <a:pt x="67056" y="38100"/>
                </a:lnTo>
                <a:lnTo>
                  <a:pt x="67056" y="37338"/>
                </a:lnTo>
                <a:lnTo>
                  <a:pt x="67818" y="37338"/>
                </a:lnTo>
                <a:lnTo>
                  <a:pt x="68580" y="32004"/>
                </a:lnTo>
                <a:close/>
              </a:path>
              <a:path w="69850" h="60960">
                <a:moveTo>
                  <a:pt x="69342" y="25908"/>
                </a:moveTo>
                <a:lnTo>
                  <a:pt x="69342" y="25146"/>
                </a:lnTo>
                <a:lnTo>
                  <a:pt x="68580" y="25146"/>
                </a:lnTo>
                <a:lnTo>
                  <a:pt x="68580" y="31242"/>
                </a:lnTo>
                <a:lnTo>
                  <a:pt x="69342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3" name="object 32">
            <a:extLst>
              <a:ext uri="{FF2B5EF4-FFF2-40B4-BE49-F238E27FC236}">
                <a16:creationId xmlns:a16="http://schemas.microsoft.com/office/drawing/2014/main" id="{EBFB5D9F-83FD-4B58-8529-23B834F4D757}"/>
              </a:ext>
            </a:extLst>
          </p:cNvPr>
          <p:cNvSpPr/>
          <p:nvPr/>
        </p:nvSpPr>
        <p:spPr>
          <a:xfrm>
            <a:off x="8075220" y="4688307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19050" y="15906"/>
                </a:moveTo>
                <a:lnTo>
                  <a:pt x="19050" y="5238"/>
                </a:lnTo>
                <a:lnTo>
                  <a:pt x="18288" y="5238"/>
                </a:lnTo>
                <a:lnTo>
                  <a:pt x="13716" y="8286"/>
                </a:lnTo>
                <a:lnTo>
                  <a:pt x="12954" y="8286"/>
                </a:lnTo>
                <a:lnTo>
                  <a:pt x="12954" y="9048"/>
                </a:lnTo>
                <a:lnTo>
                  <a:pt x="9144" y="12858"/>
                </a:lnTo>
                <a:lnTo>
                  <a:pt x="8382" y="12858"/>
                </a:lnTo>
                <a:lnTo>
                  <a:pt x="5334" y="17430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762" y="28098"/>
                </a:lnTo>
                <a:lnTo>
                  <a:pt x="0" y="28860"/>
                </a:lnTo>
                <a:lnTo>
                  <a:pt x="7620" y="50196"/>
                </a:lnTo>
                <a:lnTo>
                  <a:pt x="7620" y="50958"/>
                </a:lnTo>
                <a:lnTo>
                  <a:pt x="8382" y="50958"/>
                </a:lnTo>
                <a:lnTo>
                  <a:pt x="9144" y="51568"/>
                </a:lnTo>
                <a:lnTo>
                  <a:pt x="9144" y="33432"/>
                </a:lnTo>
                <a:lnTo>
                  <a:pt x="9906" y="31908"/>
                </a:lnTo>
                <a:lnTo>
                  <a:pt x="9906" y="31146"/>
                </a:lnTo>
                <a:lnTo>
                  <a:pt x="10668" y="25812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9869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59054">
                <a:moveTo>
                  <a:pt x="14260" y="43774"/>
                </a:moveTo>
                <a:lnTo>
                  <a:pt x="12954" y="41814"/>
                </a:lnTo>
                <a:lnTo>
                  <a:pt x="11430" y="40290"/>
                </a:lnTo>
                <a:lnTo>
                  <a:pt x="9906" y="37242"/>
                </a:lnTo>
                <a:lnTo>
                  <a:pt x="9906" y="35718"/>
                </a:lnTo>
                <a:lnTo>
                  <a:pt x="9144" y="33432"/>
                </a:lnTo>
                <a:lnTo>
                  <a:pt x="9144" y="51568"/>
                </a:lnTo>
                <a:lnTo>
                  <a:pt x="12192" y="54006"/>
                </a:lnTo>
                <a:lnTo>
                  <a:pt x="12954" y="54006"/>
                </a:lnTo>
                <a:lnTo>
                  <a:pt x="13716" y="54387"/>
                </a:lnTo>
                <a:lnTo>
                  <a:pt x="13716" y="43338"/>
                </a:lnTo>
                <a:lnTo>
                  <a:pt x="14260" y="43774"/>
                </a:lnTo>
                <a:close/>
              </a:path>
              <a:path w="68579" h="59054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59054">
                <a:moveTo>
                  <a:pt x="14478" y="44100"/>
                </a:moveTo>
                <a:lnTo>
                  <a:pt x="14260" y="43774"/>
                </a:lnTo>
                <a:lnTo>
                  <a:pt x="13716" y="43338"/>
                </a:lnTo>
                <a:lnTo>
                  <a:pt x="14478" y="44100"/>
                </a:lnTo>
                <a:close/>
              </a:path>
              <a:path w="68579" h="59054">
                <a:moveTo>
                  <a:pt x="14478" y="54768"/>
                </a:moveTo>
                <a:lnTo>
                  <a:pt x="14478" y="44100"/>
                </a:lnTo>
                <a:lnTo>
                  <a:pt x="13716" y="43338"/>
                </a:lnTo>
                <a:lnTo>
                  <a:pt x="13716" y="54387"/>
                </a:lnTo>
                <a:lnTo>
                  <a:pt x="14478" y="54768"/>
                </a:lnTo>
                <a:close/>
              </a:path>
              <a:path w="68579" h="59054">
                <a:moveTo>
                  <a:pt x="17526" y="56292"/>
                </a:moveTo>
                <a:lnTo>
                  <a:pt x="17526" y="46386"/>
                </a:lnTo>
                <a:lnTo>
                  <a:pt x="14260" y="43774"/>
                </a:lnTo>
                <a:lnTo>
                  <a:pt x="14478" y="44100"/>
                </a:lnTo>
                <a:lnTo>
                  <a:pt x="14478" y="54768"/>
                </a:lnTo>
                <a:lnTo>
                  <a:pt x="17526" y="56292"/>
                </a:lnTo>
                <a:close/>
              </a:path>
              <a:path w="68579" h="59054">
                <a:moveTo>
                  <a:pt x="16002" y="18954"/>
                </a:moveTo>
                <a:lnTo>
                  <a:pt x="15240" y="19716"/>
                </a:lnTo>
                <a:lnTo>
                  <a:pt x="15240" y="19869"/>
                </a:lnTo>
                <a:lnTo>
                  <a:pt x="16002" y="18954"/>
                </a:lnTo>
                <a:close/>
              </a:path>
              <a:path w="68579" h="59054">
                <a:moveTo>
                  <a:pt x="21336" y="47910"/>
                </a:moveTo>
                <a:lnTo>
                  <a:pt x="16764" y="45624"/>
                </a:lnTo>
                <a:lnTo>
                  <a:pt x="17526" y="46386"/>
                </a:lnTo>
                <a:lnTo>
                  <a:pt x="17526" y="56292"/>
                </a:lnTo>
                <a:lnTo>
                  <a:pt x="18288" y="57054"/>
                </a:lnTo>
                <a:lnTo>
                  <a:pt x="20574" y="57381"/>
                </a:lnTo>
                <a:lnTo>
                  <a:pt x="20574" y="47910"/>
                </a:lnTo>
                <a:lnTo>
                  <a:pt x="21336" y="47910"/>
                </a:lnTo>
                <a:close/>
              </a:path>
              <a:path w="68579" h="59054">
                <a:moveTo>
                  <a:pt x="68580" y="30384"/>
                </a:moveTo>
                <a:lnTo>
                  <a:pt x="68580" y="24288"/>
                </a:lnTo>
                <a:lnTo>
                  <a:pt x="67818" y="20478"/>
                </a:lnTo>
                <a:lnTo>
                  <a:pt x="67056" y="18192"/>
                </a:lnTo>
                <a:lnTo>
                  <a:pt x="66294" y="15144"/>
                </a:lnTo>
                <a:lnTo>
                  <a:pt x="64770" y="12858"/>
                </a:lnTo>
                <a:lnTo>
                  <a:pt x="64770" y="12096"/>
                </a:lnTo>
                <a:lnTo>
                  <a:pt x="61722" y="8286"/>
                </a:lnTo>
                <a:lnTo>
                  <a:pt x="60198" y="8286"/>
                </a:lnTo>
                <a:lnTo>
                  <a:pt x="56388" y="5238"/>
                </a:lnTo>
                <a:lnTo>
                  <a:pt x="56388" y="4476"/>
                </a:lnTo>
                <a:lnTo>
                  <a:pt x="55626" y="4476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908" y="2190"/>
                </a:lnTo>
                <a:lnTo>
                  <a:pt x="25146" y="2190"/>
                </a:lnTo>
                <a:lnTo>
                  <a:pt x="19050" y="4476"/>
                </a:lnTo>
                <a:lnTo>
                  <a:pt x="19050" y="16668"/>
                </a:lnTo>
                <a:lnTo>
                  <a:pt x="22860" y="14128"/>
                </a:lnTo>
                <a:lnTo>
                  <a:pt x="22860" y="13620"/>
                </a:lnTo>
                <a:lnTo>
                  <a:pt x="28194" y="11620"/>
                </a:lnTo>
                <a:lnTo>
                  <a:pt x="28194" y="11334"/>
                </a:lnTo>
                <a:lnTo>
                  <a:pt x="32766" y="10028"/>
                </a:lnTo>
                <a:lnTo>
                  <a:pt x="32766" y="9810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588"/>
                </a:lnTo>
                <a:lnTo>
                  <a:pt x="51816" y="12858"/>
                </a:lnTo>
                <a:lnTo>
                  <a:pt x="51816" y="13468"/>
                </a:lnTo>
                <a:lnTo>
                  <a:pt x="54102" y="15297"/>
                </a:lnTo>
                <a:lnTo>
                  <a:pt x="54102" y="15144"/>
                </a:lnTo>
                <a:lnTo>
                  <a:pt x="57150" y="18192"/>
                </a:lnTo>
                <a:lnTo>
                  <a:pt x="57150" y="18573"/>
                </a:lnTo>
                <a:lnTo>
                  <a:pt x="57912" y="19716"/>
                </a:lnTo>
                <a:lnTo>
                  <a:pt x="58674" y="21240"/>
                </a:lnTo>
                <a:lnTo>
                  <a:pt x="58674" y="23526"/>
                </a:lnTo>
                <a:lnTo>
                  <a:pt x="59340" y="24860"/>
                </a:lnTo>
                <a:lnTo>
                  <a:pt x="59436" y="24288"/>
                </a:lnTo>
                <a:lnTo>
                  <a:pt x="59436" y="47021"/>
                </a:lnTo>
                <a:lnTo>
                  <a:pt x="60198" y="46386"/>
                </a:lnTo>
                <a:lnTo>
                  <a:pt x="60198" y="45624"/>
                </a:lnTo>
                <a:lnTo>
                  <a:pt x="64008" y="41814"/>
                </a:lnTo>
                <a:lnTo>
                  <a:pt x="64008" y="41052"/>
                </a:lnTo>
                <a:lnTo>
                  <a:pt x="66294" y="36480"/>
                </a:lnTo>
                <a:lnTo>
                  <a:pt x="67056" y="35718"/>
                </a:lnTo>
                <a:lnTo>
                  <a:pt x="67056" y="34956"/>
                </a:lnTo>
                <a:lnTo>
                  <a:pt x="68580" y="30384"/>
                </a:lnTo>
                <a:close/>
              </a:path>
              <a:path w="68579" h="59054">
                <a:moveTo>
                  <a:pt x="30480" y="58578"/>
                </a:moveTo>
                <a:lnTo>
                  <a:pt x="30480" y="49434"/>
                </a:lnTo>
                <a:lnTo>
                  <a:pt x="29718" y="49434"/>
                </a:lnTo>
                <a:lnTo>
                  <a:pt x="25146" y="48672"/>
                </a:lnTo>
                <a:lnTo>
                  <a:pt x="20574" y="47910"/>
                </a:lnTo>
                <a:lnTo>
                  <a:pt x="20574" y="57381"/>
                </a:lnTo>
                <a:lnTo>
                  <a:pt x="23622" y="57816"/>
                </a:lnTo>
                <a:lnTo>
                  <a:pt x="24384" y="58578"/>
                </a:lnTo>
                <a:lnTo>
                  <a:pt x="30480" y="58578"/>
                </a:lnTo>
                <a:close/>
              </a:path>
              <a:path w="68579" h="59054">
                <a:moveTo>
                  <a:pt x="23622" y="13620"/>
                </a:moveTo>
                <a:lnTo>
                  <a:pt x="22860" y="13620"/>
                </a:lnTo>
                <a:lnTo>
                  <a:pt x="22860" y="14128"/>
                </a:lnTo>
                <a:lnTo>
                  <a:pt x="23622" y="13620"/>
                </a:lnTo>
                <a:close/>
              </a:path>
              <a:path w="68579" h="59054">
                <a:moveTo>
                  <a:pt x="25908" y="48672"/>
                </a:moveTo>
                <a:lnTo>
                  <a:pt x="25146" y="48563"/>
                </a:lnTo>
                <a:lnTo>
                  <a:pt x="25908" y="48672"/>
                </a:lnTo>
                <a:close/>
              </a:path>
              <a:path w="68579" h="59054">
                <a:moveTo>
                  <a:pt x="28956" y="11334"/>
                </a:moveTo>
                <a:lnTo>
                  <a:pt x="28194" y="11334"/>
                </a:lnTo>
                <a:lnTo>
                  <a:pt x="28194" y="11620"/>
                </a:lnTo>
                <a:lnTo>
                  <a:pt x="28956" y="11334"/>
                </a:lnTo>
                <a:close/>
              </a:path>
              <a:path w="68579" h="59054">
                <a:moveTo>
                  <a:pt x="30124" y="49383"/>
                </a:moveTo>
                <a:lnTo>
                  <a:pt x="29718" y="49325"/>
                </a:lnTo>
                <a:lnTo>
                  <a:pt x="30124" y="49383"/>
                </a:lnTo>
                <a:close/>
              </a:path>
              <a:path w="68579" h="59054">
                <a:moveTo>
                  <a:pt x="35814" y="58578"/>
                </a:moveTo>
                <a:lnTo>
                  <a:pt x="35814" y="48672"/>
                </a:lnTo>
                <a:lnTo>
                  <a:pt x="30124" y="49383"/>
                </a:lnTo>
                <a:lnTo>
                  <a:pt x="30480" y="49434"/>
                </a:lnTo>
                <a:lnTo>
                  <a:pt x="30480" y="58578"/>
                </a:lnTo>
                <a:lnTo>
                  <a:pt x="35814" y="58578"/>
                </a:lnTo>
                <a:close/>
              </a:path>
              <a:path w="68579" h="59054">
                <a:moveTo>
                  <a:pt x="33528" y="9810"/>
                </a:moveTo>
                <a:lnTo>
                  <a:pt x="32766" y="9810"/>
                </a:lnTo>
                <a:lnTo>
                  <a:pt x="32766" y="10028"/>
                </a:lnTo>
                <a:lnTo>
                  <a:pt x="33528" y="9810"/>
                </a:lnTo>
                <a:close/>
              </a:path>
              <a:path w="68579" h="59054">
                <a:moveTo>
                  <a:pt x="41148" y="47148"/>
                </a:moveTo>
                <a:lnTo>
                  <a:pt x="35052" y="48672"/>
                </a:lnTo>
                <a:lnTo>
                  <a:pt x="35814" y="48672"/>
                </a:lnTo>
                <a:lnTo>
                  <a:pt x="35814" y="58578"/>
                </a:lnTo>
                <a:lnTo>
                  <a:pt x="36576" y="58578"/>
                </a:lnTo>
                <a:lnTo>
                  <a:pt x="36576" y="57816"/>
                </a:lnTo>
                <a:lnTo>
                  <a:pt x="37338" y="57816"/>
                </a:lnTo>
                <a:lnTo>
                  <a:pt x="40386" y="57054"/>
                </a:lnTo>
                <a:lnTo>
                  <a:pt x="40386" y="47910"/>
                </a:lnTo>
                <a:lnTo>
                  <a:pt x="41148" y="47148"/>
                </a:lnTo>
                <a:close/>
              </a:path>
              <a:path w="68579" h="59054">
                <a:moveTo>
                  <a:pt x="45720" y="44862"/>
                </a:moveTo>
                <a:lnTo>
                  <a:pt x="40386" y="47910"/>
                </a:lnTo>
                <a:lnTo>
                  <a:pt x="40386" y="57054"/>
                </a:lnTo>
                <a:lnTo>
                  <a:pt x="43434" y="56292"/>
                </a:lnTo>
                <a:lnTo>
                  <a:pt x="44196" y="56292"/>
                </a:lnTo>
                <a:lnTo>
                  <a:pt x="44958" y="55966"/>
                </a:lnTo>
                <a:lnTo>
                  <a:pt x="44958" y="45624"/>
                </a:lnTo>
                <a:lnTo>
                  <a:pt x="45720" y="44862"/>
                </a:lnTo>
                <a:close/>
              </a:path>
              <a:path w="68579" h="59054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59054">
                <a:moveTo>
                  <a:pt x="50292" y="54006"/>
                </a:moveTo>
                <a:lnTo>
                  <a:pt x="50292" y="42576"/>
                </a:lnTo>
                <a:lnTo>
                  <a:pt x="44958" y="45624"/>
                </a:lnTo>
                <a:lnTo>
                  <a:pt x="44958" y="55966"/>
                </a:lnTo>
                <a:lnTo>
                  <a:pt x="49530" y="54006"/>
                </a:lnTo>
                <a:lnTo>
                  <a:pt x="50292" y="54006"/>
                </a:lnTo>
                <a:close/>
              </a:path>
              <a:path w="68579" h="59054">
                <a:moveTo>
                  <a:pt x="48006" y="11588"/>
                </a:moveTo>
                <a:lnTo>
                  <a:pt x="48006" y="11334"/>
                </a:lnTo>
                <a:lnTo>
                  <a:pt x="47244" y="11334"/>
                </a:lnTo>
                <a:lnTo>
                  <a:pt x="48006" y="11588"/>
                </a:lnTo>
                <a:close/>
              </a:path>
              <a:path w="68579" h="59054">
                <a:moveTo>
                  <a:pt x="53340" y="51212"/>
                </a:moveTo>
                <a:lnTo>
                  <a:pt x="53340" y="39528"/>
                </a:lnTo>
                <a:lnTo>
                  <a:pt x="49530" y="42576"/>
                </a:lnTo>
                <a:lnTo>
                  <a:pt x="50292" y="42576"/>
                </a:lnTo>
                <a:lnTo>
                  <a:pt x="50292" y="53244"/>
                </a:lnTo>
                <a:lnTo>
                  <a:pt x="53340" y="51212"/>
                </a:lnTo>
                <a:close/>
              </a:path>
              <a:path w="68579" h="59054">
                <a:moveTo>
                  <a:pt x="51816" y="13468"/>
                </a:moveTo>
                <a:lnTo>
                  <a:pt x="51816" y="12858"/>
                </a:lnTo>
                <a:lnTo>
                  <a:pt x="51054" y="12858"/>
                </a:lnTo>
                <a:lnTo>
                  <a:pt x="51816" y="13468"/>
                </a:lnTo>
                <a:close/>
              </a:path>
              <a:path w="68579" h="59054">
                <a:moveTo>
                  <a:pt x="56388" y="49561"/>
                </a:moveTo>
                <a:lnTo>
                  <a:pt x="56388" y="35718"/>
                </a:lnTo>
                <a:lnTo>
                  <a:pt x="52578" y="39528"/>
                </a:lnTo>
                <a:lnTo>
                  <a:pt x="53340" y="39528"/>
                </a:lnTo>
                <a:lnTo>
                  <a:pt x="53340" y="51212"/>
                </a:lnTo>
                <a:lnTo>
                  <a:pt x="54864" y="50196"/>
                </a:lnTo>
                <a:lnTo>
                  <a:pt x="55626" y="50196"/>
                </a:lnTo>
                <a:lnTo>
                  <a:pt x="56388" y="49561"/>
                </a:lnTo>
                <a:close/>
              </a:path>
              <a:path w="68579" h="59054">
                <a:moveTo>
                  <a:pt x="54864" y="15906"/>
                </a:moveTo>
                <a:lnTo>
                  <a:pt x="54102" y="15144"/>
                </a:lnTo>
                <a:lnTo>
                  <a:pt x="54102" y="15297"/>
                </a:lnTo>
                <a:lnTo>
                  <a:pt x="54864" y="15906"/>
                </a:lnTo>
                <a:close/>
              </a:path>
              <a:path w="68579" h="59054">
                <a:moveTo>
                  <a:pt x="59436" y="47021"/>
                </a:moveTo>
                <a:lnTo>
                  <a:pt x="59436" y="25050"/>
                </a:lnTo>
                <a:lnTo>
                  <a:pt x="59340" y="24860"/>
                </a:lnTo>
                <a:lnTo>
                  <a:pt x="58674" y="28860"/>
                </a:lnTo>
                <a:lnTo>
                  <a:pt x="58674" y="28098"/>
                </a:lnTo>
                <a:lnTo>
                  <a:pt x="57912" y="32670"/>
                </a:lnTo>
                <a:lnTo>
                  <a:pt x="57912" y="31908"/>
                </a:lnTo>
                <a:lnTo>
                  <a:pt x="55626" y="36480"/>
                </a:lnTo>
                <a:lnTo>
                  <a:pt x="56388" y="35718"/>
                </a:lnTo>
                <a:lnTo>
                  <a:pt x="56388" y="49561"/>
                </a:lnTo>
                <a:lnTo>
                  <a:pt x="59436" y="47021"/>
                </a:lnTo>
                <a:close/>
              </a:path>
              <a:path w="68579" h="59054">
                <a:moveTo>
                  <a:pt x="57150" y="18573"/>
                </a:moveTo>
                <a:lnTo>
                  <a:pt x="57150" y="18192"/>
                </a:lnTo>
                <a:lnTo>
                  <a:pt x="56388" y="17430"/>
                </a:lnTo>
                <a:lnTo>
                  <a:pt x="57150" y="18573"/>
                </a:lnTo>
                <a:close/>
              </a:path>
              <a:path w="68579" h="59054">
                <a:moveTo>
                  <a:pt x="59436" y="25050"/>
                </a:moveTo>
                <a:lnTo>
                  <a:pt x="59436" y="24288"/>
                </a:lnTo>
                <a:lnTo>
                  <a:pt x="59340" y="24860"/>
                </a:lnTo>
                <a:lnTo>
                  <a:pt x="59436" y="25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5" name="object 33">
            <a:extLst>
              <a:ext uri="{FF2B5EF4-FFF2-40B4-BE49-F238E27FC236}">
                <a16:creationId xmlns:a16="http://schemas.microsoft.com/office/drawing/2014/main" id="{7F474BCA-9E62-446A-976F-552FEB8F9DD7}"/>
              </a:ext>
            </a:extLst>
          </p:cNvPr>
          <p:cNvSpPr/>
          <p:nvPr/>
        </p:nvSpPr>
        <p:spPr>
          <a:xfrm>
            <a:off x="4842829" y="3687243"/>
            <a:ext cx="69476" cy="58271"/>
          </a:xfrm>
          <a:custGeom>
            <a:avLst/>
            <a:gdLst/>
            <a:ahLst/>
            <a:cxnLst/>
            <a:rect l="l" t="t" r="r" b="b"/>
            <a:pathLst>
              <a:path w="59054" h="49529">
                <a:moveTo>
                  <a:pt x="58531" y="24610"/>
                </a:moveTo>
                <a:lnTo>
                  <a:pt x="57673" y="14894"/>
                </a:lnTo>
                <a:lnTo>
                  <a:pt x="52613" y="6977"/>
                </a:lnTo>
                <a:lnTo>
                  <a:pt x="44053" y="1845"/>
                </a:lnTo>
                <a:lnTo>
                  <a:pt x="33349" y="0"/>
                </a:lnTo>
                <a:lnTo>
                  <a:pt x="21859" y="1940"/>
                </a:lnTo>
                <a:lnTo>
                  <a:pt x="11239" y="7477"/>
                </a:lnTo>
                <a:lnTo>
                  <a:pt x="3762" y="15370"/>
                </a:lnTo>
                <a:lnTo>
                  <a:pt x="0" y="24550"/>
                </a:lnTo>
                <a:lnTo>
                  <a:pt x="523" y="33944"/>
                </a:lnTo>
                <a:lnTo>
                  <a:pt x="5917" y="42183"/>
                </a:lnTo>
                <a:lnTo>
                  <a:pt x="14525" y="47279"/>
                </a:lnTo>
                <a:lnTo>
                  <a:pt x="25276" y="48946"/>
                </a:lnTo>
                <a:lnTo>
                  <a:pt x="37099" y="46898"/>
                </a:lnTo>
                <a:lnTo>
                  <a:pt x="47386" y="41469"/>
                </a:lnTo>
                <a:lnTo>
                  <a:pt x="54816" y="33754"/>
                </a:lnTo>
                <a:lnTo>
                  <a:pt x="58531" y="24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7" name="object 34">
            <a:extLst>
              <a:ext uri="{FF2B5EF4-FFF2-40B4-BE49-F238E27FC236}">
                <a16:creationId xmlns:a16="http://schemas.microsoft.com/office/drawing/2014/main" id="{C69DE506-B782-48D1-AB51-5A421724EEFB}"/>
              </a:ext>
            </a:extLst>
          </p:cNvPr>
          <p:cNvSpPr/>
          <p:nvPr/>
        </p:nvSpPr>
        <p:spPr>
          <a:xfrm>
            <a:off x="4837168" y="3681586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68580" y="25037"/>
                </a:moveTo>
                <a:lnTo>
                  <a:pt x="68580" y="24275"/>
                </a:lnTo>
                <a:lnTo>
                  <a:pt x="67056" y="18179"/>
                </a:lnTo>
                <a:lnTo>
                  <a:pt x="65532" y="15131"/>
                </a:lnTo>
                <a:lnTo>
                  <a:pt x="64770" y="12845"/>
                </a:lnTo>
                <a:lnTo>
                  <a:pt x="64008" y="12845"/>
                </a:lnTo>
                <a:lnTo>
                  <a:pt x="64008" y="12083"/>
                </a:lnTo>
                <a:lnTo>
                  <a:pt x="60960" y="9035"/>
                </a:lnTo>
                <a:lnTo>
                  <a:pt x="60960" y="8273"/>
                </a:lnTo>
                <a:lnTo>
                  <a:pt x="60198" y="8273"/>
                </a:lnTo>
                <a:lnTo>
                  <a:pt x="56388" y="5225"/>
                </a:lnTo>
                <a:lnTo>
                  <a:pt x="55626" y="4463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5225"/>
                </a:lnTo>
                <a:lnTo>
                  <a:pt x="18288" y="5225"/>
                </a:lnTo>
                <a:lnTo>
                  <a:pt x="12954" y="8273"/>
                </a:lnTo>
                <a:lnTo>
                  <a:pt x="12954" y="9035"/>
                </a:lnTo>
                <a:lnTo>
                  <a:pt x="8382" y="12845"/>
                </a:lnTo>
                <a:lnTo>
                  <a:pt x="7620" y="12845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3513"/>
                </a:lnTo>
                <a:lnTo>
                  <a:pt x="0" y="28085"/>
                </a:lnTo>
                <a:lnTo>
                  <a:pt x="9144" y="52164"/>
                </a:lnTo>
                <a:lnTo>
                  <a:pt x="9144" y="31133"/>
                </a:lnTo>
                <a:lnTo>
                  <a:pt x="9906" y="28466"/>
                </a:lnTo>
                <a:lnTo>
                  <a:pt x="9906" y="27323"/>
                </a:lnTo>
                <a:lnTo>
                  <a:pt x="10668" y="25799"/>
                </a:lnTo>
                <a:lnTo>
                  <a:pt x="10668" y="26180"/>
                </a:lnTo>
                <a:lnTo>
                  <a:pt x="12192" y="23894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lnTo>
                  <a:pt x="19050" y="16219"/>
                </a:lnTo>
                <a:lnTo>
                  <a:pt x="22860" y="14042"/>
                </a:lnTo>
                <a:lnTo>
                  <a:pt x="22860" y="13607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051"/>
                </a:lnTo>
                <a:lnTo>
                  <a:pt x="47244" y="11321"/>
                </a:lnTo>
                <a:lnTo>
                  <a:pt x="47244" y="11575"/>
                </a:lnTo>
                <a:lnTo>
                  <a:pt x="51054" y="12845"/>
                </a:lnTo>
                <a:lnTo>
                  <a:pt x="51054" y="13454"/>
                </a:lnTo>
                <a:lnTo>
                  <a:pt x="53340" y="15283"/>
                </a:lnTo>
                <a:lnTo>
                  <a:pt x="53340" y="15131"/>
                </a:lnTo>
                <a:lnTo>
                  <a:pt x="57150" y="18179"/>
                </a:lnTo>
                <a:lnTo>
                  <a:pt x="57150" y="19703"/>
                </a:lnTo>
                <a:lnTo>
                  <a:pt x="57912" y="21227"/>
                </a:lnTo>
                <a:lnTo>
                  <a:pt x="58674" y="23513"/>
                </a:lnTo>
                <a:lnTo>
                  <a:pt x="58674" y="47135"/>
                </a:lnTo>
                <a:lnTo>
                  <a:pt x="60198" y="45611"/>
                </a:lnTo>
                <a:lnTo>
                  <a:pt x="63246" y="41801"/>
                </a:lnTo>
                <a:lnTo>
                  <a:pt x="63246" y="41039"/>
                </a:lnTo>
                <a:lnTo>
                  <a:pt x="64008" y="41039"/>
                </a:lnTo>
                <a:lnTo>
                  <a:pt x="66294" y="36467"/>
                </a:lnTo>
                <a:lnTo>
                  <a:pt x="66294" y="35705"/>
                </a:lnTo>
                <a:lnTo>
                  <a:pt x="67818" y="30371"/>
                </a:lnTo>
                <a:lnTo>
                  <a:pt x="67818" y="29609"/>
                </a:lnTo>
                <a:lnTo>
                  <a:pt x="68580" y="25037"/>
                </a:lnTo>
                <a:close/>
              </a:path>
              <a:path w="68579" h="59054">
                <a:moveTo>
                  <a:pt x="17526" y="56279"/>
                </a:moveTo>
                <a:lnTo>
                  <a:pt x="17526" y="46373"/>
                </a:lnTo>
                <a:lnTo>
                  <a:pt x="13716" y="43325"/>
                </a:lnTo>
                <a:lnTo>
                  <a:pt x="13716" y="44087"/>
                </a:lnTo>
                <a:lnTo>
                  <a:pt x="12192" y="41801"/>
                </a:lnTo>
                <a:lnTo>
                  <a:pt x="9144" y="35705"/>
                </a:lnTo>
                <a:lnTo>
                  <a:pt x="9144" y="52164"/>
                </a:lnTo>
                <a:lnTo>
                  <a:pt x="11430" y="53993"/>
                </a:lnTo>
                <a:lnTo>
                  <a:pt x="12192" y="53993"/>
                </a:lnTo>
                <a:lnTo>
                  <a:pt x="12192" y="54755"/>
                </a:lnTo>
                <a:lnTo>
                  <a:pt x="17526" y="56279"/>
                </a:lnTo>
                <a:close/>
              </a:path>
              <a:path w="68579" h="59054">
                <a:moveTo>
                  <a:pt x="10668" y="25799"/>
                </a:moveTo>
                <a:lnTo>
                  <a:pt x="9906" y="27323"/>
                </a:lnTo>
                <a:lnTo>
                  <a:pt x="10477" y="26465"/>
                </a:lnTo>
                <a:lnTo>
                  <a:pt x="10668" y="25799"/>
                </a:lnTo>
                <a:close/>
              </a:path>
              <a:path w="68579" h="59054">
                <a:moveTo>
                  <a:pt x="10477" y="26465"/>
                </a:moveTo>
                <a:lnTo>
                  <a:pt x="9906" y="27323"/>
                </a:lnTo>
                <a:lnTo>
                  <a:pt x="9906" y="28466"/>
                </a:lnTo>
                <a:lnTo>
                  <a:pt x="10477" y="26465"/>
                </a:lnTo>
                <a:close/>
              </a:path>
              <a:path w="68579" h="59054">
                <a:moveTo>
                  <a:pt x="10668" y="26180"/>
                </a:moveTo>
                <a:lnTo>
                  <a:pt x="10668" y="25799"/>
                </a:lnTo>
                <a:lnTo>
                  <a:pt x="10477" y="26465"/>
                </a:lnTo>
                <a:lnTo>
                  <a:pt x="10668" y="26180"/>
                </a:lnTo>
                <a:close/>
              </a:path>
              <a:path w="68579" h="59054">
                <a:moveTo>
                  <a:pt x="12954" y="22751"/>
                </a:moveTo>
                <a:lnTo>
                  <a:pt x="12192" y="23513"/>
                </a:lnTo>
                <a:lnTo>
                  <a:pt x="12192" y="23894"/>
                </a:lnTo>
                <a:lnTo>
                  <a:pt x="12954" y="22751"/>
                </a:lnTo>
                <a:close/>
              </a:path>
              <a:path w="68579" h="59054">
                <a:moveTo>
                  <a:pt x="21336" y="47897"/>
                </a:moveTo>
                <a:lnTo>
                  <a:pt x="16764" y="45611"/>
                </a:lnTo>
                <a:lnTo>
                  <a:pt x="17526" y="46373"/>
                </a:lnTo>
                <a:lnTo>
                  <a:pt x="17526" y="57041"/>
                </a:lnTo>
                <a:lnTo>
                  <a:pt x="18288" y="57041"/>
                </a:lnTo>
                <a:lnTo>
                  <a:pt x="20574" y="57422"/>
                </a:lnTo>
                <a:lnTo>
                  <a:pt x="20574" y="47897"/>
                </a:lnTo>
                <a:lnTo>
                  <a:pt x="21336" y="47897"/>
                </a:lnTo>
                <a:close/>
              </a:path>
              <a:path w="68579" h="59054">
                <a:moveTo>
                  <a:pt x="19050" y="16219"/>
                </a:moveTo>
                <a:lnTo>
                  <a:pt x="19050" y="15893"/>
                </a:lnTo>
                <a:lnTo>
                  <a:pt x="18288" y="16655"/>
                </a:lnTo>
                <a:lnTo>
                  <a:pt x="19050" y="16219"/>
                </a:lnTo>
                <a:close/>
              </a:path>
              <a:path w="68579" h="59054">
                <a:moveTo>
                  <a:pt x="25146" y="48659"/>
                </a:moveTo>
                <a:lnTo>
                  <a:pt x="20574" y="47897"/>
                </a:lnTo>
                <a:lnTo>
                  <a:pt x="20574" y="57422"/>
                </a:lnTo>
                <a:lnTo>
                  <a:pt x="22860" y="57803"/>
                </a:lnTo>
                <a:lnTo>
                  <a:pt x="23622" y="58565"/>
                </a:lnTo>
                <a:lnTo>
                  <a:pt x="24384" y="58565"/>
                </a:lnTo>
                <a:lnTo>
                  <a:pt x="24384" y="48659"/>
                </a:lnTo>
                <a:lnTo>
                  <a:pt x="25146" y="48659"/>
                </a:lnTo>
                <a:close/>
              </a:path>
              <a:path w="68579" h="59054">
                <a:moveTo>
                  <a:pt x="23622" y="13607"/>
                </a:moveTo>
                <a:lnTo>
                  <a:pt x="22860" y="13607"/>
                </a:lnTo>
                <a:lnTo>
                  <a:pt x="22860" y="14042"/>
                </a:lnTo>
                <a:lnTo>
                  <a:pt x="23622" y="13607"/>
                </a:lnTo>
                <a:close/>
              </a:path>
              <a:path w="68579" h="59054">
                <a:moveTo>
                  <a:pt x="30480" y="58565"/>
                </a:moveTo>
                <a:lnTo>
                  <a:pt x="30480" y="49421"/>
                </a:lnTo>
                <a:lnTo>
                  <a:pt x="29718" y="49421"/>
                </a:lnTo>
                <a:lnTo>
                  <a:pt x="24384" y="48659"/>
                </a:lnTo>
                <a:lnTo>
                  <a:pt x="24384" y="58565"/>
                </a:lnTo>
                <a:lnTo>
                  <a:pt x="30480" y="58565"/>
                </a:lnTo>
                <a:close/>
              </a:path>
              <a:path w="68579" h="59054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59054">
                <a:moveTo>
                  <a:pt x="30073" y="49370"/>
                </a:moveTo>
                <a:lnTo>
                  <a:pt x="29718" y="49325"/>
                </a:lnTo>
                <a:lnTo>
                  <a:pt x="30073" y="49370"/>
                </a:lnTo>
                <a:close/>
              </a:path>
              <a:path w="68579" h="59054">
                <a:moveTo>
                  <a:pt x="35052" y="58565"/>
                </a:moveTo>
                <a:lnTo>
                  <a:pt x="35052" y="48659"/>
                </a:lnTo>
                <a:lnTo>
                  <a:pt x="30073" y="49370"/>
                </a:lnTo>
                <a:lnTo>
                  <a:pt x="30480" y="49421"/>
                </a:lnTo>
                <a:lnTo>
                  <a:pt x="30480" y="58565"/>
                </a:lnTo>
                <a:lnTo>
                  <a:pt x="35052" y="58565"/>
                </a:lnTo>
                <a:close/>
              </a:path>
              <a:path w="68579" h="59054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59054">
                <a:moveTo>
                  <a:pt x="40386" y="47135"/>
                </a:moveTo>
                <a:lnTo>
                  <a:pt x="34290" y="48659"/>
                </a:lnTo>
                <a:lnTo>
                  <a:pt x="35052" y="48659"/>
                </a:lnTo>
                <a:lnTo>
                  <a:pt x="35052" y="58565"/>
                </a:lnTo>
                <a:lnTo>
                  <a:pt x="36576" y="58565"/>
                </a:lnTo>
                <a:lnTo>
                  <a:pt x="36576" y="57803"/>
                </a:lnTo>
                <a:lnTo>
                  <a:pt x="39624" y="57041"/>
                </a:lnTo>
                <a:lnTo>
                  <a:pt x="39624" y="47897"/>
                </a:lnTo>
                <a:lnTo>
                  <a:pt x="40386" y="47135"/>
                </a:lnTo>
                <a:close/>
              </a:path>
              <a:path w="68579" h="59054">
                <a:moveTo>
                  <a:pt x="45720" y="55299"/>
                </a:moveTo>
                <a:lnTo>
                  <a:pt x="45720" y="45611"/>
                </a:lnTo>
                <a:lnTo>
                  <a:pt x="39624" y="47897"/>
                </a:lnTo>
                <a:lnTo>
                  <a:pt x="39624" y="57041"/>
                </a:lnTo>
                <a:lnTo>
                  <a:pt x="42672" y="56279"/>
                </a:lnTo>
                <a:lnTo>
                  <a:pt x="43434" y="56279"/>
                </a:lnTo>
                <a:lnTo>
                  <a:pt x="45720" y="55299"/>
                </a:lnTo>
                <a:close/>
              </a:path>
              <a:path w="68579" h="59054">
                <a:moveTo>
                  <a:pt x="43434" y="10051"/>
                </a:moveTo>
                <a:lnTo>
                  <a:pt x="43434" y="9797"/>
                </a:lnTo>
                <a:lnTo>
                  <a:pt x="42672" y="9797"/>
                </a:lnTo>
                <a:lnTo>
                  <a:pt x="43434" y="10051"/>
                </a:lnTo>
                <a:close/>
              </a:path>
              <a:path w="68579" h="59054">
                <a:moveTo>
                  <a:pt x="49530" y="42563"/>
                </a:moveTo>
                <a:lnTo>
                  <a:pt x="44958" y="45611"/>
                </a:lnTo>
                <a:lnTo>
                  <a:pt x="45720" y="45611"/>
                </a:lnTo>
                <a:lnTo>
                  <a:pt x="45720" y="55299"/>
                </a:lnTo>
                <a:lnTo>
                  <a:pt x="48768" y="53993"/>
                </a:lnTo>
                <a:lnTo>
                  <a:pt x="48768" y="43325"/>
                </a:lnTo>
                <a:lnTo>
                  <a:pt x="49530" y="42563"/>
                </a:lnTo>
                <a:close/>
              </a:path>
              <a:path w="68579" h="59054">
                <a:moveTo>
                  <a:pt x="47244" y="11575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575"/>
                </a:lnTo>
                <a:close/>
              </a:path>
              <a:path w="68579" h="59054">
                <a:moveTo>
                  <a:pt x="53340" y="51271"/>
                </a:moveTo>
                <a:lnTo>
                  <a:pt x="53340" y="39515"/>
                </a:lnTo>
                <a:lnTo>
                  <a:pt x="48768" y="43325"/>
                </a:lnTo>
                <a:lnTo>
                  <a:pt x="48768" y="53993"/>
                </a:lnTo>
                <a:lnTo>
                  <a:pt x="49530" y="53993"/>
                </a:lnTo>
                <a:lnTo>
                  <a:pt x="53340" y="51271"/>
                </a:lnTo>
                <a:close/>
              </a:path>
              <a:path w="68579" h="59054">
                <a:moveTo>
                  <a:pt x="51054" y="13454"/>
                </a:moveTo>
                <a:lnTo>
                  <a:pt x="51054" y="12845"/>
                </a:lnTo>
                <a:lnTo>
                  <a:pt x="50292" y="12845"/>
                </a:lnTo>
                <a:lnTo>
                  <a:pt x="51054" y="13454"/>
                </a:lnTo>
                <a:close/>
              </a:path>
              <a:path w="68579" h="59054">
                <a:moveTo>
                  <a:pt x="57912" y="47897"/>
                </a:moveTo>
                <a:lnTo>
                  <a:pt x="57912" y="31895"/>
                </a:lnTo>
                <a:lnTo>
                  <a:pt x="55626" y="36467"/>
                </a:lnTo>
                <a:lnTo>
                  <a:pt x="55626" y="35705"/>
                </a:lnTo>
                <a:lnTo>
                  <a:pt x="52578" y="39515"/>
                </a:lnTo>
                <a:lnTo>
                  <a:pt x="53340" y="39515"/>
                </a:lnTo>
                <a:lnTo>
                  <a:pt x="53340" y="51271"/>
                </a:lnTo>
                <a:lnTo>
                  <a:pt x="54864" y="50183"/>
                </a:lnTo>
                <a:lnTo>
                  <a:pt x="55626" y="50183"/>
                </a:lnTo>
                <a:lnTo>
                  <a:pt x="57912" y="47897"/>
                </a:lnTo>
                <a:close/>
              </a:path>
              <a:path w="68579" h="59054">
                <a:moveTo>
                  <a:pt x="54102" y="15893"/>
                </a:moveTo>
                <a:lnTo>
                  <a:pt x="53340" y="15131"/>
                </a:lnTo>
                <a:lnTo>
                  <a:pt x="53340" y="15283"/>
                </a:lnTo>
                <a:lnTo>
                  <a:pt x="54102" y="15893"/>
                </a:lnTo>
                <a:close/>
              </a:path>
              <a:path w="68579" h="59054">
                <a:moveTo>
                  <a:pt x="57150" y="19703"/>
                </a:moveTo>
                <a:lnTo>
                  <a:pt x="57150" y="18179"/>
                </a:lnTo>
                <a:lnTo>
                  <a:pt x="56388" y="18179"/>
                </a:lnTo>
                <a:lnTo>
                  <a:pt x="57150" y="19703"/>
                </a:lnTo>
                <a:close/>
              </a:path>
              <a:path w="68579" h="59054">
                <a:moveTo>
                  <a:pt x="58674" y="47135"/>
                </a:moveTo>
                <a:lnTo>
                  <a:pt x="58674" y="28085"/>
                </a:lnTo>
                <a:lnTo>
                  <a:pt x="57150" y="32657"/>
                </a:lnTo>
                <a:lnTo>
                  <a:pt x="57912" y="31895"/>
                </a:lnTo>
                <a:lnTo>
                  <a:pt x="57912" y="47897"/>
                </a:lnTo>
                <a:lnTo>
                  <a:pt x="58674" y="47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9" name="object 35">
            <a:extLst>
              <a:ext uri="{FF2B5EF4-FFF2-40B4-BE49-F238E27FC236}">
                <a16:creationId xmlns:a16="http://schemas.microsoft.com/office/drawing/2014/main" id="{AABB1894-6DAF-43FA-80FA-E9F7AD6CE471}"/>
              </a:ext>
            </a:extLst>
          </p:cNvPr>
          <p:cNvSpPr/>
          <p:nvPr/>
        </p:nvSpPr>
        <p:spPr>
          <a:xfrm>
            <a:off x="5717502" y="3001037"/>
            <a:ext cx="74407" cy="672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1" name="object 36">
            <a:extLst>
              <a:ext uri="{FF2B5EF4-FFF2-40B4-BE49-F238E27FC236}">
                <a16:creationId xmlns:a16="http://schemas.microsoft.com/office/drawing/2014/main" id="{DB525C04-F5D7-47F9-B88D-36258531FECA}"/>
              </a:ext>
            </a:extLst>
          </p:cNvPr>
          <p:cNvSpPr/>
          <p:nvPr/>
        </p:nvSpPr>
        <p:spPr>
          <a:xfrm>
            <a:off x="6034853" y="5571218"/>
            <a:ext cx="82475" cy="761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3" name="object 37">
            <a:extLst>
              <a:ext uri="{FF2B5EF4-FFF2-40B4-BE49-F238E27FC236}">
                <a16:creationId xmlns:a16="http://schemas.microsoft.com/office/drawing/2014/main" id="{289B9821-F45B-427A-9DD9-C629C609C992}"/>
              </a:ext>
            </a:extLst>
          </p:cNvPr>
          <p:cNvSpPr/>
          <p:nvPr/>
        </p:nvSpPr>
        <p:spPr>
          <a:xfrm>
            <a:off x="4829101" y="4229201"/>
            <a:ext cx="83087" cy="681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5" name="object 38">
            <a:extLst>
              <a:ext uri="{FF2B5EF4-FFF2-40B4-BE49-F238E27FC236}">
                <a16:creationId xmlns:a16="http://schemas.microsoft.com/office/drawing/2014/main" id="{AFC84172-A635-4AC9-A08C-B99170B824D0}"/>
              </a:ext>
            </a:extLst>
          </p:cNvPr>
          <p:cNvSpPr/>
          <p:nvPr/>
        </p:nvSpPr>
        <p:spPr>
          <a:xfrm>
            <a:off x="6277797" y="2220209"/>
            <a:ext cx="74407" cy="672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7" name="object 39">
            <a:extLst>
              <a:ext uri="{FF2B5EF4-FFF2-40B4-BE49-F238E27FC236}">
                <a16:creationId xmlns:a16="http://schemas.microsoft.com/office/drawing/2014/main" id="{81360283-19C3-4A67-A41D-E01F04306B6B}"/>
              </a:ext>
            </a:extLst>
          </p:cNvPr>
          <p:cNvSpPr/>
          <p:nvPr/>
        </p:nvSpPr>
        <p:spPr>
          <a:xfrm>
            <a:off x="7411831" y="4276716"/>
            <a:ext cx="82280" cy="7978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9" name="object 40">
            <a:extLst>
              <a:ext uri="{FF2B5EF4-FFF2-40B4-BE49-F238E27FC236}">
                <a16:creationId xmlns:a16="http://schemas.microsoft.com/office/drawing/2014/main" id="{E3E91038-43CA-42B8-9EB8-C938673FF68D}"/>
              </a:ext>
            </a:extLst>
          </p:cNvPr>
          <p:cNvSpPr/>
          <p:nvPr/>
        </p:nvSpPr>
        <p:spPr>
          <a:xfrm>
            <a:off x="6310070" y="4203203"/>
            <a:ext cx="74407" cy="681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1" name="object 41">
            <a:extLst>
              <a:ext uri="{FF2B5EF4-FFF2-40B4-BE49-F238E27FC236}">
                <a16:creationId xmlns:a16="http://schemas.microsoft.com/office/drawing/2014/main" id="{1C9E3C34-F276-4A59-B6AD-68F4EC9EDF39}"/>
              </a:ext>
            </a:extLst>
          </p:cNvPr>
          <p:cNvSpPr/>
          <p:nvPr/>
        </p:nvSpPr>
        <p:spPr>
          <a:xfrm>
            <a:off x="7779385" y="3363209"/>
            <a:ext cx="74407" cy="6723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3" name="object 42">
            <a:extLst>
              <a:ext uri="{FF2B5EF4-FFF2-40B4-BE49-F238E27FC236}">
                <a16:creationId xmlns:a16="http://schemas.microsoft.com/office/drawing/2014/main" id="{7704FB7F-4801-45C9-8427-D1E524AFE838}"/>
              </a:ext>
            </a:extLst>
          </p:cNvPr>
          <p:cNvSpPr/>
          <p:nvPr/>
        </p:nvSpPr>
        <p:spPr>
          <a:xfrm>
            <a:off x="4803103" y="2173594"/>
            <a:ext cx="70224" cy="56029"/>
          </a:xfrm>
          <a:custGeom>
            <a:avLst/>
            <a:gdLst/>
            <a:ahLst/>
            <a:cxnLst/>
            <a:rect l="l" t="t" r="r" b="b"/>
            <a:pathLst>
              <a:path w="59689" h="47625">
                <a:moveTo>
                  <a:pt x="59435" y="28194"/>
                </a:moveTo>
                <a:lnTo>
                  <a:pt x="58269" y="18645"/>
                </a:lnTo>
                <a:lnTo>
                  <a:pt x="52958" y="10096"/>
                </a:lnTo>
                <a:lnTo>
                  <a:pt x="44219" y="3548"/>
                </a:lnTo>
                <a:lnTo>
                  <a:pt x="32765" y="0"/>
                </a:lnTo>
                <a:lnTo>
                  <a:pt x="21109" y="202"/>
                </a:lnTo>
                <a:lnTo>
                  <a:pt x="10953" y="3905"/>
                </a:lnTo>
                <a:lnTo>
                  <a:pt x="3512" y="10608"/>
                </a:lnTo>
                <a:lnTo>
                  <a:pt x="0" y="19812"/>
                </a:lnTo>
                <a:lnTo>
                  <a:pt x="833" y="29241"/>
                </a:lnTo>
                <a:lnTo>
                  <a:pt x="6095" y="37528"/>
                </a:lnTo>
                <a:lnTo>
                  <a:pt x="14787" y="43815"/>
                </a:lnTo>
                <a:lnTo>
                  <a:pt x="25907" y="47244"/>
                </a:lnTo>
                <a:lnTo>
                  <a:pt x="37897" y="47053"/>
                </a:lnTo>
                <a:lnTo>
                  <a:pt x="48101" y="43434"/>
                </a:lnTo>
                <a:lnTo>
                  <a:pt x="55590" y="36957"/>
                </a:lnTo>
                <a:lnTo>
                  <a:pt x="59435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5" name="object 43">
            <a:extLst>
              <a:ext uri="{FF2B5EF4-FFF2-40B4-BE49-F238E27FC236}">
                <a16:creationId xmlns:a16="http://schemas.microsoft.com/office/drawing/2014/main" id="{383E7300-5877-4191-98D7-8D5D32FB08F7}"/>
              </a:ext>
            </a:extLst>
          </p:cNvPr>
          <p:cNvSpPr/>
          <p:nvPr/>
        </p:nvSpPr>
        <p:spPr>
          <a:xfrm>
            <a:off x="4796827" y="2167320"/>
            <a:ext cx="82176" cy="68728"/>
          </a:xfrm>
          <a:custGeom>
            <a:avLst/>
            <a:gdLst/>
            <a:ahLst/>
            <a:cxnLst/>
            <a:rect l="l" t="t" r="r" b="b"/>
            <a:pathLst>
              <a:path w="69850" h="58419">
                <a:moveTo>
                  <a:pt x="4572" y="41148"/>
                </a:moveTo>
                <a:lnTo>
                  <a:pt x="4572" y="13716"/>
                </a:lnTo>
                <a:lnTo>
                  <a:pt x="2286" y="17526"/>
                </a:lnTo>
                <a:lnTo>
                  <a:pt x="2286" y="18288"/>
                </a:lnTo>
                <a:lnTo>
                  <a:pt x="1524" y="18288"/>
                </a:lnTo>
                <a:lnTo>
                  <a:pt x="0" y="24384"/>
                </a:lnTo>
                <a:lnTo>
                  <a:pt x="0" y="30480"/>
                </a:lnTo>
                <a:lnTo>
                  <a:pt x="1524" y="35052"/>
                </a:lnTo>
                <a:lnTo>
                  <a:pt x="1524" y="36576"/>
                </a:lnTo>
                <a:lnTo>
                  <a:pt x="3810" y="41148"/>
                </a:lnTo>
                <a:lnTo>
                  <a:pt x="4572" y="41148"/>
                </a:lnTo>
                <a:close/>
              </a:path>
              <a:path w="69850" h="58419">
                <a:moveTo>
                  <a:pt x="32004" y="10001"/>
                </a:moveTo>
                <a:lnTo>
                  <a:pt x="32004" y="762"/>
                </a:lnTo>
                <a:lnTo>
                  <a:pt x="25146" y="762"/>
                </a:lnTo>
                <a:lnTo>
                  <a:pt x="19812" y="2286"/>
                </a:lnTo>
                <a:lnTo>
                  <a:pt x="19050" y="3048"/>
                </a:lnTo>
                <a:lnTo>
                  <a:pt x="14478" y="5334"/>
                </a:lnTo>
                <a:lnTo>
                  <a:pt x="13716" y="5334"/>
                </a:lnTo>
                <a:lnTo>
                  <a:pt x="9144" y="8382"/>
                </a:lnTo>
                <a:lnTo>
                  <a:pt x="8382" y="9144"/>
                </a:lnTo>
                <a:lnTo>
                  <a:pt x="5334" y="12954"/>
                </a:lnTo>
                <a:lnTo>
                  <a:pt x="4572" y="12954"/>
                </a:lnTo>
                <a:lnTo>
                  <a:pt x="4572" y="41910"/>
                </a:lnTo>
                <a:lnTo>
                  <a:pt x="7620" y="45720"/>
                </a:lnTo>
                <a:lnTo>
                  <a:pt x="7620" y="46482"/>
                </a:lnTo>
                <a:lnTo>
                  <a:pt x="8382" y="46482"/>
                </a:lnTo>
                <a:lnTo>
                  <a:pt x="9906" y="47701"/>
                </a:lnTo>
                <a:lnTo>
                  <a:pt x="9906" y="23622"/>
                </a:lnTo>
                <a:lnTo>
                  <a:pt x="10668" y="21336"/>
                </a:lnTo>
                <a:lnTo>
                  <a:pt x="10668" y="22860"/>
                </a:lnTo>
                <a:lnTo>
                  <a:pt x="12192" y="19812"/>
                </a:lnTo>
                <a:lnTo>
                  <a:pt x="12192" y="19050"/>
                </a:lnTo>
                <a:lnTo>
                  <a:pt x="14478" y="16192"/>
                </a:lnTo>
                <a:lnTo>
                  <a:pt x="14478" y="16002"/>
                </a:lnTo>
                <a:lnTo>
                  <a:pt x="15240" y="15240"/>
                </a:lnTo>
                <a:lnTo>
                  <a:pt x="15240" y="15494"/>
                </a:lnTo>
                <a:lnTo>
                  <a:pt x="19050" y="12954"/>
                </a:lnTo>
                <a:lnTo>
                  <a:pt x="19050" y="13335"/>
                </a:lnTo>
                <a:lnTo>
                  <a:pt x="22098" y="11811"/>
                </a:lnTo>
                <a:lnTo>
                  <a:pt x="22098" y="11430"/>
                </a:lnTo>
                <a:lnTo>
                  <a:pt x="26670" y="10776"/>
                </a:lnTo>
                <a:lnTo>
                  <a:pt x="32004" y="10001"/>
                </a:lnTo>
                <a:close/>
              </a:path>
              <a:path w="69850" h="58419">
                <a:moveTo>
                  <a:pt x="12192" y="49530"/>
                </a:moveTo>
                <a:lnTo>
                  <a:pt x="12192" y="36576"/>
                </a:lnTo>
                <a:lnTo>
                  <a:pt x="10668" y="32004"/>
                </a:lnTo>
                <a:lnTo>
                  <a:pt x="10668" y="33528"/>
                </a:lnTo>
                <a:lnTo>
                  <a:pt x="9906" y="28194"/>
                </a:lnTo>
                <a:lnTo>
                  <a:pt x="9906" y="47701"/>
                </a:lnTo>
                <a:lnTo>
                  <a:pt x="12192" y="49530"/>
                </a:lnTo>
                <a:close/>
              </a:path>
              <a:path w="69850" h="58419">
                <a:moveTo>
                  <a:pt x="12954" y="18288"/>
                </a:moveTo>
                <a:lnTo>
                  <a:pt x="12192" y="19050"/>
                </a:lnTo>
                <a:lnTo>
                  <a:pt x="12192" y="19812"/>
                </a:lnTo>
                <a:lnTo>
                  <a:pt x="12954" y="18288"/>
                </a:lnTo>
                <a:close/>
              </a:path>
              <a:path w="69850" h="58419">
                <a:moveTo>
                  <a:pt x="15240" y="39624"/>
                </a:moveTo>
                <a:lnTo>
                  <a:pt x="12192" y="35814"/>
                </a:lnTo>
                <a:lnTo>
                  <a:pt x="12192" y="50292"/>
                </a:lnTo>
                <a:lnTo>
                  <a:pt x="12954" y="50292"/>
                </a:lnTo>
                <a:lnTo>
                  <a:pt x="14478" y="51308"/>
                </a:lnTo>
                <a:lnTo>
                  <a:pt x="14478" y="38862"/>
                </a:lnTo>
                <a:lnTo>
                  <a:pt x="15240" y="39624"/>
                </a:lnTo>
                <a:close/>
              </a:path>
              <a:path w="69850" h="58419">
                <a:moveTo>
                  <a:pt x="15240" y="15240"/>
                </a:moveTo>
                <a:lnTo>
                  <a:pt x="14478" y="16002"/>
                </a:lnTo>
                <a:lnTo>
                  <a:pt x="14804" y="15784"/>
                </a:lnTo>
                <a:lnTo>
                  <a:pt x="15240" y="15240"/>
                </a:lnTo>
                <a:close/>
              </a:path>
              <a:path w="69850" h="58419">
                <a:moveTo>
                  <a:pt x="14804" y="15784"/>
                </a:moveTo>
                <a:lnTo>
                  <a:pt x="14478" y="16002"/>
                </a:lnTo>
                <a:lnTo>
                  <a:pt x="14478" y="16192"/>
                </a:lnTo>
                <a:lnTo>
                  <a:pt x="14804" y="15784"/>
                </a:lnTo>
                <a:close/>
              </a:path>
              <a:path w="69850" h="58419">
                <a:moveTo>
                  <a:pt x="18288" y="53340"/>
                </a:moveTo>
                <a:lnTo>
                  <a:pt x="18288" y="42672"/>
                </a:lnTo>
                <a:lnTo>
                  <a:pt x="14478" y="38862"/>
                </a:lnTo>
                <a:lnTo>
                  <a:pt x="14478" y="51308"/>
                </a:lnTo>
                <a:lnTo>
                  <a:pt x="17526" y="53340"/>
                </a:lnTo>
                <a:lnTo>
                  <a:pt x="18288" y="53340"/>
                </a:lnTo>
                <a:close/>
              </a:path>
              <a:path w="69850" h="58419">
                <a:moveTo>
                  <a:pt x="15240" y="15494"/>
                </a:moveTo>
                <a:lnTo>
                  <a:pt x="15240" y="15240"/>
                </a:lnTo>
                <a:lnTo>
                  <a:pt x="14804" y="15784"/>
                </a:lnTo>
                <a:lnTo>
                  <a:pt x="15240" y="15494"/>
                </a:lnTo>
                <a:close/>
              </a:path>
              <a:path w="69850" h="58419">
                <a:moveTo>
                  <a:pt x="22860" y="44958"/>
                </a:moveTo>
                <a:lnTo>
                  <a:pt x="17526" y="41910"/>
                </a:lnTo>
                <a:lnTo>
                  <a:pt x="18288" y="42672"/>
                </a:lnTo>
                <a:lnTo>
                  <a:pt x="18288" y="53340"/>
                </a:lnTo>
                <a:lnTo>
                  <a:pt x="22098" y="54972"/>
                </a:lnTo>
                <a:lnTo>
                  <a:pt x="22098" y="44958"/>
                </a:lnTo>
                <a:lnTo>
                  <a:pt x="22860" y="44958"/>
                </a:lnTo>
                <a:close/>
              </a:path>
              <a:path w="69850" h="58419">
                <a:moveTo>
                  <a:pt x="19050" y="13335"/>
                </a:moveTo>
                <a:lnTo>
                  <a:pt x="19050" y="12954"/>
                </a:lnTo>
                <a:lnTo>
                  <a:pt x="18288" y="13716"/>
                </a:lnTo>
                <a:lnTo>
                  <a:pt x="19050" y="13335"/>
                </a:lnTo>
                <a:close/>
              </a:path>
              <a:path w="69850" h="58419">
                <a:moveTo>
                  <a:pt x="22860" y="11430"/>
                </a:moveTo>
                <a:lnTo>
                  <a:pt x="22098" y="11430"/>
                </a:lnTo>
                <a:lnTo>
                  <a:pt x="22098" y="11811"/>
                </a:lnTo>
                <a:lnTo>
                  <a:pt x="22860" y="11430"/>
                </a:lnTo>
                <a:close/>
              </a:path>
              <a:path w="69850" h="58419">
                <a:moveTo>
                  <a:pt x="27432" y="56388"/>
                </a:moveTo>
                <a:lnTo>
                  <a:pt x="27432" y="47244"/>
                </a:lnTo>
                <a:lnTo>
                  <a:pt x="22098" y="44958"/>
                </a:lnTo>
                <a:lnTo>
                  <a:pt x="22098" y="54972"/>
                </a:lnTo>
                <a:lnTo>
                  <a:pt x="23622" y="55626"/>
                </a:lnTo>
                <a:lnTo>
                  <a:pt x="24384" y="55626"/>
                </a:lnTo>
                <a:lnTo>
                  <a:pt x="27432" y="56388"/>
                </a:lnTo>
                <a:close/>
              </a:path>
              <a:path w="69850" h="58419">
                <a:moveTo>
                  <a:pt x="27432" y="10668"/>
                </a:moveTo>
                <a:lnTo>
                  <a:pt x="26670" y="10668"/>
                </a:lnTo>
                <a:lnTo>
                  <a:pt x="27432" y="10668"/>
                </a:lnTo>
                <a:close/>
              </a:path>
              <a:path w="69850" h="58419">
                <a:moveTo>
                  <a:pt x="32766" y="48006"/>
                </a:moveTo>
                <a:lnTo>
                  <a:pt x="26670" y="46482"/>
                </a:lnTo>
                <a:lnTo>
                  <a:pt x="27432" y="47244"/>
                </a:lnTo>
                <a:lnTo>
                  <a:pt x="27432" y="56388"/>
                </a:lnTo>
                <a:lnTo>
                  <a:pt x="30480" y="57150"/>
                </a:lnTo>
                <a:lnTo>
                  <a:pt x="32004" y="57245"/>
                </a:lnTo>
                <a:lnTo>
                  <a:pt x="32004" y="48006"/>
                </a:lnTo>
                <a:lnTo>
                  <a:pt x="32766" y="48006"/>
                </a:lnTo>
                <a:close/>
              </a:path>
              <a:path w="69850" h="58419">
                <a:moveTo>
                  <a:pt x="57912" y="22860"/>
                </a:moveTo>
                <a:lnTo>
                  <a:pt x="57150" y="21336"/>
                </a:lnTo>
                <a:lnTo>
                  <a:pt x="57150" y="7620"/>
                </a:lnTo>
                <a:lnTo>
                  <a:pt x="51816" y="5334"/>
                </a:lnTo>
                <a:lnTo>
                  <a:pt x="51816" y="4572"/>
                </a:lnTo>
                <a:lnTo>
                  <a:pt x="45720" y="2286"/>
                </a:lnTo>
                <a:lnTo>
                  <a:pt x="44958" y="2286"/>
                </a:lnTo>
                <a:lnTo>
                  <a:pt x="39624" y="762"/>
                </a:lnTo>
                <a:lnTo>
                  <a:pt x="32766" y="762"/>
                </a:lnTo>
                <a:lnTo>
                  <a:pt x="32004" y="0"/>
                </a:lnTo>
                <a:lnTo>
                  <a:pt x="32004" y="9906"/>
                </a:lnTo>
                <a:lnTo>
                  <a:pt x="37338" y="10572"/>
                </a:lnTo>
                <a:lnTo>
                  <a:pt x="37338" y="9906"/>
                </a:lnTo>
                <a:lnTo>
                  <a:pt x="43434" y="11430"/>
                </a:lnTo>
                <a:lnTo>
                  <a:pt x="43434" y="11756"/>
                </a:lnTo>
                <a:lnTo>
                  <a:pt x="47244" y="13389"/>
                </a:lnTo>
                <a:lnTo>
                  <a:pt x="47244" y="12954"/>
                </a:lnTo>
                <a:lnTo>
                  <a:pt x="51054" y="15494"/>
                </a:lnTo>
                <a:lnTo>
                  <a:pt x="51054" y="15240"/>
                </a:lnTo>
                <a:lnTo>
                  <a:pt x="54864" y="19050"/>
                </a:lnTo>
                <a:lnTo>
                  <a:pt x="54864" y="18287"/>
                </a:lnTo>
                <a:lnTo>
                  <a:pt x="57912" y="22860"/>
                </a:lnTo>
                <a:close/>
              </a:path>
              <a:path w="69850" h="58419">
                <a:moveTo>
                  <a:pt x="32385" y="9953"/>
                </a:moveTo>
                <a:lnTo>
                  <a:pt x="32004" y="9906"/>
                </a:lnTo>
                <a:lnTo>
                  <a:pt x="32385" y="9953"/>
                </a:lnTo>
                <a:close/>
              </a:path>
              <a:path w="69850" h="58419">
                <a:moveTo>
                  <a:pt x="42672" y="57258"/>
                </a:moveTo>
                <a:lnTo>
                  <a:pt x="42672" y="48006"/>
                </a:lnTo>
                <a:lnTo>
                  <a:pt x="32004" y="48006"/>
                </a:lnTo>
                <a:lnTo>
                  <a:pt x="32004" y="57245"/>
                </a:lnTo>
                <a:lnTo>
                  <a:pt x="37338" y="57912"/>
                </a:lnTo>
                <a:lnTo>
                  <a:pt x="38862" y="57803"/>
                </a:lnTo>
                <a:lnTo>
                  <a:pt x="42672" y="57258"/>
                </a:lnTo>
                <a:close/>
              </a:path>
              <a:path w="69850" h="58419">
                <a:moveTo>
                  <a:pt x="32766" y="10001"/>
                </a:moveTo>
                <a:lnTo>
                  <a:pt x="32385" y="9953"/>
                </a:lnTo>
                <a:lnTo>
                  <a:pt x="32766" y="10001"/>
                </a:lnTo>
                <a:close/>
              </a:path>
              <a:path w="69850" h="58419">
                <a:moveTo>
                  <a:pt x="38100" y="10668"/>
                </a:moveTo>
                <a:lnTo>
                  <a:pt x="37338" y="9906"/>
                </a:lnTo>
                <a:lnTo>
                  <a:pt x="37338" y="10572"/>
                </a:lnTo>
                <a:lnTo>
                  <a:pt x="38100" y="10668"/>
                </a:lnTo>
                <a:close/>
              </a:path>
              <a:path w="69850" h="58419">
                <a:moveTo>
                  <a:pt x="47244" y="56496"/>
                </a:moveTo>
                <a:lnTo>
                  <a:pt x="47244" y="46482"/>
                </a:lnTo>
                <a:lnTo>
                  <a:pt x="41910" y="48006"/>
                </a:lnTo>
                <a:lnTo>
                  <a:pt x="42672" y="48006"/>
                </a:lnTo>
                <a:lnTo>
                  <a:pt x="42672" y="57258"/>
                </a:lnTo>
                <a:lnTo>
                  <a:pt x="44958" y="57150"/>
                </a:lnTo>
                <a:lnTo>
                  <a:pt x="47244" y="56496"/>
                </a:lnTo>
                <a:close/>
              </a:path>
              <a:path w="69850" h="58419">
                <a:moveTo>
                  <a:pt x="43434" y="11756"/>
                </a:moveTo>
                <a:lnTo>
                  <a:pt x="43434" y="11430"/>
                </a:lnTo>
                <a:lnTo>
                  <a:pt x="42672" y="11430"/>
                </a:lnTo>
                <a:lnTo>
                  <a:pt x="43434" y="11756"/>
                </a:lnTo>
                <a:close/>
              </a:path>
              <a:path w="69850" h="58419">
                <a:moveTo>
                  <a:pt x="51816" y="44196"/>
                </a:moveTo>
                <a:lnTo>
                  <a:pt x="46482" y="46482"/>
                </a:lnTo>
                <a:lnTo>
                  <a:pt x="47244" y="46482"/>
                </a:lnTo>
                <a:lnTo>
                  <a:pt x="47244" y="56496"/>
                </a:lnTo>
                <a:lnTo>
                  <a:pt x="50292" y="55626"/>
                </a:lnTo>
                <a:lnTo>
                  <a:pt x="51054" y="55626"/>
                </a:lnTo>
                <a:lnTo>
                  <a:pt x="51054" y="44958"/>
                </a:lnTo>
                <a:lnTo>
                  <a:pt x="51816" y="44196"/>
                </a:lnTo>
                <a:close/>
              </a:path>
              <a:path w="69850" h="58419">
                <a:moveTo>
                  <a:pt x="48006" y="13716"/>
                </a:moveTo>
                <a:lnTo>
                  <a:pt x="47244" y="12954"/>
                </a:lnTo>
                <a:lnTo>
                  <a:pt x="47244" y="13389"/>
                </a:lnTo>
                <a:lnTo>
                  <a:pt x="48006" y="13716"/>
                </a:lnTo>
                <a:close/>
              </a:path>
              <a:path w="69850" h="58419">
                <a:moveTo>
                  <a:pt x="51816" y="16002"/>
                </a:moveTo>
                <a:lnTo>
                  <a:pt x="51054" y="15240"/>
                </a:lnTo>
                <a:lnTo>
                  <a:pt x="51054" y="15494"/>
                </a:lnTo>
                <a:lnTo>
                  <a:pt x="51816" y="16002"/>
                </a:lnTo>
                <a:close/>
              </a:path>
              <a:path w="69850" h="58419">
                <a:moveTo>
                  <a:pt x="54864" y="41910"/>
                </a:moveTo>
                <a:lnTo>
                  <a:pt x="51054" y="44958"/>
                </a:lnTo>
                <a:lnTo>
                  <a:pt x="51054" y="55626"/>
                </a:lnTo>
                <a:lnTo>
                  <a:pt x="54102" y="54102"/>
                </a:lnTo>
                <a:lnTo>
                  <a:pt x="54102" y="42672"/>
                </a:lnTo>
                <a:lnTo>
                  <a:pt x="54864" y="41910"/>
                </a:lnTo>
                <a:close/>
              </a:path>
              <a:path w="69850" h="58419">
                <a:moveTo>
                  <a:pt x="57912" y="51358"/>
                </a:moveTo>
                <a:lnTo>
                  <a:pt x="57912" y="38862"/>
                </a:lnTo>
                <a:lnTo>
                  <a:pt x="54102" y="42672"/>
                </a:lnTo>
                <a:lnTo>
                  <a:pt x="54102" y="54102"/>
                </a:lnTo>
                <a:lnTo>
                  <a:pt x="55626" y="53340"/>
                </a:lnTo>
                <a:lnTo>
                  <a:pt x="56388" y="52578"/>
                </a:lnTo>
                <a:lnTo>
                  <a:pt x="57912" y="51358"/>
                </a:lnTo>
                <a:close/>
              </a:path>
              <a:path w="69850" h="58419">
                <a:moveTo>
                  <a:pt x="69748" y="36537"/>
                </a:moveTo>
                <a:lnTo>
                  <a:pt x="69430" y="31762"/>
                </a:lnTo>
                <a:lnTo>
                  <a:pt x="69342" y="25146"/>
                </a:lnTo>
                <a:lnTo>
                  <a:pt x="68580" y="22860"/>
                </a:lnTo>
                <a:lnTo>
                  <a:pt x="68580" y="22098"/>
                </a:lnTo>
                <a:lnTo>
                  <a:pt x="67818" y="22098"/>
                </a:lnTo>
                <a:lnTo>
                  <a:pt x="65532" y="17526"/>
                </a:lnTo>
                <a:lnTo>
                  <a:pt x="65532" y="16764"/>
                </a:lnTo>
                <a:lnTo>
                  <a:pt x="62484" y="12954"/>
                </a:lnTo>
                <a:lnTo>
                  <a:pt x="57912" y="8382"/>
                </a:lnTo>
                <a:lnTo>
                  <a:pt x="57150" y="8382"/>
                </a:lnTo>
                <a:lnTo>
                  <a:pt x="57150" y="21336"/>
                </a:lnTo>
                <a:lnTo>
                  <a:pt x="59436" y="25908"/>
                </a:lnTo>
                <a:lnTo>
                  <a:pt x="59436" y="25146"/>
                </a:lnTo>
                <a:lnTo>
                  <a:pt x="60198" y="27432"/>
                </a:lnTo>
                <a:lnTo>
                  <a:pt x="60198" y="33340"/>
                </a:lnTo>
                <a:lnTo>
                  <a:pt x="60934" y="32346"/>
                </a:lnTo>
                <a:lnTo>
                  <a:pt x="60934" y="49530"/>
                </a:lnTo>
                <a:lnTo>
                  <a:pt x="60960" y="48768"/>
                </a:lnTo>
                <a:lnTo>
                  <a:pt x="64770" y="45720"/>
                </a:lnTo>
                <a:lnTo>
                  <a:pt x="64770" y="44958"/>
                </a:lnTo>
                <a:lnTo>
                  <a:pt x="66294" y="42672"/>
                </a:lnTo>
                <a:lnTo>
                  <a:pt x="69748" y="36537"/>
                </a:lnTo>
                <a:close/>
              </a:path>
              <a:path w="69850" h="58419">
                <a:moveTo>
                  <a:pt x="60934" y="49530"/>
                </a:moveTo>
                <a:lnTo>
                  <a:pt x="60934" y="32346"/>
                </a:lnTo>
                <a:lnTo>
                  <a:pt x="57912" y="38100"/>
                </a:lnTo>
                <a:lnTo>
                  <a:pt x="57150" y="39624"/>
                </a:lnTo>
                <a:lnTo>
                  <a:pt x="57912" y="38862"/>
                </a:lnTo>
                <a:lnTo>
                  <a:pt x="57912" y="51358"/>
                </a:lnTo>
                <a:lnTo>
                  <a:pt x="60096" y="49611"/>
                </a:lnTo>
                <a:lnTo>
                  <a:pt x="60934" y="49530"/>
                </a:lnTo>
                <a:close/>
              </a:path>
              <a:path w="69850" h="58419">
                <a:moveTo>
                  <a:pt x="60198" y="33340"/>
                </a:moveTo>
                <a:lnTo>
                  <a:pt x="60198" y="27432"/>
                </a:lnTo>
                <a:lnTo>
                  <a:pt x="60096" y="33477"/>
                </a:lnTo>
                <a:lnTo>
                  <a:pt x="60198" y="3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7" name="object 44">
            <a:extLst>
              <a:ext uri="{FF2B5EF4-FFF2-40B4-BE49-F238E27FC236}">
                <a16:creationId xmlns:a16="http://schemas.microsoft.com/office/drawing/2014/main" id="{3B23A8BF-5506-4A46-AAC3-C4D22E101AD7}"/>
              </a:ext>
            </a:extLst>
          </p:cNvPr>
          <p:cNvSpPr/>
          <p:nvPr/>
        </p:nvSpPr>
        <p:spPr>
          <a:xfrm>
            <a:off x="7357149" y="3254739"/>
            <a:ext cx="74407" cy="6723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9" name="object 45">
            <a:extLst>
              <a:ext uri="{FF2B5EF4-FFF2-40B4-BE49-F238E27FC236}">
                <a16:creationId xmlns:a16="http://schemas.microsoft.com/office/drawing/2014/main" id="{025D03EC-0294-4C89-917C-3CD2DFE1B6AF}"/>
              </a:ext>
            </a:extLst>
          </p:cNvPr>
          <p:cNvSpPr/>
          <p:nvPr/>
        </p:nvSpPr>
        <p:spPr>
          <a:xfrm>
            <a:off x="7194886" y="4949069"/>
            <a:ext cx="74705" cy="79935"/>
          </a:xfrm>
          <a:custGeom>
            <a:avLst/>
            <a:gdLst/>
            <a:ahLst/>
            <a:cxnLst/>
            <a:rect l="l" t="t" r="r" b="b"/>
            <a:pathLst>
              <a:path w="63500" h="67945">
                <a:moveTo>
                  <a:pt x="18573" y="14287"/>
                </a:moveTo>
                <a:lnTo>
                  <a:pt x="18287" y="14478"/>
                </a:lnTo>
                <a:lnTo>
                  <a:pt x="18287" y="3810"/>
                </a:lnTo>
                <a:lnTo>
                  <a:pt x="17525" y="3810"/>
                </a:lnTo>
                <a:lnTo>
                  <a:pt x="12953" y="6858"/>
                </a:lnTo>
                <a:lnTo>
                  <a:pt x="7619" y="12192"/>
                </a:lnTo>
                <a:lnTo>
                  <a:pt x="4571" y="16764"/>
                </a:lnTo>
                <a:lnTo>
                  <a:pt x="4571" y="17526"/>
                </a:lnTo>
                <a:lnTo>
                  <a:pt x="2285" y="22098"/>
                </a:lnTo>
                <a:lnTo>
                  <a:pt x="2285" y="22860"/>
                </a:lnTo>
                <a:lnTo>
                  <a:pt x="1523" y="22860"/>
                </a:lnTo>
                <a:lnTo>
                  <a:pt x="0" y="28956"/>
                </a:lnTo>
                <a:lnTo>
                  <a:pt x="0" y="36576"/>
                </a:lnTo>
                <a:lnTo>
                  <a:pt x="761" y="42672"/>
                </a:lnTo>
                <a:lnTo>
                  <a:pt x="761" y="43434"/>
                </a:lnTo>
                <a:lnTo>
                  <a:pt x="3047" y="48768"/>
                </a:lnTo>
                <a:lnTo>
                  <a:pt x="3047" y="49530"/>
                </a:lnTo>
                <a:lnTo>
                  <a:pt x="5333" y="54102"/>
                </a:lnTo>
                <a:lnTo>
                  <a:pt x="6095" y="54102"/>
                </a:lnTo>
                <a:lnTo>
                  <a:pt x="6095" y="54864"/>
                </a:lnTo>
                <a:lnTo>
                  <a:pt x="9143" y="57912"/>
                </a:lnTo>
                <a:lnTo>
                  <a:pt x="9143" y="35052"/>
                </a:lnTo>
                <a:lnTo>
                  <a:pt x="9239" y="35814"/>
                </a:lnTo>
                <a:lnTo>
                  <a:pt x="9905" y="30480"/>
                </a:lnTo>
                <a:lnTo>
                  <a:pt x="9905" y="31242"/>
                </a:lnTo>
                <a:lnTo>
                  <a:pt x="10667" y="25146"/>
                </a:lnTo>
                <a:lnTo>
                  <a:pt x="10667" y="26670"/>
                </a:lnTo>
                <a:lnTo>
                  <a:pt x="12953" y="21336"/>
                </a:lnTo>
                <a:lnTo>
                  <a:pt x="12953" y="22098"/>
                </a:lnTo>
                <a:lnTo>
                  <a:pt x="15239" y="18669"/>
                </a:lnTo>
                <a:lnTo>
                  <a:pt x="15239" y="18288"/>
                </a:lnTo>
                <a:lnTo>
                  <a:pt x="18573" y="14287"/>
                </a:lnTo>
                <a:close/>
              </a:path>
              <a:path w="63500" h="67945">
                <a:moveTo>
                  <a:pt x="9239" y="35814"/>
                </a:moveTo>
                <a:lnTo>
                  <a:pt x="9143" y="35052"/>
                </a:lnTo>
                <a:lnTo>
                  <a:pt x="9143" y="36576"/>
                </a:lnTo>
                <a:lnTo>
                  <a:pt x="9239" y="35814"/>
                </a:lnTo>
                <a:close/>
              </a:path>
              <a:path w="63500" h="67945">
                <a:moveTo>
                  <a:pt x="9905" y="58674"/>
                </a:moveTo>
                <a:lnTo>
                  <a:pt x="9905" y="41148"/>
                </a:lnTo>
                <a:lnTo>
                  <a:pt x="9239" y="35814"/>
                </a:lnTo>
                <a:lnTo>
                  <a:pt x="9143" y="36576"/>
                </a:lnTo>
                <a:lnTo>
                  <a:pt x="9143" y="57912"/>
                </a:lnTo>
                <a:lnTo>
                  <a:pt x="9905" y="58674"/>
                </a:lnTo>
                <a:close/>
              </a:path>
              <a:path w="63500" h="67945">
                <a:moveTo>
                  <a:pt x="16763" y="52577"/>
                </a:moveTo>
                <a:lnTo>
                  <a:pt x="13715" y="48768"/>
                </a:lnTo>
                <a:lnTo>
                  <a:pt x="13715" y="49530"/>
                </a:lnTo>
                <a:lnTo>
                  <a:pt x="11429" y="44958"/>
                </a:lnTo>
                <a:lnTo>
                  <a:pt x="11429" y="45720"/>
                </a:lnTo>
                <a:lnTo>
                  <a:pt x="9905" y="40386"/>
                </a:lnTo>
                <a:lnTo>
                  <a:pt x="9905" y="59436"/>
                </a:lnTo>
                <a:lnTo>
                  <a:pt x="14477" y="63246"/>
                </a:lnTo>
                <a:lnTo>
                  <a:pt x="15239" y="63246"/>
                </a:lnTo>
                <a:lnTo>
                  <a:pt x="16001" y="63681"/>
                </a:lnTo>
                <a:lnTo>
                  <a:pt x="16001" y="52577"/>
                </a:lnTo>
                <a:lnTo>
                  <a:pt x="16763" y="52577"/>
                </a:lnTo>
                <a:close/>
              </a:path>
              <a:path w="63500" h="67945">
                <a:moveTo>
                  <a:pt x="16001" y="17526"/>
                </a:moveTo>
                <a:lnTo>
                  <a:pt x="15239" y="18288"/>
                </a:lnTo>
                <a:lnTo>
                  <a:pt x="15239" y="18669"/>
                </a:lnTo>
                <a:lnTo>
                  <a:pt x="16001" y="17526"/>
                </a:lnTo>
                <a:close/>
              </a:path>
              <a:path w="63500" h="67945">
                <a:moveTo>
                  <a:pt x="20573" y="66294"/>
                </a:moveTo>
                <a:lnTo>
                  <a:pt x="20573" y="55626"/>
                </a:lnTo>
                <a:lnTo>
                  <a:pt x="16001" y="52577"/>
                </a:lnTo>
                <a:lnTo>
                  <a:pt x="16001" y="63681"/>
                </a:lnTo>
                <a:lnTo>
                  <a:pt x="20573" y="66294"/>
                </a:lnTo>
                <a:close/>
              </a:path>
              <a:path w="63500" h="67945">
                <a:moveTo>
                  <a:pt x="53339" y="27432"/>
                </a:moveTo>
                <a:lnTo>
                  <a:pt x="53339" y="8381"/>
                </a:lnTo>
                <a:lnTo>
                  <a:pt x="48767" y="5333"/>
                </a:lnTo>
                <a:lnTo>
                  <a:pt x="48767" y="4571"/>
                </a:lnTo>
                <a:lnTo>
                  <a:pt x="48005" y="4571"/>
                </a:lnTo>
                <a:lnTo>
                  <a:pt x="43433" y="2285"/>
                </a:lnTo>
                <a:lnTo>
                  <a:pt x="42671" y="1523"/>
                </a:lnTo>
                <a:lnTo>
                  <a:pt x="36575" y="0"/>
                </a:lnTo>
                <a:lnTo>
                  <a:pt x="29717" y="0"/>
                </a:lnTo>
                <a:lnTo>
                  <a:pt x="24383" y="762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8287" y="14478"/>
                </a:lnTo>
                <a:lnTo>
                  <a:pt x="19049" y="13716"/>
                </a:lnTo>
                <a:lnTo>
                  <a:pt x="19049" y="13970"/>
                </a:lnTo>
                <a:lnTo>
                  <a:pt x="22859" y="11430"/>
                </a:lnTo>
                <a:lnTo>
                  <a:pt x="22859" y="11811"/>
                </a:lnTo>
                <a:lnTo>
                  <a:pt x="26669" y="9906"/>
                </a:lnTo>
                <a:lnTo>
                  <a:pt x="26669" y="10450"/>
                </a:lnTo>
                <a:lnTo>
                  <a:pt x="30479" y="9361"/>
                </a:lnTo>
                <a:lnTo>
                  <a:pt x="30479" y="9144"/>
                </a:lnTo>
                <a:lnTo>
                  <a:pt x="33527" y="9144"/>
                </a:lnTo>
                <a:lnTo>
                  <a:pt x="35813" y="9906"/>
                </a:lnTo>
                <a:lnTo>
                  <a:pt x="37337" y="9906"/>
                </a:lnTo>
                <a:lnTo>
                  <a:pt x="39623" y="10668"/>
                </a:lnTo>
                <a:lnTo>
                  <a:pt x="39623" y="10994"/>
                </a:lnTo>
                <a:lnTo>
                  <a:pt x="42671" y="12300"/>
                </a:lnTo>
                <a:lnTo>
                  <a:pt x="44195" y="12954"/>
                </a:lnTo>
                <a:lnTo>
                  <a:pt x="44195" y="13462"/>
                </a:lnTo>
                <a:lnTo>
                  <a:pt x="46481" y="15367"/>
                </a:lnTo>
                <a:lnTo>
                  <a:pt x="46481" y="15240"/>
                </a:lnTo>
                <a:lnTo>
                  <a:pt x="50291" y="19050"/>
                </a:lnTo>
                <a:lnTo>
                  <a:pt x="50291" y="20066"/>
                </a:lnTo>
                <a:lnTo>
                  <a:pt x="51815" y="23622"/>
                </a:lnTo>
                <a:lnTo>
                  <a:pt x="51815" y="22098"/>
                </a:lnTo>
                <a:lnTo>
                  <a:pt x="53339" y="27432"/>
                </a:lnTo>
                <a:close/>
              </a:path>
              <a:path w="63500" h="67945">
                <a:moveTo>
                  <a:pt x="19049" y="13716"/>
                </a:moveTo>
                <a:lnTo>
                  <a:pt x="18287" y="14478"/>
                </a:lnTo>
                <a:lnTo>
                  <a:pt x="18573" y="14287"/>
                </a:lnTo>
                <a:lnTo>
                  <a:pt x="19049" y="13716"/>
                </a:lnTo>
                <a:close/>
              </a:path>
              <a:path w="63500" h="67945">
                <a:moveTo>
                  <a:pt x="19049" y="13970"/>
                </a:moveTo>
                <a:lnTo>
                  <a:pt x="19049" y="13716"/>
                </a:lnTo>
                <a:lnTo>
                  <a:pt x="18573" y="14287"/>
                </a:lnTo>
                <a:lnTo>
                  <a:pt x="19049" y="13970"/>
                </a:lnTo>
                <a:close/>
              </a:path>
              <a:path w="63500" h="67945">
                <a:moveTo>
                  <a:pt x="37337" y="67273"/>
                </a:moveTo>
                <a:lnTo>
                  <a:pt x="37337" y="57912"/>
                </a:lnTo>
                <a:lnTo>
                  <a:pt x="32003" y="58674"/>
                </a:lnTo>
                <a:lnTo>
                  <a:pt x="28193" y="58674"/>
                </a:lnTo>
                <a:lnTo>
                  <a:pt x="23621" y="57150"/>
                </a:lnTo>
                <a:lnTo>
                  <a:pt x="19811" y="54864"/>
                </a:lnTo>
                <a:lnTo>
                  <a:pt x="20573" y="55626"/>
                </a:lnTo>
                <a:lnTo>
                  <a:pt x="20573" y="66294"/>
                </a:lnTo>
                <a:lnTo>
                  <a:pt x="26669" y="67818"/>
                </a:lnTo>
                <a:lnTo>
                  <a:pt x="33527" y="67818"/>
                </a:lnTo>
                <a:lnTo>
                  <a:pt x="37337" y="67273"/>
                </a:lnTo>
                <a:close/>
              </a:path>
              <a:path w="63500" h="67945">
                <a:moveTo>
                  <a:pt x="22859" y="11811"/>
                </a:moveTo>
                <a:lnTo>
                  <a:pt x="22859" y="11430"/>
                </a:lnTo>
                <a:lnTo>
                  <a:pt x="22097" y="12192"/>
                </a:lnTo>
                <a:lnTo>
                  <a:pt x="22859" y="11811"/>
                </a:lnTo>
                <a:close/>
              </a:path>
              <a:path w="63500" h="67945">
                <a:moveTo>
                  <a:pt x="26669" y="10450"/>
                </a:moveTo>
                <a:lnTo>
                  <a:pt x="26669" y="9906"/>
                </a:lnTo>
                <a:lnTo>
                  <a:pt x="25907" y="10668"/>
                </a:lnTo>
                <a:lnTo>
                  <a:pt x="26669" y="10450"/>
                </a:lnTo>
                <a:close/>
              </a:path>
              <a:path w="63500" h="67945">
                <a:moveTo>
                  <a:pt x="31241" y="9144"/>
                </a:moveTo>
                <a:lnTo>
                  <a:pt x="30479" y="9144"/>
                </a:lnTo>
                <a:lnTo>
                  <a:pt x="30479" y="9361"/>
                </a:lnTo>
                <a:lnTo>
                  <a:pt x="31241" y="9144"/>
                </a:lnTo>
                <a:close/>
              </a:path>
              <a:path w="63500" h="67945">
                <a:moveTo>
                  <a:pt x="41147" y="55626"/>
                </a:moveTo>
                <a:lnTo>
                  <a:pt x="36575" y="57912"/>
                </a:lnTo>
                <a:lnTo>
                  <a:pt x="37337" y="57912"/>
                </a:lnTo>
                <a:lnTo>
                  <a:pt x="37337" y="67273"/>
                </a:lnTo>
                <a:lnTo>
                  <a:pt x="38861" y="67056"/>
                </a:lnTo>
                <a:lnTo>
                  <a:pt x="40385" y="67056"/>
                </a:lnTo>
                <a:lnTo>
                  <a:pt x="40385" y="56388"/>
                </a:lnTo>
                <a:lnTo>
                  <a:pt x="41147" y="55626"/>
                </a:lnTo>
                <a:close/>
              </a:path>
              <a:path w="63500" h="67945">
                <a:moveTo>
                  <a:pt x="39623" y="10994"/>
                </a:moveTo>
                <a:lnTo>
                  <a:pt x="39623" y="10668"/>
                </a:lnTo>
                <a:lnTo>
                  <a:pt x="38861" y="10668"/>
                </a:lnTo>
                <a:lnTo>
                  <a:pt x="39623" y="10994"/>
                </a:lnTo>
                <a:close/>
              </a:path>
              <a:path w="63500" h="67945">
                <a:moveTo>
                  <a:pt x="44957" y="53340"/>
                </a:moveTo>
                <a:lnTo>
                  <a:pt x="40385" y="56388"/>
                </a:lnTo>
                <a:lnTo>
                  <a:pt x="40385" y="67056"/>
                </a:lnTo>
                <a:lnTo>
                  <a:pt x="44195" y="65151"/>
                </a:lnTo>
                <a:lnTo>
                  <a:pt x="44195" y="54102"/>
                </a:lnTo>
                <a:lnTo>
                  <a:pt x="44957" y="53340"/>
                </a:lnTo>
                <a:close/>
              </a:path>
              <a:path w="63500" h="67945">
                <a:moveTo>
                  <a:pt x="44195" y="12954"/>
                </a:moveTo>
                <a:lnTo>
                  <a:pt x="42671" y="12192"/>
                </a:lnTo>
                <a:lnTo>
                  <a:pt x="42940" y="12416"/>
                </a:lnTo>
                <a:lnTo>
                  <a:pt x="44195" y="12954"/>
                </a:lnTo>
                <a:close/>
              </a:path>
              <a:path w="63500" h="67945">
                <a:moveTo>
                  <a:pt x="42940" y="12416"/>
                </a:moveTo>
                <a:lnTo>
                  <a:pt x="42671" y="12192"/>
                </a:lnTo>
                <a:lnTo>
                  <a:pt x="42940" y="12416"/>
                </a:lnTo>
                <a:close/>
              </a:path>
              <a:path w="63500" h="67945">
                <a:moveTo>
                  <a:pt x="44195" y="13462"/>
                </a:moveTo>
                <a:lnTo>
                  <a:pt x="44195" y="12954"/>
                </a:lnTo>
                <a:lnTo>
                  <a:pt x="42940" y="12416"/>
                </a:lnTo>
                <a:lnTo>
                  <a:pt x="44195" y="13462"/>
                </a:lnTo>
                <a:close/>
              </a:path>
              <a:path w="63500" h="67945">
                <a:moveTo>
                  <a:pt x="48005" y="62484"/>
                </a:moveTo>
                <a:lnTo>
                  <a:pt x="48005" y="50292"/>
                </a:lnTo>
                <a:lnTo>
                  <a:pt x="44195" y="54102"/>
                </a:lnTo>
                <a:lnTo>
                  <a:pt x="44195" y="65151"/>
                </a:lnTo>
                <a:lnTo>
                  <a:pt x="44957" y="64770"/>
                </a:lnTo>
                <a:lnTo>
                  <a:pt x="45719" y="64769"/>
                </a:lnTo>
                <a:lnTo>
                  <a:pt x="45719" y="64008"/>
                </a:lnTo>
                <a:lnTo>
                  <a:pt x="48005" y="62484"/>
                </a:lnTo>
                <a:close/>
              </a:path>
              <a:path w="63500" h="67945">
                <a:moveTo>
                  <a:pt x="47243" y="16001"/>
                </a:moveTo>
                <a:lnTo>
                  <a:pt x="46481" y="15240"/>
                </a:lnTo>
                <a:lnTo>
                  <a:pt x="46481" y="15367"/>
                </a:lnTo>
                <a:lnTo>
                  <a:pt x="47243" y="16001"/>
                </a:lnTo>
                <a:close/>
              </a:path>
              <a:path w="63500" h="67945">
                <a:moveTo>
                  <a:pt x="51053" y="60960"/>
                </a:moveTo>
                <a:lnTo>
                  <a:pt x="51053" y="46482"/>
                </a:lnTo>
                <a:lnTo>
                  <a:pt x="47243" y="51054"/>
                </a:lnTo>
                <a:lnTo>
                  <a:pt x="48005" y="50292"/>
                </a:lnTo>
                <a:lnTo>
                  <a:pt x="48005" y="62484"/>
                </a:lnTo>
                <a:lnTo>
                  <a:pt x="50291" y="60960"/>
                </a:lnTo>
                <a:lnTo>
                  <a:pt x="51053" y="60960"/>
                </a:lnTo>
                <a:close/>
              </a:path>
              <a:path w="63500" h="67945">
                <a:moveTo>
                  <a:pt x="50291" y="20066"/>
                </a:moveTo>
                <a:lnTo>
                  <a:pt x="50291" y="19050"/>
                </a:lnTo>
                <a:lnTo>
                  <a:pt x="49529" y="18288"/>
                </a:lnTo>
                <a:lnTo>
                  <a:pt x="50291" y="20066"/>
                </a:lnTo>
                <a:close/>
              </a:path>
              <a:path w="63500" h="67945">
                <a:moveTo>
                  <a:pt x="54101" y="57911"/>
                </a:moveTo>
                <a:lnTo>
                  <a:pt x="54101" y="36576"/>
                </a:lnTo>
                <a:lnTo>
                  <a:pt x="52577" y="42672"/>
                </a:lnTo>
                <a:lnTo>
                  <a:pt x="52577" y="41910"/>
                </a:lnTo>
                <a:lnTo>
                  <a:pt x="50291" y="47244"/>
                </a:lnTo>
                <a:lnTo>
                  <a:pt x="51053" y="46482"/>
                </a:lnTo>
                <a:lnTo>
                  <a:pt x="51053" y="60960"/>
                </a:lnTo>
                <a:lnTo>
                  <a:pt x="54101" y="57911"/>
                </a:lnTo>
                <a:close/>
              </a:path>
              <a:path w="63500" h="67945">
                <a:moveTo>
                  <a:pt x="63245" y="38862"/>
                </a:moveTo>
                <a:lnTo>
                  <a:pt x="63245" y="31242"/>
                </a:lnTo>
                <a:lnTo>
                  <a:pt x="62483" y="25908"/>
                </a:lnTo>
                <a:lnTo>
                  <a:pt x="62483" y="25145"/>
                </a:lnTo>
                <a:lnTo>
                  <a:pt x="60959" y="19811"/>
                </a:lnTo>
                <a:lnTo>
                  <a:pt x="60959" y="19049"/>
                </a:lnTo>
                <a:lnTo>
                  <a:pt x="60197" y="19049"/>
                </a:lnTo>
                <a:lnTo>
                  <a:pt x="60197" y="18287"/>
                </a:lnTo>
                <a:lnTo>
                  <a:pt x="57911" y="13716"/>
                </a:lnTo>
                <a:lnTo>
                  <a:pt x="57149" y="13716"/>
                </a:lnTo>
                <a:lnTo>
                  <a:pt x="57149" y="12954"/>
                </a:lnTo>
                <a:lnTo>
                  <a:pt x="54101" y="9143"/>
                </a:lnTo>
                <a:lnTo>
                  <a:pt x="53339" y="9143"/>
                </a:lnTo>
                <a:lnTo>
                  <a:pt x="53339" y="26670"/>
                </a:lnTo>
                <a:lnTo>
                  <a:pt x="54051" y="32359"/>
                </a:lnTo>
                <a:lnTo>
                  <a:pt x="54101" y="32004"/>
                </a:lnTo>
                <a:lnTo>
                  <a:pt x="54101" y="57911"/>
                </a:lnTo>
                <a:lnTo>
                  <a:pt x="54863" y="57150"/>
                </a:lnTo>
                <a:lnTo>
                  <a:pt x="54863" y="56388"/>
                </a:lnTo>
                <a:lnTo>
                  <a:pt x="55625" y="56388"/>
                </a:lnTo>
                <a:lnTo>
                  <a:pt x="58673" y="51816"/>
                </a:lnTo>
                <a:lnTo>
                  <a:pt x="58673" y="51053"/>
                </a:lnTo>
                <a:lnTo>
                  <a:pt x="61721" y="45720"/>
                </a:lnTo>
                <a:lnTo>
                  <a:pt x="61721" y="44958"/>
                </a:lnTo>
                <a:lnTo>
                  <a:pt x="63245" y="38862"/>
                </a:lnTo>
                <a:close/>
              </a:path>
              <a:path w="63500" h="67945">
                <a:moveTo>
                  <a:pt x="54101" y="36576"/>
                </a:moveTo>
                <a:lnTo>
                  <a:pt x="54101" y="32766"/>
                </a:lnTo>
                <a:lnTo>
                  <a:pt x="54051" y="32359"/>
                </a:lnTo>
                <a:lnTo>
                  <a:pt x="53339" y="37338"/>
                </a:lnTo>
                <a:lnTo>
                  <a:pt x="54101" y="36576"/>
                </a:lnTo>
                <a:close/>
              </a:path>
              <a:path w="63500" h="67945">
                <a:moveTo>
                  <a:pt x="54101" y="32766"/>
                </a:moveTo>
                <a:lnTo>
                  <a:pt x="54101" y="32004"/>
                </a:lnTo>
                <a:lnTo>
                  <a:pt x="54051" y="32359"/>
                </a:lnTo>
                <a:lnTo>
                  <a:pt x="54101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1" name="object 46">
            <a:extLst>
              <a:ext uri="{FF2B5EF4-FFF2-40B4-BE49-F238E27FC236}">
                <a16:creationId xmlns:a16="http://schemas.microsoft.com/office/drawing/2014/main" id="{D1F5725D-F595-4506-B00D-1BB264D88C5C}"/>
              </a:ext>
            </a:extLst>
          </p:cNvPr>
          <p:cNvSpPr/>
          <p:nvPr/>
        </p:nvSpPr>
        <p:spPr>
          <a:xfrm>
            <a:off x="5286301" y="3559540"/>
            <a:ext cx="83252" cy="7978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3" name="object 47">
            <a:extLst>
              <a:ext uri="{FF2B5EF4-FFF2-40B4-BE49-F238E27FC236}">
                <a16:creationId xmlns:a16="http://schemas.microsoft.com/office/drawing/2014/main" id="{247EDBA5-F0F1-418C-9488-4D71EB791CF2}"/>
              </a:ext>
            </a:extLst>
          </p:cNvPr>
          <p:cNvSpPr/>
          <p:nvPr/>
        </p:nvSpPr>
        <p:spPr>
          <a:xfrm>
            <a:off x="6639971" y="5585561"/>
            <a:ext cx="74407" cy="6723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5" name="object 48">
            <a:extLst>
              <a:ext uri="{FF2B5EF4-FFF2-40B4-BE49-F238E27FC236}">
                <a16:creationId xmlns:a16="http://schemas.microsoft.com/office/drawing/2014/main" id="{BA05F38F-E081-4878-9378-C9770532E843}"/>
              </a:ext>
            </a:extLst>
          </p:cNvPr>
          <p:cNvSpPr/>
          <p:nvPr/>
        </p:nvSpPr>
        <p:spPr>
          <a:xfrm>
            <a:off x="6281383" y="5137327"/>
            <a:ext cx="74407" cy="6723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7" name="object 49">
            <a:extLst>
              <a:ext uri="{FF2B5EF4-FFF2-40B4-BE49-F238E27FC236}">
                <a16:creationId xmlns:a16="http://schemas.microsoft.com/office/drawing/2014/main" id="{CD6443F8-EB60-4A62-A313-20BEAD05241E}"/>
              </a:ext>
            </a:extLst>
          </p:cNvPr>
          <p:cNvSpPr/>
          <p:nvPr/>
        </p:nvSpPr>
        <p:spPr>
          <a:xfrm>
            <a:off x="4488441" y="3792621"/>
            <a:ext cx="75304" cy="8068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9" name="object 50">
            <a:extLst>
              <a:ext uri="{FF2B5EF4-FFF2-40B4-BE49-F238E27FC236}">
                <a16:creationId xmlns:a16="http://schemas.microsoft.com/office/drawing/2014/main" id="{2A0CD95A-1A1A-4A45-B0D2-4B0815EC3915}"/>
              </a:ext>
            </a:extLst>
          </p:cNvPr>
          <p:cNvSpPr/>
          <p:nvPr/>
        </p:nvSpPr>
        <p:spPr>
          <a:xfrm>
            <a:off x="5538209" y="2668446"/>
            <a:ext cx="74407" cy="7082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1" name="object 51">
            <a:extLst>
              <a:ext uri="{FF2B5EF4-FFF2-40B4-BE49-F238E27FC236}">
                <a16:creationId xmlns:a16="http://schemas.microsoft.com/office/drawing/2014/main" id="{15782419-E861-44AE-B024-098D85CE143D}"/>
              </a:ext>
            </a:extLst>
          </p:cNvPr>
          <p:cNvSpPr/>
          <p:nvPr/>
        </p:nvSpPr>
        <p:spPr>
          <a:xfrm>
            <a:off x="6291243" y="4539379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60197" y="28194"/>
                </a:moveTo>
                <a:lnTo>
                  <a:pt x="60197" y="8382"/>
                </a:lnTo>
                <a:lnTo>
                  <a:pt x="59435" y="8382"/>
                </a:lnTo>
                <a:lnTo>
                  <a:pt x="54863" y="5334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3433" y="762"/>
                </a:lnTo>
                <a:lnTo>
                  <a:pt x="41909" y="666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859" y="3048"/>
                </a:lnTo>
                <a:lnTo>
                  <a:pt x="22097" y="3048"/>
                </a:lnTo>
                <a:lnTo>
                  <a:pt x="16763" y="5334"/>
                </a:lnTo>
                <a:lnTo>
                  <a:pt x="16001" y="5334"/>
                </a:lnTo>
                <a:lnTo>
                  <a:pt x="16001" y="6096"/>
                </a:lnTo>
                <a:lnTo>
                  <a:pt x="11429" y="9144"/>
                </a:lnTo>
                <a:lnTo>
                  <a:pt x="6095" y="14478"/>
                </a:lnTo>
                <a:lnTo>
                  <a:pt x="3809" y="18288"/>
                </a:lnTo>
                <a:lnTo>
                  <a:pt x="3047" y="19050"/>
                </a:lnTo>
                <a:lnTo>
                  <a:pt x="761" y="24384"/>
                </a:lnTo>
                <a:lnTo>
                  <a:pt x="761" y="25146"/>
                </a:lnTo>
                <a:lnTo>
                  <a:pt x="0" y="29718"/>
                </a:lnTo>
                <a:lnTo>
                  <a:pt x="0" y="37338"/>
                </a:lnTo>
                <a:lnTo>
                  <a:pt x="761" y="40386"/>
                </a:lnTo>
                <a:lnTo>
                  <a:pt x="2285" y="42672"/>
                </a:lnTo>
                <a:lnTo>
                  <a:pt x="2285" y="43434"/>
                </a:lnTo>
                <a:lnTo>
                  <a:pt x="5333" y="48006"/>
                </a:lnTo>
                <a:lnTo>
                  <a:pt x="5333" y="48768"/>
                </a:lnTo>
                <a:lnTo>
                  <a:pt x="9143" y="52578"/>
                </a:lnTo>
                <a:lnTo>
                  <a:pt x="9143" y="32004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4384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256"/>
                </a:lnTo>
                <a:lnTo>
                  <a:pt x="20573" y="14224"/>
                </a:lnTo>
                <a:lnTo>
                  <a:pt x="20573" y="13716"/>
                </a:lnTo>
                <a:lnTo>
                  <a:pt x="25907" y="11430"/>
                </a:lnTo>
                <a:lnTo>
                  <a:pt x="25907" y="11906"/>
                </a:lnTo>
                <a:lnTo>
                  <a:pt x="31241" y="9906"/>
                </a:lnTo>
                <a:lnTo>
                  <a:pt x="31241" y="10572"/>
                </a:lnTo>
                <a:lnTo>
                  <a:pt x="35813" y="10001"/>
                </a:lnTo>
                <a:lnTo>
                  <a:pt x="41909" y="9906"/>
                </a:lnTo>
                <a:lnTo>
                  <a:pt x="41909" y="10123"/>
                </a:lnTo>
                <a:lnTo>
                  <a:pt x="46481" y="11430"/>
                </a:lnTo>
                <a:lnTo>
                  <a:pt x="46481" y="11811"/>
                </a:lnTo>
                <a:lnTo>
                  <a:pt x="49529" y="13335"/>
                </a:lnTo>
                <a:lnTo>
                  <a:pt x="49529" y="12954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911" y="20574"/>
                </a:lnTo>
                <a:lnTo>
                  <a:pt x="58673" y="22098"/>
                </a:lnTo>
                <a:lnTo>
                  <a:pt x="59435" y="24384"/>
                </a:lnTo>
                <a:lnTo>
                  <a:pt x="59435" y="26670"/>
                </a:lnTo>
                <a:lnTo>
                  <a:pt x="60197" y="28194"/>
                </a:lnTo>
                <a:close/>
              </a:path>
              <a:path w="69850" h="60960">
                <a:moveTo>
                  <a:pt x="9905" y="52578"/>
                </a:moveTo>
                <a:lnTo>
                  <a:pt x="9905" y="35052"/>
                </a:lnTo>
                <a:lnTo>
                  <a:pt x="9143" y="32766"/>
                </a:lnTo>
                <a:lnTo>
                  <a:pt x="9143" y="52578"/>
                </a:lnTo>
                <a:lnTo>
                  <a:pt x="9905" y="52578"/>
                </a:lnTo>
                <a:close/>
              </a:path>
              <a:path w="69850" h="60960">
                <a:moveTo>
                  <a:pt x="15566" y="45175"/>
                </a:moveTo>
                <a:lnTo>
                  <a:pt x="12953" y="41910"/>
                </a:lnTo>
                <a:lnTo>
                  <a:pt x="12953" y="42672"/>
                </a:lnTo>
                <a:lnTo>
                  <a:pt x="10667" y="38862"/>
                </a:lnTo>
                <a:lnTo>
                  <a:pt x="9905" y="36576"/>
                </a:lnTo>
                <a:lnTo>
                  <a:pt x="9905" y="53340"/>
                </a:lnTo>
                <a:lnTo>
                  <a:pt x="14477" y="56388"/>
                </a:lnTo>
                <a:lnTo>
                  <a:pt x="15239" y="56388"/>
                </a:lnTo>
                <a:lnTo>
                  <a:pt x="15239" y="44958"/>
                </a:lnTo>
                <a:lnTo>
                  <a:pt x="15566" y="45175"/>
                </a:lnTo>
                <a:close/>
              </a:path>
              <a:path w="69850" h="60960">
                <a:moveTo>
                  <a:pt x="12191" y="22860"/>
                </a:moveTo>
                <a:lnTo>
                  <a:pt x="11429" y="23622"/>
                </a:lnTo>
                <a:lnTo>
                  <a:pt x="11429" y="24384"/>
                </a:lnTo>
                <a:lnTo>
                  <a:pt x="12191" y="22860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6001" y="45720"/>
                </a:moveTo>
                <a:lnTo>
                  <a:pt x="15566" y="45175"/>
                </a:lnTo>
                <a:lnTo>
                  <a:pt x="15239" y="44958"/>
                </a:lnTo>
                <a:lnTo>
                  <a:pt x="16001" y="45720"/>
                </a:lnTo>
                <a:close/>
              </a:path>
              <a:path w="69850" h="60960">
                <a:moveTo>
                  <a:pt x="16001" y="56769"/>
                </a:moveTo>
                <a:lnTo>
                  <a:pt x="16001" y="45720"/>
                </a:lnTo>
                <a:lnTo>
                  <a:pt x="15239" y="44958"/>
                </a:lnTo>
                <a:lnTo>
                  <a:pt x="15239" y="56388"/>
                </a:lnTo>
                <a:lnTo>
                  <a:pt x="16001" y="56769"/>
                </a:lnTo>
                <a:close/>
              </a:path>
              <a:path w="69850" h="60960">
                <a:moveTo>
                  <a:pt x="19811" y="48006"/>
                </a:moveTo>
                <a:lnTo>
                  <a:pt x="15566" y="45175"/>
                </a:lnTo>
                <a:lnTo>
                  <a:pt x="16001" y="45720"/>
                </a:lnTo>
                <a:lnTo>
                  <a:pt x="16001" y="56769"/>
                </a:lnTo>
                <a:lnTo>
                  <a:pt x="19049" y="58293"/>
                </a:lnTo>
                <a:lnTo>
                  <a:pt x="19049" y="48006"/>
                </a:lnTo>
                <a:lnTo>
                  <a:pt x="19811" y="48006"/>
                </a:lnTo>
                <a:close/>
              </a:path>
              <a:path w="69850" h="60960">
                <a:moveTo>
                  <a:pt x="17525" y="16256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256"/>
                </a:lnTo>
                <a:close/>
              </a:path>
              <a:path w="69850" h="60960">
                <a:moveTo>
                  <a:pt x="23621" y="59544"/>
                </a:moveTo>
                <a:lnTo>
                  <a:pt x="23621" y="50292"/>
                </a:lnTo>
                <a:lnTo>
                  <a:pt x="19049" y="48006"/>
                </a:lnTo>
                <a:lnTo>
                  <a:pt x="19049" y="58293"/>
                </a:lnTo>
                <a:lnTo>
                  <a:pt x="19811" y="58674"/>
                </a:lnTo>
                <a:lnTo>
                  <a:pt x="20573" y="58674"/>
                </a:lnTo>
                <a:lnTo>
                  <a:pt x="23621" y="59544"/>
                </a:lnTo>
                <a:close/>
              </a:path>
              <a:path w="69850" h="60960">
                <a:moveTo>
                  <a:pt x="21335" y="13716"/>
                </a:moveTo>
                <a:lnTo>
                  <a:pt x="20573" y="13716"/>
                </a:lnTo>
                <a:lnTo>
                  <a:pt x="20573" y="14224"/>
                </a:lnTo>
                <a:lnTo>
                  <a:pt x="21335" y="13716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3621" y="50292"/>
                </a:lnTo>
                <a:lnTo>
                  <a:pt x="23621" y="59544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906"/>
                </a:moveTo>
                <a:lnTo>
                  <a:pt x="25907" y="11430"/>
                </a:lnTo>
                <a:lnTo>
                  <a:pt x="25145" y="12192"/>
                </a:lnTo>
                <a:lnTo>
                  <a:pt x="25907" y="11906"/>
                </a:lnTo>
                <a:close/>
              </a:path>
              <a:path w="69850" h="60960">
                <a:moveTo>
                  <a:pt x="38861" y="60293"/>
                </a:moveTo>
                <a:lnTo>
                  <a:pt x="38861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lnTo>
                  <a:pt x="38861" y="60293"/>
                </a:lnTo>
                <a:close/>
              </a:path>
              <a:path w="69850" h="60960">
                <a:moveTo>
                  <a:pt x="31241" y="10572"/>
                </a:moveTo>
                <a:lnTo>
                  <a:pt x="31241" y="9906"/>
                </a:lnTo>
                <a:lnTo>
                  <a:pt x="30479" y="10668"/>
                </a:lnTo>
                <a:lnTo>
                  <a:pt x="31241" y="10572"/>
                </a:lnTo>
                <a:close/>
              </a:path>
              <a:path w="69850" h="60960">
                <a:moveTo>
                  <a:pt x="36575" y="9906"/>
                </a:moveTo>
                <a:lnTo>
                  <a:pt x="35813" y="9906"/>
                </a:lnTo>
                <a:lnTo>
                  <a:pt x="36575" y="9906"/>
                </a:lnTo>
                <a:close/>
              </a:path>
              <a:path w="69850" h="60960">
                <a:moveTo>
                  <a:pt x="44195" y="59245"/>
                </a:moveTo>
                <a:lnTo>
                  <a:pt x="44195" y="49530"/>
                </a:lnTo>
                <a:lnTo>
                  <a:pt x="38099" y="51054"/>
                </a:lnTo>
                <a:lnTo>
                  <a:pt x="38861" y="51054"/>
                </a:lnTo>
                <a:lnTo>
                  <a:pt x="38861" y="60293"/>
                </a:lnTo>
                <a:lnTo>
                  <a:pt x="40385" y="60198"/>
                </a:lnTo>
                <a:lnTo>
                  <a:pt x="44195" y="59245"/>
                </a:lnTo>
                <a:close/>
              </a:path>
              <a:path w="69850" h="60960">
                <a:moveTo>
                  <a:pt x="41909" y="10123"/>
                </a:moveTo>
                <a:lnTo>
                  <a:pt x="41909" y="9906"/>
                </a:lnTo>
                <a:lnTo>
                  <a:pt x="41147" y="9906"/>
                </a:lnTo>
                <a:lnTo>
                  <a:pt x="41909" y="10123"/>
                </a:lnTo>
                <a:close/>
              </a:path>
              <a:path w="69850" h="60960">
                <a:moveTo>
                  <a:pt x="48767" y="57258"/>
                </a:moveTo>
                <a:lnTo>
                  <a:pt x="48767" y="47244"/>
                </a:lnTo>
                <a:lnTo>
                  <a:pt x="43433" y="49530"/>
                </a:lnTo>
                <a:lnTo>
                  <a:pt x="44195" y="49530"/>
                </a:lnTo>
                <a:lnTo>
                  <a:pt x="44195" y="59245"/>
                </a:lnTo>
                <a:lnTo>
                  <a:pt x="46481" y="58674"/>
                </a:lnTo>
                <a:lnTo>
                  <a:pt x="47243" y="58674"/>
                </a:lnTo>
                <a:lnTo>
                  <a:pt x="47243" y="57912"/>
                </a:lnTo>
                <a:lnTo>
                  <a:pt x="48767" y="57258"/>
                </a:lnTo>
                <a:close/>
              </a:path>
              <a:path w="69850" h="60960">
                <a:moveTo>
                  <a:pt x="46481" y="11811"/>
                </a:moveTo>
                <a:lnTo>
                  <a:pt x="46481" y="11430"/>
                </a:lnTo>
                <a:lnTo>
                  <a:pt x="45719" y="11430"/>
                </a:lnTo>
                <a:lnTo>
                  <a:pt x="46481" y="11811"/>
                </a:lnTo>
                <a:close/>
              </a:path>
              <a:path w="69850" h="60960">
                <a:moveTo>
                  <a:pt x="52577" y="44196"/>
                </a:moveTo>
                <a:lnTo>
                  <a:pt x="48005" y="47244"/>
                </a:lnTo>
                <a:lnTo>
                  <a:pt x="48767" y="47244"/>
                </a:lnTo>
                <a:lnTo>
                  <a:pt x="48767" y="57258"/>
                </a:lnTo>
                <a:lnTo>
                  <a:pt x="51815" y="55952"/>
                </a:lnTo>
                <a:lnTo>
                  <a:pt x="51815" y="44958"/>
                </a:lnTo>
                <a:lnTo>
                  <a:pt x="52577" y="44196"/>
                </a:lnTo>
                <a:close/>
              </a:path>
              <a:path w="69850" h="60960">
                <a:moveTo>
                  <a:pt x="50291" y="13716"/>
                </a:moveTo>
                <a:lnTo>
                  <a:pt x="49529" y="12954"/>
                </a:lnTo>
                <a:lnTo>
                  <a:pt x="49529" y="13335"/>
                </a:lnTo>
                <a:lnTo>
                  <a:pt x="50291" y="13716"/>
                </a:lnTo>
                <a:close/>
              </a:path>
              <a:path w="69850" h="60960">
                <a:moveTo>
                  <a:pt x="55625" y="53721"/>
                </a:moveTo>
                <a:lnTo>
                  <a:pt x="55625" y="41148"/>
                </a:lnTo>
                <a:lnTo>
                  <a:pt x="51815" y="44958"/>
                </a:lnTo>
                <a:lnTo>
                  <a:pt x="51815" y="55952"/>
                </a:lnTo>
                <a:lnTo>
                  <a:pt x="52577" y="55626"/>
                </a:lnTo>
                <a:lnTo>
                  <a:pt x="53339" y="55626"/>
                </a:lnTo>
                <a:lnTo>
                  <a:pt x="55625" y="53721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910"/>
                </a:lnTo>
                <a:lnTo>
                  <a:pt x="55625" y="41148"/>
                </a:lnTo>
                <a:lnTo>
                  <a:pt x="55625" y="53721"/>
                </a:lnTo>
                <a:lnTo>
                  <a:pt x="57911" y="51816"/>
                </a:lnTo>
                <a:close/>
              </a:path>
              <a:path w="69850" h="60960">
                <a:moveTo>
                  <a:pt x="69710" y="27686"/>
                </a:moveTo>
                <a:lnTo>
                  <a:pt x="68491" y="20345"/>
                </a:lnTo>
                <a:lnTo>
                  <a:pt x="65531" y="15240"/>
                </a:lnTo>
                <a:lnTo>
                  <a:pt x="64007" y="12954"/>
                </a:lnTo>
                <a:lnTo>
                  <a:pt x="60197" y="9144"/>
                </a:lnTo>
                <a:lnTo>
                  <a:pt x="60197" y="30480"/>
                </a:lnTo>
                <a:lnTo>
                  <a:pt x="59435" y="32004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816"/>
                </a:lnTo>
                <a:lnTo>
                  <a:pt x="58673" y="51816"/>
                </a:lnTo>
                <a:lnTo>
                  <a:pt x="62483" y="48006"/>
                </a:lnTo>
                <a:lnTo>
                  <a:pt x="62483" y="47244"/>
                </a:lnTo>
                <a:lnTo>
                  <a:pt x="65531" y="42672"/>
                </a:lnTo>
                <a:lnTo>
                  <a:pt x="66293" y="42672"/>
                </a:lnTo>
                <a:lnTo>
                  <a:pt x="66293" y="41910"/>
                </a:lnTo>
                <a:lnTo>
                  <a:pt x="67817" y="37338"/>
                </a:lnTo>
                <a:lnTo>
                  <a:pt x="68579" y="36576"/>
                </a:lnTo>
                <a:lnTo>
                  <a:pt x="69341" y="33528"/>
                </a:lnTo>
                <a:lnTo>
                  <a:pt x="69710" y="2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3" name="object 52">
            <a:extLst>
              <a:ext uri="{FF2B5EF4-FFF2-40B4-BE49-F238E27FC236}">
                <a16:creationId xmlns:a16="http://schemas.microsoft.com/office/drawing/2014/main" id="{B4CD8E62-CCFB-40AC-8174-37754B8C12C7}"/>
              </a:ext>
            </a:extLst>
          </p:cNvPr>
          <p:cNvSpPr/>
          <p:nvPr/>
        </p:nvSpPr>
        <p:spPr>
          <a:xfrm>
            <a:off x="4117303" y="3027034"/>
            <a:ext cx="81579" cy="812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5" name="object 53">
            <a:extLst>
              <a:ext uri="{FF2B5EF4-FFF2-40B4-BE49-F238E27FC236}">
                <a16:creationId xmlns:a16="http://schemas.microsoft.com/office/drawing/2014/main" id="{5451F1B1-12CF-4B75-948A-FEDEED6E9ED1}"/>
              </a:ext>
            </a:extLst>
          </p:cNvPr>
          <p:cNvSpPr/>
          <p:nvPr/>
        </p:nvSpPr>
        <p:spPr>
          <a:xfrm>
            <a:off x="5801771" y="5342619"/>
            <a:ext cx="83431" cy="7709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7" name="object 54">
            <a:extLst>
              <a:ext uri="{FF2B5EF4-FFF2-40B4-BE49-F238E27FC236}">
                <a16:creationId xmlns:a16="http://schemas.microsoft.com/office/drawing/2014/main" id="{6072FDBA-8D1A-4564-B0C7-8F8927004CDE}"/>
              </a:ext>
            </a:extLst>
          </p:cNvPr>
          <p:cNvSpPr/>
          <p:nvPr/>
        </p:nvSpPr>
        <p:spPr>
          <a:xfrm>
            <a:off x="7406453" y="5001062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11429" y="22860"/>
                </a:moveTo>
                <a:lnTo>
                  <a:pt x="11429" y="9144"/>
                </a:lnTo>
                <a:lnTo>
                  <a:pt x="10667" y="9144"/>
                </a:lnTo>
                <a:lnTo>
                  <a:pt x="6095" y="13716"/>
                </a:lnTo>
                <a:lnTo>
                  <a:pt x="3047" y="18288"/>
                </a:lnTo>
                <a:lnTo>
                  <a:pt x="3047" y="19050"/>
                </a:lnTo>
                <a:lnTo>
                  <a:pt x="761" y="23622"/>
                </a:lnTo>
                <a:lnTo>
                  <a:pt x="761" y="24384"/>
                </a:lnTo>
                <a:lnTo>
                  <a:pt x="0" y="29718"/>
                </a:lnTo>
                <a:lnTo>
                  <a:pt x="0" y="36576"/>
                </a:lnTo>
                <a:lnTo>
                  <a:pt x="1523" y="42672"/>
                </a:lnTo>
                <a:lnTo>
                  <a:pt x="2285" y="42672"/>
                </a:lnTo>
                <a:lnTo>
                  <a:pt x="2285" y="43434"/>
                </a:lnTo>
                <a:lnTo>
                  <a:pt x="4571" y="47244"/>
                </a:lnTo>
                <a:lnTo>
                  <a:pt x="9143" y="51816"/>
                </a:lnTo>
                <a:lnTo>
                  <a:pt x="9143" y="31242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2860"/>
                </a:lnTo>
                <a:close/>
              </a:path>
              <a:path w="69850" h="60960">
                <a:moveTo>
                  <a:pt x="12953" y="42672"/>
                </a:moveTo>
                <a:lnTo>
                  <a:pt x="10667" y="38100"/>
                </a:lnTo>
                <a:lnTo>
                  <a:pt x="10667" y="38862"/>
                </a:lnTo>
                <a:lnTo>
                  <a:pt x="9143" y="34290"/>
                </a:lnTo>
                <a:lnTo>
                  <a:pt x="9143" y="52578"/>
                </a:lnTo>
                <a:lnTo>
                  <a:pt x="9905" y="52578"/>
                </a:lnTo>
                <a:lnTo>
                  <a:pt x="12191" y="54406"/>
                </a:lnTo>
                <a:lnTo>
                  <a:pt x="12191" y="41910"/>
                </a:lnTo>
                <a:lnTo>
                  <a:pt x="12953" y="42672"/>
                </a:lnTo>
                <a:close/>
              </a:path>
              <a:path w="69850" h="60960">
                <a:moveTo>
                  <a:pt x="59435" y="24384"/>
                </a:moveTo>
                <a:lnTo>
                  <a:pt x="59435" y="7620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8005" y="1524"/>
                </a:lnTo>
                <a:lnTo>
                  <a:pt x="42671" y="762"/>
                </a:lnTo>
                <a:lnTo>
                  <a:pt x="41147" y="653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097" y="2286"/>
                </a:lnTo>
                <a:lnTo>
                  <a:pt x="16763" y="5334"/>
                </a:lnTo>
                <a:lnTo>
                  <a:pt x="16001" y="5334"/>
                </a:lnTo>
                <a:lnTo>
                  <a:pt x="11429" y="8382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129"/>
                </a:lnTo>
                <a:lnTo>
                  <a:pt x="21335" y="12954"/>
                </a:lnTo>
                <a:lnTo>
                  <a:pt x="21335" y="13389"/>
                </a:lnTo>
                <a:lnTo>
                  <a:pt x="25145" y="11756"/>
                </a:lnTo>
                <a:lnTo>
                  <a:pt x="25145" y="11430"/>
                </a:lnTo>
                <a:lnTo>
                  <a:pt x="30479" y="10096"/>
                </a:lnTo>
                <a:lnTo>
                  <a:pt x="30479" y="9906"/>
                </a:lnTo>
                <a:lnTo>
                  <a:pt x="35813" y="9239"/>
                </a:lnTo>
                <a:lnTo>
                  <a:pt x="41147" y="9906"/>
                </a:lnTo>
                <a:lnTo>
                  <a:pt x="41147" y="10123"/>
                </a:lnTo>
                <a:lnTo>
                  <a:pt x="44957" y="11212"/>
                </a:lnTo>
                <a:lnTo>
                  <a:pt x="44957" y="10668"/>
                </a:lnTo>
                <a:lnTo>
                  <a:pt x="50291" y="12954"/>
                </a:lnTo>
                <a:lnTo>
                  <a:pt x="50291" y="13462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149" y="20574"/>
                </a:lnTo>
                <a:lnTo>
                  <a:pt x="58673" y="22098"/>
                </a:lnTo>
                <a:lnTo>
                  <a:pt x="59435" y="24384"/>
                </a:lnTo>
                <a:close/>
              </a:path>
              <a:path w="69850" h="60960">
                <a:moveTo>
                  <a:pt x="16001" y="57041"/>
                </a:moveTo>
                <a:lnTo>
                  <a:pt x="16001" y="45720"/>
                </a:lnTo>
                <a:lnTo>
                  <a:pt x="12191" y="41910"/>
                </a:lnTo>
                <a:lnTo>
                  <a:pt x="12191" y="54406"/>
                </a:lnTo>
                <a:lnTo>
                  <a:pt x="13715" y="55626"/>
                </a:lnTo>
                <a:lnTo>
                  <a:pt x="14477" y="55626"/>
                </a:lnTo>
                <a:lnTo>
                  <a:pt x="14477" y="56388"/>
                </a:lnTo>
                <a:lnTo>
                  <a:pt x="16001" y="57041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9354" y="47701"/>
                </a:moveTo>
                <a:lnTo>
                  <a:pt x="15239" y="44958"/>
                </a:lnTo>
                <a:lnTo>
                  <a:pt x="16001" y="45720"/>
                </a:lnTo>
                <a:lnTo>
                  <a:pt x="16001" y="57041"/>
                </a:lnTo>
                <a:lnTo>
                  <a:pt x="18287" y="58020"/>
                </a:lnTo>
                <a:lnTo>
                  <a:pt x="18287" y="47244"/>
                </a:lnTo>
                <a:lnTo>
                  <a:pt x="19354" y="47701"/>
                </a:lnTo>
                <a:close/>
              </a:path>
              <a:path w="69850" h="60960">
                <a:moveTo>
                  <a:pt x="17525" y="16129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129"/>
                </a:lnTo>
                <a:close/>
              </a:path>
              <a:path w="69850" h="60960">
                <a:moveTo>
                  <a:pt x="19811" y="48006"/>
                </a:moveTo>
                <a:lnTo>
                  <a:pt x="19354" y="47701"/>
                </a:lnTo>
                <a:lnTo>
                  <a:pt x="18287" y="47244"/>
                </a:lnTo>
                <a:lnTo>
                  <a:pt x="19811" y="48006"/>
                </a:lnTo>
                <a:close/>
              </a:path>
              <a:path w="69850" h="60960">
                <a:moveTo>
                  <a:pt x="19811" y="58674"/>
                </a:moveTo>
                <a:lnTo>
                  <a:pt x="19811" y="48006"/>
                </a:lnTo>
                <a:lnTo>
                  <a:pt x="18287" y="47244"/>
                </a:lnTo>
                <a:lnTo>
                  <a:pt x="18287" y="58020"/>
                </a:lnTo>
                <a:lnTo>
                  <a:pt x="19811" y="58674"/>
                </a:lnTo>
                <a:close/>
              </a:path>
              <a:path w="69850" h="60960">
                <a:moveTo>
                  <a:pt x="23621" y="49530"/>
                </a:moveTo>
                <a:lnTo>
                  <a:pt x="19354" y="47701"/>
                </a:lnTo>
                <a:lnTo>
                  <a:pt x="19811" y="48006"/>
                </a:lnTo>
                <a:lnTo>
                  <a:pt x="19811" y="58674"/>
                </a:lnTo>
                <a:lnTo>
                  <a:pt x="20573" y="58674"/>
                </a:lnTo>
                <a:lnTo>
                  <a:pt x="22859" y="59327"/>
                </a:lnTo>
                <a:lnTo>
                  <a:pt x="22859" y="49530"/>
                </a:lnTo>
                <a:lnTo>
                  <a:pt x="23621" y="49530"/>
                </a:lnTo>
                <a:close/>
              </a:path>
              <a:path w="69850" h="60960">
                <a:moveTo>
                  <a:pt x="21335" y="13389"/>
                </a:moveTo>
                <a:lnTo>
                  <a:pt x="21335" y="12954"/>
                </a:lnTo>
                <a:lnTo>
                  <a:pt x="20573" y="13716"/>
                </a:lnTo>
                <a:lnTo>
                  <a:pt x="21335" y="13389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2859" y="59327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430"/>
                </a:moveTo>
                <a:lnTo>
                  <a:pt x="25145" y="11430"/>
                </a:lnTo>
                <a:lnTo>
                  <a:pt x="25145" y="11756"/>
                </a:lnTo>
                <a:lnTo>
                  <a:pt x="25907" y="11430"/>
                </a:lnTo>
                <a:close/>
              </a:path>
              <a:path w="69850" h="60960">
                <a:moveTo>
                  <a:pt x="33527" y="60960"/>
                </a:moveTo>
                <a:lnTo>
                  <a:pt x="33527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close/>
              </a:path>
              <a:path w="69850" h="60960">
                <a:moveTo>
                  <a:pt x="31241" y="9906"/>
                </a:moveTo>
                <a:lnTo>
                  <a:pt x="30479" y="9906"/>
                </a:lnTo>
                <a:lnTo>
                  <a:pt x="30479" y="10096"/>
                </a:lnTo>
                <a:lnTo>
                  <a:pt x="31241" y="9906"/>
                </a:lnTo>
                <a:close/>
              </a:path>
              <a:path w="69850" h="60960">
                <a:moveTo>
                  <a:pt x="43433" y="48768"/>
                </a:moveTo>
                <a:lnTo>
                  <a:pt x="38099" y="51054"/>
                </a:lnTo>
                <a:lnTo>
                  <a:pt x="38099" y="50387"/>
                </a:lnTo>
                <a:lnTo>
                  <a:pt x="32765" y="51054"/>
                </a:lnTo>
                <a:lnTo>
                  <a:pt x="33527" y="51054"/>
                </a:lnTo>
                <a:lnTo>
                  <a:pt x="33527" y="60960"/>
                </a:lnTo>
                <a:lnTo>
                  <a:pt x="38099" y="60388"/>
                </a:lnTo>
                <a:lnTo>
                  <a:pt x="38099" y="51054"/>
                </a:lnTo>
                <a:lnTo>
                  <a:pt x="38861" y="50292"/>
                </a:lnTo>
                <a:lnTo>
                  <a:pt x="38861" y="60293"/>
                </a:lnTo>
                <a:lnTo>
                  <a:pt x="40385" y="60198"/>
                </a:lnTo>
                <a:lnTo>
                  <a:pt x="42671" y="59340"/>
                </a:lnTo>
                <a:lnTo>
                  <a:pt x="42671" y="49530"/>
                </a:lnTo>
                <a:lnTo>
                  <a:pt x="43433" y="48768"/>
                </a:lnTo>
                <a:close/>
              </a:path>
              <a:path w="69850" h="60960">
                <a:moveTo>
                  <a:pt x="36169" y="9194"/>
                </a:moveTo>
                <a:lnTo>
                  <a:pt x="35813" y="9144"/>
                </a:lnTo>
                <a:lnTo>
                  <a:pt x="36169" y="9194"/>
                </a:lnTo>
                <a:close/>
              </a:path>
              <a:path w="69850" h="60960">
                <a:moveTo>
                  <a:pt x="36575" y="9252"/>
                </a:moveTo>
                <a:lnTo>
                  <a:pt x="36169" y="9194"/>
                </a:lnTo>
                <a:lnTo>
                  <a:pt x="36575" y="9252"/>
                </a:lnTo>
                <a:close/>
              </a:path>
              <a:path w="69850" h="60960">
                <a:moveTo>
                  <a:pt x="41147" y="10123"/>
                </a:moveTo>
                <a:lnTo>
                  <a:pt x="41147" y="9906"/>
                </a:lnTo>
                <a:lnTo>
                  <a:pt x="40385" y="9906"/>
                </a:lnTo>
                <a:lnTo>
                  <a:pt x="41147" y="10123"/>
                </a:lnTo>
                <a:close/>
              </a:path>
              <a:path w="69850" h="60960">
                <a:moveTo>
                  <a:pt x="48005" y="57585"/>
                </a:moveTo>
                <a:lnTo>
                  <a:pt x="48005" y="47244"/>
                </a:lnTo>
                <a:lnTo>
                  <a:pt x="42671" y="49530"/>
                </a:lnTo>
                <a:lnTo>
                  <a:pt x="42671" y="59340"/>
                </a:lnTo>
                <a:lnTo>
                  <a:pt x="46481" y="57912"/>
                </a:lnTo>
                <a:lnTo>
                  <a:pt x="47243" y="57912"/>
                </a:lnTo>
                <a:lnTo>
                  <a:pt x="48005" y="57585"/>
                </a:lnTo>
                <a:close/>
              </a:path>
              <a:path w="69850" h="60960">
                <a:moveTo>
                  <a:pt x="45719" y="11430"/>
                </a:moveTo>
                <a:lnTo>
                  <a:pt x="44957" y="10668"/>
                </a:lnTo>
                <a:lnTo>
                  <a:pt x="44957" y="11212"/>
                </a:lnTo>
                <a:lnTo>
                  <a:pt x="45719" y="11430"/>
                </a:lnTo>
                <a:close/>
              </a:path>
              <a:path w="69850" h="60960">
                <a:moveTo>
                  <a:pt x="55625" y="53122"/>
                </a:moveTo>
                <a:lnTo>
                  <a:pt x="55625" y="40386"/>
                </a:lnTo>
                <a:lnTo>
                  <a:pt x="51815" y="44958"/>
                </a:lnTo>
                <a:lnTo>
                  <a:pt x="51815" y="44196"/>
                </a:lnTo>
                <a:lnTo>
                  <a:pt x="47243" y="47244"/>
                </a:lnTo>
                <a:lnTo>
                  <a:pt x="48005" y="47244"/>
                </a:lnTo>
                <a:lnTo>
                  <a:pt x="48005" y="57585"/>
                </a:lnTo>
                <a:lnTo>
                  <a:pt x="52577" y="55626"/>
                </a:lnTo>
                <a:lnTo>
                  <a:pt x="52577" y="54864"/>
                </a:lnTo>
                <a:lnTo>
                  <a:pt x="55625" y="53122"/>
                </a:lnTo>
                <a:close/>
              </a:path>
              <a:path w="69850" h="60960">
                <a:moveTo>
                  <a:pt x="50291" y="13462"/>
                </a:moveTo>
                <a:lnTo>
                  <a:pt x="50291" y="12954"/>
                </a:lnTo>
                <a:lnTo>
                  <a:pt x="49529" y="12954"/>
                </a:lnTo>
                <a:lnTo>
                  <a:pt x="50291" y="13462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148"/>
                </a:lnTo>
                <a:lnTo>
                  <a:pt x="55625" y="40386"/>
                </a:lnTo>
                <a:lnTo>
                  <a:pt x="55625" y="53122"/>
                </a:lnTo>
                <a:lnTo>
                  <a:pt x="57911" y="51816"/>
                </a:lnTo>
                <a:close/>
              </a:path>
              <a:path w="69850" h="60960">
                <a:moveTo>
                  <a:pt x="69341" y="29718"/>
                </a:moveTo>
                <a:lnTo>
                  <a:pt x="69341" y="26670"/>
                </a:lnTo>
                <a:lnTo>
                  <a:pt x="67055" y="17526"/>
                </a:lnTo>
                <a:lnTo>
                  <a:pt x="64007" y="12954"/>
                </a:lnTo>
                <a:lnTo>
                  <a:pt x="64007" y="12192"/>
                </a:lnTo>
                <a:lnTo>
                  <a:pt x="63245" y="12192"/>
                </a:lnTo>
                <a:lnTo>
                  <a:pt x="60197" y="8382"/>
                </a:lnTo>
                <a:lnTo>
                  <a:pt x="59435" y="8382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054"/>
                </a:lnTo>
                <a:lnTo>
                  <a:pt x="61721" y="47244"/>
                </a:lnTo>
                <a:lnTo>
                  <a:pt x="62483" y="47244"/>
                </a:lnTo>
                <a:lnTo>
                  <a:pt x="62483" y="46482"/>
                </a:lnTo>
                <a:lnTo>
                  <a:pt x="65531" y="42672"/>
                </a:lnTo>
                <a:lnTo>
                  <a:pt x="65531" y="41910"/>
                </a:lnTo>
                <a:lnTo>
                  <a:pt x="66293" y="41910"/>
                </a:lnTo>
                <a:lnTo>
                  <a:pt x="67817" y="36576"/>
                </a:lnTo>
                <a:lnTo>
                  <a:pt x="68579" y="35814"/>
                </a:lnTo>
                <a:lnTo>
                  <a:pt x="68579" y="32766"/>
                </a:lnTo>
                <a:lnTo>
                  <a:pt x="69341" y="29718"/>
                </a:lnTo>
                <a:close/>
              </a:path>
              <a:path w="69850" h="60960">
                <a:moveTo>
                  <a:pt x="59435" y="33528"/>
                </a:moveTo>
                <a:lnTo>
                  <a:pt x="59435" y="32004"/>
                </a:lnTo>
                <a:lnTo>
                  <a:pt x="58673" y="34290"/>
                </a:lnTo>
                <a:lnTo>
                  <a:pt x="59435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9" name="object 55">
            <a:extLst>
              <a:ext uri="{FF2B5EF4-FFF2-40B4-BE49-F238E27FC236}">
                <a16:creationId xmlns:a16="http://schemas.microsoft.com/office/drawing/2014/main" id="{07C57FD1-7226-4149-A871-83B15EEFF8B6}"/>
              </a:ext>
            </a:extLst>
          </p:cNvPr>
          <p:cNvSpPr txBox="1"/>
          <p:nvPr/>
        </p:nvSpPr>
        <p:spPr>
          <a:xfrm>
            <a:off x="8194621" y="1944813"/>
            <a:ext cx="3252695" cy="396828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2471" i="1" spc="-71" dirty="0">
                <a:latin typeface="Tahoma"/>
                <a:cs typeface="Tahoma"/>
              </a:rPr>
              <a:t>f(x,</a:t>
            </a:r>
            <a:r>
              <a:rPr sz="2471" i="1" spc="-71" dirty="0">
                <a:solidFill>
                  <a:srgbClr val="00CC00"/>
                </a:solidFill>
                <a:latin typeface="Tahoma"/>
                <a:cs typeface="Tahoma"/>
              </a:rPr>
              <a:t>w,b</a:t>
            </a:r>
            <a:r>
              <a:rPr sz="2471" i="1" spc="-71" dirty="0">
                <a:latin typeface="Tahoma"/>
                <a:cs typeface="Tahoma"/>
              </a:rPr>
              <a:t>) </a:t>
            </a:r>
            <a:r>
              <a:rPr sz="2471" i="1" spc="-95" dirty="0">
                <a:latin typeface="Tahoma"/>
                <a:cs typeface="Tahoma"/>
              </a:rPr>
              <a:t>= </a:t>
            </a:r>
            <a:r>
              <a:rPr sz="2471" i="1" spc="-65" dirty="0">
                <a:latin typeface="Tahoma"/>
                <a:cs typeface="Tahoma"/>
              </a:rPr>
              <a:t>sign(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w </a:t>
            </a:r>
            <a:r>
              <a:rPr sz="2471" i="1" spc="-65" dirty="0">
                <a:latin typeface="Tahoma"/>
                <a:cs typeface="Tahoma"/>
              </a:rPr>
              <a:t>x </a:t>
            </a:r>
            <a:r>
              <a:rPr sz="2471" i="1" spc="-95" dirty="0">
                <a:latin typeface="Tahoma"/>
                <a:cs typeface="Tahoma"/>
              </a:rPr>
              <a:t>+</a:t>
            </a:r>
            <a:r>
              <a:rPr sz="2471" i="1" spc="41" dirty="0">
                <a:latin typeface="Tahoma"/>
                <a:cs typeface="Tahoma"/>
              </a:rPr>
              <a:t> 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b</a:t>
            </a:r>
            <a:r>
              <a:rPr sz="2471" i="1" spc="-65" dirty="0">
                <a:latin typeface="Tahoma"/>
                <a:cs typeface="Tahoma"/>
              </a:rPr>
              <a:t>)</a:t>
            </a:r>
            <a:endParaRPr sz="2471">
              <a:latin typeface="Tahoma"/>
              <a:cs typeface="Tahoma"/>
            </a:endParaRPr>
          </a:p>
        </p:txBody>
      </p:sp>
      <p:sp>
        <p:nvSpPr>
          <p:cNvPr id="111" name="object 56">
            <a:extLst>
              <a:ext uri="{FF2B5EF4-FFF2-40B4-BE49-F238E27FC236}">
                <a16:creationId xmlns:a16="http://schemas.microsoft.com/office/drawing/2014/main" id="{359C2E9B-0CE5-4099-8848-90AA2F8571ED}"/>
              </a:ext>
            </a:extLst>
          </p:cNvPr>
          <p:cNvSpPr/>
          <p:nvPr/>
        </p:nvSpPr>
        <p:spPr>
          <a:xfrm>
            <a:off x="5204720" y="1375736"/>
            <a:ext cx="1716741" cy="4755776"/>
          </a:xfrm>
          <a:custGeom>
            <a:avLst/>
            <a:gdLst/>
            <a:ahLst/>
            <a:cxnLst/>
            <a:rect l="l" t="t" r="r" b="b"/>
            <a:pathLst>
              <a:path w="1459229" h="4042410">
                <a:moveTo>
                  <a:pt x="1459230" y="3810"/>
                </a:moveTo>
                <a:lnTo>
                  <a:pt x="1447800" y="0"/>
                </a:lnTo>
                <a:lnTo>
                  <a:pt x="0" y="4038600"/>
                </a:lnTo>
                <a:lnTo>
                  <a:pt x="11430" y="4042410"/>
                </a:lnTo>
                <a:lnTo>
                  <a:pt x="1459230" y="3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3" name="object 57">
            <a:extLst>
              <a:ext uri="{FF2B5EF4-FFF2-40B4-BE49-F238E27FC236}">
                <a16:creationId xmlns:a16="http://schemas.microsoft.com/office/drawing/2014/main" id="{594DFB6A-2FEE-42A0-9F57-5FC5284FB98B}"/>
              </a:ext>
            </a:extLst>
          </p:cNvPr>
          <p:cNvSpPr txBox="1"/>
          <p:nvPr/>
        </p:nvSpPr>
        <p:spPr>
          <a:xfrm>
            <a:off x="8799867" y="3387714"/>
            <a:ext cx="2351741" cy="1100593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 marR="5977">
              <a:spcBef>
                <a:spcPts val="112"/>
              </a:spcBef>
            </a:pPr>
            <a:r>
              <a:rPr sz="2353" b="1" spc="-5" dirty="0">
                <a:latin typeface="Tahoma"/>
                <a:cs typeface="Tahoma"/>
              </a:rPr>
              <a:t>How would</a:t>
            </a:r>
            <a:r>
              <a:rPr sz="2353" b="1" spc="-76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you  </a:t>
            </a:r>
            <a:r>
              <a:rPr sz="2353" b="1" spc="-12" dirty="0">
                <a:latin typeface="Tahoma"/>
                <a:cs typeface="Tahoma"/>
              </a:rPr>
              <a:t>classify </a:t>
            </a:r>
            <a:r>
              <a:rPr sz="2353" b="1" spc="-5" dirty="0">
                <a:latin typeface="Tahoma"/>
                <a:cs typeface="Tahoma"/>
              </a:rPr>
              <a:t>this  </a:t>
            </a:r>
            <a:r>
              <a:rPr sz="2353" b="1" spc="-12" dirty="0">
                <a:latin typeface="Tahoma"/>
                <a:cs typeface="Tahoma"/>
              </a:rPr>
              <a:t>data?</a:t>
            </a:r>
            <a:endParaRPr sz="2353">
              <a:latin typeface="Tahoma"/>
              <a:cs typeface="Tahoma"/>
            </a:endParaRPr>
          </a:p>
        </p:txBody>
      </p:sp>
      <p:sp>
        <p:nvSpPr>
          <p:cNvPr id="115" name="object 58">
            <a:extLst>
              <a:ext uri="{FF2B5EF4-FFF2-40B4-BE49-F238E27FC236}">
                <a16:creationId xmlns:a16="http://schemas.microsoft.com/office/drawing/2014/main" id="{D262BF7B-B1C6-41C1-A4BF-44C56099FCBD}"/>
              </a:ext>
            </a:extLst>
          </p:cNvPr>
          <p:cNvSpPr txBox="1"/>
          <p:nvPr/>
        </p:nvSpPr>
        <p:spPr>
          <a:xfrm>
            <a:off x="8509410" y="270700"/>
            <a:ext cx="1497105" cy="34088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117" b="1" dirty="0">
                <a:latin typeface="Arial"/>
                <a:cs typeface="Arial"/>
              </a:rPr>
              <a:t>Parameters</a:t>
            </a:r>
            <a:endParaRPr sz="211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7447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AA04-2505-49C8-87F3-8A462623A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18" y="131291"/>
            <a:ext cx="5397309" cy="707823"/>
          </a:xfrm>
        </p:spPr>
        <p:txBody>
          <a:bodyPr/>
          <a:lstStyle/>
          <a:p>
            <a:r>
              <a:rPr lang="en-US" dirty="0"/>
              <a:t>Linear Classifiers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34B19D2-4EFC-4875-9199-60F66E046A5E}"/>
              </a:ext>
            </a:extLst>
          </p:cNvPr>
          <p:cNvSpPr/>
          <p:nvPr/>
        </p:nvSpPr>
        <p:spPr>
          <a:xfrm>
            <a:off x="7638717" y="798489"/>
            <a:ext cx="1882588" cy="770217"/>
          </a:xfrm>
          <a:custGeom>
            <a:avLst/>
            <a:gdLst/>
            <a:ahLst/>
            <a:cxnLst/>
            <a:rect l="l" t="t" r="r" b="b"/>
            <a:pathLst>
              <a:path w="1600200" h="654685">
                <a:moveTo>
                  <a:pt x="0" y="0"/>
                </a:moveTo>
                <a:lnTo>
                  <a:pt x="0" y="654557"/>
                </a:lnTo>
                <a:lnTo>
                  <a:pt x="1600200" y="654557"/>
                </a:lnTo>
                <a:lnTo>
                  <a:pt x="160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B64C3155-A3D0-431A-A3AE-66AF619385F7}"/>
              </a:ext>
            </a:extLst>
          </p:cNvPr>
          <p:cNvSpPr/>
          <p:nvPr/>
        </p:nvSpPr>
        <p:spPr>
          <a:xfrm>
            <a:off x="7631545" y="791318"/>
            <a:ext cx="1898276" cy="784412"/>
          </a:xfrm>
          <a:custGeom>
            <a:avLst/>
            <a:gdLst/>
            <a:ahLst/>
            <a:cxnLst/>
            <a:rect l="l" t="t" r="r" b="b"/>
            <a:pathLst>
              <a:path w="1613534" h="666750">
                <a:moveTo>
                  <a:pt x="1613153" y="666750"/>
                </a:moveTo>
                <a:lnTo>
                  <a:pt x="1613153" y="0"/>
                </a:lnTo>
                <a:lnTo>
                  <a:pt x="0" y="0"/>
                </a:lnTo>
                <a:lnTo>
                  <a:pt x="0" y="666750"/>
                </a:lnTo>
                <a:lnTo>
                  <a:pt x="6096" y="666750"/>
                </a:lnTo>
                <a:lnTo>
                  <a:pt x="6096" y="12954"/>
                </a:lnTo>
                <a:lnTo>
                  <a:pt x="12954" y="6096"/>
                </a:lnTo>
                <a:lnTo>
                  <a:pt x="12954" y="12954"/>
                </a:lnTo>
                <a:lnTo>
                  <a:pt x="1600200" y="12953"/>
                </a:lnTo>
                <a:lnTo>
                  <a:pt x="1600200" y="6095"/>
                </a:lnTo>
                <a:lnTo>
                  <a:pt x="1606296" y="12953"/>
                </a:lnTo>
                <a:lnTo>
                  <a:pt x="1606296" y="666750"/>
                </a:lnTo>
                <a:lnTo>
                  <a:pt x="1613153" y="666750"/>
                </a:lnTo>
                <a:close/>
              </a:path>
              <a:path w="1613534" h="666750">
                <a:moveTo>
                  <a:pt x="12954" y="12954"/>
                </a:moveTo>
                <a:lnTo>
                  <a:pt x="12954" y="6096"/>
                </a:lnTo>
                <a:lnTo>
                  <a:pt x="6096" y="12954"/>
                </a:lnTo>
                <a:lnTo>
                  <a:pt x="12954" y="12954"/>
                </a:lnTo>
                <a:close/>
              </a:path>
              <a:path w="1613534" h="666750">
                <a:moveTo>
                  <a:pt x="12954" y="653795"/>
                </a:moveTo>
                <a:lnTo>
                  <a:pt x="12954" y="12954"/>
                </a:lnTo>
                <a:lnTo>
                  <a:pt x="6096" y="12954"/>
                </a:lnTo>
                <a:lnTo>
                  <a:pt x="6096" y="653795"/>
                </a:lnTo>
                <a:lnTo>
                  <a:pt x="12954" y="653795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6096" y="653795"/>
                </a:lnTo>
                <a:lnTo>
                  <a:pt x="12954" y="660654"/>
                </a:lnTo>
                <a:lnTo>
                  <a:pt x="12954" y="666750"/>
                </a:lnTo>
                <a:lnTo>
                  <a:pt x="1600200" y="666750"/>
                </a:lnTo>
                <a:lnTo>
                  <a:pt x="1600200" y="660654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2954" y="666750"/>
                </a:moveTo>
                <a:lnTo>
                  <a:pt x="12954" y="660654"/>
                </a:lnTo>
                <a:lnTo>
                  <a:pt x="6096" y="653795"/>
                </a:lnTo>
                <a:lnTo>
                  <a:pt x="6096" y="666750"/>
                </a:lnTo>
                <a:lnTo>
                  <a:pt x="12954" y="666750"/>
                </a:lnTo>
                <a:close/>
              </a:path>
              <a:path w="1613534" h="666750">
                <a:moveTo>
                  <a:pt x="1606296" y="12953"/>
                </a:moveTo>
                <a:lnTo>
                  <a:pt x="1600200" y="6095"/>
                </a:lnTo>
                <a:lnTo>
                  <a:pt x="1600200" y="12953"/>
                </a:lnTo>
                <a:lnTo>
                  <a:pt x="1606296" y="12953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1606296" y="12953"/>
                </a:lnTo>
                <a:lnTo>
                  <a:pt x="1600200" y="12953"/>
                </a:lnTo>
                <a:lnTo>
                  <a:pt x="1600200" y="653795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606296" y="666750"/>
                </a:moveTo>
                <a:lnTo>
                  <a:pt x="1606296" y="653795"/>
                </a:lnTo>
                <a:lnTo>
                  <a:pt x="1600200" y="660654"/>
                </a:lnTo>
                <a:lnTo>
                  <a:pt x="1600200" y="666750"/>
                </a:lnTo>
                <a:lnTo>
                  <a:pt x="1606296" y="666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4EFD06D4-AFF0-4369-9D4C-CDA669B342B6}"/>
              </a:ext>
            </a:extLst>
          </p:cNvPr>
          <p:cNvSpPr txBox="1"/>
          <p:nvPr/>
        </p:nvSpPr>
        <p:spPr>
          <a:xfrm>
            <a:off x="7638717" y="812124"/>
            <a:ext cx="1882588" cy="703850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algn="ctr">
              <a:spcBef>
                <a:spcPts val="124"/>
              </a:spcBef>
            </a:pPr>
            <a:r>
              <a:rPr sz="4471" b="1" i="1" spc="-95" dirty="0">
                <a:latin typeface="Tahoma"/>
                <a:cs typeface="Tahoma"/>
              </a:rPr>
              <a:t>f</a:t>
            </a:r>
            <a:endParaRPr sz="4471">
              <a:latin typeface="Tahoma"/>
              <a:cs typeface="Tahoma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1A7A3B11-5BDB-40A2-9A9B-30ECA838B8D8}"/>
              </a:ext>
            </a:extLst>
          </p:cNvPr>
          <p:cNvSpPr/>
          <p:nvPr/>
        </p:nvSpPr>
        <p:spPr>
          <a:xfrm>
            <a:off x="6025070" y="1095221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7"/>
                </a:moveTo>
                <a:lnTo>
                  <a:pt x="1308353" y="32003"/>
                </a:lnTo>
                <a:lnTo>
                  <a:pt x="0" y="32003"/>
                </a:lnTo>
                <a:lnTo>
                  <a:pt x="0" y="44957"/>
                </a:lnTo>
                <a:lnTo>
                  <a:pt x="1308353" y="44957"/>
                </a:lnTo>
                <a:close/>
              </a:path>
              <a:path w="1371600" h="76200">
                <a:moveTo>
                  <a:pt x="1371600" y="38099"/>
                </a:moveTo>
                <a:lnTo>
                  <a:pt x="1295400" y="0"/>
                </a:lnTo>
                <a:lnTo>
                  <a:pt x="1295400" y="32003"/>
                </a:lnTo>
                <a:lnTo>
                  <a:pt x="1308353" y="32003"/>
                </a:lnTo>
                <a:lnTo>
                  <a:pt x="1308353" y="69722"/>
                </a:lnTo>
                <a:lnTo>
                  <a:pt x="1371600" y="38099"/>
                </a:lnTo>
                <a:close/>
              </a:path>
              <a:path w="1371600" h="76200">
                <a:moveTo>
                  <a:pt x="1308353" y="69722"/>
                </a:moveTo>
                <a:lnTo>
                  <a:pt x="1308353" y="44957"/>
                </a:lnTo>
                <a:lnTo>
                  <a:pt x="1295400" y="44957"/>
                </a:lnTo>
                <a:lnTo>
                  <a:pt x="1295400" y="76199"/>
                </a:lnTo>
                <a:lnTo>
                  <a:pt x="1308353" y="69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4F150F43-A829-423C-B113-CB942DE0B114}"/>
              </a:ext>
            </a:extLst>
          </p:cNvPr>
          <p:cNvSpPr txBox="1"/>
          <p:nvPr/>
        </p:nvSpPr>
        <p:spPr>
          <a:xfrm>
            <a:off x="5704433" y="793805"/>
            <a:ext cx="283135" cy="550716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3471" b="1" i="1" spc="-105" dirty="0">
                <a:latin typeface="Tahoma"/>
                <a:cs typeface="Tahoma"/>
              </a:rPr>
              <a:t>x</a:t>
            </a:r>
            <a:endParaRPr sz="3471">
              <a:latin typeface="Tahoma"/>
              <a:cs typeface="Tahoma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F57862B2-AA7E-4753-82EF-FA55A9ACB36B}"/>
              </a:ext>
            </a:extLst>
          </p:cNvPr>
          <p:cNvSpPr/>
          <p:nvPr/>
        </p:nvSpPr>
        <p:spPr>
          <a:xfrm>
            <a:off x="8580598" y="333215"/>
            <a:ext cx="89647" cy="448235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76200" y="304799"/>
                </a:moveTo>
                <a:lnTo>
                  <a:pt x="0" y="304799"/>
                </a:lnTo>
                <a:lnTo>
                  <a:pt x="32004" y="368808"/>
                </a:lnTo>
                <a:lnTo>
                  <a:pt x="32004" y="317753"/>
                </a:lnTo>
                <a:lnTo>
                  <a:pt x="44958" y="317753"/>
                </a:lnTo>
                <a:lnTo>
                  <a:pt x="44958" y="367283"/>
                </a:lnTo>
                <a:lnTo>
                  <a:pt x="76200" y="304799"/>
                </a:lnTo>
                <a:close/>
              </a:path>
              <a:path w="76200" h="381000">
                <a:moveTo>
                  <a:pt x="44958" y="304799"/>
                </a:moveTo>
                <a:lnTo>
                  <a:pt x="44958" y="0"/>
                </a:lnTo>
                <a:lnTo>
                  <a:pt x="32004" y="0"/>
                </a:lnTo>
                <a:lnTo>
                  <a:pt x="32004" y="304799"/>
                </a:lnTo>
                <a:lnTo>
                  <a:pt x="44958" y="304799"/>
                </a:lnTo>
                <a:close/>
              </a:path>
              <a:path w="76200" h="381000">
                <a:moveTo>
                  <a:pt x="44958" y="367283"/>
                </a:moveTo>
                <a:lnTo>
                  <a:pt x="44958" y="317753"/>
                </a:lnTo>
                <a:lnTo>
                  <a:pt x="32004" y="317753"/>
                </a:lnTo>
                <a:lnTo>
                  <a:pt x="32004" y="368808"/>
                </a:lnTo>
                <a:lnTo>
                  <a:pt x="38100" y="380999"/>
                </a:lnTo>
                <a:lnTo>
                  <a:pt x="44958" y="367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46B89A63-8551-4B6B-89C8-163363D33A68}"/>
              </a:ext>
            </a:extLst>
          </p:cNvPr>
          <p:cNvSpPr/>
          <p:nvPr/>
        </p:nvSpPr>
        <p:spPr>
          <a:xfrm>
            <a:off x="9521305" y="1095221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8"/>
                </a:moveTo>
                <a:lnTo>
                  <a:pt x="1308353" y="32004"/>
                </a:lnTo>
                <a:lnTo>
                  <a:pt x="0" y="32004"/>
                </a:lnTo>
                <a:lnTo>
                  <a:pt x="0" y="44958"/>
                </a:lnTo>
                <a:lnTo>
                  <a:pt x="1308353" y="44958"/>
                </a:lnTo>
                <a:close/>
              </a:path>
              <a:path w="1371600" h="76200">
                <a:moveTo>
                  <a:pt x="1371600" y="38100"/>
                </a:moveTo>
                <a:lnTo>
                  <a:pt x="1295400" y="0"/>
                </a:lnTo>
                <a:lnTo>
                  <a:pt x="1295400" y="32004"/>
                </a:lnTo>
                <a:lnTo>
                  <a:pt x="1308353" y="32004"/>
                </a:lnTo>
                <a:lnTo>
                  <a:pt x="1308353" y="69723"/>
                </a:lnTo>
                <a:lnTo>
                  <a:pt x="1371600" y="38100"/>
                </a:lnTo>
                <a:close/>
              </a:path>
              <a:path w="1371600" h="76200">
                <a:moveTo>
                  <a:pt x="1308353" y="69723"/>
                </a:moveTo>
                <a:lnTo>
                  <a:pt x="1308353" y="44958"/>
                </a:lnTo>
                <a:lnTo>
                  <a:pt x="1295400" y="44958"/>
                </a:lnTo>
                <a:lnTo>
                  <a:pt x="1295400" y="76200"/>
                </a:lnTo>
                <a:lnTo>
                  <a:pt x="1308353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6DDA155B-3146-4F73-8F00-557AEAF60782}"/>
              </a:ext>
            </a:extLst>
          </p:cNvPr>
          <p:cNvSpPr txBox="1"/>
          <p:nvPr/>
        </p:nvSpPr>
        <p:spPr>
          <a:xfrm>
            <a:off x="11227589" y="764720"/>
            <a:ext cx="791135" cy="593788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5648" b="1" spc="-8" baseline="-16493" dirty="0">
                <a:latin typeface="Tahoma"/>
                <a:cs typeface="Tahoma"/>
              </a:rPr>
              <a:t>y</a:t>
            </a:r>
            <a:r>
              <a:rPr sz="2471" b="1" spc="12" dirty="0">
                <a:latin typeface="Tahoma"/>
                <a:cs typeface="Tahoma"/>
              </a:rPr>
              <a:t>est</a:t>
            </a:r>
            <a:endParaRPr sz="2471">
              <a:latin typeface="Tahoma"/>
              <a:cs typeface="Tahoma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F7513919-71FA-4923-A614-771244741800}"/>
              </a:ext>
            </a:extLst>
          </p:cNvPr>
          <p:cNvSpPr txBox="1"/>
          <p:nvPr/>
        </p:nvSpPr>
        <p:spPr>
          <a:xfrm>
            <a:off x="964107" y="2064396"/>
            <a:ext cx="1745876" cy="1099841"/>
          </a:xfrm>
          <a:prstGeom prst="rect">
            <a:avLst/>
          </a:prstGeom>
        </p:spPr>
        <p:txBody>
          <a:bodyPr vert="horz" wrap="square" lIns="0" tIns="194235" rIns="0" bIns="0" rtlCol="0">
            <a:spAutoFit/>
          </a:bodyPr>
          <a:lstStyle/>
          <a:p>
            <a:pPr marL="14941">
              <a:spcBef>
                <a:spcPts val="1529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65" dirty="0">
                <a:latin typeface="Tahoma"/>
                <a:cs typeface="Tahoma"/>
              </a:rPr>
              <a:t> </a:t>
            </a:r>
            <a:r>
              <a:rPr sz="2353" b="1" spc="-12" dirty="0">
                <a:latin typeface="Tahoma"/>
                <a:cs typeface="Tahoma"/>
              </a:rPr>
              <a:t>+1</a:t>
            </a:r>
            <a:endParaRPr sz="2353">
              <a:latin typeface="Tahoma"/>
              <a:cs typeface="Tahoma"/>
            </a:endParaRPr>
          </a:p>
          <a:p>
            <a:pPr marL="71720">
              <a:spcBef>
                <a:spcPts val="1412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47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-1</a:t>
            </a:r>
            <a:endParaRPr sz="2353">
              <a:latin typeface="Tahoma"/>
              <a:cs typeface="Tahoma"/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F6A1C1B6-6D70-46C5-861F-D9D61AA61304}"/>
              </a:ext>
            </a:extLst>
          </p:cNvPr>
          <p:cNvSpPr/>
          <p:nvPr/>
        </p:nvSpPr>
        <p:spPr>
          <a:xfrm>
            <a:off x="801545" y="2380014"/>
            <a:ext cx="83027" cy="80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3">
            <a:extLst>
              <a:ext uri="{FF2B5EF4-FFF2-40B4-BE49-F238E27FC236}">
                <a16:creationId xmlns:a16="http://schemas.microsoft.com/office/drawing/2014/main" id="{FFA54586-A794-4693-95F4-5EEA320BB6F4}"/>
              </a:ext>
            </a:extLst>
          </p:cNvPr>
          <p:cNvSpPr/>
          <p:nvPr/>
        </p:nvSpPr>
        <p:spPr>
          <a:xfrm>
            <a:off x="801546" y="2917896"/>
            <a:ext cx="74705" cy="70971"/>
          </a:xfrm>
          <a:custGeom>
            <a:avLst/>
            <a:gdLst/>
            <a:ahLst/>
            <a:cxnLst/>
            <a:rect l="l" t="t" r="r" b="b"/>
            <a:pathLst>
              <a:path w="63500" h="60325">
                <a:moveTo>
                  <a:pt x="63245" y="35814"/>
                </a:moveTo>
                <a:lnTo>
                  <a:pt x="63245" y="28194"/>
                </a:lnTo>
                <a:lnTo>
                  <a:pt x="62483" y="23622"/>
                </a:lnTo>
                <a:lnTo>
                  <a:pt x="62483" y="22098"/>
                </a:lnTo>
                <a:lnTo>
                  <a:pt x="60197" y="17526"/>
                </a:lnTo>
                <a:lnTo>
                  <a:pt x="60197" y="16764"/>
                </a:lnTo>
                <a:lnTo>
                  <a:pt x="57149" y="12954"/>
                </a:lnTo>
                <a:lnTo>
                  <a:pt x="57149" y="12192"/>
                </a:lnTo>
                <a:lnTo>
                  <a:pt x="52577" y="7620"/>
                </a:lnTo>
                <a:lnTo>
                  <a:pt x="48767" y="4572"/>
                </a:lnTo>
                <a:lnTo>
                  <a:pt x="48005" y="4572"/>
                </a:lnTo>
                <a:lnTo>
                  <a:pt x="42671" y="2286"/>
                </a:lnTo>
                <a:lnTo>
                  <a:pt x="41909" y="2286"/>
                </a:lnTo>
                <a:lnTo>
                  <a:pt x="41909" y="1524"/>
                </a:lnTo>
                <a:lnTo>
                  <a:pt x="36575" y="762"/>
                </a:lnTo>
                <a:lnTo>
                  <a:pt x="35051" y="653"/>
                </a:lnTo>
                <a:lnTo>
                  <a:pt x="30479" y="0"/>
                </a:lnTo>
                <a:lnTo>
                  <a:pt x="29717" y="0"/>
                </a:lnTo>
                <a:lnTo>
                  <a:pt x="25145" y="653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7525" y="3048"/>
                </a:lnTo>
                <a:lnTo>
                  <a:pt x="12953" y="5334"/>
                </a:lnTo>
                <a:lnTo>
                  <a:pt x="12953" y="6096"/>
                </a:lnTo>
                <a:lnTo>
                  <a:pt x="12191" y="6096"/>
                </a:lnTo>
                <a:lnTo>
                  <a:pt x="8381" y="9144"/>
                </a:lnTo>
                <a:lnTo>
                  <a:pt x="8381" y="9906"/>
                </a:lnTo>
                <a:lnTo>
                  <a:pt x="5333" y="13716"/>
                </a:lnTo>
                <a:lnTo>
                  <a:pt x="4571" y="14478"/>
                </a:lnTo>
                <a:lnTo>
                  <a:pt x="2285" y="19050"/>
                </a:lnTo>
                <a:lnTo>
                  <a:pt x="2285" y="19812"/>
                </a:lnTo>
                <a:lnTo>
                  <a:pt x="1523" y="20574"/>
                </a:lnTo>
                <a:lnTo>
                  <a:pt x="761" y="25146"/>
                </a:lnTo>
                <a:lnTo>
                  <a:pt x="761" y="26670"/>
                </a:lnTo>
                <a:lnTo>
                  <a:pt x="0" y="31242"/>
                </a:lnTo>
                <a:lnTo>
                  <a:pt x="0" y="32766"/>
                </a:lnTo>
                <a:lnTo>
                  <a:pt x="1523" y="37338"/>
                </a:lnTo>
                <a:lnTo>
                  <a:pt x="1523" y="38100"/>
                </a:lnTo>
                <a:lnTo>
                  <a:pt x="3047" y="42672"/>
                </a:lnTo>
                <a:lnTo>
                  <a:pt x="3047" y="43434"/>
                </a:lnTo>
                <a:lnTo>
                  <a:pt x="3809" y="43434"/>
                </a:lnTo>
                <a:lnTo>
                  <a:pt x="6095" y="48006"/>
                </a:lnTo>
                <a:lnTo>
                  <a:pt x="6857" y="48006"/>
                </a:lnTo>
                <a:lnTo>
                  <a:pt x="6857" y="48768"/>
                </a:lnTo>
                <a:lnTo>
                  <a:pt x="9905" y="51816"/>
                </a:lnTo>
                <a:lnTo>
                  <a:pt x="9905" y="27432"/>
                </a:lnTo>
                <a:lnTo>
                  <a:pt x="10667" y="25146"/>
                </a:lnTo>
                <a:lnTo>
                  <a:pt x="10667" y="23622"/>
                </a:lnTo>
                <a:lnTo>
                  <a:pt x="12191" y="20574"/>
                </a:lnTo>
                <a:lnTo>
                  <a:pt x="12191" y="19812"/>
                </a:lnTo>
                <a:lnTo>
                  <a:pt x="15239" y="16002"/>
                </a:lnTo>
                <a:lnTo>
                  <a:pt x="15239" y="16764"/>
                </a:lnTo>
                <a:lnTo>
                  <a:pt x="18287" y="14325"/>
                </a:lnTo>
                <a:lnTo>
                  <a:pt x="18287" y="13716"/>
                </a:lnTo>
                <a:lnTo>
                  <a:pt x="22097" y="11430"/>
                </a:lnTo>
                <a:lnTo>
                  <a:pt x="22097" y="11865"/>
                </a:lnTo>
                <a:lnTo>
                  <a:pt x="26669" y="9906"/>
                </a:lnTo>
                <a:lnTo>
                  <a:pt x="26669" y="10450"/>
                </a:lnTo>
                <a:lnTo>
                  <a:pt x="29717" y="10014"/>
                </a:lnTo>
                <a:lnTo>
                  <a:pt x="35051" y="9906"/>
                </a:lnTo>
                <a:lnTo>
                  <a:pt x="35051" y="10123"/>
                </a:lnTo>
                <a:lnTo>
                  <a:pt x="38861" y="11212"/>
                </a:lnTo>
                <a:lnTo>
                  <a:pt x="38861" y="10668"/>
                </a:lnTo>
                <a:lnTo>
                  <a:pt x="42671" y="12573"/>
                </a:lnTo>
                <a:lnTo>
                  <a:pt x="42671" y="12192"/>
                </a:lnTo>
                <a:lnTo>
                  <a:pt x="47243" y="15240"/>
                </a:lnTo>
                <a:lnTo>
                  <a:pt x="47243" y="15849"/>
                </a:lnTo>
                <a:lnTo>
                  <a:pt x="49529" y="17678"/>
                </a:lnTo>
                <a:lnTo>
                  <a:pt x="49529" y="17526"/>
                </a:lnTo>
                <a:lnTo>
                  <a:pt x="50291" y="18288"/>
                </a:lnTo>
                <a:lnTo>
                  <a:pt x="50291" y="19050"/>
                </a:lnTo>
                <a:lnTo>
                  <a:pt x="51815" y="22098"/>
                </a:lnTo>
                <a:lnTo>
                  <a:pt x="51815" y="21336"/>
                </a:lnTo>
                <a:lnTo>
                  <a:pt x="53339" y="25908"/>
                </a:lnTo>
                <a:lnTo>
                  <a:pt x="53339" y="25146"/>
                </a:lnTo>
                <a:lnTo>
                  <a:pt x="54101" y="29718"/>
                </a:lnTo>
                <a:lnTo>
                  <a:pt x="54101" y="51816"/>
                </a:lnTo>
                <a:lnTo>
                  <a:pt x="54863" y="51054"/>
                </a:lnTo>
                <a:lnTo>
                  <a:pt x="55625" y="51054"/>
                </a:lnTo>
                <a:lnTo>
                  <a:pt x="55625" y="50292"/>
                </a:lnTo>
                <a:lnTo>
                  <a:pt x="58673" y="46482"/>
                </a:lnTo>
                <a:lnTo>
                  <a:pt x="59435" y="45720"/>
                </a:lnTo>
                <a:lnTo>
                  <a:pt x="61721" y="41148"/>
                </a:lnTo>
                <a:lnTo>
                  <a:pt x="61721" y="40386"/>
                </a:lnTo>
                <a:lnTo>
                  <a:pt x="63245" y="35814"/>
                </a:lnTo>
                <a:close/>
              </a:path>
              <a:path w="63500" h="60325">
                <a:moveTo>
                  <a:pt x="12191" y="39624"/>
                </a:moveTo>
                <a:lnTo>
                  <a:pt x="10667" y="35052"/>
                </a:lnTo>
                <a:lnTo>
                  <a:pt x="10667" y="35814"/>
                </a:lnTo>
                <a:lnTo>
                  <a:pt x="9905" y="30480"/>
                </a:lnTo>
                <a:lnTo>
                  <a:pt x="9905" y="51816"/>
                </a:lnTo>
                <a:lnTo>
                  <a:pt x="10667" y="52578"/>
                </a:lnTo>
                <a:lnTo>
                  <a:pt x="11429" y="52578"/>
                </a:lnTo>
                <a:lnTo>
                  <a:pt x="11429" y="38862"/>
                </a:lnTo>
                <a:lnTo>
                  <a:pt x="12191" y="39624"/>
                </a:lnTo>
                <a:close/>
              </a:path>
              <a:path w="63500" h="60325">
                <a:moveTo>
                  <a:pt x="11429" y="22860"/>
                </a:moveTo>
                <a:lnTo>
                  <a:pt x="10667" y="23622"/>
                </a:lnTo>
                <a:lnTo>
                  <a:pt x="10667" y="25146"/>
                </a:lnTo>
                <a:lnTo>
                  <a:pt x="11429" y="22860"/>
                </a:lnTo>
                <a:close/>
              </a:path>
              <a:path w="63500" h="60325">
                <a:moveTo>
                  <a:pt x="14477" y="42672"/>
                </a:moveTo>
                <a:lnTo>
                  <a:pt x="11429" y="38862"/>
                </a:lnTo>
                <a:lnTo>
                  <a:pt x="11429" y="52578"/>
                </a:lnTo>
                <a:lnTo>
                  <a:pt x="13715" y="54406"/>
                </a:lnTo>
                <a:lnTo>
                  <a:pt x="13715" y="41910"/>
                </a:lnTo>
                <a:lnTo>
                  <a:pt x="14477" y="42672"/>
                </a:lnTo>
                <a:close/>
              </a:path>
              <a:path w="63500" h="60325">
                <a:moveTo>
                  <a:pt x="12953" y="19050"/>
                </a:moveTo>
                <a:lnTo>
                  <a:pt x="12191" y="19812"/>
                </a:lnTo>
                <a:lnTo>
                  <a:pt x="12191" y="20574"/>
                </a:lnTo>
                <a:lnTo>
                  <a:pt x="12953" y="19050"/>
                </a:lnTo>
                <a:close/>
              </a:path>
              <a:path w="63500" h="60325">
                <a:moveTo>
                  <a:pt x="17525" y="57041"/>
                </a:moveTo>
                <a:lnTo>
                  <a:pt x="17525" y="45720"/>
                </a:lnTo>
                <a:lnTo>
                  <a:pt x="13715" y="41910"/>
                </a:lnTo>
                <a:lnTo>
                  <a:pt x="13715" y="54406"/>
                </a:lnTo>
                <a:lnTo>
                  <a:pt x="15239" y="55626"/>
                </a:lnTo>
                <a:lnTo>
                  <a:pt x="15239" y="56388"/>
                </a:lnTo>
                <a:lnTo>
                  <a:pt x="16001" y="56388"/>
                </a:lnTo>
                <a:lnTo>
                  <a:pt x="17525" y="57041"/>
                </a:lnTo>
                <a:close/>
              </a:path>
              <a:path w="63500" h="60325">
                <a:moveTo>
                  <a:pt x="20573" y="48006"/>
                </a:moveTo>
                <a:lnTo>
                  <a:pt x="16763" y="44958"/>
                </a:lnTo>
                <a:lnTo>
                  <a:pt x="17525" y="45720"/>
                </a:lnTo>
                <a:lnTo>
                  <a:pt x="17525" y="57041"/>
                </a:lnTo>
                <a:lnTo>
                  <a:pt x="19811" y="58020"/>
                </a:lnTo>
                <a:lnTo>
                  <a:pt x="19811" y="48006"/>
                </a:lnTo>
                <a:lnTo>
                  <a:pt x="20573" y="48006"/>
                </a:lnTo>
                <a:close/>
              </a:path>
              <a:path w="63500" h="60325">
                <a:moveTo>
                  <a:pt x="19049" y="13716"/>
                </a:moveTo>
                <a:lnTo>
                  <a:pt x="18287" y="13716"/>
                </a:lnTo>
                <a:lnTo>
                  <a:pt x="18287" y="14325"/>
                </a:lnTo>
                <a:lnTo>
                  <a:pt x="19049" y="13716"/>
                </a:lnTo>
                <a:close/>
              </a:path>
              <a:path w="63500" h="60325">
                <a:moveTo>
                  <a:pt x="25145" y="49530"/>
                </a:moveTo>
                <a:lnTo>
                  <a:pt x="19811" y="48006"/>
                </a:lnTo>
                <a:lnTo>
                  <a:pt x="19811" y="58020"/>
                </a:lnTo>
                <a:lnTo>
                  <a:pt x="21335" y="58674"/>
                </a:lnTo>
                <a:lnTo>
                  <a:pt x="22097" y="58674"/>
                </a:lnTo>
                <a:lnTo>
                  <a:pt x="24383" y="59327"/>
                </a:lnTo>
                <a:lnTo>
                  <a:pt x="24383" y="49530"/>
                </a:lnTo>
                <a:lnTo>
                  <a:pt x="25145" y="49530"/>
                </a:lnTo>
                <a:close/>
              </a:path>
              <a:path w="63500" h="60325">
                <a:moveTo>
                  <a:pt x="22097" y="11865"/>
                </a:moveTo>
                <a:lnTo>
                  <a:pt x="22097" y="11430"/>
                </a:lnTo>
                <a:lnTo>
                  <a:pt x="21335" y="12192"/>
                </a:lnTo>
                <a:lnTo>
                  <a:pt x="22097" y="11865"/>
                </a:lnTo>
                <a:close/>
              </a:path>
              <a:path w="63500" h="60325">
                <a:moveTo>
                  <a:pt x="29717" y="51054"/>
                </a:moveTo>
                <a:lnTo>
                  <a:pt x="24383" y="49530"/>
                </a:lnTo>
                <a:lnTo>
                  <a:pt x="24383" y="59327"/>
                </a:lnTo>
                <a:lnTo>
                  <a:pt x="27431" y="60198"/>
                </a:lnTo>
                <a:lnTo>
                  <a:pt x="28193" y="60198"/>
                </a:lnTo>
                <a:lnTo>
                  <a:pt x="28193" y="51054"/>
                </a:lnTo>
                <a:lnTo>
                  <a:pt x="29717" y="51054"/>
                </a:lnTo>
                <a:close/>
              </a:path>
              <a:path w="63500" h="60325">
                <a:moveTo>
                  <a:pt x="26669" y="10450"/>
                </a:moveTo>
                <a:lnTo>
                  <a:pt x="26669" y="9906"/>
                </a:lnTo>
                <a:lnTo>
                  <a:pt x="25145" y="10668"/>
                </a:lnTo>
                <a:lnTo>
                  <a:pt x="26669" y="10450"/>
                </a:lnTo>
                <a:close/>
              </a:path>
              <a:path w="63500" h="60325">
                <a:moveTo>
                  <a:pt x="34289" y="60198"/>
                </a:moveTo>
                <a:lnTo>
                  <a:pt x="34289" y="51054"/>
                </a:lnTo>
                <a:lnTo>
                  <a:pt x="28193" y="51054"/>
                </a:lnTo>
                <a:lnTo>
                  <a:pt x="28193" y="60198"/>
                </a:lnTo>
                <a:lnTo>
                  <a:pt x="34289" y="60198"/>
                </a:lnTo>
                <a:close/>
              </a:path>
              <a:path w="63500" h="60325">
                <a:moveTo>
                  <a:pt x="30479" y="9906"/>
                </a:moveTo>
                <a:lnTo>
                  <a:pt x="29717" y="9906"/>
                </a:lnTo>
                <a:lnTo>
                  <a:pt x="30479" y="9906"/>
                </a:lnTo>
                <a:close/>
              </a:path>
              <a:path w="63500" h="60325">
                <a:moveTo>
                  <a:pt x="38099" y="59653"/>
                </a:moveTo>
                <a:lnTo>
                  <a:pt x="38099" y="50292"/>
                </a:lnTo>
                <a:lnTo>
                  <a:pt x="32765" y="51054"/>
                </a:lnTo>
                <a:lnTo>
                  <a:pt x="34289" y="51054"/>
                </a:lnTo>
                <a:lnTo>
                  <a:pt x="34289" y="60198"/>
                </a:lnTo>
                <a:lnTo>
                  <a:pt x="38099" y="59653"/>
                </a:lnTo>
                <a:close/>
              </a:path>
              <a:path w="63500" h="60325">
                <a:moveTo>
                  <a:pt x="35051" y="10123"/>
                </a:moveTo>
                <a:lnTo>
                  <a:pt x="35051" y="9906"/>
                </a:lnTo>
                <a:lnTo>
                  <a:pt x="34289" y="9906"/>
                </a:lnTo>
                <a:lnTo>
                  <a:pt x="35051" y="10123"/>
                </a:lnTo>
                <a:close/>
              </a:path>
              <a:path w="63500" h="60325">
                <a:moveTo>
                  <a:pt x="41909" y="48768"/>
                </a:moveTo>
                <a:lnTo>
                  <a:pt x="37337" y="50292"/>
                </a:lnTo>
                <a:lnTo>
                  <a:pt x="38099" y="50292"/>
                </a:lnTo>
                <a:lnTo>
                  <a:pt x="38099" y="59653"/>
                </a:lnTo>
                <a:lnTo>
                  <a:pt x="38861" y="59544"/>
                </a:lnTo>
                <a:lnTo>
                  <a:pt x="40385" y="59436"/>
                </a:lnTo>
                <a:lnTo>
                  <a:pt x="41147" y="59218"/>
                </a:lnTo>
                <a:lnTo>
                  <a:pt x="41147" y="49530"/>
                </a:lnTo>
                <a:lnTo>
                  <a:pt x="41909" y="48768"/>
                </a:lnTo>
                <a:close/>
              </a:path>
              <a:path w="63500" h="60325">
                <a:moveTo>
                  <a:pt x="39623" y="11430"/>
                </a:moveTo>
                <a:lnTo>
                  <a:pt x="38861" y="10668"/>
                </a:lnTo>
                <a:lnTo>
                  <a:pt x="38861" y="11212"/>
                </a:lnTo>
                <a:lnTo>
                  <a:pt x="39623" y="11430"/>
                </a:lnTo>
                <a:close/>
              </a:path>
              <a:path w="63500" h="60325">
                <a:moveTo>
                  <a:pt x="45719" y="46482"/>
                </a:moveTo>
                <a:lnTo>
                  <a:pt x="41147" y="49530"/>
                </a:lnTo>
                <a:lnTo>
                  <a:pt x="41147" y="59218"/>
                </a:lnTo>
                <a:lnTo>
                  <a:pt x="44957" y="58129"/>
                </a:lnTo>
                <a:lnTo>
                  <a:pt x="44957" y="47244"/>
                </a:lnTo>
                <a:lnTo>
                  <a:pt x="45719" y="46482"/>
                </a:lnTo>
                <a:close/>
              </a:path>
              <a:path w="63500" h="60325">
                <a:moveTo>
                  <a:pt x="43433" y="12954"/>
                </a:moveTo>
                <a:lnTo>
                  <a:pt x="42671" y="12192"/>
                </a:lnTo>
                <a:lnTo>
                  <a:pt x="42671" y="12573"/>
                </a:lnTo>
                <a:lnTo>
                  <a:pt x="43433" y="12954"/>
                </a:lnTo>
                <a:close/>
              </a:path>
              <a:path w="63500" h="60325">
                <a:moveTo>
                  <a:pt x="48223" y="44631"/>
                </a:moveTo>
                <a:lnTo>
                  <a:pt x="44957" y="47244"/>
                </a:lnTo>
                <a:lnTo>
                  <a:pt x="44957" y="58129"/>
                </a:lnTo>
                <a:lnTo>
                  <a:pt x="45719" y="57912"/>
                </a:lnTo>
                <a:lnTo>
                  <a:pt x="46481" y="57150"/>
                </a:lnTo>
                <a:lnTo>
                  <a:pt x="48005" y="56235"/>
                </a:lnTo>
                <a:lnTo>
                  <a:pt x="48005" y="44958"/>
                </a:lnTo>
                <a:lnTo>
                  <a:pt x="48223" y="44631"/>
                </a:lnTo>
                <a:close/>
              </a:path>
              <a:path w="63500" h="60325">
                <a:moveTo>
                  <a:pt x="47243" y="15849"/>
                </a:moveTo>
                <a:lnTo>
                  <a:pt x="47243" y="15240"/>
                </a:lnTo>
                <a:lnTo>
                  <a:pt x="46481" y="15240"/>
                </a:lnTo>
                <a:lnTo>
                  <a:pt x="47243" y="15849"/>
                </a:lnTo>
                <a:close/>
              </a:path>
              <a:path w="63500" h="60325">
                <a:moveTo>
                  <a:pt x="48767" y="44196"/>
                </a:moveTo>
                <a:lnTo>
                  <a:pt x="48223" y="44631"/>
                </a:lnTo>
                <a:lnTo>
                  <a:pt x="48005" y="44958"/>
                </a:lnTo>
                <a:lnTo>
                  <a:pt x="48767" y="44196"/>
                </a:lnTo>
                <a:close/>
              </a:path>
              <a:path w="63500" h="60325">
                <a:moveTo>
                  <a:pt x="48767" y="55778"/>
                </a:moveTo>
                <a:lnTo>
                  <a:pt x="48767" y="44196"/>
                </a:lnTo>
                <a:lnTo>
                  <a:pt x="48005" y="44958"/>
                </a:lnTo>
                <a:lnTo>
                  <a:pt x="48005" y="56235"/>
                </a:lnTo>
                <a:lnTo>
                  <a:pt x="48767" y="55778"/>
                </a:lnTo>
                <a:close/>
              </a:path>
              <a:path w="63500" h="60325">
                <a:moveTo>
                  <a:pt x="53339" y="52578"/>
                </a:moveTo>
                <a:lnTo>
                  <a:pt x="53339" y="37338"/>
                </a:lnTo>
                <a:lnTo>
                  <a:pt x="51053" y="41910"/>
                </a:lnTo>
                <a:lnTo>
                  <a:pt x="51053" y="40386"/>
                </a:lnTo>
                <a:lnTo>
                  <a:pt x="48223" y="44631"/>
                </a:lnTo>
                <a:lnTo>
                  <a:pt x="48767" y="44196"/>
                </a:lnTo>
                <a:lnTo>
                  <a:pt x="48767" y="55778"/>
                </a:lnTo>
                <a:lnTo>
                  <a:pt x="50291" y="54864"/>
                </a:lnTo>
                <a:lnTo>
                  <a:pt x="51053" y="54864"/>
                </a:lnTo>
                <a:lnTo>
                  <a:pt x="53339" y="52578"/>
                </a:lnTo>
                <a:close/>
              </a:path>
              <a:path w="63500" h="60325">
                <a:moveTo>
                  <a:pt x="50291" y="18288"/>
                </a:moveTo>
                <a:lnTo>
                  <a:pt x="49529" y="17526"/>
                </a:lnTo>
                <a:lnTo>
                  <a:pt x="49656" y="17780"/>
                </a:lnTo>
                <a:lnTo>
                  <a:pt x="50291" y="18288"/>
                </a:lnTo>
                <a:close/>
              </a:path>
              <a:path w="63500" h="60325">
                <a:moveTo>
                  <a:pt x="49656" y="17780"/>
                </a:moveTo>
                <a:lnTo>
                  <a:pt x="49529" y="17526"/>
                </a:lnTo>
                <a:lnTo>
                  <a:pt x="49529" y="17678"/>
                </a:lnTo>
                <a:close/>
              </a:path>
              <a:path w="63500" h="60325">
                <a:moveTo>
                  <a:pt x="50291" y="19050"/>
                </a:moveTo>
                <a:lnTo>
                  <a:pt x="50291" y="18288"/>
                </a:lnTo>
                <a:lnTo>
                  <a:pt x="49656" y="17780"/>
                </a:lnTo>
                <a:lnTo>
                  <a:pt x="50291" y="19050"/>
                </a:lnTo>
                <a:close/>
              </a:path>
              <a:path w="63500" h="60325">
                <a:moveTo>
                  <a:pt x="54101" y="51816"/>
                </a:moveTo>
                <a:lnTo>
                  <a:pt x="54101" y="32766"/>
                </a:lnTo>
                <a:lnTo>
                  <a:pt x="52577" y="38100"/>
                </a:lnTo>
                <a:lnTo>
                  <a:pt x="53339" y="37338"/>
                </a:lnTo>
                <a:lnTo>
                  <a:pt x="53339" y="52578"/>
                </a:lnTo>
                <a:lnTo>
                  <a:pt x="54101" y="518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1FD25170-BCB8-4EA0-98D0-0501106E9E87}"/>
              </a:ext>
            </a:extLst>
          </p:cNvPr>
          <p:cNvSpPr/>
          <p:nvPr/>
        </p:nvSpPr>
        <p:spPr>
          <a:xfrm>
            <a:off x="3711879" y="2085011"/>
            <a:ext cx="0" cy="4123765"/>
          </a:xfrm>
          <a:custGeom>
            <a:avLst/>
            <a:gdLst/>
            <a:ahLst/>
            <a:cxnLst/>
            <a:rect l="l" t="t" r="r" b="b"/>
            <a:pathLst>
              <a:path h="3505200">
                <a:moveTo>
                  <a:pt x="0" y="0"/>
                </a:moveTo>
                <a:lnTo>
                  <a:pt x="0" y="350520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 sz="2117" dirty="0"/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0034CFEE-D4D6-450C-8ADA-88C268FA3BC0}"/>
              </a:ext>
            </a:extLst>
          </p:cNvPr>
          <p:cNvSpPr/>
          <p:nvPr/>
        </p:nvSpPr>
        <p:spPr>
          <a:xfrm>
            <a:off x="3705807" y="6229340"/>
            <a:ext cx="4303059" cy="0"/>
          </a:xfrm>
          <a:custGeom>
            <a:avLst/>
            <a:gdLst/>
            <a:ahLst/>
            <a:cxnLst/>
            <a:rect l="l" t="t" r="r" b="b"/>
            <a:pathLst>
              <a:path w="3657600">
                <a:moveTo>
                  <a:pt x="0" y="0"/>
                </a:moveTo>
                <a:lnTo>
                  <a:pt x="3657600" y="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6C57B46C-1250-41DA-A5C9-3282B283A9B8}"/>
              </a:ext>
            </a:extLst>
          </p:cNvPr>
          <p:cNvSpPr/>
          <p:nvPr/>
        </p:nvSpPr>
        <p:spPr>
          <a:xfrm>
            <a:off x="5731925" y="5606681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64008" y="45720"/>
                </a:moveTo>
                <a:lnTo>
                  <a:pt x="64008" y="12192"/>
                </a:lnTo>
                <a:lnTo>
                  <a:pt x="63246" y="12192"/>
                </a:lnTo>
                <a:lnTo>
                  <a:pt x="60198" y="8382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763" y="4572"/>
                </a:lnTo>
                <a:lnTo>
                  <a:pt x="16001" y="4572"/>
                </a:lnTo>
                <a:lnTo>
                  <a:pt x="16001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6095" y="12954"/>
                </a:lnTo>
                <a:lnTo>
                  <a:pt x="3809" y="16764"/>
                </a:lnTo>
                <a:lnTo>
                  <a:pt x="3047" y="16764"/>
                </a:lnTo>
                <a:lnTo>
                  <a:pt x="3047" y="17526"/>
                </a:lnTo>
                <a:lnTo>
                  <a:pt x="2285" y="20574"/>
                </a:lnTo>
                <a:lnTo>
                  <a:pt x="761" y="22860"/>
                </a:lnTo>
                <a:lnTo>
                  <a:pt x="761" y="25908"/>
                </a:lnTo>
                <a:lnTo>
                  <a:pt x="0" y="28956"/>
                </a:lnTo>
                <a:lnTo>
                  <a:pt x="2286" y="38100"/>
                </a:lnTo>
                <a:lnTo>
                  <a:pt x="3048" y="40386"/>
                </a:lnTo>
                <a:lnTo>
                  <a:pt x="3810" y="41148"/>
                </a:lnTo>
                <a:lnTo>
                  <a:pt x="6096" y="44958"/>
                </a:lnTo>
                <a:lnTo>
                  <a:pt x="9906" y="48768"/>
                </a:lnTo>
                <a:lnTo>
                  <a:pt x="9906" y="26670"/>
                </a:lnTo>
                <a:lnTo>
                  <a:pt x="10668" y="25146"/>
                </a:lnTo>
                <a:lnTo>
                  <a:pt x="10668" y="23622"/>
                </a:lnTo>
                <a:lnTo>
                  <a:pt x="11430" y="21336"/>
                </a:lnTo>
                <a:lnTo>
                  <a:pt x="11430" y="22098"/>
                </a:lnTo>
                <a:lnTo>
                  <a:pt x="13716" y="19240"/>
                </a:lnTo>
                <a:lnTo>
                  <a:pt x="13716" y="19050"/>
                </a:lnTo>
                <a:lnTo>
                  <a:pt x="17526" y="15240"/>
                </a:lnTo>
                <a:lnTo>
                  <a:pt x="17526" y="15494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3340" y="15494"/>
                </a:lnTo>
                <a:lnTo>
                  <a:pt x="53340" y="15240"/>
                </a:lnTo>
                <a:lnTo>
                  <a:pt x="57150" y="19050"/>
                </a:lnTo>
                <a:lnTo>
                  <a:pt x="57150" y="19240"/>
                </a:lnTo>
                <a:lnTo>
                  <a:pt x="59436" y="22098"/>
                </a:lnTo>
                <a:lnTo>
                  <a:pt x="59436" y="23622"/>
                </a:lnTo>
                <a:lnTo>
                  <a:pt x="60198" y="25908"/>
                </a:lnTo>
                <a:lnTo>
                  <a:pt x="60198" y="25146"/>
                </a:lnTo>
                <a:lnTo>
                  <a:pt x="60960" y="27432"/>
                </a:lnTo>
                <a:lnTo>
                  <a:pt x="60960" y="48577"/>
                </a:lnTo>
                <a:lnTo>
                  <a:pt x="63246" y="45720"/>
                </a:lnTo>
                <a:lnTo>
                  <a:pt x="64008" y="45720"/>
                </a:lnTo>
                <a:close/>
              </a:path>
              <a:path w="70485" h="57150">
                <a:moveTo>
                  <a:pt x="14139" y="39200"/>
                </a:moveTo>
                <a:lnTo>
                  <a:pt x="11430" y="35814"/>
                </a:lnTo>
                <a:lnTo>
                  <a:pt x="10668" y="34290"/>
                </a:lnTo>
                <a:lnTo>
                  <a:pt x="9906" y="32004"/>
                </a:lnTo>
                <a:lnTo>
                  <a:pt x="9906" y="48768"/>
                </a:lnTo>
                <a:lnTo>
                  <a:pt x="10668" y="49530"/>
                </a:lnTo>
                <a:lnTo>
                  <a:pt x="11430" y="49530"/>
                </a:lnTo>
                <a:lnTo>
                  <a:pt x="13716" y="51054"/>
                </a:lnTo>
                <a:lnTo>
                  <a:pt x="13716" y="38862"/>
                </a:lnTo>
                <a:lnTo>
                  <a:pt x="14139" y="39200"/>
                </a:lnTo>
                <a:close/>
              </a:path>
              <a:path w="70485" h="57150">
                <a:moveTo>
                  <a:pt x="14478" y="18288"/>
                </a:moveTo>
                <a:lnTo>
                  <a:pt x="13716" y="19050"/>
                </a:lnTo>
                <a:lnTo>
                  <a:pt x="13716" y="19240"/>
                </a:lnTo>
                <a:lnTo>
                  <a:pt x="14478" y="18288"/>
                </a:lnTo>
                <a:close/>
              </a:path>
              <a:path w="70485" h="57150">
                <a:moveTo>
                  <a:pt x="14478" y="39624"/>
                </a:moveTo>
                <a:lnTo>
                  <a:pt x="14139" y="39200"/>
                </a:lnTo>
                <a:lnTo>
                  <a:pt x="13716" y="38862"/>
                </a:lnTo>
                <a:lnTo>
                  <a:pt x="14478" y="39624"/>
                </a:lnTo>
                <a:close/>
              </a:path>
              <a:path w="70485" h="57150">
                <a:moveTo>
                  <a:pt x="14478" y="51562"/>
                </a:moveTo>
                <a:lnTo>
                  <a:pt x="14478" y="39624"/>
                </a:lnTo>
                <a:lnTo>
                  <a:pt x="13716" y="38862"/>
                </a:lnTo>
                <a:lnTo>
                  <a:pt x="13716" y="51054"/>
                </a:lnTo>
                <a:lnTo>
                  <a:pt x="14478" y="51562"/>
                </a:lnTo>
                <a:close/>
              </a:path>
              <a:path w="70485" h="57150">
                <a:moveTo>
                  <a:pt x="17526" y="41910"/>
                </a:moveTo>
                <a:lnTo>
                  <a:pt x="14139" y="39200"/>
                </a:lnTo>
                <a:lnTo>
                  <a:pt x="14478" y="39624"/>
                </a:lnTo>
                <a:lnTo>
                  <a:pt x="14478" y="51562"/>
                </a:lnTo>
                <a:lnTo>
                  <a:pt x="16002" y="52578"/>
                </a:lnTo>
                <a:lnTo>
                  <a:pt x="16763" y="53340"/>
                </a:lnTo>
                <a:lnTo>
                  <a:pt x="16763" y="41910"/>
                </a:lnTo>
                <a:lnTo>
                  <a:pt x="17526" y="41910"/>
                </a:lnTo>
                <a:close/>
              </a:path>
              <a:path w="70485" h="57150">
                <a:moveTo>
                  <a:pt x="17526" y="15494"/>
                </a:moveTo>
                <a:lnTo>
                  <a:pt x="17526" y="15240"/>
                </a:lnTo>
                <a:lnTo>
                  <a:pt x="16763" y="16002"/>
                </a:lnTo>
                <a:lnTo>
                  <a:pt x="17526" y="15494"/>
                </a:lnTo>
                <a:close/>
              </a:path>
              <a:path w="70485" h="57150">
                <a:moveTo>
                  <a:pt x="21336" y="54864"/>
                </a:moveTo>
                <a:lnTo>
                  <a:pt x="21336" y="44958"/>
                </a:lnTo>
                <a:lnTo>
                  <a:pt x="16763" y="41910"/>
                </a:lnTo>
                <a:lnTo>
                  <a:pt x="16763" y="53340"/>
                </a:lnTo>
                <a:lnTo>
                  <a:pt x="21336" y="54864"/>
                </a:lnTo>
                <a:close/>
              </a:path>
              <a:path w="70485" h="57150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57150">
                <a:moveTo>
                  <a:pt x="25146" y="46482"/>
                </a:moveTo>
                <a:lnTo>
                  <a:pt x="20574" y="44196"/>
                </a:lnTo>
                <a:lnTo>
                  <a:pt x="21336" y="44958"/>
                </a:lnTo>
                <a:lnTo>
                  <a:pt x="21336" y="54864"/>
                </a:lnTo>
                <a:lnTo>
                  <a:pt x="22098" y="55626"/>
                </a:lnTo>
                <a:lnTo>
                  <a:pt x="24384" y="56197"/>
                </a:lnTo>
                <a:lnTo>
                  <a:pt x="24384" y="46482"/>
                </a:lnTo>
                <a:lnTo>
                  <a:pt x="25146" y="46482"/>
                </a:lnTo>
                <a:close/>
              </a:path>
              <a:path w="70485" h="57150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57150">
                <a:moveTo>
                  <a:pt x="35814" y="57150"/>
                </a:moveTo>
                <a:lnTo>
                  <a:pt x="35814" y="48006"/>
                </a:lnTo>
                <a:lnTo>
                  <a:pt x="35052" y="48006"/>
                </a:lnTo>
                <a:lnTo>
                  <a:pt x="29718" y="47244"/>
                </a:lnTo>
                <a:lnTo>
                  <a:pt x="24384" y="46482"/>
                </a:lnTo>
                <a:lnTo>
                  <a:pt x="24384" y="56197"/>
                </a:lnTo>
                <a:lnTo>
                  <a:pt x="28194" y="57150"/>
                </a:lnTo>
                <a:lnTo>
                  <a:pt x="35814" y="57150"/>
                </a:lnTo>
                <a:close/>
              </a:path>
              <a:path w="70485" h="57150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57150">
                <a:moveTo>
                  <a:pt x="30480" y="47244"/>
                </a:moveTo>
                <a:lnTo>
                  <a:pt x="29718" y="47148"/>
                </a:lnTo>
                <a:lnTo>
                  <a:pt x="30480" y="47244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7150"/>
                </a:moveTo>
                <a:lnTo>
                  <a:pt x="41148" y="47244"/>
                </a:lnTo>
                <a:lnTo>
                  <a:pt x="35433" y="47958"/>
                </a:lnTo>
                <a:lnTo>
                  <a:pt x="35814" y="48006"/>
                </a:lnTo>
                <a:lnTo>
                  <a:pt x="35814" y="57150"/>
                </a:lnTo>
                <a:lnTo>
                  <a:pt x="41148" y="57150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56279"/>
                </a:moveTo>
                <a:lnTo>
                  <a:pt x="45720" y="46482"/>
                </a:lnTo>
                <a:lnTo>
                  <a:pt x="40386" y="47244"/>
                </a:lnTo>
                <a:lnTo>
                  <a:pt x="41148" y="47244"/>
                </a:lnTo>
                <a:lnTo>
                  <a:pt x="41148" y="57150"/>
                </a:lnTo>
                <a:lnTo>
                  <a:pt x="42672" y="57150"/>
                </a:lnTo>
                <a:lnTo>
                  <a:pt x="45720" y="56279"/>
                </a:lnTo>
                <a:close/>
              </a:path>
              <a:path w="70485" h="57150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57150">
                <a:moveTo>
                  <a:pt x="50292" y="44196"/>
                </a:moveTo>
                <a:lnTo>
                  <a:pt x="44958" y="46482"/>
                </a:lnTo>
                <a:lnTo>
                  <a:pt x="45720" y="46482"/>
                </a:lnTo>
                <a:lnTo>
                  <a:pt x="45720" y="56279"/>
                </a:lnTo>
                <a:lnTo>
                  <a:pt x="48006" y="55626"/>
                </a:lnTo>
                <a:lnTo>
                  <a:pt x="48768" y="55626"/>
                </a:lnTo>
                <a:lnTo>
                  <a:pt x="48768" y="54864"/>
                </a:lnTo>
                <a:lnTo>
                  <a:pt x="49530" y="54646"/>
                </a:lnTo>
                <a:lnTo>
                  <a:pt x="49530" y="44958"/>
                </a:lnTo>
                <a:lnTo>
                  <a:pt x="50292" y="44196"/>
                </a:lnTo>
                <a:close/>
              </a:path>
              <a:path w="70485" h="57150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57150">
                <a:moveTo>
                  <a:pt x="54102" y="41910"/>
                </a:moveTo>
                <a:lnTo>
                  <a:pt x="49530" y="44958"/>
                </a:lnTo>
                <a:lnTo>
                  <a:pt x="49530" y="54646"/>
                </a:lnTo>
                <a:lnTo>
                  <a:pt x="53340" y="53557"/>
                </a:lnTo>
                <a:lnTo>
                  <a:pt x="53340" y="42672"/>
                </a:lnTo>
                <a:lnTo>
                  <a:pt x="54102" y="41910"/>
                </a:lnTo>
                <a:close/>
              </a:path>
              <a:path w="70485" h="57150">
                <a:moveTo>
                  <a:pt x="54102" y="16002"/>
                </a:moveTo>
                <a:lnTo>
                  <a:pt x="53340" y="15240"/>
                </a:lnTo>
                <a:lnTo>
                  <a:pt x="53340" y="15494"/>
                </a:lnTo>
                <a:lnTo>
                  <a:pt x="54102" y="16002"/>
                </a:lnTo>
                <a:close/>
              </a:path>
              <a:path w="70485" h="57150">
                <a:moveTo>
                  <a:pt x="57150" y="51054"/>
                </a:moveTo>
                <a:lnTo>
                  <a:pt x="57150" y="38862"/>
                </a:lnTo>
                <a:lnTo>
                  <a:pt x="53340" y="42672"/>
                </a:lnTo>
                <a:lnTo>
                  <a:pt x="53340" y="53557"/>
                </a:lnTo>
                <a:lnTo>
                  <a:pt x="54102" y="53340"/>
                </a:lnTo>
                <a:lnTo>
                  <a:pt x="54102" y="52578"/>
                </a:lnTo>
                <a:lnTo>
                  <a:pt x="54864" y="52578"/>
                </a:lnTo>
                <a:lnTo>
                  <a:pt x="57150" y="51054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50"/>
                </a:lnTo>
                <a:lnTo>
                  <a:pt x="56388" y="18288"/>
                </a:lnTo>
                <a:lnTo>
                  <a:pt x="57150" y="19240"/>
                </a:lnTo>
                <a:close/>
              </a:path>
              <a:path w="70485" h="57150">
                <a:moveTo>
                  <a:pt x="59436" y="49530"/>
                </a:moveTo>
                <a:lnTo>
                  <a:pt x="59436" y="35814"/>
                </a:lnTo>
                <a:lnTo>
                  <a:pt x="56388" y="39624"/>
                </a:lnTo>
                <a:lnTo>
                  <a:pt x="57150" y="38862"/>
                </a:lnTo>
                <a:lnTo>
                  <a:pt x="57150" y="51054"/>
                </a:lnTo>
                <a:lnTo>
                  <a:pt x="59436" y="49530"/>
                </a:lnTo>
                <a:close/>
              </a:path>
              <a:path w="70485" h="57150">
                <a:moveTo>
                  <a:pt x="59436" y="23622"/>
                </a:moveTo>
                <a:lnTo>
                  <a:pt x="59436" y="22098"/>
                </a:lnTo>
                <a:lnTo>
                  <a:pt x="58674" y="21336"/>
                </a:lnTo>
                <a:lnTo>
                  <a:pt x="59436" y="23622"/>
                </a:lnTo>
                <a:close/>
              </a:path>
              <a:path w="70485" h="57150">
                <a:moveTo>
                  <a:pt x="60960" y="48577"/>
                </a:moveTo>
                <a:lnTo>
                  <a:pt x="60960" y="28956"/>
                </a:lnTo>
                <a:lnTo>
                  <a:pt x="60198" y="31242"/>
                </a:lnTo>
                <a:lnTo>
                  <a:pt x="60198" y="32004"/>
                </a:lnTo>
                <a:lnTo>
                  <a:pt x="58674" y="36576"/>
                </a:lnTo>
                <a:lnTo>
                  <a:pt x="59436" y="35814"/>
                </a:lnTo>
                <a:lnTo>
                  <a:pt x="59436" y="49530"/>
                </a:lnTo>
                <a:lnTo>
                  <a:pt x="60198" y="49530"/>
                </a:lnTo>
                <a:lnTo>
                  <a:pt x="60960" y="48577"/>
                </a:lnTo>
                <a:close/>
              </a:path>
              <a:path w="70485" h="57150">
                <a:moveTo>
                  <a:pt x="67056" y="41148"/>
                </a:moveTo>
                <a:lnTo>
                  <a:pt x="67056" y="16764"/>
                </a:lnTo>
                <a:lnTo>
                  <a:pt x="64008" y="12954"/>
                </a:lnTo>
                <a:lnTo>
                  <a:pt x="64008" y="44958"/>
                </a:lnTo>
                <a:lnTo>
                  <a:pt x="67056" y="41148"/>
                </a:lnTo>
                <a:close/>
              </a:path>
              <a:path w="70485" h="57150">
                <a:moveTo>
                  <a:pt x="69342" y="35052"/>
                </a:moveTo>
                <a:lnTo>
                  <a:pt x="69342" y="22098"/>
                </a:lnTo>
                <a:lnTo>
                  <a:pt x="67818" y="17526"/>
                </a:lnTo>
                <a:lnTo>
                  <a:pt x="67056" y="17526"/>
                </a:lnTo>
                <a:lnTo>
                  <a:pt x="67056" y="40386"/>
                </a:lnTo>
                <a:lnTo>
                  <a:pt x="67818" y="39624"/>
                </a:lnTo>
                <a:lnTo>
                  <a:pt x="69342" y="35052"/>
                </a:lnTo>
                <a:close/>
              </a:path>
              <a:path w="70485" h="57150">
                <a:moveTo>
                  <a:pt x="70104" y="31242"/>
                </a:moveTo>
                <a:lnTo>
                  <a:pt x="70104" y="25146"/>
                </a:lnTo>
                <a:lnTo>
                  <a:pt x="69342" y="22860"/>
                </a:lnTo>
                <a:lnTo>
                  <a:pt x="69342" y="34290"/>
                </a:lnTo>
                <a:lnTo>
                  <a:pt x="70104" y="31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07D9DF02-9FDC-4C8A-B7AC-AC647ABDA7A5}"/>
              </a:ext>
            </a:extLst>
          </p:cNvPr>
          <p:cNvSpPr/>
          <p:nvPr/>
        </p:nvSpPr>
        <p:spPr>
          <a:xfrm>
            <a:off x="4283225" y="4279046"/>
            <a:ext cx="81936" cy="671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6AEDFA2D-C418-498F-959E-5284B86C59E0}"/>
              </a:ext>
            </a:extLst>
          </p:cNvPr>
          <p:cNvSpPr/>
          <p:nvPr/>
        </p:nvSpPr>
        <p:spPr>
          <a:xfrm>
            <a:off x="6469719" y="3003331"/>
            <a:ext cx="70971" cy="56776"/>
          </a:xfrm>
          <a:custGeom>
            <a:avLst/>
            <a:gdLst/>
            <a:ahLst/>
            <a:cxnLst/>
            <a:rect l="l" t="t" r="r" b="b"/>
            <a:pathLst>
              <a:path w="60325" h="48260">
                <a:moveTo>
                  <a:pt x="60198" y="23622"/>
                </a:moveTo>
                <a:lnTo>
                  <a:pt x="57912" y="14466"/>
                </a:lnTo>
                <a:lnTo>
                  <a:pt x="51625" y="6953"/>
                </a:lnTo>
                <a:lnTo>
                  <a:pt x="42195" y="1869"/>
                </a:lnTo>
                <a:lnTo>
                  <a:pt x="30480" y="0"/>
                </a:lnTo>
                <a:lnTo>
                  <a:pt x="18645" y="1869"/>
                </a:lnTo>
                <a:lnTo>
                  <a:pt x="8953" y="6953"/>
                </a:lnTo>
                <a:lnTo>
                  <a:pt x="2405" y="14466"/>
                </a:lnTo>
                <a:lnTo>
                  <a:pt x="0" y="23622"/>
                </a:lnTo>
                <a:lnTo>
                  <a:pt x="2405" y="33218"/>
                </a:lnTo>
                <a:lnTo>
                  <a:pt x="8953" y="40957"/>
                </a:lnTo>
                <a:lnTo>
                  <a:pt x="18645" y="46124"/>
                </a:lnTo>
                <a:lnTo>
                  <a:pt x="30480" y="48006"/>
                </a:lnTo>
                <a:lnTo>
                  <a:pt x="42195" y="46124"/>
                </a:lnTo>
                <a:lnTo>
                  <a:pt x="51625" y="40957"/>
                </a:lnTo>
                <a:lnTo>
                  <a:pt x="57912" y="33218"/>
                </a:lnTo>
                <a:lnTo>
                  <a:pt x="6019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19">
            <a:extLst>
              <a:ext uri="{FF2B5EF4-FFF2-40B4-BE49-F238E27FC236}">
                <a16:creationId xmlns:a16="http://schemas.microsoft.com/office/drawing/2014/main" id="{BEAB61EF-2D8C-4A33-B927-477633D74E43}"/>
              </a:ext>
            </a:extLst>
          </p:cNvPr>
          <p:cNvSpPr/>
          <p:nvPr/>
        </p:nvSpPr>
        <p:spPr>
          <a:xfrm>
            <a:off x="6464339" y="2997951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1523" y="19811"/>
                </a:lnTo>
                <a:lnTo>
                  <a:pt x="0" y="25907"/>
                </a:lnTo>
                <a:lnTo>
                  <a:pt x="0" y="32003"/>
                </a:lnTo>
                <a:lnTo>
                  <a:pt x="762" y="35051"/>
                </a:lnTo>
                <a:lnTo>
                  <a:pt x="1524" y="37337"/>
                </a:lnTo>
                <a:lnTo>
                  <a:pt x="3048" y="39623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191"/>
                </a:lnTo>
                <a:lnTo>
                  <a:pt x="63246" y="12191"/>
                </a:lnTo>
                <a:lnTo>
                  <a:pt x="59436" y="8381"/>
                </a:lnTo>
                <a:lnTo>
                  <a:pt x="59436" y="7619"/>
                </a:lnTo>
                <a:lnTo>
                  <a:pt x="58674" y="7619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1910" y="761"/>
                </a:lnTo>
                <a:lnTo>
                  <a:pt x="40386" y="666"/>
                </a:lnTo>
                <a:lnTo>
                  <a:pt x="35052" y="0"/>
                </a:lnTo>
                <a:lnTo>
                  <a:pt x="34290" y="0"/>
                </a:lnTo>
                <a:lnTo>
                  <a:pt x="28956" y="666"/>
                </a:lnTo>
                <a:lnTo>
                  <a:pt x="27432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5239" y="4571"/>
                </a:lnTo>
                <a:lnTo>
                  <a:pt x="10667" y="7619"/>
                </a:lnTo>
                <a:lnTo>
                  <a:pt x="10667" y="8381"/>
                </a:lnTo>
                <a:lnTo>
                  <a:pt x="6857" y="11429"/>
                </a:lnTo>
                <a:lnTo>
                  <a:pt x="6095" y="12191"/>
                </a:lnTo>
                <a:lnTo>
                  <a:pt x="3047" y="16763"/>
                </a:lnTo>
                <a:lnTo>
                  <a:pt x="3048" y="40385"/>
                </a:lnTo>
                <a:lnTo>
                  <a:pt x="6096" y="44195"/>
                </a:lnTo>
                <a:lnTo>
                  <a:pt x="6096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4383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764" y="15239"/>
                </a:lnTo>
                <a:lnTo>
                  <a:pt x="16764" y="15493"/>
                </a:lnTo>
                <a:lnTo>
                  <a:pt x="19812" y="13461"/>
                </a:lnTo>
                <a:lnTo>
                  <a:pt x="19812" y="12953"/>
                </a:lnTo>
                <a:lnTo>
                  <a:pt x="25146" y="10667"/>
                </a:lnTo>
                <a:lnTo>
                  <a:pt x="25146" y="11212"/>
                </a:lnTo>
                <a:lnTo>
                  <a:pt x="28956" y="10123"/>
                </a:lnTo>
                <a:lnTo>
                  <a:pt x="28956" y="9905"/>
                </a:lnTo>
                <a:lnTo>
                  <a:pt x="34290" y="9239"/>
                </a:lnTo>
                <a:lnTo>
                  <a:pt x="40386" y="9905"/>
                </a:lnTo>
                <a:lnTo>
                  <a:pt x="40386" y="10096"/>
                </a:lnTo>
                <a:lnTo>
                  <a:pt x="44958" y="11239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563"/>
                </a:lnTo>
                <a:lnTo>
                  <a:pt x="53340" y="16001"/>
                </a:lnTo>
                <a:lnTo>
                  <a:pt x="53340" y="15239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097"/>
                </a:lnTo>
                <a:lnTo>
                  <a:pt x="58674" y="21335"/>
                </a:lnTo>
                <a:lnTo>
                  <a:pt x="60198" y="25145"/>
                </a:lnTo>
                <a:lnTo>
                  <a:pt x="60198" y="48005"/>
                </a:lnTo>
                <a:lnTo>
                  <a:pt x="63246" y="44957"/>
                </a:lnTo>
                <a:lnTo>
                  <a:pt x="64008" y="44957"/>
                </a:lnTo>
                <a:lnTo>
                  <a:pt x="64008" y="44195"/>
                </a:lnTo>
                <a:lnTo>
                  <a:pt x="67056" y="40385"/>
                </a:lnTo>
                <a:close/>
              </a:path>
              <a:path w="70485" h="57150">
                <a:moveTo>
                  <a:pt x="13716" y="38861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0668" y="49529"/>
                </a:lnTo>
                <a:lnTo>
                  <a:pt x="11430" y="49529"/>
                </a:lnTo>
                <a:lnTo>
                  <a:pt x="12954" y="50749"/>
                </a:lnTo>
                <a:lnTo>
                  <a:pt x="12954" y="38099"/>
                </a:lnTo>
                <a:lnTo>
                  <a:pt x="13716" y="38861"/>
                </a:lnTo>
                <a:close/>
              </a:path>
              <a:path w="7048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70485" h="57150">
                <a:moveTo>
                  <a:pt x="16764" y="52904"/>
                </a:moveTo>
                <a:lnTo>
                  <a:pt x="16764" y="41909"/>
                </a:lnTo>
                <a:lnTo>
                  <a:pt x="12954" y="38099"/>
                </a:lnTo>
                <a:lnTo>
                  <a:pt x="12954" y="50749"/>
                </a:lnTo>
                <a:lnTo>
                  <a:pt x="15240" y="52577"/>
                </a:lnTo>
                <a:lnTo>
                  <a:pt x="16002" y="52577"/>
                </a:lnTo>
                <a:lnTo>
                  <a:pt x="16764" y="52904"/>
                </a:lnTo>
                <a:close/>
              </a:path>
              <a:path w="70485" h="57150">
                <a:moveTo>
                  <a:pt x="16764" y="15493"/>
                </a:moveTo>
                <a:lnTo>
                  <a:pt x="16764" y="15239"/>
                </a:lnTo>
                <a:lnTo>
                  <a:pt x="16002" y="16001"/>
                </a:lnTo>
                <a:lnTo>
                  <a:pt x="16764" y="15493"/>
                </a:lnTo>
                <a:close/>
              </a:path>
              <a:path w="70485" h="57150">
                <a:moveTo>
                  <a:pt x="20574" y="44195"/>
                </a:moveTo>
                <a:lnTo>
                  <a:pt x="16002" y="41147"/>
                </a:lnTo>
                <a:lnTo>
                  <a:pt x="16764" y="41909"/>
                </a:lnTo>
                <a:lnTo>
                  <a:pt x="16764" y="52904"/>
                </a:lnTo>
                <a:lnTo>
                  <a:pt x="19812" y="54210"/>
                </a:lnTo>
                <a:lnTo>
                  <a:pt x="19812" y="44195"/>
                </a:lnTo>
                <a:lnTo>
                  <a:pt x="20574" y="44195"/>
                </a:lnTo>
                <a:close/>
              </a:path>
              <a:path w="70485" h="57150">
                <a:moveTo>
                  <a:pt x="20574" y="12953"/>
                </a:moveTo>
                <a:lnTo>
                  <a:pt x="19812" y="12953"/>
                </a:lnTo>
                <a:lnTo>
                  <a:pt x="19812" y="13461"/>
                </a:lnTo>
                <a:lnTo>
                  <a:pt x="20574" y="12953"/>
                </a:lnTo>
                <a:close/>
              </a:path>
              <a:path w="70485" h="57150">
                <a:moveTo>
                  <a:pt x="25146" y="55734"/>
                </a:moveTo>
                <a:lnTo>
                  <a:pt x="25146" y="46481"/>
                </a:lnTo>
                <a:lnTo>
                  <a:pt x="19812" y="44195"/>
                </a:lnTo>
                <a:lnTo>
                  <a:pt x="19812" y="54210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734"/>
                </a:lnTo>
                <a:close/>
              </a:path>
              <a:path w="70485" h="57150">
                <a:moveTo>
                  <a:pt x="25146" y="11212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12"/>
                </a:lnTo>
                <a:close/>
              </a:path>
              <a:path w="70485" h="57150">
                <a:moveTo>
                  <a:pt x="29718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734"/>
                </a:lnTo>
                <a:lnTo>
                  <a:pt x="27432" y="56387"/>
                </a:lnTo>
                <a:lnTo>
                  <a:pt x="28956" y="56483"/>
                </a:lnTo>
                <a:lnTo>
                  <a:pt x="28956" y="47243"/>
                </a:lnTo>
                <a:lnTo>
                  <a:pt x="29718" y="47243"/>
                </a:lnTo>
                <a:close/>
              </a:path>
              <a:path w="70485" h="57150">
                <a:moveTo>
                  <a:pt x="29718" y="9905"/>
                </a:moveTo>
                <a:lnTo>
                  <a:pt x="28956" y="9905"/>
                </a:lnTo>
                <a:lnTo>
                  <a:pt x="28956" y="10123"/>
                </a:lnTo>
                <a:lnTo>
                  <a:pt x="29718" y="9905"/>
                </a:lnTo>
                <a:close/>
              </a:path>
              <a:path w="70485" h="57150">
                <a:moveTo>
                  <a:pt x="40386" y="56483"/>
                </a:moveTo>
                <a:lnTo>
                  <a:pt x="40386" y="47243"/>
                </a:lnTo>
                <a:lnTo>
                  <a:pt x="28956" y="47243"/>
                </a:lnTo>
                <a:lnTo>
                  <a:pt x="28956" y="56483"/>
                </a:lnTo>
                <a:lnTo>
                  <a:pt x="34290" y="57149"/>
                </a:lnTo>
                <a:lnTo>
                  <a:pt x="35052" y="57149"/>
                </a:lnTo>
                <a:lnTo>
                  <a:pt x="40386" y="56483"/>
                </a:lnTo>
                <a:close/>
              </a:path>
              <a:path w="70485" h="57150">
                <a:moveTo>
                  <a:pt x="34671" y="9191"/>
                </a:moveTo>
                <a:lnTo>
                  <a:pt x="34290" y="9143"/>
                </a:lnTo>
                <a:lnTo>
                  <a:pt x="34671" y="9191"/>
                </a:lnTo>
                <a:close/>
              </a:path>
              <a:path w="70485" h="57150">
                <a:moveTo>
                  <a:pt x="35052" y="9239"/>
                </a:moveTo>
                <a:lnTo>
                  <a:pt x="34671" y="9191"/>
                </a:lnTo>
                <a:lnTo>
                  <a:pt x="35052" y="9239"/>
                </a:lnTo>
                <a:close/>
              </a:path>
              <a:path w="70485" h="57150">
                <a:moveTo>
                  <a:pt x="40386" y="10096"/>
                </a:moveTo>
                <a:lnTo>
                  <a:pt x="40386" y="9905"/>
                </a:lnTo>
                <a:lnTo>
                  <a:pt x="39624" y="9905"/>
                </a:lnTo>
                <a:lnTo>
                  <a:pt x="40386" y="10096"/>
                </a:lnTo>
                <a:close/>
              </a:path>
              <a:path w="70485" h="57150">
                <a:moveTo>
                  <a:pt x="45720" y="45719"/>
                </a:moveTo>
                <a:lnTo>
                  <a:pt x="39624" y="47243"/>
                </a:lnTo>
                <a:lnTo>
                  <a:pt x="40386" y="47243"/>
                </a:lnTo>
                <a:lnTo>
                  <a:pt x="40386" y="56483"/>
                </a:lnTo>
                <a:lnTo>
                  <a:pt x="41910" y="56387"/>
                </a:lnTo>
                <a:lnTo>
                  <a:pt x="44958" y="55625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39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625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563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563"/>
                </a:lnTo>
                <a:close/>
              </a:path>
              <a:path w="70485" h="57150">
                <a:moveTo>
                  <a:pt x="53775" y="41365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3775" y="41365"/>
                </a:lnTo>
                <a:close/>
              </a:path>
              <a:path w="70485" h="57150">
                <a:moveTo>
                  <a:pt x="54102" y="41147"/>
                </a:moveTo>
                <a:lnTo>
                  <a:pt x="53775" y="41365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52577"/>
                </a:moveTo>
                <a:lnTo>
                  <a:pt x="54102" y="41147"/>
                </a:ln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close/>
              </a:path>
              <a:path w="70485" h="57150">
                <a:moveTo>
                  <a:pt x="60198" y="48005"/>
                </a:moveTo>
                <a:lnTo>
                  <a:pt x="60198" y="31241"/>
                </a:lnTo>
                <a:lnTo>
                  <a:pt x="58674" y="35813"/>
                </a:lnTo>
                <a:lnTo>
                  <a:pt x="58674" y="35051"/>
                </a:lnTo>
                <a:lnTo>
                  <a:pt x="56388" y="38861"/>
                </a:lnTo>
                <a:lnTo>
                  <a:pt x="56388" y="38099"/>
                </a:lnTo>
                <a:lnTo>
                  <a:pt x="53775" y="41365"/>
                </a:lnTo>
                <a:lnTo>
                  <a:pt x="54102" y="41147"/>
                </a:lnTo>
                <a:lnTo>
                  <a:pt x="54102" y="52577"/>
                </a:lnTo>
                <a:lnTo>
                  <a:pt x="58674" y="49529"/>
                </a:lnTo>
                <a:lnTo>
                  <a:pt x="59436" y="49529"/>
                </a:lnTo>
                <a:lnTo>
                  <a:pt x="59436" y="48767"/>
                </a:lnTo>
                <a:lnTo>
                  <a:pt x="60198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8580" y="22097"/>
                </a:lnTo>
                <a:lnTo>
                  <a:pt x="67056" y="17525"/>
                </a:lnTo>
                <a:lnTo>
                  <a:pt x="67056" y="39623"/>
                </a:lnTo>
                <a:lnTo>
                  <a:pt x="68580" y="35051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8193"/>
                </a:lnTo>
                <a:lnTo>
                  <a:pt x="69342" y="25145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0">
            <a:extLst>
              <a:ext uri="{FF2B5EF4-FFF2-40B4-BE49-F238E27FC236}">
                <a16:creationId xmlns:a16="http://schemas.microsoft.com/office/drawing/2014/main" id="{237D555A-5AFD-4CFC-80DC-02DF6C2D5C29}"/>
              </a:ext>
            </a:extLst>
          </p:cNvPr>
          <p:cNvSpPr/>
          <p:nvPr/>
        </p:nvSpPr>
        <p:spPr>
          <a:xfrm>
            <a:off x="6538747" y="3963449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2285" y="19811"/>
                </a:lnTo>
                <a:lnTo>
                  <a:pt x="761" y="22859"/>
                </a:lnTo>
                <a:lnTo>
                  <a:pt x="761" y="25907"/>
                </a:lnTo>
                <a:lnTo>
                  <a:pt x="0" y="28955"/>
                </a:lnTo>
                <a:lnTo>
                  <a:pt x="1524" y="35051"/>
                </a:lnTo>
                <a:lnTo>
                  <a:pt x="3048" y="39623"/>
                </a:lnTo>
                <a:close/>
              </a:path>
              <a:path w="70485" h="57150">
                <a:moveTo>
                  <a:pt x="59436" y="22097"/>
                </a:moveTo>
                <a:lnTo>
                  <a:pt x="59436" y="7619"/>
                </a:lnTo>
                <a:lnTo>
                  <a:pt x="54864" y="4571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763" y="4571"/>
                </a:lnTo>
                <a:lnTo>
                  <a:pt x="16001" y="4571"/>
                </a:lnTo>
                <a:lnTo>
                  <a:pt x="11429" y="7619"/>
                </a:lnTo>
                <a:lnTo>
                  <a:pt x="6857" y="12191"/>
                </a:lnTo>
                <a:lnTo>
                  <a:pt x="6095" y="12191"/>
                </a:lnTo>
                <a:lnTo>
                  <a:pt x="6095" y="12953"/>
                </a:lnTo>
                <a:lnTo>
                  <a:pt x="3809" y="16763"/>
                </a:lnTo>
                <a:lnTo>
                  <a:pt x="3047" y="16763"/>
                </a:lnTo>
                <a:lnTo>
                  <a:pt x="3048" y="40385"/>
                </a:lnTo>
                <a:lnTo>
                  <a:pt x="3810" y="40385"/>
                </a:lnTo>
                <a:lnTo>
                  <a:pt x="6096" y="44957"/>
                </a:lnTo>
                <a:lnTo>
                  <a:pt x="6858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6669"/>
                </a:lnTo>
                <a:lnTo>
                  <a:pt x="10668" y="24383"/>
                </a:lnTo>
                <a:lnTo>
                  <a:pt x="10668" y="22859"/>
                </a:lnTo>
                <a:lnTo>
                  <a:pt x="11430" y="21335"/>
                </a:lnTo>
                <a:lnTo>
                  <a:pt x="11430" y="22097"/>
                </a:lnTo>
                <a:lnTo>
                  <a:pt x="13716" y="19240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0574" y="13461"/>
                </a:lnTo>
                <a:lnTo>
                  <a:pt x="20574" y="12953"/>
                </a:lnTo>
                <a:lnTo>
                  <a:pt x="25146" y="10667"/>
                </a:lnTo>
                <a:lnTo>
                  <a:pt x="25146" y="1123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4958" y="11212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461"/>
                </a:lnTo>
                <a:lnTo>
                  <a:pt x="53340" y="15493"/>
                </a:lnTo>
                <a:lnTo>
                  <a:pt x="53340" y="15239"/>
                </a:lnTo>
                <a:lnTo>
                  <a:pt x="57150" y="19049"/>
                </a:lnTo>
                <a:lnTo>
                  <a:pt x="57150" y="19240"/>
                </a:lnTo>
                <a:lnTo>
                  <a:pt x="59436" y="22097"/>
                </a:lnTo>
                <a:close/>
              </a:path>
              <a:path w="70485" h="57150">
                <a:moveTo>
                  <a:pt x="14260" y="39297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1430" y="49529"/>
                </a:lnTo>
                <a:lnTo>
                  <a:pt x="13716" y="51053"/>
                </a:lnTo>
                <a:lnTo>
                  <a:pt x="13716" y="38861"/>
                </a:lnTo>
                <a:lnTo>
                  <a:pt x="14260" y="39297"/>
                </a:lnTo>
                <a:close/>
              </a:path>
              <a:path w="70485" h="57150">
                <a:moveTo>
                  <a:pt x="14478" y="18287"/>
                </a:moveTo>
                <a:lnTo>
                  <a:pt x="13716" y="19049"/>
                </a:lnTo>
                <a:lnTo>
                  <a:pt x="13716" y="19240"/>
                </a:lnTo>
                <a:lnTo>
                  <a:pt x="14478" y="18287"/>
                </a:lnTo>
                <a:close/>
              </a:path>
              <a:path w="70485" h="57150">
                <a:moveTo>
                  <a:pt x="14478" y="39623"/>
                </a:moveTo>
                <a:lnTo>
                  <a:pt x="14260" y="39297"/>
                </a:lnTo>
                <a:lnTo>
                  <a:pt x="13716" y="38861"/>
                </a:lnTo>
                <a:lnTo>
                  <a:pt x="14478" y="39623"/>
                </a:lnTo>
                <a:close/>
              </a:path>
              <a:path w="70485" h="57150">
                <a:moveTo>
                  <a:pt x="14478" y="51561"/>
                </a:moveTo>
                <a:lnTo>
                  <a:pt x="14478" y="39623"/>
                </a:lnTo>
                <a:lnTo>
                  <a:pt x="13716" y="38861"/>
                </a:lnTo>
                <a:lnTo>
                  <a:pt x="13716" y="51053"/>
                </a:lnTo>
                <a:lnTo>
                  <a:pt x="14478" y="51561"/>
                </a:lnTo>
                <a:close/>
              </a:path>
              <a:path w="70485" h="57150">
                <a:moveTo>
                  <a:pt x="17526" y="52958"/>
                </a:moveTo>
                <a:lnTo>
                  <a:pt x="17526" y="41909"/>
                </a:lnTo>
                <a:lnTo>
                  <a:pt x="14260" y="39297"/>
                </a:lnTo>
                <a:lnTo>
                  <a:pt x="14478" y="39623"/>
                </a:lnTo>
                <a:lnTo>
                  <a:pt x="14478" y="51561"/>
                </a:lnTo>
                <a:lnTo>
                  <a:pt x="16002" y="52577"/>
                </a:lnTo>
                <a:lnTo>
                  <a:pt x="16763" y="52577"/>
                </a:lnTo>
                <a:lnTo>
                  <a:pt x="17526" y="52958"/>
                </a:lnTo>
                <a:close/>
              </a:path>
              <a:path w="70485" h="57150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57150">
                <a:moveTo>
                  <a:pt x="21336" y="44195"/>
                </a:moveTo>
                <a:lnTo>
                  <a:pt x="16763" y="41147"/>
                </a:lnTo>
                <a:lnTo>
                  <a:pt x="17526" y="41909"/>
                </a:lnTo>
                <a:lnTo>
                  <a:pt x="17526" y="52958"/>
                </a:lnTo>
                <a:lnTo>
                  <a:pt x="20574" y="54482"/>
                </a:lnTo>
                <a:lnTo>
                  <a:pt x="20574" y="44195"/>
                </a:lnTo>
                <a:lnTo>
                  <a:pt x="21336" y="44195"/>
                </a:lnTo>
                <a:close/>
              </a:path>
              <a:path w="70485" h="57150">
                <a:moveTo>
                  <a:pt x="21336" y="12953"/>
                </a:moveTo>
                <a:lnTo>
                  <a:pt x="20574" y="12953"/>
                </a:lnTo>
                <a:lnTo>
                  <a:pt x="20574" y="13461"/>
                </a:lnTo>
                <a:lnTo>
                  <a:pt x="21336" y="12953"/>
                </a:lnTo>
                <a:close/>
              </a:path>
              <a:path w="70485" h="57150">
                <a:moveTo>
                  <a:pt x="25146" y="55625"/>
                </a:moveTo>
                <a:lnTo>
                  <a:pt x="25146" y="46481"/>
                </a:lnTo>
                <a:lnTo>
                  <a:pt x="20574" y="44195"/>
                </a:lnTo>
                <a:lnTo>
                  <a:pt x="20574" y="54482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625"/>
                </a:lnTo>
                <a:close/>
              </a:path>
              <a:path w="70485" h="57150">
                <a:moveTo>
                  <a:pt x="25146" y="11239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39"/>
                </a:lnTo>
                <a:close/>
              </a:path>
              <a:path w="70485" h="57150">
                <a:moveTo>
                  <a:pt x="30480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625"/>
                </a:lnTo>
                <a:lnTo>
                  <a:pt x="28194" y="56387"/>
                </a:lnTo>
                <a:lnTo>
                  <a:pt x="29718" y="56483"/>
                </a:lnTo>
                <a:lnTo>
                  <a:pt x="29718" y="47243"/>
                </a:lnTo>
                <a:lnTo>
                  <a:pt x="30480" y="47243"/>
                </a:lnTo>
                <a:close/>
              </a:path>
              <a:path w="70485" h="57150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57150">
                <a:moveTo>
                  <a:pt x="35814" y="57149"/>
                </a:moveTo>
                <a:lnTo>
                  <a:pt x="35814" y="48005"/>
                </a:lnTo>
                <a:lnTo>
                  <a:pt x="35052" y="48005"/>
                </a:lnTo>
                <a:lnTo>
                  <a:pt x="29718" y="47243"/>
                </a:lnTo>
                <a:lnTo>
                  <a:pt x="29718" y="56483"/>
                </a:lnTo>
                <a:lnTo>
                  <a:pt x="35052" y="57149"/>
                </a:lnTo>
                <a:lnTo>
                  <a:pt x="35814" y="57149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6483"/>
                </a:moveTo>
                <a:lnTo>
                  <a:pt x="41148" y="47243"/>
                </a:lnTo>
                <a:lnTo>
                  <a:pt x="35433" y="47958"/>
                </a:lnTo>
                <a:lnTo>
                  <a:pt x="35814" y="48005"/>
                </a:lnTo>
                <a:lnTo>
                  <a:pt x="35814" y="57149"/>
                </a:lnTo>
                <a:lnTo>
                  <a:pt x="41148" y="56483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45719"/>
                </a:moveTo>
                <a:lnTo>
                  <a:pt x="40386" y="47243"/>
                </a:lnTo>
                <a:lnTo>
                  <a:pt x="41148" y="47243"/>
                </a:lnTo>
                <a:lnTo>
                  <a:pt x="41148" y="56483"/>
                </a:lnTo>
                <a:lnTo>
                  <a:pt x="42672" y="56387"/>
                </a:lnTo>
                <a:lnTo>
                  <a:pt x="44958" y="55734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12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734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461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461"/>
                </a:lnTo>
                <a:close/>
              </a:path>
              <a:path w="70485" h="57150">
                <a:moveTo>
                  <a:pt x="54102" y="41147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16001"/>
                </a:moveTo>
                <a:lnTo>
                  <a:pt x="53340" y="15239"/>
                </a:lnTo>
                <a:lnTo>
                  <a:pt x="53340" y="15493"/>
                </a:lnTo>
                <a:lnTo>
                  <a:pt x="54102" y="16001"/>
                </a:lnTo>
                <a:close/>
              </a:path>
              <a:path w="70485" h="57150">
                <a:moveTo>
                  <a:pt x="56605" y="39297"/>
                </a:move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lnTo>
                  <a:pt x="54864" y="52577"/>
                </a:lnTo>
                <a:lnTo>
                  <a:pt x="56388" y="51561"/>
                </a:lnTo>
                <a:lnTo>
                  <a:pt x="56388" y="39623"/>
                </a:lnTo>
                <a:lnTo>
                  <a:pt x="56605" y="39297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49"/>
                </a:lnTo>
                <a:lnTo>
                  <a:pt x="56388" y="18287"/>
                </a:lnTo>
                <a:lnTo>
                  <a:pt x="57150" y="19240"/>
                </a:lnTo>
                <a:close/>
              </a:path>
              <a:path w="70485" h="57150">
                <a:moveTo>
                  <a:pt x="57150" y="38861"/>
                </a:moveTo>
                <a:lnTo>
                  <a:pt x="56605" y="39297"/>
                </a:lnTo>
                <a:lnTo>
                  <a:pt x="56388" y="39623"/>
                </a:lnTo>
                <a:lnTo>
                  <a:pt x="57150" y="38861"/>
                </a:lnTo>
                <a:close/>
              </a:path>
              <a:path w="70485" h="57150">
                <a:moveTo>
                  <a:pt x="57150" y="51053"/>
                </a:moveTo>
                <a:lnTo>
                  <a:pt x="57150" y="38861"/>
                </a:lnTo>
                <a:lnTo>
                  <a:pt x="56388" y="39623"/>
                </a:lnTo>
                <a:lnTo>
                  <a:pt x="56388" y="51561"/>
                </a:lnTo>
                <a:lnTo>
                  <a:pt x="57150" y="51053"/>
                </a:lnTo>
                <a:close/>
              </a:path>
              <a:path w="70485" h="57150">
                <a:moveTo>
                  <a:pt x="59436" y="49529"/>
                </a:moveTo>
                <a:lnTo>
                  <a:pt x="59436" y="35051"/>
                </a:lnTo>
                <a:lnTo>
                  <a:pt x="56605" y="39297"/>
                </a:lnTo>
                <a:lnTo>
                  <a:pt x="57150" y="38861"/>
                </a:lnTo>
                <a:lnTo>
                  <a:pt x="57150" y="51053"/>
                </a:lnTo>
                <a:lnTo>
                  <a:pt x="59436" y="49529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953"/>
                </a:lnTo>
                <a:lnTo>
                  <a:pt x="64008" y="12191"/>
                </a:lnTo>
                <a:lnTo>
                  <a:pt x="63246" y="12191"/>
                </a:lnTo>
                <a:lnTo>
                  <a:pt x="60198" y="8381"/>
                </a:lnTo>
                <a:lnTo>
                  <a:pt x="59436" y="8381"/>
                </a:lnTo>
                <a:lnTo>
                  <a:pt x="59436" y="22097"/>
                </a:lnTo>
                <a:lnTo>
                  <a:pt x="58674" y="21335"/>
                </a:lnTo>
                <a:lnTo>
                  <a:pt x="60198" y="25907"/>
                </a:lnTo>
                <a:lnTo>
                  <a:pt x="60198" y="24383"/>
                </a:lnTo>
                <a:lnTo>
                  <a:pt x="60960" y="27431"/>
                </a:lnTo>
                <a:lnTo>
                  <a:pt x="60960" y="48005"/>
                </a:lnTo>
                <a:lnTo>
                  <a:pt x="64008" y="44957"/>
                </a:lnTo>
                <a:lnTo>
                  <a:pt x="67056" y="40385"/>
                </a:lnTo>
                <a:close/>
              </a:path>
              <a:path w="70485" h="57150">
                <a:moveTo>
                  <a:pt x="60960" y="48005"/>
                </a:moveTo>
                <a:lnTo>
                  <a:pt x="60960" y="28955"/>
                </a:lnTo>
                <a:lnTo>
                  <a:pt x="60198" y="30479"/>
                </a:lnTo>
                <a:lnTo>
                  <a:pt x="60198" y="32003"/>
                </a:lnTo>
                <a:lnTo>
                  <a:pt x="58674" y="35813"/>
                </a:lnTo>
                <a:lnTo>
                  <a:pt x="59436" y="35051"/>
                </a:lnTo>
                <a:lnTo>
                  <a:pt x="59436" y="48767"/>
                </a:lnTo>
                <a:lnTo>
                  <a:pt x="60198" y="48767"/>
                </a:lnTo>
                <a:lnTo>
                  <a:pt x="60960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7818" y="17525"/>
                </a:lnTo>
                <a:lnTo>
                  <a:pt x="67056" y="17525"/>
                </a:lnTo>
                <a:lnTo>
                  <a:pt x="67056" y="39623"/>
                </a:lnTo>
                <a:lnTo>
                  <a:pt x="67818" y="39623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5145"/>
                </a:lnTo>
                <a:lnTo>
                  <a:pt x="69342" y="22859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ED3FA772-0E9A-40EB-81F2-6CBA98DBD27A}"/>
              </a:ext>
            </a:extLst>
          </p:cNvPr>
          <p:cNvSpPr/>
          <p:nvPr/>
        </p:nvSpPr>
        <p:spPr>
          <a:xfrm>
            <a:off x="5375128" y="2825828"/>
            <a:ext cx="71717" cy="60512"/>
          </a:xfrm>
          <a:custGeom>
            <a:avLst/>
            <a:gdLst/>
            <a:ahLst/>
            <a:cxnLst/>
            <a:rect l="l" t="t" r="r" b="b"/>
            <a:pathLst>
              <a:path w="60960" h="51435">
                <a:moveTo>
                  <a:pt x="60960" y="25908"/>
                </a:moveTo>
                <a:lnTo>
                  <a:pt x="58554" y="15751"/>
                </a:lnTo>
                <a:lnTo>
                  <a:pt x="52006" y="7524"/>
                </a:lnTo>
                <a:lnTo>
                  <a:pt x="42314" y="2012"/>
                </a:lnTo>
                <a:lnTo>
                  <a:pt x="30480" y="0"/>
                </a:lnTo>
                <a:lnTo>
                  <a:pt x="18645" y="2012"/>
                </a:lnTo>
                <a:lnTo>
                  <a:pt x="8953" y="7524"/>
                </a:lnTo>
                <a:lnTo>
                  <a:pt x="2405" y="15751"/>
                </a:lnTo>
                <a:lnTo>
                  <a:pt x="0" y="25908"/>
                </a:lnTo>
                <a:lnTo>
                  <a:pt x="2405" y="35623"/>
                </a:lnTo>
                <a:lnTo>
                  <a:pt x="8953" y="43624"/>
                </a:lnTo>
                <a:lnTo>
                  <a:pt x="18645" y="49053"/>
                </a:lnTo>
                <a:lnTo>
                  <a:pt x="30480" y="51054"/>
                </a:lnTo>
                <a:lnTo>
                  <a:pt x="42314" y="49053"/>
                </a:lnTo>
                <a:lnTo>
                  <a:pt x="52006" y="43624"/>
                </a:lnTo>
                <a:lnTo>
                  <a:pt x="58554" y="35623"/>
                </a:lnTo>
                <a:lnTo>
                  <a:pt x="6096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04A1FA17-31EB-4E22-ACAB-04542D1F47F6}"/>
              </a:ext>
            </a:extLst>
          </p:cNvPr>
          <p:cNvSpPr/>
          <p:nvPr/>
        </p:nvSpPr>
        <p:spPr>
          <a:xfrm>
            <a:off x="5369750" y="2820449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09"/>
                </a:moveTo>
                <a:lnTo>
                  <a:pt x="3047" y="18287"/>
                </a:lnTo>
                <a:lnTo>
                  <a:pt x="1523" y="21335"/>
                </a:lnTo>
                <a:lnTo>
                  <a:pt x="0" y="27431"/>
                </a:lnTo>
                <a:lnTo>
                  <a:pt x="0" y="30479"/>
                </a:lnTo>
                <a:lnTo>
                  <a:pt x="762" y="33527"/>
                </a:lnTo>
                <a:lnTo>
                  <a:pt x="762" y="36575"/>
                </a:lnTo>
                <a:lnTo>
                  <a:pt x="2286" y="39623"/>
                </a:lnTo>
                <a:lnTo>
                  <a:pt x="3048" y="41909"/>
                </a:lnTo>
                <a:close/>
              </a:path>
              <a:path w="70485" h="60325">
                <a:moveTo>
                  <a:pt x="54102" y="16001"/>
                </a:move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6001" y="5333"/>
                </a:lnTo>
                <a:lnTo>
                  <a:pt x="15239" y="5333"/>
                </a:lnTo>
                <a:lnTo>
                  <a:pt x="11429" y="8381"/>
                </a:lnTo>
                <a:lnTo>
                  <a:pt x="10667" y="8381"/>
                </a:lnTo>
                <a:lnTo>
                  <a:pt x="10667" y="9143"/>
                </a:lnTo>
                <a:lnTo>
                  <a:pt x="6857" y="12953"/>
                </a:lnTo>
                <a:lnTo>
                  <a:pt x="6095" y="12953"/>
                </a:lnTo>
                <a:lnTo>
                  <a:pt x="6095" y="13715"/>
                </a:lnTo>
                <a:lnTo>
                  <a:pt x="3047" y="17525"/>
                </a:lnTo>
                <a:lnTo>
                  <a:pt x="3048" y="42671"/>
                </a:lnTo>
                <a:lnTo>
                  <a:pt x="6096" y="47243"/>
                </a:lnTo>
                <a:lnTo>
                  <a:pt x="9906" y="51053"/>
                </a:lnTo>
                <a:lnTo>
                  <a:pt x="9906" y="25907"/>
                </a:lnTo>
                <a:lnTo>
                  <a:pt x="10668" y="24383"/>
                </a:lnTo>
                <a:lnTo>
                  <a:pt x="11430" y="22097"/>
                </a:lnTo>
                <a:lnTo>
                  <a:pt x="11430" y="22859"/>
                </a:lnTo>
                <a:lnTo>
                  <a:pt x="13716" y="18287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1336" y="12953"/>
                </a:lnTo>
                <a:lnTo>
                  <a:pt x="21336" y="13334"/>
                </a:lnTo>
                <a:lnTo>
                  <a:pt x="24384" y="11810"/>
                </a:lnTo>
                <a:lnTo>
                  <a:pt x="24384" y="1142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5720" y="11429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3"/>
                </a:lnTo>
                <a:lnTo>
                  <a:pt x="53340" y="15493"/>
                </a:lnTo>
                <a:lnTo>
                  <a:pt x="53340" y="15239"/>
                </a:lnTo>
                <a:lnTo>
                  <a:pt x="54102" y="16001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7"/>
                </a:lnTo>
                <a:lnTo>
                  <a:pt x="13716" y="41147"/>
                </a:lnTo>
                <a:lnTo>
                  <a:pt x="13716" y="41909"/>
                </a:lnTo>
                <a:lnTo>
                  <a:pt x="11430" y="37337"/>
                </a:lnTo>
                <a:lnTo>
                  <a:pt x="11430" y="38099"/>
                </a:lnTo>
                <a:lnTo>
                  <a:pt x="9906" y="33527"/>
                </a:lnTo>
                <a:lnTo>
                  <a:pt x="9906" y="51053"/>
                </a:lnTo>
                <a:lnTo>
                  <a:pt x="10668" y="51815"/>
                </a:lnTo>
                <a:lnTo>
                  <a:pt x="11430" y="51815"/>
                </a:lnTo>
                <a:lnTo>
                  <a:pt x="15240" y="54863"/>
                </a:lnTo>
                <a:lnTo>
                  <a:pt x="16002" y="55625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60325">
                <a:moveTo>
                  <a:pt x="21336" y="47243"/>
                </a:moveTo>
                <a:lnTo>
                  <a:pt x="16763" y="44195"/>
                </a:lnTo>
                <a:lnTo>
                  <a:pt x="17526" y="44957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3"/>
                </a:lnTo>
                <a:lnTo>
                  <a:pt x="21336" y="47243"/>
                </a:lnTo>
                <a:close/>
              </a:path>
              <a:path w="70485" h="60325">
                <a:moveTo>
                  <a:pt x="21336" y="13334"/>
                </a:moveTo>
                <a:lnTo>
                  <a:pt x="21336" y="12953"/>
                </a:lnTo>
                <a:lnTo>
                  <a:pt x="20574" y="13715"/>
                </a:lnTo>
                <a:lnTo>
                  <a:pt x="21336" y="13334"/>
                </a:lnTo>
                <a:close/>
              </a:path>
              <a:path w="70485" h="60325">
                <a:moveTo>
                  <a:pt x="25146" y="58673"/>
                </a:moveTo>
                <a:lnTo>
                  <a:pt x="25146" y="49529"/>
                </a:lnTo>
                <a:lnTo>
                  <a:pt x="20574" y="47243"/>
                </a:lnTo>
                <a:lnTo>
                  <a:pt x="20574" y="57585"/>
                </a:lnTo>
                <a:lnTo>
                  <a:pt x="21336" y="57911"/>
                </a:lnTo>
                <a:lnTo>
                  <a:pt x="22098" y="57911"/>
                </a:lnTo>
                <a:lnTo>
                  <a:pt x="25146" y="58673"/>
                </a:lnTo>
                <a:close/>
              </a:path>
              <a:path w="70485" h="60325">
                <a:moveTo>
                  <a:pt x="25146" y="11429"/>
                </a:moveTo>
                <a:lnTo>
                  <a:pt x="24384" y="11429"/>
                </a:lnTo>
                <a:lnTo>
                  <a:pt x="24384" y="11810"/>
                </a:lnTo>
                <a:lnTo>
                  <a:pt x="25146" y="11429"/>
                </a:lnTo>
                <a:close/>
              </a:path>
              <a:path w="70485" h="60325">
                <a:moveTo>
                  <a:pt x="30480" y="50291"/>
                </a:moveTo>
                <a:lnTo>
                  <a:pt x="24384" y="48767"/>
                </a:lnTo>
                <a:lnTo>
                  <a:pt x="25146" y="49529"/>
                </a:lnTo>
                <a:lnTo>
                  <a:pt x="25146" y="58673"/>
                </a:lnTo>
                <a:lnTo>
                  <a:pt x="28194" y="59435"/>
                </a:lnTo>
                <a:lnTo>
                  <a:pt x="28956" y="60197"/>
                </a:lnTo>
                <a:lnTo>
                  <a:pt x="29718" y="60197"/>
                </a:lnTo>
                <a:lnTo>
                  <a:pt x="29718" y="50291"/>
                </a:lnTo>
                <a:lnTo>
                  <a:pt x="30480" y="50291"/>
                </a:lnTo>
                <a:close/>
              </a:path>
              <a:path w="70485" h="60325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60325">
                <a:moveTo>
                  <a:pt x="35814" y="60197"/>
                </a:moveTo>
                <a:lnTo>
                  <a:pt x="35814" y="51053"/>
                </a:lnTo>
                <a:lnTo>
                  <a:pt x="35052" y="51053"/>
                </a:lnTo>
                <a:lnTo>
                  <a:pt x="29718" y="50291"/>
                </a:lnTo>
                <a:lnTo>
                  <a:pt x="29718" y="60197"/>
                </a:lnTo>
                <a:lnTo>
                  <a:pt x="35814" y="60197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7"/>
                </a:moveTo>
                <a:lnTo>
                  <a:pt x="41148" y="50291"/>
                </a:lnTo>
                <a:lnTo>
                  <a:pt x="35433" y="51006"/>
                </a:lnTo>
                <a:lnTo>
                  <a:pt x="35814" y="51053"/>
                </a:lnTo>
                <a:lnTo>
                  <a:pt x="35814" y="60197"/>
                </a:lnTo>
                <a:lnTo>
                  <a:pt x="41148" y="60197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7"/>
                </a:moveTo>
                <a:lnTo>
                  <a:pt x="40386" y="50291"/>
                </a:lnTo>
                <a:lnTo>
                  <a:pt x="41148" y="50291"/>
                </a:lnTo>
                <a:lnTo>
                  <a:pt x="41148" y="60197"/>
                </a:lnTo>
                <a:lnTo>
                  <a:pt x="41910" y="60197"/>
                </a:lnTo>
                <a:lnTo>
                  <a:pt x="41910" y="59435"/>
                </a:lnTo>
                <a:lnTo>
                  <a:pt x="42672" y="59435"/>
                </a:lnTo>
                <a:lnTo>
                  <a:pt x="44958" y="58782"/>
                </a:lnTo>
                <a:lnTo>
                  <a:pt x="44958" y="49529"/>
                </a:lnTo>
                <a:lnTo>
                  <a:pt x="45720" y="48767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29"/>
                </a:lnTo>
                <a:lnTo>
                  <a:pt x="44958" y="11429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3"/>
                </a:lnTo>
                <a:lnTo>
                  <a:pt x="44958" y="49529"/>
                </a:lnTo>
                <a:lnTo>
                  <a:pt x="44958" y="58782"/>
                </a:lnTo>
                <a:lnTo>
                  <a:pt x="48006" y="57911"/>
                </a:lnTo>
                <a:lnTo>
                  <a:pt x="48768" y="57911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5"/>
                </a:moveTo>
                <a:lnTo>
                  <a:pt x="49530" y="12953"/>
                </a:lnTo>
                <a:lnTo>
                  <a:pt x="49530" y="13389"/>
                </a:lnTo>
                <a:lnTo>
                  <a:pt x="50292" y="13715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3"/>
                </a:lnTo>
                <a:lnTo>
                  <a:pt x="50292" y="47243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7"/>
                </a:lnTo>
                <a:lnTo>
                  <a:pt x="53775" y="44413"/>
                </a:lnTo>
                <a:close/>
              </a:path>
              <a:path w="70485" h="60325">
                <a:moveTo>
                  <a:pt x="54102" y="16001"/>
                </a:moveTo>
                <a:lnTo>
                  <a:pt x="53340" y="15239"/>
                </a:lnTo>
                <a:lnTo>
                  <a:pt x="53775" y="15784"/>
                </a:lnTo>
                <a:lnTo>
                  <a:pt x="54102" y="16001"/>
                </a:lnTo>
                <a:close/>
              </a:path>
              <a:path w="70485" h="60325">
                <a:moveTo>
                  <a:pt x="53775" y="15784"/>
                </a:moveTo>
                <a:lnTo>
                  <a:pt x="53340" y="15239"/>
                </a:lnTo>
                <a:lnTo>
                  <a:pt x="53340" y="15493"/>
                </a:lnTo>
                <a:lnTo>
                  <a:pt x="53775" y="15784"/>
                </a:lnTo>
                <a:close/>
              </a:path>
              <a:path w="70485" h="60325">
                <a:moveTo>
                  <a:pt x="54102" y="44195"/>
                </a:moveTo>
                <a:lnTo>
                  <a:pt x="53775" y="44413"/>
                </a:lnTo>
                <a:lnTo>
                  <a:pt x="53340" y="44957"/>
                </a:lnTo>
                <a:lnTo>
                  <a:pt x="54102" y="44195"/>
                </a:lnTo>
                <a:close/>
              </a:path>
              <a:path w="70485" h="60325">
                <a:moveTo>
                  <a:pt x="54102" y="55625"/>
                </a:moveTo>
                <a:lnTo>
                  <a:pt x="54102" y="44195"/>
                </a:lnTo>
                <a:lnTo>
                  <a:pt x="53340" y="44957"/>
                </a:lnTo>
                <a:lnTo>
                  <a:pt x="53340" y="55952"/>
                </a:lnTo>
                <a:lnTo>
                  <a:pt x="54102" y="55625"/>
                </a:lnTo>
                <a:close/>
              </a:path>
              <a:path w="70485" h="60325">
                <a:moveTo>
                  <a:pt x="67056" y="42671"/>
                </a:moveTo>
                <a:lnTo>
                  <a:pt x="67056" y="17525"/>
                </a:lnTo>
                <a:lnTo>
                  <a:pt x="64008" y="13715"/>
                </a:lnTo>
                <a:lnTo>
                  <a:pt x="64008" y="12953"/>
                </a:lnTo>
                <a:lnTo>
                  <a:pt x="63246" y="12953"/>
                </a:lnTo>
                <a:lnTo>
                  <a:pt x="60198" y="9143"/>
                </a:lnTo>
                <a:lnTo>
                  <a:pt x="59436" y="8381"/>
                </a:lnTo>
                <a:lnTo>
                  <a:pt x="54864" y="5333"/>
                </a:lnTo>
                <a:lnTo>
                  <a:pt x="54102" y="5333"/>
                </a:lnTo>
                <a:lnTo>
                  <a:pt x="54102" y="16001"/>
                </a:lnTo>
                <a:lnTo>
                  <a:pt x="53775" y="15784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859"/>
                </a:lnTo>
                <a:lnTo>
                  <a:pt x="58674" y="22097"/>
                </a:lnTo>
                <a:lnTo>
                  <a:pt x="60198" y="26669"/>
                </a:lnTo>
                <a:lnTo>
                  <a:pt x="60198" y="51815"/>
                </a:lnTo>
                <a:lnTo>
                  <a:pt x="63246" y="48005"/>
                </a:lnTo>
                <a:lnTo>
                  <a:pt x="64008" y="47243"/>
                </a:lnTo>
                <a:lnTo>
                  <a:pt x="67056" y="42671"/>
                </a:lnTo>
                <a:close/>
              </a:path>
              <a:path w="70485" h="60325">
                <a:moveTo>
                  <a:pt x="60198" y="51815"/>
                </a:moveTo>
                <a:lnTo>
                  <a:pt x="60198" y="33527"/>
                </a:lnTo>
                <a:lnTo>
                  <a:pt x="58674" y="38099"/>
                </a:lnTo>
                <a:lnTo>
                  <a:pt x="58674" y="37337"/>
                </a:lnTo>
                <a:lnTo>
                  <a:pt x="56388" y="41909"/>
                </a:lnTo>
                <a:lnTo>
                  <a:pt x="56388" y="41147"/>
                </a:lnTo>
                <a:lnTo>
                  <a:pt x="53775" y="44413"/>
                </a:lnTo>
                <a:lnTo>
                  <a:pt x="54102" y="44195"/>
                </a:lnTo>
                <a:lnTo>
                  <a:pt x="54102" y="55625"/>
                </a:lnTo>
                <a:lnTo>
                  <a:pt x="54864" y="54863"/>
                </a:lnTo>
                <a:lnTo>
                  <a:pt x="59436" y="51815"/>
                </a:lnTo>
                <a:lnTo>
                  <a:pt x="60198" y="51815"/>
                </a:lnTo>
                <a:close/>
              </a:path>
              <a:path w="70485" h="60325">
                <a:moveTo>
                  <a:pt x="69342" y="37337"/>
                </a:moveTo>
                <a:lnTo>
                  <a:pt x="69342" y="23621"/>
                </a:lnTo>
                <a:lnTo>
                  <a:pt x="67056" y="19049"/>
                </a:lnTo>
                <a:lnTo>
                  <a:pt x="67056" y="41909"/>
                </a:lnTo>
                <a:lnTo>
                  <a:pt x="69342" y="37337"/>
                </a:lnTo>
                <a:close/>
              </a:path>
              <a:path w="70485" h="60325">
                <a:moveTo>
                  <a:pt x="70104" y="32765"/>
                </a:moveTo>
                <a:lnTo>
                  <a:pt x="70104" y="26669"/>
                </a:lnTo>
                <a:lnTo>
                  <a:pt x="69342" y="24383"/>
                </a:lnTo>
                <a:lnTo>
                  <a:pt x="69342" y="36575"/>
                </a:lnTo>
                <a:lnTo>
                  <a:pt x="70104" y="32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D9D1984A-5027-4F9D-87E0-22BE3DA66A74}"/>
              </a:ext>
            </a:extLst>
          </p:cNvPr>
          <p:cNvSpPr/>
          <p:nvPr/>
        </p:nvSpPr>
        <p:spPr>
          <a:xfrm>
            <a:off x="5935423" y="4084473"/>
            <a:ext cx="64247" cy="56776"/>
          </a:xfrm>
          <a:custGeom>
            <a:avLst/>
            <a:gdLst/>
            <a:ahLst/>
            <a:cxnLst/>
            <a:rect l="l" t="t" r="r" b="b"/>
            <a:pathLst>
              <a:path w="54610" h="48260">
                <a:moveTo>
                  <a:pt x="54102" y="24384"/>
                </a:moveTo>
                <a:lnTo>
                  <a:pt x="51970" y="14787"/>
                </a:lnTo>
                <a:lnTo>
                  <a:pt x="46196" y="7048"/>
                </a:lnTo>
                <a:lnTo>
                  <a:pt x="37707" y="1881"/>
                </a:lnTo>
                <a:lnTo>
                  <a:pt x="27432" y="0"/>
                </a:lnTo>
                <a:lnTo>
                  <a:pt x="16716" y="1881"/>
                </a:lnTo>
                <a:lnTo>
                  <a:pt x="8000" y="7048"/>
                </a:lnTo>
                <a:lnTo>
                  <a:pt x="2143" y="14787"/>
                </a:lnTo>
                <a:lnTo>
                  <a:pt x="0" y="24384"/>
                </a:lnTo>
                <a:lnTo>
                  <a:pt x="2143" y="33539"/>
                </a:lnTo>
                <a:lnTo>
                  <a:pt x="8001" y="41052"/>
                </a:lnTo>
                <a:lnTo>
                  <a:pt x="16716" y="46136"/>
                </a:lnTo>
                <a:lnTo>
                  <a:pt x="27432" y="48006"/>
                </a:lnTo>
                <a:lnTo>
                  <a:pt x="37707" y="46136"/>
                </a:lnTo>
                <a:lnTo>
                  <a:pt x="46196" y="41052"/>
                </a:lnTo>
                <a:lnTo>
                  <a:pt x="51970" y="33539"/>
                </a:lnTo>
                <a:lnTo>
                  <a:pt x="54102" y="2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4">
            <a:extLst>
              <a:ext uri="{FF2B5EF4-FFF2-40B4-BE49-F238E27FC236}">
                <a16:creationId xmlns:a16="http://schemas.microsoft.com/office/drawing/2014/main" id="{0916B274-3A04-4F54-9363-4EDC7FBC5F70}"/>
              </a:ext>
            </a:extLst>
          </p:cNvPr>
          <p:cNvSpPr/>
          <p:nvPr/>
        </p:nvSpPr>
        <p:spPr>
          <a:xfrm>
            <a:off x="5930044" y="4079095"/>
            <a:ext cx="75453" cy="67235"/>
          </a:xfrm>
          <a:custGeom>
            <a:avLst/>
            <a:gdLst/>
            <a:ahLst/>
            <a:cxnLst/>
            <a:rect l="l" t="t" r="r" b="b"/>
            <a:pathLst>
              <a:path w="64135" h="57150">
                <a:moveTo>
                  <a:pt x="762" y="34289"/>
                </a:moveTo>
                <a:lnTo>
                  <a:pt x="761" y="23621"/>
                </a:lnTo>
                <a:lnTo>
                  <a:pt x="0" y="28193"/>
                </a:lnTo>
                <a:lnTo>
                  <a:pt x="0" y="28955"/>
                </a:lnTo>
                <a:lnTo>
                  <a:pt x="762" y="34289"/>
                </a:lnTo>
                <a:close/>
              </a:path>
              <a:path w="64135" h="57150">
                <a:moveTo>
                  <a:pt x="3048" y="39623"/>
                </a:moveTo>
                <a:lnTo>
                  <a:pt x="3047" y="17525"/>
                </a:lnTo>
                <a:lnTo>
                  <a:pt x="2285" y="17525"/>
                </a:lnTo>
                <a:lnTo>
                  <a:pt x="761" y="22097"/>
                </a:lnTo>
                <a:lnTo>
                  <a:pt x="762" y="35051"/>
                </a:lnTo>
                <a:lnTo>
                  <a:pt x="2286" y="39623"/>
                </a:lnTo>
                <a:lnTo>
                  <a:pt x="3048" y="39623"/>
                </a:lnTo>
                <a:close/>
              </a:path>
              <a:path w="64135" h="57150">
                <a:moveTo>
                  <a:pt x="60960" y="40385"/>
                </a:moveTo>
                <a:lnTo>
                  <a:pt x="60960" y="16763"/>
                </a:lnTo>
                <a:lnTo>
                  <a:pt x="58674" y="12953"/>
                </a:lnTo>
                <a:lnTo>
                  <a:pt x="57912" y="12953"/>
                </a:lnTo>
                <a:lnTo>
                  <a:pt x="57912" y="12191"/>
                </a:lnTo>
                <a:lnTo>
                  <a:pt x="54864" y="8381"/>
                </a:lnTo>
                <a:lnTo>
                  <a:pt x="54038" y="8339"/>
                </a:lnTo>
                <a:lnTo>
                  <a:pt x="49530" y="5333"/>
                </a:lnTo>
                <a:lnTo>
                  <a:pt x="49530" y="4571"/>
                </a:lnTo>
                <a:lnTo>
                  <a:pt x="48768" y="4571"/>
                </a:lnTo>
                <a:lnTo>
                  <a:pt x="44196" y="2285"/>
                </a:lnTo>
                <a:lnTo>
                  <a:pt x="43434" y="2285"/>
                </a:lnTo>
                <a:lnTo>
                  <a:pt x="38862" y="761"/>
                </a:lnTo>
                <a:lnTo>
                  <a:pt x="38100" y="761"/>
                </a:lnTo>
                <a:lnTo>
                  <a:pt x="32004" y="0"/>
                </a:lnTo>
                <a:lnTo>
                  <a:pt x="31242" y="0"/>
                </a:lnTo>
                <a:lnTo>
                  <a:pt x="26670" y="653"/>
                </a:lnTo>
                <a:lnTo>
                  <a:pt x="25145" y="761"/>
                </a:lnTo>
                <a:lnTo>
                  <a:pt x="19811" y="2285"/>
                </a:lnTo>
                <a:lnTo>
                  <a:pt x="19049" y="2285"/>
                </a:lnTo>
                <a:lnTo>
                  <a:pt x="14477" y="4571"/>
                </a:lnTo>
                <a:lnTo>
                  <a:pt x="14477" y="5333"/>
                </a:lnTo>
                <a:lnTo>
                  <a:pt x="13715" y="5333"/>
                </a:lnTo>
                <a:lnTo>
                  <a:pt x="9905" y="8381"/>
                </a:lnTo>
                <a:lnTo>
                  <a:pt x="9143" y="8381"/>
                </a:lnTo>
                <a:lnTo>
                  <a:pt x="6095" y="12191"/>
                </a:lnTo>
                <a:lnTo>
                  <a:pt x="5333" y="12953"/>
                </a:lnTo>
                <a:lnTo>
                  <a:pt x="3047" y="16763"/>
                </a:lnTo>
                <a:lnTo>
                  <a:pt x="3048" y="40385"/>
                </a:lnTo>
                <a:lnTo>
                  <a:pt x="5334" y="44195"/>
                </a:lnTo>
                <a:lnTo>
                  <a:pt x="5334" y="44957"/>
                </a:lnTo>
                <a:lnTo>
                  <a:pt x="6096" y="44957"/>
                </a:lnTo>
                <a:lnTo>
                  <a:pt x="9144" y="48767"/>
                </a:lnTo>
                <a:lnTo>
                  <a:pt x="9906" y="48767"/>
                </a:lnTo>
                <a:lnTo>
                  <a:pt x="9906" y="25145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002" y="15239"/>
                </a:lnTo>
                <a:lnTo>
                  <a:pt x="16002" y="16001"/>
                </a:lnTo>
                <a:lnTo>
                  <a:pt x="19050" y="13563"/>
                </a:lnTo>
                <a:lnTo>
                  <a:pt x="19050" y="12953"/>
                </a:lnTo>
                <a:lnTo>
                  <a:pt x="22860" y="11683"/>
                </a:lnTo>
                <a:lnTo>
                  <a:pt x="22860" y="11429"/>
                </a:lnTo>
                <a:lnTo>
                  <a:pt x="26670" y="10159"/>
                </a:lnTo>
                <a:lnTo>
                  <a:pt x="26670" y="9905"/>
                </a:lnTo>
                <a:lnTo>
                  <a:pt x="36576" y="9905"/>
                </a:lnTo>
                <a:lnTo>
                  <a:pt x="36576" y="10123"/>
                </a:lnTo>
                <a:lnTo>
                  <a:pt x="41148" y="11429"/>
                </a:lnTo>
                <a:lnTo>
                  <a:pt x="41148" y="11683"/>
                </a:lnTo>
                <a:lnTo>
                  <a:pt x="44958" y="12953"/>
                </a:lnTo>
                <a:lnTo>
                  <a:pt x="44958" y="13563"/>
                </a:lnTo>
                <a:lnTo>
                  <a:pt x="47244" y="15392"/>
                </a:lnTo>
                <a:lnTo>
                  <a:pt x="47244" y="15239"/>
                </a:lnTo>
                <a:lnTo>
                  <a:pt x="51053" y="19049"/>
                </a:lnTo>
                <a:lnTo>
                  <a:pt x="51053" y="19557"/>
                </a:lnTo>
                <a:lnTo>
                  <a:pt x="52577" y="22097"/>
                </a:lnTo>
                <a:lnTo>
                  <a:pt x="52577" y="21335"/>
                </a:lnTo>
                <a:lnTo>
                  <a:pt x="54102" y="25145"/>
                </a:lnTo>
                <a:lnTo>
                  <a:pt x="54102" y="48767"/>
                </a:lnTo>
                <a:lnTo>
                  <a:pt x="54864" y="48767"/>
                </a:lnTo>
                <a:lnTo>
                  <a:pt x="57912" y="44957"/>
                </a:lnTo>
                <a:lnTo>
                  <a:pt x="58674" y="44195"/>
                </a:lnTo>
                <a:lnTo>
                  <a:pt x="60960" y="40385"/>
                </a:lnTo>
                <a:close/>
              </a:path>
              <a:path w="64135" h="57150">
                <a:moveTo>
                  <a:pt x="13716" y="39623"/>
                </a:moveTo>
                <a:lnTo>
                  <a:pt x="11430" y="35813"/>
                </a:lnTo>
                <a:lnTo>
                  <a:pt x="11430" y="36575"/>
                </a:lnTo>
                <a:lnTo>
                  <a:pt x="9906" y="32003"/>
                </a:lnTo>
                <a:lnTo>
                  <a:pt x="9906" y="49529"/>
                </a:lnTo>
                <a:lnTo>
                  <a:pt x="12954" y="51968"/>
                </a:lnTo>
                <a:lnTo>
                  <a:pt x="12954" y="38861"/>
                </a:lnTo>
                <a:lnTo>
                  <a:pt x="13716" y="39623"/>
                </a:lnTo>
                <a:close/>
              </a:path>
              <a:path w="6413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64135" h="57150">
                <a:moveTo>
                  <a:pt x="19812" y="54863"/>
                </a:moveTo>
                <a:lnTo>
                  <a:pt x="19812" y="44957"/>
                </a:lnTo>
                <a:lnTo>
                  <a:pt x="16002" y="41909"/>
                </a:lnTo>
                <a:lnTo>
                  <a:pt x="16002" y="42671"/>
                </a:lnTo>
                <a:lnTo>
                  <a:pt x="12954" y="38861"/>
                </a:lnTo>
                <a:lnTo>
                  <a:pt x="12954" y="51968"/>
                </a:lnTo>
                <a:lnTo>
                  <a:pt x="13716" y="52577"/>
                </a:lnTo>
                <a:lnTo>
                  <a:pt x="14478" y="52577"/>
                </a:lnTo>
                <a:lnTo>
                  <a:pt x="19050" y="54863"/>
                </a:lnTo>
                <a:lnTo>
                  <a:pt x="19812" y="54863"/>
                </a:lnTo>
                <a:close/>
              </a:path>
              <a:path w="64135" h="57150">
                <a:moveTo>
                  <a:pt x="19812" y="12953"/>
                </a:moveTo>
                <a:lnTo>
                  <a:pt x="19050" y="12953"/>
                </a:lnTo>
                <a:lnTo>
                  <a:pt x="19050" y="13563"/>
                </a:lnTo>
                <a:lnTo>
                  <a:pt x="19812" y="12953"/>
                </a:lnTo>
                <a:close/>
              </a:path>
              <a:path w="64135" h="57150">
                <a:moveTo>
                  <a:pt x="23622" y="56170"/>
                </a:moveTo>
                <a:lnTo>
                  <a:pt x="23622" y="46481"/>
                </a:lnTo>
                <a:lnTo>
                  <a:pt x="19050" y="44195"/>
                </a:lnTo>
                <a:lnTo>
                  <a:pt x="19812" y="44957"/>
                </a:lnTo>
                <a:lnTo>
                  <a:pt x="19812" y="55625"/>
                </a:lnTo>
                <a:lnTo>
                  <a:pt x="23622" y="56170"/>
                </a:lnTo>
                <a:close/>
              </a:path>
              <a:path w="64135" h="57150">
                <a:moveTo>
                  <a:pt x="23622" y="11429"/>
                </a:moveTo>
                <a:lnTo>
                  <a:pt x="22860" y="11429"/>
                </a:lnTo>
                <a:lnTo>
                  <a:pt x="22860" y="11683"/>
                </a:lnTo>
                <a:lnTo>
                  <a:pt x="23622" y="11429"/>
                </a:lnTo>
                <a:close/>
              </a:path>
              <a:path w="64135" h="57150">
                <a:moveTo>
                  <a:pt x="27432" y="47243"/>
                </a:moveTo>
                <a:lnTo>
                  <a:pt x="22860" y="45719"/>
                </a:lnTo>
                <a:lnTo>
                  <a:pt x="23622" y="46481"/>
                </a:lnTo>
                <a:lnTo>
                  <a:pt x="23622" y="56170"/>
                </a:lnTo>
                <a:lnTo>
                  <a:pt x="25146" y="56387"/>
                </a:lnTo>
                <a:lnTo>
                  <a:pt x="25908" y="56387"/>
                </a:lnTo>
                <a:lnTo>
                  <a:pt x="25908" y="57149"/>
                </a:lnTo>
                <a:lnTo>
                  <a:pt x="26670" y="57149"/>
                </a:lnTo>
                <a:lnTo>
                  <a:pt x="26670" y="47243"/>
                </a:lnTo>
                <a:lnTo>
                  <a:pt x="27432" y="47243"/>
                </a:lnTo>
                <a:close/>
              </a:path>
              <a:path w="64135" h="57150">
                <a:moveTo>
                  <a:pt x="27432" y="9905"/>
                </a:moveTo>
                <a:lnTo>
                  <a:pt x="26670" y="9905"/>
                </a:lnTo>
                <a:lnTo>
                  <a:pt x="26670" y="10159"/>
                </a:lnTo>
                <a:lnTo>
                  <a:pt x="27432" y="9905"/>
                </a:lnTo>
                <a:close/>
              </a:path>
              <a:path w="64135" h="57150">
                <a:moveTo>
                  <a:pt x="32004" y="57149"/>
                </a:moveTo>
                <a:lnTo>
                  <a:pt x="32004" y="48005"/>
                </a:lnTo>
                <a:lnTo>
                  <a:pt x="31242" y="48005"/>
                </a:lnTo>
                <a:lnTo>
                  <a:pt x="26670" y="47243"/>
                </a:lnTo>
                <a:lnTo>
                  <a:pt x="26670" y="57149"/>
                </a:lnTo>
                <a:lnTo>
                  <a:pt x="32004" y="57149"/>
                </a:lnTo>
                <a:close/>
              </a:path>
              <a:path w="64135" h="57150">
                <a:moveTo>
                  <a:pt x="31622" y="47951"/>
                </a:moveTo>
                <a:lnTo>
                  <a:pt x="31242" y="47897"/>
                </a:lnTo>
                <a:lnTo>
                  <a:pt x="31622" y="47951"/>
                </a:lnTo>
                <a:close/>
              </a:path>
              <a:path w="64135" h="57150">
                <a:moveTo>
                  <a:pt x="36576" y="57149"/>
                </a:moveTo>
                <a:lnTo>
                  <a:pt x="36576" y="47243"/>
                </a:lnTo>
                <a:lnTo>
                  <a:pt x="31622" y="47951"/>
                </a:lnTo>
                <a:lnTo>
                  <a:pt x="32004" y="48005"/>
                </a:lnTo>
                <a:lnTo>
                  <a:pt x="32004" y="57149"/>
                </a:lnTo>
                <a:lnTo>
                  <a:pt x="36576" y="57149"/>
                </a:lnTo>
                <a:close/>
              </a:path>
              <a:path w="64135" h="57150">
                <a:moveTo>
                  <a:pt x="36576" y="10123"/>
                </a:moveTo>
                <a:lnTo>
                  <a:pt x="36576" y="9905"/>
                </a:lnTo>
                <a:lnTo>
                  <a:pt x="35814" y="9905"/>
                </a:lnTo>
                <a:lnTo>
                  <a:pt x="36576" y="10123"/>
                </a:lnTo>
                <a:close/>
              </a:path>
              <a:path w="64135" h="57150">
                <a:moveTo>
                  <a:pt x="41148" y="45719"/>
                </a:moveTo>
                <a:lnTo>
                  <a:pt x="35814" y="47243"/>
                </a:lnTo>
                <a:lnTo>
                  <a:pt x="36576" y="47243"/>
                </a:lnTo>
                <a:lnTo>
                  <a:pt x="36576" y="57149"/>
                </a:lnTo>
                <a:lnTo>
                  <a:pt x="38100" y="57149"/>
                </a:lnTo>
                <a:lnTo>
                  <a:pt x="38100" y="56387"/>
                </a:lnTo>
                <a:lnTo>
                  <a:pt x="38862" y="56387"/>
                </a:lnTo>
                <a:lnTo>
                  <a:pt x="40386" y="56133"/>
                </a:lnTo>
                <a:lnTo>
                  <a:pt x="40386" y="46481"/>
                </a:lnTo>
                <a:lnTo>
                  <a:pt x="41148" y="45719"/>
                </a:lnTo>
                <a:close/>
              </a:path>
              <a:path w="64135" h="57150">
                <a:moveTo>
                  <a:pt x="41148" y="11683"/>
                </a:moveTo>
                <a:lnTo>
                  <a:pt x="41148" y="11429"/>
                </a:lnTo>
                <a:lnTo>
                  <a:pt x="40386" y="11429"/>
                </a:lnTo>
                <a:lnTo>
                  <a:pt x="41148" y="11683"/>
                </a:lnTo>
                <a:close/>
              </a:path>
              <a:path w="64135" h="57150">
                <a:moveTo>
                  <a:pt x="44958" y="44195"/>
                </a:moveTo>
                <a:lnTo>
                  <a:pt x="40386" y="46481"/>
                </a:lnTo>
                <a:lnTo>
                  <a:pt x="40386" y="56133"/>
                </a:lnTo>
                <a:lnTo>
                  <a:pt x="43434" y="55625"/>
                </a:lnTo>
                <a:lnTo>
                  <a:pt x="44196" y="54863"/>
                </a:lnTo>
                <a:lnTo>
                  <a:pt x="44196" y="44957"/>
                </a:lnTo>
                <a:lnTo>
                  <a:pt x="44958" y="44195"/>
                </a:lnTo>
                <a:close/>
              </a:path>
              <a:path w="64135" h="57150">
                <a:moveTo>
                  <a:pt x="44958" y="13563"/>
                </a:moveTo>
                <a:lnTo>
                  <a:pt x="44958" y="12953"/>
                </a:lnTo>
                <a:lnTo>
                  <a:pt x="44196" y="12953"/>
                </a:lnTo>
                <a:lnTo>
                  <a:pt x="44958" y="13563"/>
                </a:lnTo>
                <a:close/>
              </a:path>
              <a:path w="64135" h="57150">
                <a:moveTo>
                  <a:pt x="48005" y="41909"/>
                </a:moveTo>
                <a:lnTo>
                  <a:pt x="44196" y="44957"/>
                </a:lnTo>
                <a:lnTo>
                  <a:pt x="44196" y="54863"/>
                </a:lnTo>
                <a:lnTo>
                  <a:pt x="47244" y="53339"/>
                </a:lnTo>
                <a:lnTo>
                  <a:pt x="47244" y="42671"/>
                </a:lnTo>
                <a:lnTo>
                  <a:pt x="48005" y="41909"/>
                </a:lnTo>
                <a:close/>
              </a:path>
              <a:path w="64135" h="57150">
                <a:moveTo>
                  <a:pt x="48005" y="16001"/>
                </a:moveTo>
                <a:lnTo>
                  <a:pt x="47244" y="15239"/>
                </a:lnTo>
                <a:lnTo>
                  <a:pt x="47244" y="15392"/>
                </a:lnTo>
                <a:lnTo>
                  <a:pt x="48005" y="16001"/>
                </a:lnTo>
                <a:close/>
              </a:path>
              <a:path w="64135" h="57150">
                <a:moveTo>
                  <a:pt x="51053" y="51561"/>
                </a:moveTo>
                <a:lnTo>
                  <a:pt x="51053" y="38861"/>
                </a:lnTo>
                <a:lnTo>
                  <a:pt x="47244" y="42671"/>
                </a:lnTo>
                <a:lnTo>
                  <a:pt x="47244" y="53339"/>
                </a:lnTo>
                <a:lnTo>
                  <a:pt x="48768" y="52577"/>
                </a:lnTo>
                <a:lnTo>
                  <a:pt x="49530" y="52577"/>
                </a:lnTo>
                <a:lnTo>
                  <a:pt x="51053" y="51561"/>
                </a:lnTo>
                <a:close/>
              </a:path>
              <a:path w="64135" h="57150">
                <a:moveTo>
                  <a:pt x="51053" y="19557"/>
                </a:moveTo>
                <a:lnTo>
                  <a:pt x="51053" y="19049"/>
                </a:lnTo>
                <a:lnTo>
                  <a:pt x="50292" y="18287"/>
                </a:lnTo>
                <a:lnTo>
                  <a:pt x="51053" y="19557"/>
                </a:lnTo>
                <a:close/>
              </a:path>
              <a:path w="64135" h="57150">
                <a:moveTo>
                  <a:pt x="54102" y="49529"/>
                </a:moveTo>
                <a:lnTo>
                  <a:pt x="54102" y="32003"/>
                </a:lnTo>
                <a:lnTo>
                  <a:pt x="52577" y="36575"/>
                </a:lnTo>
                <a:lnTo>
                  <a:pt x="52577" y="35813"/>
                </a:lnTo>
                <a:lnTo>
                  <a:pt x="50292" y="39623"/>
                </a:lnTo>
                <a:lnTo>
                  <a:pt x="51053" y="38861"/>
                </a:lnTo>
                <a:lnTo>
                  <a:pt x="51053" y="51561"/>
                </a:lnTo>
                <a:lnTo>
                  <a:pt x="54102" y="49529"/>
                </a:lnTo>
                <a:close/>
              </a:path>
              <a:path w="64135" h="57150">
                <a:moveTo>
                  <a:pt x="54102" y="28193"/>
                </a:moveTo>
                <a:lnTo>
                  <a:pt x="54102" y="25145"/>
                </a:lnTo>
                <a:lnTo>
                  <a:pt x="53340" y="24383"/>
                </a:lnTo>
                <a:lnTo>
                  <a:pt x="54038" y="28574"/>
                </a:lnTo>
                <a:lnTo>
                  <a:pt x="54102" y="28193"/>
                </a:lnTo>
                <a:close/>
              </a:path>
              <a:path w="64135" h="57150">
                <a:moveTo>
                  <a:pt x="54102" y="32003"/>
                </a:moveTo>
                <a:lnTo>
                  <a:pt x="54102" y="28955"/>
                </a:lnTo>
                <a:lnTo>
                  <a:pt x="54038" y="28574"/>
                </a:lnTo>
                <a:lnTo>
                  <a:pt x="53340" y="32765"/>
                </a:lnTo>
                <a:lnTo>
                  <a:pt x="54102" y="32003"/>
                </a:lnTo>
                <a:close/>
              </a:path>
              <a:path w="64135" h="57150">
                <a:moveTo>
                  <a:pt x="54102" y="28955"/>
                </a:moveTo>
                <a:lnTo>
                  <a:pt x="54102" y="28193"/>
                </a:lnTo>
                <a:lnTo>
                  <a:pt x="54038" y="28574"/>
                </a:lnTo>
                <a:lnTo>
                  <a:pt x="54102" y="28955"/>
                </a:lnTo>
                <a:close/>
              </a:path>
              <a:path w="64135" h="57150">
                <a:moveTo>
                  <a:pt x="63246" y="35051"/>
                </a:moveTo>
                <a:lnTo>
                  <a:pt x="63246" y="22859"/>
                </a:lnTo>
                <a:lnTo>
                  <a:pt x="62484" y="22097"/>
                </a:lnTo>
                <a:lnTo>
                  <a:pt x="60960" y="17525"/>
                </a:lnTo>
                <a:lnTo>
                  <a:pt x="60960" y="39623"/>
                </a:lnTo>
                <a:lnTo>
                  <a:pt x="62484" y="35051"/>
                </a:lnTo>
                <a:lnTo>
                  <a:pt x="63246" y="35051"/>
                </a:lnTo>
                <a:close/>
              </a:path>
              <a:path w="64135" h="57150">
                <a:moveTo>
                  <a:pt x="64008" y="28955"/>
                </a:moveTo>
                <a:lnTo>
                  <a:pt x="64008" y="28193"/>
                </a:lnTo>
                <a:lnTo>
                  <a:pt x="63246" y="23621"/>
                </a:lnTo>
                <a:lnTo>
                  <a:pt x="63246" y="34289"/>
                </a:lnTo>
                <a:lnTo>
                  <a:pt x="64008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25">
            <a:extLst>
              <a:ext uri="{FF2B5EF4-FFF2-40B4-BE49-F238E27FC236}">
                <a16:creationId xmlns:a16="http://schemas.microsoft.com/office/drawing/2014/main" id="{819BB7E8-D9E0-4A8B-99F0-69E6A75C29CD}"/>
              </a:ext>
            </a:extLst>
          </p:cNvPr>
          <p:cNvSpPr/>
          <p:nvPr/>
        </p:nvSpPr>
        <p:spPr>
          <a:xfrm>
            <a:off x="4943925" y="3361920"/>
            <a:ext cx="82475" cy="806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26">
            <a:extLst>
              <a:ext uri="{FF2B5EF4-FFF2-40B4-BE49-F238E27FC236}">
                <a16:creationId xmlns:a16="http://schemas.microsoft.com/office/drawing/2014/main" id="{8617D3BD-E4FB-43C9-80B3-B6A7106E3E25}"/>
              </a:ext>
            </a:extLst>
          </p:cNvPr>
          <p:cNvSpPr/>
          <p:nvPr/>
        </p:nvSpPr>
        <p:spPr>
          <a:xfrm>
            <a:off x="7364397" y="4527331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10"/>
                </a:moveTo>
                <a:lnTo>
                  <a:pt x="3047" y="18288"/>
                </a:lnTo>
                <a:lnTo>
                  <a:pt x="1523" y="21336"/>
                </a:lnTo>
                <a:lnTo>
                  <a:pt x="0" y="27432"/>
                </a:lnTo>
                <a:lnTo>
                  <a:pt x="0" y="30480"/>
                </a:lnTo>
                <a:lnTo>
                  <a:pt x="762" y="33528"/>
                </a:lnTo>
                <a:lnTo>
                  <a:pt x="762" y="36576"/>
                </a:lnTo>
                <a:lnTo>
                  <a:pt x="2286" y="39624"/>
                </a:lnTo>
                <a:lnTo>
                  <a:pt x="3048" y="41910"/>
                </a:lnTo>
                <a:close/>
              </a:path>
              <a:path w="70485" h="60325">
                <a:moveTo>
                  <a:pt x="6096" y="47244"/>
                </a:moveTo>
                <a:lnTo>
                  <a:pt x="6095" y="13716"/>
                </a:lnTo>
                <a:lnTo>
                  <a:pt x="3047" y="17526"/>
                </a:lnTo>
                <a:lnTo>
                  <a:pt x="3048" y="42672"/>
                </a:lnTo>
                <a:lnTo>
                  <a:pt x="6096" y="47244"/>
                </a:lnTo>
                <a:close/>
              </a:path>
              <a:path w="70485" h="60325">
                <a:moveTo>
                  <a:pt x="54102" y="16002"/>
                </a:move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001" y="4572"/>
                </a:lnTo>
                <a:lnTo>
                  <a:pt x="16001" y="5334"/>
                </a:lnTo>
                <a:lnTo>
                  <a:pt x="15239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10667" y="9144"/>
                </a:lnTo>
                <a:lnTo>
                  <a:pt x="6857" y="12954"/>
                </a:lnTo>
                <a:lnTo>
                  <a:pt x="6095" y="12954"/>
                </a:lnTo>
                <a:lnTo>
                  <a:pt x="6096" y="48006"/>
                </a:lnTo>
                <a:lnTo>
                  <a:pt x="6858" y="48006"/>
                </a:lnTo>
                <a:lnTo>
                  <a:pt x="9906" y="51054"/>
                </a:lnTo>
                <a:lnTo>
                  <a:pt x="9906" y="25908"/>
                </a:lnTo>
                <a:lnTo>
                  <a:pt x="10668" y="24384"/>
                </a:lnTo>
                <a:lnTo>
                  <a:pt x="11430" y="22098"/>
                </a:lnTo>
                <a:lnTo>
                  <a:pt x="11430" y="22860"/>
                </a:lnTo>
                <a:lnTo>
                  <a:pt x="13716" y="19050"/>
                </a:lnTo>
                <a:lnTo>
                  <a:pt x="13716" y="19812"/>
                </a:lnTo>
                <a:lnTo>
                  <a:pt x="16763" y="16764"/>
                </a:lnTo>
                <a:lnTo>
                  <a:pt x="16763" y="16002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4102" y="16002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8"/>
                </a:lnTo>
                <a:lnTo>
                  <a:pt x="13716" y="41148"/>
                </a:lnTo>
                <a:lnTo>
                  <a:pt x="13716" y="41910"/>
                </a:lnTo>
                <a:lnTo>
                  <a:pt x="11430" y="37338"/>
                </a:lnTo>
                <a:lnTo>
                  <a:pt x="11430" y="38100"/>
                </a:lnTo>
                <a:lnTo>
                  <a:pt x="10668" y="35814"/>
                </a:lnTo>
                <a:lnTo>
                  <a:pt x="9906" y="34290"/>
                </a:lnTo>
                <a:lnTo>
                  <a:pt x="9906" y="51054"/>
                </a:lnTo>
                <a:lnTo>
                  <a:pt x="11430" y="52578"/>
                </a:lnTo>
                <a:lnTo>
                  <a:pt x="15240" y="55626"/>
                </a:lnTo>
                <a:lnTo>
                  <a:pt x="16002" y="55626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6002"/>
                </a:moveTo>
                <a:lnTo>
                  <a:pt x="16763" y="16002"/>
                </a:lnTo>
                <a:lnTo>
                  <a:pt x="16763" y="16764"/>
                </a:lnTo>
                <a:lnTo>
                  <a:pt x="17526" y="16002"/>
                </a:lnTo>
                <a:close/>
              </a:path>
              <a:path w="70485" h="60325">
                <a:moveTo>
                  <a:pt x="21336" y="47244"/>
                </a:moveTo>
                <a:lnTo>
                  <a:pt x="16763" y="44196"/>
                </a:lnTo>
                <a:lnTo>
                  <a:pt x="17526" y="44958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4"/>
                </a:lnTo>
                <a:lnTo>
                  <a:pt x="21336" y="47244"/>
                </a:lnTo>
                <a:close/>
              </a:path>
              <a:path w="70485" h="60325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60325">
                <a:moveTo>
                  <a:pt x="25146" y="59436"/>
                </a:moveTo>
                <a:lnTo>
                  <a:pt x="25146" y="49530"/>
                </a:lnTo>
                <a:lnTo>
                  <a:pt x="20574" y="47244"/>
                </a:lnTo>
                <a:lnTo>
                  <a:pt x="20574" y="57585"/>
                </a:lnTo>
                <a:lnTo>
                  <a:pt x="21336" y="57912"/>
                </a:lnTo>
                <a:lnTo>
                  <a:pt x="22098" y="57912"/>
                </a:lnTo>
                <a:lnTo>
                  <a:pt x="22098" y="58674"/>
                </a:lnTo>
                <a:lnTo>
                  <a:pt x="25146" y="59436"/>
                </a:lnTo>
                <a:close/>
              </a:path>
              <a:path w="70485" h="60325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60325">
                <a:moveTo>
                  <a:pt x="30480" y="50292"/>
                </a:moveTo>
                <a:lnTo>
                  <a:pt x="24384" y="48768"/>
                </a:lnTo>
                <a:lnTo>
                  <a:pt x="25146" y="49530"/>
                </a:lnTo>
                <a:lnTo>
                  <a:pt x="25146" y="59436"/>
                </a:lnTo>
                <a:lnTo>
                  <a:pt x="28194" y="60198"/>
                </a:lnTo>
                <a:lnTo>
                  <a:pt x="29718" y="60198"/>
                </a:lnTo>
                <a:lnTo>
                  <a:pt x="29718" y="50292"/>
                </a:lnTo>
                <a:lnTo>
                  <a:pt x="30480" y="50292"/>
                </a:lnTo>
                <a:close/>
              </a:path>
              <a:path w="70485" h="60325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60325">
                <a:moveTo>
                  <a:pt x="35814" y="60198"/>
                </a:moveTo>
                <a:lnTo>
                  <a:pt x="35814" y="51054"/>
                </a:lnTo>
                <a:lnTo>
                  <a:pt x="35052" y="51054"/>
                </a:lnTo>
                <a:lnTo>
                  <a:pt x="29718" y="50292"/>
                </a:lnTo>
                <a:lnTo>
                  <a:pt x="29718" y="60198"/>
                </a:lnTo>
                <a:lnTo>
                  <a:pt x="35814" y="60198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8"/>
                </a:moveTo>
                <a:lnTo>
                  <a:pt x="41148" y="50292"/>
                </a:lnTo>
                <a:lnTo>
                  <a:pt x="35433" y="51006"/>
                </a:lnTo>
                <a:lnTo>
                  <a:pt x="35814" y="51054"/>
                </a:lnTo>
                <a:lnTo>
                  <a:pt x="35814" y="60198"/>
                </a:lnTo>
                <a:lnTo>
                  <a:pt x="41148" y="60198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8"/>
                </a:moveTo>
                <a:lnTo>
                  <a:pt x="40386" y="50292"/>
                </a:lnTo>
                <a:lnTo>
                  <a:pt x="41148" y="50292"/>
                </a:lnTo>
                <a:lnTo>
                  <a:pt x="41148" y="60198"/>
                </a:lnTo>
                <a:lnTo>
                  <a:pt x="42672" y="60198"/>
                </a:lnTo>
                <a:lnTo>
                  <a:pt x="44958" y="59544"/>
                </a:lnTo>
                <a:lnTo>
                  <a:pt x="44958" y="49530"/>
                </a:lnTo>
                <a:lnTo>
                  <a:pt x="45720" y="48768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4"/>
                </a:lnTo>
                <a:lnTo>
                  <a:pt x="44958" y="49530"/>
                </a:lnTo>
                <a:lnTo>
                  <a:pt x="44958" y="59544"/>
                </a:lnTo>
                <a:lnTo>
                  <a:pt x="48006" y="58674"/>
                </a:lnTo>
                <a:lnTo>
                  <a:pt x="48006" y="57912"/>
                </a:lnTo>
                <a:lnTo>
                  <a:pt x="48768" y="57912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4"/>
                </a:lnTo>
                <a:lnTo>
                  <a:pt x="50292" y="47244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8"/>
                </a:lnTo>
                <a:lnTo>
                  <a:pt x="53775" y="44413"/>
                </a:lnTo>
                <a:close/>
              </a:path>
              <a:path w="70485" h="60325">
                <a:moveTo>
                  <a:pt x="64008" y="48006"/>
                </a:moveTo>
                <a:lnTo>
                  <a:pt x="64008" y="12954"/>
                </a:lnTo>
                <a:lnTo>
                  <a:pt x="63246" y="12954"/>
                </a:lnTo>
                <a:lnTo>
                  <a:pt x="60198" y="9144"/>
                </a:lnTo>
                <a:lnTo>
                  <a:pt x="59436" y="9144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5334"/>
                </a:lnTo>
                <a:lnTo>
                  <a:pt x="54102" y="16002"/>
                </a:lnTo>
                <a:lnTo>
                  <a:pt x="53340" y="16002"/>
                </a:lnTo>
                <a:lnTo>
                  <a:pt x="56388" y="19812"/>
                </a:lnTo>
                <a:lnTo>
                  <a:pt x="56388" y="19050"/>
                </a:lnTo>
                <a:lnTo>
                  <a:pt x="58674" y="22860"/>
                </a:lnTo>
                <a:lnTo>
                  <a:pt x="58674" y="22098"/>
                </a:lnTo>
                <a:lnTo>
                  <a:pt x="60198" y="26670"/>
                </a:lnTo>
                <a:lnTo>
                  <a:pt x="60198" y="51816"/>
                </a:lnTo>
                <a:lnTo>
                  <a:pt x="63246" y="48006"/>
                </a:lnTo>
                <a:lnTo>
                  <a:pt x="64008" y="48006"/>
                </a:lnTo>
                <a:close/>
              </a:path>
              <a:path w="70485" h="60325">
                <a:moveTo>
                  <a:pt x="54102" y="44196"/>
                </a:moveTo>
                <a:lnTo>
                  <a:pt x="53775" y="44413"/>
                </a:lnTo>
                <a:lnTo>
                  <a:pt x="53340" y="44958"/>
                </a:lnTo>
                <a:lnTo>
                  <a:pt x="54102" y="44196"/>
                </a:lnTo>
                <a:close/>
              </a:path>
              <a:path w="70485" h="60325">
                <a:moveTo>
                  <a:pt x="54102" y="55626"/>
                </a:moveTo>
                <a:lnTo>
                  <a:pt x="54102" y="44196"/>
                </a:lnTo>
                <a:lnTo>
                  <a:pt x="53340" y="44958"/>
                </a:lnTo>
                <a:lnTo>
                  <a:pt x="53340" y="55952"/>
                </a:lnTo>
                <a:lnTo>
                  <a:pt x="54102" y="55626"/>
                </a:lnTo>
                <a:close/>
              </a:path>
              <a:path w="70485" h="60325">
                <a:moveTo>
                  <a:pt x="60198" y="51816"/>
                </a:moveTo>
                <a:lnTo>
                  <a:pt x="60198" y="33528"/>
                </a:lnTo>
                <a:lnTo>
                  <a:pt x="58674" y="38862"/>
                </a:lnTo>
                <a:lnTo>
                  <a:pt x="58674" y="37338"/>
                </a:lnTo>
                <a:lnTo>
                  <a:pt x="56388" y="41910"/>
                </a:lnTo>
                <a:lnTo>
                  <a:pt x="56388" y="41148"/>
                </a:lnTo>
                <a:lnTo>
                  <a:pt x="53775" y="44413"/>
                </a:lnTo>
                <a:lnTo>
                  <a:pt x="54102" y="44196"/>
                </a:lnTo>
                <a:lnTo>
                  <a:pt x="54102" y="55626"/>
                </a:lnTo>
                <a:lnTo>
                  <a:pt x="54864" y="55626"/>
                </a:lnTo>
                <a:lnTo>
                  <a:pt x="59436" y="52578"/>
                </a:lnTo>
                <a:lnTo>
                  <a:pt x="59436" y="51816"/>
                </a:lnTo>
                <a:lnTo>
                  <a:pt x="60198" y="51816"/>
                </a:lnTo>
                <a:close/>
              </a:path>
              <a:path w="70485" h="60325">
                <a:moveTo>
                  <a:pt x="67056" y="42672"/>
                </a:moveTo>
                <a:lnTo>
                  <a:pt x="67056" y="17526"/>
                </a:lnTo>
                <a:lnTo>
                  <a:pt x="64008" y="13716"/>
                </a:lnTo>
                <a:lnTo>
                  <a:pt x="64008" y="47244"/>
                </a:lnTo>
                <a:lnTo>
                  <a:pt x="67056" y="42672"/>
                </a:lnTo>
                <a:close/>
              </a:path>
              <a:path w="70485" h="60325">
                <a:moveTo>
                  <a:pt x="69342" y="37338"/>
                </a:moveTo>
                <a:lnTo>
                  <a:pt x="69342" y="23622"/>
                </a:lnTo>
                <a:lnTo>
                  <a:pt x="67056" y="19050"/>
                </a:lnTo>
                <a:lnTo>
                  <a:pt x="67056" y="41910"/>
                </a:lnTo>
                <a:lnTo>
                  <a:pt x="69342" y="37338"/>
                </a:lnTo>
                <a:close/>
              </a:path>
              <a:path w="70485" h="60325">
                <a:moveTo>
                  <a:pt x="70104" y="33528"/>
                </a:moveTo>
                <a:lnTo>
                  <a:pt x="70104" y="26670"/>
                </a:lnTo>
                <a:lnTo>
                  <a:pt x="69342" y="24384"/>
                </a:lnTo>
                <a:lnTo>
                  <a:pt x="69342" y="36576"/>
                </a:lnTo>
                <a:lnTo>
                  <a:pt x="7010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3" name="object 27">
            <a:extLst>
              <a:ext uri="{FF2B5EF4-FFF2-40B4-BE49-F238E27FC236}">
                <a16:creationId xmlns:a16="http://schemas.microsoft.com/office/drawing/2014/main" id="{71451FCF-C317-4412-BE81-FDEDEE5AF52A}"/>
              </a:ext>
            </a:extLst>
          </p:cNvPr>
          <p:cNvSpPr/>
          <p:nvPr/>
        </p:nvSpPr>
        <p:spPr>
          <a:xfrm>
            <a:off x="5932733" y="4913710"/>
            <a:ext cx="73511" cy="681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5" name="object 28">
            <a:extLst>
              <a:ext uri="{FF2B5EF4-FFF2-40B4-BE49-F238E27FC236}">
                <a16:creationId xmlns:a16="http://schemas.microsoft.com/office/drawing/2014/main" id="{CAEC59C0-D527-40C8-822B-3ECA7613DFE1}"/>
              </a:ext>
            </a:extLst>
          </p:cNvPr>
          <p:cNvSpPr/>
          <p:nvPr/>
        </p:nvSpPr>
        <p:spPr>
          <a:xfrm>
            <a:off x="8422231" y="3484847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906"/>
                </a:moveTo>
                <a:lnTo>
                  <a:pt x="18288" y="15906"/>
                </a:lnTo>
                <a:lnTo>
                  <a:pt x="18288" y="5238"/>
                </a:lnTo>
                <a:lnTo>
                  <a:pt x="12954" y="8286"/>
                </a:lnTo>
                <a:lnTo>
                  <a:pt x="12954" y="9048"/>
                </a:lnTo>
                <a:lnTo>
                  <a:pt x="8382" y="12858"/>
                </a:lnTo>
                <a:lnTo>
                  <a:pt x="7620" y="12858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1524" y="24288"/>
                </a:lnTo>
                <a:lnTo>
                  <a:pt x="0" y="28860"/>
                </a:lnTo>
                <a:lnTo>
                  <a:pt x="0" y="35718"/>
                </a:lnTo>
                <a:lnTo>
                  <a:pt x="1524" y="41814"/>
                </a:lnTo>
                <a:lnTo>
                  <a:pt x="4572" y="47910"/>
                </a:lnTo>
                <a:lnTo>
                  <a:pt x="6096" y="50196"/>
                </a:lnTo>
                <a:lnTo>
                  <a:pt x="7620" y="51720"/>
                </a:lnTo>
                <a:lnTo>
                  <a:pt x="7620" y="52482"/>
                </a:lnTo>
                <a:lnTo>
                  <a:pt x="8382" y="52482"/>
                </a:lnTo>
                <a:lnTo>
                  <a:pt x="9906" y="53701"/>
                </a:lnTo>
                <a:lnTo>
                  <a:pt x="9906" y="31146"/>
                </a:lnTo>
                <a:lnTo>
                  <a:pt x="10668" y="26574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8954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62229">
                <a:moveTo>
                  <a:pt x="18288" y="58578"/>
                </a:moveTo>
                <a:lnTo>
                  <a:pt x="18288" y="48672"/>
                </a:lnTo>
                <a:lnTo>
                  <a:pt x="14478" y="44862"/>
                </a:lnTo>
                <a:lnTo>
                  <a:pt x="14478" y="45624"/>
                </a:lnTo>
                <a:lnTo>
                  <a:pt x="12954" y="44100"/>
                </a:lnTo>
                <a:lnTo>
                  <a:pt x="12192" y="41814"/>
                </a:lnTo>
                <a:lnTo>
                  <a:pt x="10668" y="40290"/>
                </a:lnTo>
                <a:lnTo>
                  <a:pt x="10668" y="38766"/>
                </a:lnTo>
                <a:lnTo>
                  <a:pt x="9906" y="36480"/>
                </a:lnTo>
                <a:lnTo>
                  <a:pt x="9906" y="53701"/>
                </a:lnTo>
                <a:lnTo>
                  <a:pt x="12192" y="55530"/>
                </a:lnTo>
                <a:lnTo>
                  <a:pt x="12192" y="56292"/>
                </a:lnTo>
                <a:lnTo>
                  <a:pt x="12954" y="56292"/>
                </a:lnTo>
                <a:lnTo>
                  <a:pt x="17526" y="58578"/>
                </a:lnTo>
                <a:lnTo>
                  <a:pt x="18288" y="58578"/>
                </a:lnTo>
                <a:close/>
              </a:path>
              <a:path w="68579" h="62229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62229">
                <a:moveTo>
                  <a:pt x="22098" y="50196"/>
                </a:moveTo>
                <a:lnTo>
                  <a:pt x="17526" y="47910"/>
                </a:lnTo>
                <a:lnTo>
                  <a:pt x="18288" y="48672"/>
                </a:lnTo>
                <a:lnTo>
                  <a:pt x="18288" y="59340"/>
                </a:lnTo>
                <a:lnTo>
                  <a:pt x="19050" y="59340"/>
                </a:lnTo>
                <a:lnTo>
                  <a:pt x="21336" y="60102"/>
                </a:lnTo>
                <a:lnTo>
                  <a:pt x="21336" y="50196"/>
                </a:lnTo>
                <a:lnTo>
                  <a:pt x="22098" y="50196"/>
                </a:lnTo>
                <a:close/>
              </a:path>
              <a:path w="68579" h="62229">
                <a:moveTo>
                  <a:pt x="60960" y="48672"/>
                </a:moveTo>
                <a:lnTo>
                  <a:pt x="60960" y="8286"/>
                </a:lnTo>
                <a:lnTo>
                  <a:pt x="56388" y="5238"/>
                </a:lnTo>
                <a:lnTo>
                  <a:pt x="55626" y="5238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146" y="2190"/>
                </a:lnTo>
                <a:lnTo>
                  <a:pt x="24384" y="2190"/>
                </a:lnTo>
                <a:lnTo>
                  <a:pt x="19050" y="4476"/>
                </a:lnTo>
                <a:lnTo>
                  <a:pt x="18288" y="4476"/>
                </a:lnTo>
                <a:lnTo>
                  <a:pt x="18288" y="15906"/>
                </a:lnTo>
                <a:lnTo>
                  <a:pt x="23622" y="12858"/>
                </a:lnTo>
                <a:lnTo>
                  <a:pt x="23622" y="13185"/>
                </a:lnTo>
                <a:lnTo>
                  <a:pt x="28194" y="10572"/>
                </a:lnTo>
                <a:lnTo>
                  <a:pt x="28194" y="11144"/>
                </a:lnTo>
                <a:lnTo>
                  <a:pt x="32766" y="10001"/>
                </a:lnTo>
                <a:lnTo>
                  <a:pt x="32766" y="9810"/>
                </a:lnTo>
                <a:lnTo>
                  <a:pt x="37338" y="9239"/>
                </a:lnTo>
                <a:lnTo>
                  <a:pt x="37338" y="9048"/>
                </a:lnTo>
                <a:lnTo>
                  <a:pt x="38862" y="9048"/>
                </a:lnTo>
                <a:lnTo>
                  <a:pt x="38862" y="9239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987"/>
                </a:lnTo>
                <a:lnTo>
                  <a:pt x="50292" y="12967"/>
                </a:lnTo>
                <a:lnTo>
                  <a:pt x="51816" y="13620"/>
                </a:lnTo>
                <a:lnTo>
                  <a:pt x="51816" y="13874"/>
                </a:lnTo>
                <a:lnTo>
                  <a:pt x="54102" y="15398"/>
                </a:lnTo>
                <a:lnTo>
                  <a:pt x="54102" y="15144"/>
                </a:lnTo>
                <a:lnTo>
                  <a:pt x="54864" y="15906"/>
                </a:lnTo>
                <a:lnTo>
                  <a:pt x="54864" y="16097"/>
                </a:lnTo>
                <a:lnTo>
                  <a:pt x="57150" y="18954"/>
                </a:lnTo>
                <a:lnTo>
                  <a:pt x="57150" y="20097"/>
                </a:lnTo>
                <a:lnTo>
                  <a:pt x="57912" y="21240"/>
                </a:lnTo>
                <a:lnTo>
                  <a:pt x="58674" y="22764"/>
                </a:lnTo>
                <a:lnTo>
                  <a:pt x="59436" y="25050"/>
                </a:lnTo>
                <a:lnTo>
                  <a:pt x="59436" y="49434"/>
                </a:lnTo>
                <a:lnTo>
                  <a:pt x="60198" y="48672"/>
                </a:lnTo>
                <a:lnTo>
                  <a:pt x="60960" y="48672"/>
                </a:lnTo>
                <a:close/>
              </a:path>
              <a:path w="68579" h="62229">
                <a:moveTo>
                  <a:pt x="26670" y="61150"/>
                </a:moveTo>
                <a:lnTo>
                  <a:pt x="26670" y="51720"/>
                </a:lnTo>
                <a:lnTo>
                  <a:pt x="21336" y="50196"/>
                </a:lnTo>
                <a:lnTo>
                  <a:pt x="21336" y="60102"/>
                </a:lnTo>
                <a:lnTo>
                  <a:pt x="23622" y="60864"/>
                </a:lnTo>
                <a:lnTo>
                  <a:pt x="25146" y="60960"/>
                </a:lnTo>
                <a:lnTo>
                  <a:pt x="26670" y="61150"/>
                </a:lnTo>
                <a:close/>
              </a:path>
              <a:path w="68579" h="62229">
                <a:moveTo>
                  <a:pt x="23622" y="13185"/>
                </a:moveTo>
                <a:lnTo>
                  <a:pt x="23622" y="12858"/>
                </a:lnTo>
                <a:lnTo>
                  <a:pt x="22860" y="13620"/>
                </a:lnTo>
                <a:lnTo>
                  <a:pt x="23622" y="13185"/>
                </a:lnTo>
                <a:close/>
              </a:path>
              <a:path w="68579" h="62229">
                <a:moveTo>
                  <a:pt x="36576" y="60960"/>
                </a:moveTo>
                <a:lnTo>
                  <a:pt x="36576" y="51720"/>
                </a:lnTo>
                <a:lnTo>
                  <a:pt x="30480" y="51720"/>
                </a:lnTo>
                <a:lnTo>
                  <a:pt x="25908" y="50958"/>
                </a:lnTo>
                <a:lnTo>
                  <a:pt x="26670" y="51720"/>
                </a:lnTo>
                <a:lnTo>
                  <a:pt x="26670" y="61150"/>
                </a:lnTo>
                <a:lnTo>
                  <a:pt x="30480" y="61626"/>
                </a:lnTo>
                <a:lnTo>
                  <a:pt x="32004" y="61531"/>
                </a:lnTo>
                <a:lnTo>
                  <a:pt x="36576" y="60960"/>
                </a:lnTo>
                <a:close/>
              </a:path>
              <a:path w="68579" h="62229">
                <a:moveTo>
                  <a:pt x="28194" y="11144"/>
                </a:moveTo>
                <a:lnTo>
                  <a:pt x="28194" y="10572"/>
                </a:lnTo>
                <a:lnTo>
                  <a:pt x="27432" y="11334"/>
                </a:lnTo>
                <a:lnTo>
                  <a:pt x="28194" y="11144"/>
                </a:lnTo>
                <a:close/>
              </a:path>
              <a:path w="68579" h="62229">
                <a:moveTo>
                  <a:pt x="31242" y="51720"/>
                </a:moveTo>
                <a:lnTo>
                  <a:pt x="30480" y="51611"/>
                </a:lnTo>
                <a:lnTo>
                  <a:pt x="31242" y="51720"/>
                </a:lnTo>
                <a:close/>
              </a:path>
              <a:path w="68579" h="62229">
                <a:moveTo>
                  <a:pt x="33528" y="9810"/>
                </a:moveTo>
                <a:lnTo>
                  <a:pt x="32766" y="9810"/>
                </a:lnTo>
                <a:lnTo>
                  <a:pt x="32766" y="10001"/>
                </a:lnTo>
                <a:lnTo>
                  <a:pt x="33528" y="9810"/>
                </a:lnTo>
                <a:close/>
              </a:path>
              <a:path w="68579" h="62229">
                <a:moveTo>
                  <a:pt x="41148" y="59993"/>
                </a:moveTo>
                <a:lnTo>
                  <a:pt x="41148" y="50196"/>
                </a:lnTo>
                <a:lnTo>
                  <a:pt x="35814" y="51720"/>
                </a:lnTo>
                <a:lnTo>
                  <a:pt x="36576" y="51720"/>
                </a:lnTo>
                <a:lnTo>
                  <a:pt x="36576" y="60960"/>
                </a:lnTo>
                <a:lnTo>
                  <a:pt x="38100" y="60864"/>
                </a:lnTo>
                <a:lnTo>
                  <a:pt x="41148" y="59993"/>
                </a:lnTo>
                <a:close/>
              </a:path>
              <a:path w="68579" h="62229">
                <a:moveTo>
                  <a:pt x="38100" y="9144"/>
                </a:moveTo>
                <a:lnTo>
                  <a:pt x="37338" y="9048"/>
                </a:lnTo>
                <a:lnTo>
                  <a:pt x="37338" y="9239"/>
                </a:lnTo>
                <a:lnTo>
                  <a:pt x="38100" y="9144"/>
                </a:lnTo>
                <a:close/>
              </a:path>
              <a:path w="68579" h="62229">
                <a:moveTo>
                  <a:pt x="38862" y="9239"/>
                </a:moveTo>
                <a:lnTo>
                  <a:pt x="38862" y="9048"/>
                </a:lnTo>
                <a:lnTo>
                  <a:pt x="38100" y="9144"/>
                </a:lnTo>
                <a:lnTo>
                  <a:pt x="38862" y="9239"/>
                </a:lnTo>
                <a:close/>
              </a:path>
              <a:path w="68579" h="62229">
                <a:moveTo>
                  <a:pt x="46482" y="58197"/>
                </a:moveTo>
                <a:lnTo>
                  <a:pt x="46482" y="47910"/>
                </a:lnTo>
                <a:lnTo>
                  <a:pt x="40386" y="50196"/>
                </a:lnTo>
                <a:lnTo>
                  <a:pt x="41148" y="50196"/>
                </a:lnTo>
                <a:lnTo>
                  <a:pt x="41148" y="59993"/>
                </a:lnTo>
                <a:lnTo>
                  <a:pt x="43434" y="59340"/>
                </a:lnTo>
                <a:lnTo>
                  <a:pt x="44196" y="59340"/>
                </a:lnTo>
                <a:lnTo>
                  <a:pt x="46482" y="58197"/>
                </a:lnTo>
                <a:close/>
              </a:path>
              <a:path w="68579" h="62229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62229">
                <a:moveTo>
                  <a:pt x="50292" y="44862"/>
                </a:moveTo>
                <a:lnTo>
                  <a:pt x="45720" y="47910"/>
                </a:lnTo>
                <a:lnTo>
                  <a:pt x="46482" y="47910"/>
                </a:lnTo>
                <a:lnTo>
                  <a:pt x="46482" y="58197"/>
                </a:lnTo>
                <a:lnTo>
                  <a:pt x="49530" y="56673"/>
                </a:lnTo>
                <a:lnTo>
                  <a:pt x="49530" y="45624"/>
                </a:lnTo>
                <a:lnTo>
                  <a:pt x="50292" y="44862"/>
                </a:lnTo>
                <a:close/>
              </a:path>
              <a:path w="68579" h="62229">
                <a:moveTo>
                  <a:pt x="48006" y="11987"/>
                </a:moveTo>
                <a:lnTo>
                  <a:pt x="48006" y="11334"/>
                </a:lnTo>
                <a:lnTo>
                  <a:pt x="46482" y="11334"/>
                </a:lnTo>
                <a:lnTo>
                  <a:pt x="48006" y="11987"/>
                </a:lnTo>
                <a:close/>
              </a:path>
              <a:path w="68579" h="62229">
                <a:moveTo>
                  <a:pt x="53530" y="42291"/>
                </a:moveTo>
                <a:lnTo>
                  <a:pt x="49530" y="45624"/>
                </a:lnTo>
                <a:lnTo>
                  <a:pt x="49530" y="56673"/>
                </a:lnTo>
                <a:lnTo>
                  <a:pt x="50292" y="56292"/>
                </a:lnTo>
                <a:lnTo>
                  <a:pt x="51054" y="56292"/>
                </a:lnTo>
                <a:lnTo>
                  <a:pt x="53340" y="54768"/>
                </a:lnTo>
                <a:lnTo>
                  <a:pt x="53340" y="42576"/>
                </a:lnTo>
                <a:lnTo>
                  <a:pt x="53530" y="42291"/>
                </a:lnTo>
                <a:close/>
              </a:path>
              <a:path w="68579" h="62229">
                <a:moveTo>
                  <a:pt x="51816" y="13620"/>
                </a:moveTo>
                <a:lnTo>
                  <a:pt x="50292" y="12858"/>
                </a:lnTo>
                <a:lnTo>
                  <a:pt x="50749" y="13163"/>
                </a:lnTo>
                <a:lnTo>
                  <a:pt x="51816" y="13620"/>
                </a:lnTo>
                <a:close/>
              </a:path>
              <a:path w="68579" h="62229">
                <a:moveTo>
                  <a:pt x="50749" y="13163"/>
                </a:moveTo>
                <a:lnTo>
                  <a:pt x="50292" y="12858"/>
                </a:lnTo>
                <a:lnTo>
                  <a:pt x="50749" y="13163"/>
                </a:lnTo>
                <a:close/>
              </a:path>
              <a:path w="68579" h="62229">
                <a:moveTo>
                  <a:pt x="51816" y="13874"/>
                </a:moveTo>
                <a:lnTo>
                  <a:pt x="51816" y="13620"/>
                </a:lnTo>
                <a:lnTo>
                  <a:pt x="50749" y="13163"/>
                </a:lnTo>
                <a:lnTo>
                  <a:pt x="51816" y="13874"/>
                </a:lnTo>
                <a:close/>
              </a:path>
              <a:path w="68579" h="62229">
                <a:moveTo>
                  <a:pt x="54102" y="41814"/>
                </a:moveTo>
                <a:lnTo>
                  <a:pt x="53530" y="42291"/>
                </a:lnTo>
                <a:lnTo>
                  <a:pt x="53340" y="42576"/>
                </a:lnTo>
                <a:lnTo>
                  <a:pt x="54102" y="41814"/>
                </a:lnTo>
                <a:close/>
              </a:path>
              <a:path w="68579" h="62229">
                <a:moveTo>
                  <a:pt x="54102" y="54260"/>
                </a:moveTo>
                <a:lnTo>
                  <a:pt x="54102" y="41814"/>
                </a:lnTo>
                <a:lnTo>
                  <a:pt x="53340" y="42576"/>
                </a:lnTo>
                <a:lnTo>
                  <a:pt x="53340" y="54768"/>
                </a:lnTo>
                <a:lnTo>
                  <a:pt x="54102" y="54260"/>
                </a:lnTo>
                <a:close/>
              </a:path>
              <a:path w="68579" h="62229">
                <a:moveTo>
                  <a:pt x="58674" y="50196"/>
                </a:moveTo>
                <a:lnTo>
                  <a:pt x="58674" y="34194"/>
                </a:lnTo>
                <a:lnTo>
                  <a:pt x="56388" y="38766"/>
                </a:lnTo>
                <a:lnTo>
                  <a:pt x="56388" y="38004"/>
                </a:lnTo>
                <a:lnTo>
                  <a:pt x="53530" y="42291"/>
                </a:lnTo>
                <a:lnTo>
                  <a:pt x="54102" y="41814"/>
                </a:lnTo>
                <a:lnTo>
                  <a:pt x="54102" y="54260"/>
                </a:lnTo>
                <a:lnTo>
                  <a:pt x="55626" y="53244"/>
                </a:lnTo>
                <a:lnTo>
                  <a:pt x="58674" y="50196"/>
                </a:lnTo>
                <a:close/>
              </a:path>
              <a:path w="68579" h="62229">
                <a:moveTo>
                  <a:pt x="54864" y="15906"/>
                </a:moveTo>
                <a:lnTo>
                  <a:pt x="54102" y="15144"/>
                </a:lnTo>
                <a:lnTo>
                  <a:pt x="54537" y="15689"/>
                </a:lnTo>
                <a:lnTo>
                  <a:pt x="54864" y="15906"/>
                </a:lnTo>
                <a:close/>
              </a:path>
              <a:path w="68579" h="62229">
                <a:moveTo>
                  <a:pt x="54537" y="15689"/>
                </a:moveTo>
                <a:lnTo>
                  <a:pt x="54102" y="15144"/>
                </a:lnTo>
                <a:lnTo>
                  <a:pt x="54102" y="15398"/>
                </a:lnTo>
                <a:lnTo>
                  <a:pt x="54537" y="15689"/>
                </a:lnTo>
                <a:close/>
              </a:path>
              <a:path w="68579" h="62229">
                <a:moveTo>
                  <a:pt x="54864" y="16097"/>
                </a:moveTo>
                <a:lnTo>
                  <a:pt x="54864" y="15906"/>
                </a:lnTo>
                <a:lnTo>
                  <a:pt x="54537" y="15689"/>
                </a:lnTo>
                <a:lnTo>
                  <a:pt x="54864" y="16097"/>
                </a:lnTo>
                <a:close/>
              </a:path>
              <a:path w="68579" h="62229">
                <a:moveTo>
                  <a:pt x="57150" y="20097"/>
                </a:moveTo>
                <a:lnTo>
                  <a:pt x="57150" y="18954"/>
                </a:lnTo>
                <a:lnTo>
                  <a:pt x="56388" y="18954"/>
                </a:lnTo>
                <a:lnTo>
                  <a:pt x="57150" y="20097"/>
                </a:lnTo>
                <a:close/>
              </a:path>
              <a:path w="68579" h="62229">
                <a:moveTo>
                  <a:pt x="59436" y="49434"/>
                </a:moveTo>
                <a:lnTo>
                  <a:pt x="59436" y="29622"/>
                </a:lnTo>
                <a:lnTo>
                  <a:pt x="57912" y="34956"/>
                </a:lnTo>
                <a:lnTo>
                  <a:pt x="58674" y="34194"/>
                </a:lnTo>
                <a:lnTo>
                  <a:pt x="58674" y="50196"/>
                </a:lnTo>
                <a:lnTo>
                  <a:pt x="59436" y="49434"/>
                </a:lnTo>
                <a:close/>
              </a:path>
              <a:path w="68579" h="62229">
                <a:moveTo>
                  <a:pt x="68580" y="31908"/>
                </a:moveTo>
                <a:lnTo>
                  <a:pt x="68580" y="22002"/>
                </a:lnTo>
                <a:lnTo>
                  <a:pt x="67818" y="18954"/>
                </a:lnTo>
                <a:lnTo>
                  <a:pt x="66294" y="15906"/>
                </a:lnTo>
                <a:lnTo>
                  <a:pt x="61722" y="9048"/>
                </a:lnTo>
                <a:lnTo>
                  <a:pt x="60960" y="9048"/>
                </a:lnTo>
                <a:lnTo>
                  <a:pt x="60960" y="47910"/>
                </a:lnTo>
                <a:lnTo>
                  <a:pt x="64008" y="43338"/>
                </a:lnTo>
                <a:lnTo>
                  <a:pt x="64770" y="43338"/>
                </a:lnTo>
                <a:lnTo>
                  <a:pt x="64770" y="42576"/>
                </a:lnTo>
                <a:lnTo>
                  <a:pt x="67056" y="38004"/>
                </a:lnTo>
                <a:lnTo>
                  <a:pt x="67056" y="37242"/>
                </a:lnTo>
                <a:lnTo>
                  <a:pt x="68580" y="31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29">
            <a:extLst>
              <a:ext uri="{FF2B5EF4-FFF2-40B4-BE49-F238E27FC236}">
                <a16:creationId xmlns:a16="http://schemas.microsoft.com/office/drawing/2014/main" id="{294B1A0B-A8E5-4E37-B640-83BB4403258E}"/>
              </a:ext>
            </a:extLst>
          </p:cNvPr>
          <p:cNvSpPr/>
          <p:nvPr/>
        </p:nvSpPr>
        <p:spPr>
          <a:xfrm>
            <a:off x="7589409" y="5033069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893"/>
                </a:moveTo>
                <a:lnTo>
                  <a:pt x="18288" y="15893"/>
                </a:lnTo>
                <a:lnTo>
                  <a:pt x="18288" y="5225"/>
                </a:lnTo>
                <a:lnTo>
                  <a:pt x="12954" y="8273"/>
                </a:lnTo>
                <a:lnTo>
                  <a:pt x="8382" y="12845"/>
                </a:lnTo>
                <a:lnTo>
                  <a:pt x="7620" y="12845"/>
                </a:lnTo>
                <a:lnTo>
                  <a:pt x="7620" y="13607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4275"/>
                </a:lnTo>
                <a:lnTo>
                  <a:pt x="0" y="28847"/>
                </a:lnTo>
                <a:lnTo>
                  <a:pt x="0" y="35705"/>
                </a:lnTo>
                <a:lnTo>
                  <a:pt x="2286" y="44849"/>
                </a:lnTo>
                <a:lnTo>
                  <a:pt x="3810" y="47897"/>
                </a:lnTo>
                <a:lnTo>
                  <a:pt x="6096" y="50183"/>
                </a:lnTo>
                <a:lnTo>
                  <a:pt x="7620" y="52469"/>
                </a:lnTo>
                <a:lnTo>
                  <a:pt x="8382" y="52469"/>
                </a:lnTo>
                <a:lnTo>
                  <a:pt x="9144" y="53078"/>
                </a:lnTo>
                <a:lnTo>
                  <a:pt x="9144" y="31133"/>
                </a:lnTo>
                <a:lnTo>
                  <a:pt x="10668" y="26561"/>
                </a:lnTo>
                <a:lnTo>
                  <a:pt x="10668" y="27323"/>
                </a:lnTo>
                <a:lnTo>
                  <a:pt x="12192" y="24275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close/>
              </a:path>
              <a:path w="68579" h="62229">
                <a:moveTo>
                  <a:pt x="9906" y="30371"/>
                </a:moveTo>
                <a:lnTo>
                  <a:pt x="9144" y="31133"/>
                </a:lnTo>
                <a:lnTo>
                  <a:pt x="9144" y="32657"/>
                </a:lnTo>
                <a:lnTo>
                  <a:pt x="9906" y="30371"/>
                </a:lnTo>
                <a:close/>
              </a:path>
              <a:path w="68579" h="62229">
                <a:moveTo>
                  <a:pt x="18288" y="58565"/>
                </a:moveTo>
                <a:lnTo>
                  <a:pt x="18288" y="48659"/>
                </a:lnTo>
                <a:lnTo>
                  <a:pt x="14478" y="44849"/>
                </a:lnTo>
                <a:lnTo>
                  <a:pt x="14478" y="45611"/>
                </a:lnTo>
                <a:lnTo>
                  <a:pt x="12954" y="44087"/>
                </a:lnTo>
                <a:lnTo>
                  <a:pt x="12192" y="41801"/>
                </a:lnTo>
                <a:lnTo>
                  <a:pt x="10668" y="40277"/>
                </a:lnTo>
                <a:lnTo>
                  <a:pt x="9906" y="38753"/>
                </a:lnTo>
                <a:lnTo>
                  <a:pt x="9906" y="36467"/>
                </a:lnTo>
                <a:lnTo>
                  <a:pt x="9144" y="34943"/>
                </a:lnTo>
                <a:lnTo>
                  <a:pt x="9144" y="53078"/>
                </a:lnTo>
                <a:lnTo>
                  <a:pt x="12192" y="55517"/>
                </a:lnTo>
                <a:lnTo>
                  <a:pt x="12192" y="56279"/>
                </a:lnTo>
                <a:lnTo>
                  <a:pt x="12954" y="56279"/>
                </a:lnTo>
                <a:lnTo>
                  <a:pt x="17526" y="58565"/>
                </a:lnTo>
                <a:lnTo>
                  <a:pt x="18288" y="58565"/>
                </a:lnTo>
                <a:close/>
              </a:path>
              <a:path w="68579" h="62229">
                <a:moveTo>
                  <a:pt x="12954" y="22751"/>
                </a:moveTo>
                <a:lnTo>
                  <a:pt x="12192" y="23513"/>
                </a:lnTo>
                <a:lnTo>
                  <a:pt x="12192" y="24275"/>
                </a:lnTo>
                <a:lnTo>
                  <a:pt x="12954" y="22751"/>
                </a:lnTo>
                <a:close/>
              </a:path>
              <a:path w="68579" h="62229">
                <a:moveTo>
                  <a:pt x="22098" y="50183"/>
                </a:moveTo>
                <a:lnTo>
                  <a:pt x="17526" y="47897"/>
                </a:lnTo>
                <a:lnTo>
                  <a:pt x="18288" y="48659"/>
                </a:lnTo>
                <a:lnTo>
                  <a:pt x="18288" y="59327"/>
                </a:lnTo>
                <a:lnTo>
                  <a:pt x="21336" y="60198"/>
                </a:lnTo>
                <a:lnTo>
                  <a:pt x="21336" y="50183"/>
                </a:lnTo>
                <a:lnTo>
                  <a:pt x="22098" y="50183"/>
                </a:lnTo>
                <a:close/>
              </a:path>
              <a:path w="68579" h="62229">
                <a:moveTo>
                  <a:pt x="60960" y="48659"/>
                </a:moveTo>
                <a:lnTo>
                  <a:pt x="60960" y="9035"/>
                </a:lnTo>
                <a:lnTo>
                  <a:pt x="60198" y="9035"/>
                </a:lnTo>
                <a:lnTo>
                  <a:pt x="56388" y="5225"/>
                </a:lnTo>
                <a:lnTo>
                  <a:pt x="55626" y="5225"/>
                </a:lnTo>
                <a:lnTo>
                  <a:pt x="51054" y="2939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4463"/>
                </a:lnTo>
                <a:lnTo>
                  <a:pt x="18288" y="4463"/>
                </a:lnTo>
                <a:lnTo>
                  <a:pt x="18288" y="15893"/>
                </a:lnTo>
                <a:lnTo>
                  <a:pt x="23622" y="12845"/>
                </a:lnTo>
                <a:lnTo>
                  <a:pt x="23622" y="13280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232"/>
                </a:lnTo>
                <a:lnTo>
                  <a:pt x="47244" y="11321"/>
                </a:lnTo>
                <a:lnTo>
                  <a:pt x="47244" y="11702"/>
                </a:lnTo>
                <a:lnTo>
                  <a:pt x="50292" y="13226"/>
                </a:lnTo>
                <a:lnTo>
                  <a:pt x="50292" y="12845"/>
                </a:lnTo>
                <a:lnTo>
                  <a:pt x="54102" y="15385"/>
                </a:lnTo>
                <a:lnTo>
                  <a:pt x="54102" y="15131"/>
                </a:lnTo>
                <a:lnTo>
                  <a:pt x="54864" y="15893"/>
                </a:lnTo>
                <a:lnTo>
                  <a:pt x="54864" y="16274"/>
                </a:lnTo>
                <a:lnTo>
                  <a:pt x="57150" y="19703"/>
                </a:lnTo>
                <a:lnTo>
                  <a:pt x="57150" y="20084"/>
                </a:lnTo>
                <a:lnTo>
                  <a:pt x="57912" y="21227"/>
                </a:lnTo>
                <a:lnTo>
                  <a:pt x="58674" y="22751"/>
                </a:lnTo>
                <a:lnTo>
                  <a:pt x="58674" y="25037"/>
                </a:lnTo>
                <a:lnTo>
                  <a:pt x="59436" y="26561"/>
                </a:lnTo>
                <a:lnTo>
                  <a:pt x="59436" y="49421"/>
                </a:lnTo>
                <a:lnTo>
                  <a:pt x="60198" y="48659"/>
                </a:lnTo>
                <a:lnTo>
                  <a:pt x="60960" y="48659"/>
                </a:lnTo>
                <a:close/>
              </a:path>
              <a:path w="68579" h="62229">
                <a:moveTo>
                  <a:pt x="26670" y="61136"/>
                </a:moveTo>
                <a:lnTo>
                  <a:pt x="26670" y="51707"/>
                </a:lnTo>
                <a:lnTo>
                  <a:pt x="21336" y="50183"/>
                </a:lnTo>
                <a:lnTo>
                  <a:pt x="21336" y="60198"/>
                </a:lnTo>
                <a:lnTo>
                  <a:pt x="23622" y="60851"/>
                </a:lnTo>
                <a:lnTo>
                  <a:pt x="25146" y="60946"/>
                </a:lnTo>
                <a:lnTo>
                  <a:pt x="26670" y="61136"/>
                </a:lnTo>
                <a:close/>
              </a:path>
              <a:path w="68579" h="62229">
                <a:moveTo>
                  <a:pt x="23622" y="13280"/>
                </a:moveTo>
                <a:lnTo>
                  <a:pt x="23622" y="12845"/>
                </a:lnTo>
                <a:lnTo>
                  <a:pt x="22860" y="13607"/>
                </a:lnTo>
                <a:lnTo>
                  <a:pt x="23622" y="13280"/>
                </a:lnTo>
                <a:close/>
              </a:path>
              <a:path w="68579" h="62229">
                <a:moveTo>
                  <a:pt x="36576" y="60851"/>
                </a:moveTo>
                <a:lnTo>
                  <a:pt x="36576" y="51707"/>
                </a:lnTo>
                <a:lnTo>
                  <a:pt x="30480" y="51707"/>
                </a:lnTo>
                <a:lnTo>
                  <a:pt x="25908" y="50945"/>
                </a:lnTo>
                <a:lnTo>
                  <a:pt x="26670" y="51707"/>
                </a:lnTo>
                <a:lnTo>
                  <a:pt x="26670" y="61136"/>
                </a:lnTo>
                <a:lnTo>
                  <a:pt x="30480" y="61613"/>
                </a:lnTo>
                <a:lnTo>
                  <a:pt x="32004" y="61504"/>
                </a:lnTo>
                <a:lnTo>
                  <a:pt x="36576" y="60851"/>
                </a:lnTo>
                <a:close/>
              </a:path>
              <a:path w="68579" h="62229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62229">
                <a:moveTo>
                  <a:pt x="31242" y="51707"/>
                </a:moveTo>
                <a:lnTo>
                  <a:pt x="30480" y="51598"/>
                </a:lnTo>
                <a:lnTo>
                  <a:pt x="31242" y="51707"/>
                </a:lnTo>
                <a:close/>
              </a:path>
              <a:path w="68579" h="62229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62229">
                <a:moveTo>
                  <a:pt x="41148" y="59898"/>
                </a:moveTo>
                <a:lnTo>
                  <a:pt x="41148" y="50183"/>
                </a:lnTo>
                <a:lnTo>
                  <a:pt x="35052" y="51707"/>
                </a:lnTo>
                <a:lnTo>
                  <a:pt x="36576" y="51707"/>
                </a:lnTo>
                <a:lnTo>
                  <a:pt x="36576" y="60851"/>
                </a:lnTo>
                <a:lnTo>
                  <a:pt x="37338" y="60851"/>
                </a:lnTo>
                <a:lnTo>
                  <a:pt x="41148" y="59898"/>
                </a:lnTo>
                <a:close/>
              </a:path>
              <a:path w="68579" h="62229">
                <a:moveTo>
                  <a:pt x="46482" y="47897"/>
                </a:moveTo>
                <a:lnTo>
                  <a:pt x="40386" y="50183"/>
                </a:lnTo>
                <a:lnTo>
                  <a:pt x="41148" y="50183"/>
                </a:lnTo>
                <a:lnTo>
                  <a:pt x="41148" y="59898"/>
                </a:lnTo>
                <a:lnTo>
                  <a:pt x="43434" y="59327"/>
                </a:lnTo>
                <a:lnTo>
                  <a:pt x="44196" y="59327"/>
                </a:lnTo>
                <a:lnTo>
                  <a:pt x="45720" y="58565"/>
                </a:lnTo>
                <a:lnTo>
                  <a:pt x="45720" y="48659"/>
                </a:lnTo>
                <a:lnTo>
                  <a:pt x="46482" y="47897"/>
                </a:lnTo>
                <a:close/>
              </a:path>
              <a:path w="68579" h="62229">
                <a:moveTo>
                  <a:pt x="43434" y="10232"/>
                </a:moveTo>
                <a:lnTo>
                  <a:pt x="43434" y="9797"/>
                </a:lnTo>
                <a:lnTo>
                  <a:pt x="41910" y="9797"/>
                </a:lnTo>
                <a:lnTo>
                  <a:pt x="43434" y="10232"/>
                </a:lnTo>
                <a:close/>
              </a:path>
              <a:path w="68579" h="62229">
                <a:moveTo>
                  <a:pt x="50292" y="44849"/>
                </a:moveTo>
                <a:lnTo>
                  <a:pt x="45720" y="48659"/>
                </a:lnTo>
                <a:lnTo>
                  <a:pt x="45720" y="58565"/>
                </a:lnTo>
                <a:lnTo>
                  <a:pt x="49530" y="56660"/>
                </a:lnTo>
                <a:lnTo>
                  <a:pt x="49530" y="45611"/>
                </a:lnTo>
                <a:lnTo>
                  <a:pt x="50292" y="44849"/>
                </a:lnTo>
                <a:close/>
              </a:path>
              <a:path w="68579" h="62229">
                <a:moveTo>
                  <a:pt x="47244" y="11702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702"/>
                </a:lnTo>
                <a:close/>
              </a:path>
              <a:path w="68579" h="62229">
                <a:moveTo>
                  <a:pt x="53530" y="42277"/>
                </a:moveTo>
                <a:lnTo>
                  <a:pt x="49530" y="45611"/>
                </a:lnTo>
                <a:lnTo>
                  <a:pt x="49530" y="56660"/>
                </a:lnTo>
                <a:lnTo>
                  <a:pt x="50292" y="56279"/>
                </a:lnTo>
                <a:lnTo>
                  <a:pt x="51054" y="56279"/>
                </a:lnTo>
                <a:lnTo>
                  <a:pt x="53340" y="54755"/>
                </a:lnTo>
                <a:lnTo>
                  <a:pt x="53340" y="42563"/>
                </a:lnTo>
                <a:lnTo>
                  <a:pt x="53530" y="42277"/>
                </a:lnTo>
                <a:close/>
              </a:path>
              <a:path w="68579" h="62229">
                <a:moveTo>
                  <a:pt x="51054" y="13607"/>
                </a:moveTo>
                <a:lnTo>
                  <a:pt x="50292" y="12845"/>
                </a:lnTo>
                <a:lnTo>
                  <a:pt x="50292" y="13226"/>
                </a:lnTo>
                <a:lnTo>
                  <a:pt x="51054" y="13607"/>
                </a:lnTo>
                <a:close/>
              </a:path>
              <a:path w="68579" h="62229">
                <a:moveTo>
                  <a:pt x="54102" y="41801"/>
                </a:moveTo>
                <a:lnTo>
                  <a:pt x="53530" y="42277"/>
                </a:lnTo>
                <a:lnTo>
                  <a:pt x="53340" y="42563"/>
                </a:lnTo>
                <a:lnTo>
                  <a:pt x="54102" y="41801"/>
                </a:lnTo>
                <a:close/>
              </a:path>
              <a:path w="68579" h="62229">
                <a:moveTo>
                  <a:pt x="54102" y="54247"/>
                </a:moveTo>
                <a:lnTo>
                  <a:pt x="54102" y="41801"/>
                </a:lnTo>
                <a:lnTo>
                  <a:pt x="53340" y="42563"/>
                </a:lnTo>
                <a:lnTo>
                  <a:pt x="53340" y="54755"/>
                </a:lnTo>
                <a:lnTo>
                  <a:pt x="54102" y="54247"/>
                </a:lnTo>
                <a:close/>
              </a:path>
              <a:path w="68579" h="62229">
                <a:moveTo>
                  <a:pt x="58674" y="50183"/>
                </a:moveTo>
                <a:lnTo>
                  <a:pt x="58674" y="34181"/>
                </a:lnTo>
                <a:lnTo>
                  <a:pt x="56388" y="38753"/>
                </a:lnTo>
                <a:lnTo>
                  <a:pt x="56388" y="37991"/>
                </a:lnTo>
                <a:lnTo>
                  <a:pt x="53530" y="42277"/>
                </a:lnTo>
                <a:lnTo>
                  <a:pt x="54102" y="41801"/>
                </a:lnTo>
                <a:lnTo>
                  <a:pt x="54102" y="54247"/>
                </a:lnTo>
                <a:lnTo>
                  <a:pt x="55626" y="53231"/>
                </a:lnTo>
                <a:lnTo>
                  <a:pt x="58674" y="50183"/>
                </a:lnTo>
                <a:close/>
              </a:path>
              <a:path w="68579" h="62229">
                <a:moveTo>
                  <a:pt x="54864" y="15893"/>
                </a:moveTo>
                <a:lnTo>
                  <a:pt x="54102" y="15131"/>
                </a:lnTo>
                <a:lnTo>
                  <a:pt x="54406" y="15588"/>
                </a:lnTo>
                <a:lnTo>
                  <a:pt x="54864" y="15893"/>
                </a:lnTo>
                <a:close/>
              </a:path>
              <a:path w="68579" h="62229">
                <a:moveTo>
                  <a:pt x="54406" y="15588"/>
                </a:moveTo>
                <a:lnTo>
                  <a:pt x="54102" y="15131"/>
                </a:lnTo>
                <a:lnTo>
                  <a:pt x="54102" y="15385"/>
                </a:lnTo>
                <a:lnTo>
                  <a:pt x="54406" y="15588"/>
                </a:lnTo>
                <a:close/>
              </a:path>
              <a:path w="68579" h="62229">
                <a:moveTo>
                  <a:pt x="54864" y="16274"/>
                </a:moveTo>
                <a:lnTo>
                  <a:pt x="54864" y="15893"/>
                </a:lnTo>
                <a:lnTo>
                  <a:pt x="54406" y="15588"/>
                </a:lnTo>
                <a:lnTo>
                  <a:pt x="54864" y="16274"/>
                </a:lnTo>
                <a:close/>
              </a:path>
              <a:path w="68579" h="62229">
                <a:moveTo>
                  <a:pt x="57150" y="20084"/>
                </a:moveTo>
                <a:lnTo>
                  <a:pt x="57150" y="19703"/>
                </a:lnTo>
                <a:lnTo>
                  <a:pt x="56388" y="18941"/>
                </a:lnTo>
                <a:lnTo>
                  <a:pt x="57150" y="20084"/>
                </a:lnTo>
                <a:close/>
              </a:path>
              <a:path w="68579" h="62229">
                <a:moveTo>
                  <a:pt x="59436" y="49421"/>
                </a:moveTo>
                <a:lnTo>
                  <a:pt x="59436" y="30371"/>
                </a:lnTo>
                <a:lnTo>
                  <a:pt x="57912" y="34943"/>
                </a:lnTo>
                <a:lnTo>
                  <a:pt x="58674" y="34181"/>
                </a:lnTo>
                <a:lnTo>
                  <a:pt x="58674" y="50183"/>
                </a:lnTo>
                <a:lnTo>
                  <a:pt x="59436" y="49421"/>
                </a:lnTo>
                <a:close/>
              </a:path>
              <a:path w="68579" h="62229">
                <a:moveTo>
                  <a:pt x="64770" y="43325"/>
                </a:moveTo>
                <a:lnTo>
                  <a:pt x="64770" y="13607"/>
                </a:lnTo>
                <a:lnTo>
                  <a:pt x="60960" y="9797"/>
                </a:lnTo>
                <a:lnTo>
                  <a:pt x="60960" y="47897"/>
                </a:lnTo>
                <a:lnTo>
                  <a:pt x="64008" y="44087"/>
                </a:lnTo>
                <a:lnTo>
                  <a:pt x="64008" y="43325"/>
                </a:lnTo>
                <a:lnTo>
                  <a:pt x="64770" y="43325"/>
                </a:lnTo>
                <a:close/>
              </a:path>
              <a:path w="68579" h="62229">
                <a:moveTo>
                  <a:pt x="68580" y="32657"/>
                </a:moveTo>
                <a:lnTo>
                  <a:pt x="68580" y="21989"/>
                </a:lnTo>
                <a:lnTo>
                  <a:pt x="67056" y="18941"/>
                </a:lnTo>
                <a:lnTo>
                  <a:pt x="66294" y="16655"/>
                </a:lnTo>
                <a:lnTo>
                  <a:pt x="64770" y="14369"/>
                </a:lnTo>
                <a:lnTo>
                  <a:pt x="64770" y="42563"/>
                </a:lnTo>
                <a:lnTo>
                  <a:pt x="67056" y="37991"/>
                </a:lnTo>
                <a:lnTo>
                  <a:pt x="67056" y="37229"/>
                </a:lnTo>
                <a:lnTo>
                  <a:pt x="68580" y="32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9C4FBE5B-5666-4975-B1DD-068368E30FF9}"/>
              </a:ext>
            </a:extLst>
          </p:cNvPr>
          <p:cNvSpPr/>
          <p:nvPr/>
        </p:nvSpPr>
        <p:spPr>
          <a:xfrm>
            <a:off x="5034470" y="2823139"/>
            <a:ext cx="80681" cy="72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1" name="object 31">
            <a:extLst>
              <a:ext uri="{FF2B5EF4-FFF2-40B4-BE49-F238E27FC236}">
                <a16:creationId xmlns:a16="http://schemas.microsoft.com/office/drawing/2014/main" id="{B4CECC96-09E0-4EF2-AE8B-3CAA63C0B5CF}"/>
              </a:ext>
            </a:extLst>
          </p:cNvPr>
          <p:cNvSpPr/>
          <p:nvPr/>
        </p:nvSpPr>
        <p:spPr>
          <a:xfrm>
            <a:off x="6901816" y="3903387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8382" y="51816"/>
                </a:moveTo>
                <a:lnTo>
                  <a:pt x="8382" y="12954"/>
                </a:lnTo>
                <a:lnTo>
                  <a:pt x="4572" y="17526"/>
                </a:lnTo>
                <a:lnTo>
                  <a:pt x="4572" y="18288"/>
                </a:lnTo>
                <a:lnTo>
                  <a:pt x="2286" y="22860"/>
                </a:lnTo>
                <a:lnTo>
                  <a:pt x="1524" y="23622"/>
                </a:lnTo>
                <a:lnTo>
                  <a:pt x="762" y="28956"/>
                </a:lnTo>
                <a:lnTo>
                  <a:pt x="0" y="29718"/>
                </a:lnTo>
                <a:lnTo>
                  <a:pt x="0" y="35814"/>
                </a:lnTo>
                <a:lnTo>
                  <a:pt x="1524" y="41910"/>
                </a:lnTo>
                <a:lnTo>
                  <a:pt x="3048" y="44958"/>
                </a:lnTo>
                <a:lnTo>
                  <a:pt x="4572" y="47244"/>
                </a:lnTo>
                <a:lnTo>
                  <a:pt x="6096" y="50292"/>
                </a:lnTo>
                <a:lnTo>
                  <a:pt x="7620" y="51816"/>
                </a:lnTo>
                <a:lnTo>
                  <a:pt x="8382" y="51816"/>
                </a:lnTo>
                <a:close/>
              </a:path>
              <a:path w="69850" h="60960">
                <a:moveTo>
                  <a:pt x="60960" y="48768"/>
                </a:moveTo>
                <a:lnTo>
                  <a:pt x="60960" y="8382"/>
                </a:lnTo>
                <a:lnTo>
                  <a:pt x="56388" y="5334"/>
                </a:lnTo>
                <a:lnTo>
                  <a:pt x="56388" y="4572"/>
                </a:lnTo>
                <a:lnTo>
                  <a:pt x="55626" y="4572"/>
                </a:lnTo>
                <a:lnTo>
                  <a:pt x="51054" y="2286"/>
                </a:lnTo>
                <a:lnTo>
                  <a:pt x="50292" y="2286"/>
                </a:lnTo>
                <a:lnTo>
                  <a:pt x="44958" y="762"/>
                </a:lnTo>
                <a:lnTo>
                  <a:pt x="44196" y="0"/>
                </a:lnTo>
                <a:lnTo>
                  <a:pt x="30886" y="88"/>
                </a:lnTo>
                <a:lnTo>
                  <a:pt x="25146" y="1524"/>
                </a:lnTo>
                <a:lnTo>
                  <a:pt x="24384" y="2286"/>
                </a:lnTo>
                <a:lnTo>
                  <a:pt x="19050" y="4572"/>
                </a:lnTo>
                <a:lnTo>
                  <a:pt x="18288" y="4572"/>
                </a:lnTo>
                <a:lnTo>
                  <a:pt x="13716" y="8382"/>
                </a:lnTo>
                <a:lnTo>
                  <a:pt x="12954" y="8382"/>
                </a:lnTo>
                <a:lnTo>
                  <a:pt x="8382" y="12192"/>
                </a:lnTo>
                <a:lnTo>
                  <a:pt x="8382" y="52578"/>
                </a:lnTo>
                <a:lnTo>
                  <a:pt x="9906" y="53797"/>
                </a:lnTo>
                <a:lnTo>
                  <a:pt x="9906" y="31242"/>
                </a:lnTo>
                <a:lnTo>
                  <a:pt x="10668" y="25908"/>
                </a:lnTo>
                <a:lnTo>
                  <a:pt x="10668" y="27432"/>
                </a:lnTo>
                <a:lnTo>
                  <a:pt x="12192" y="23876"/>
                </a:lnTo>
                <a:lnTo>
                  <a:pt x="12192" y="22860"/>
                </a:lnTo>
                <a:lnTo>
                  <a:pt x="15240" y="19812"/>
                </a:lnTo>
                <a:lnTo>
                  <a:pt x="15240" y="19050"/>
                </a:lnTo>
                <a:lnTo>
                  <a:pt x="19050" y="15240"/>
                </a:lnTo>
                <a:lnTo>
                  <a:pt x="19050" y="15566"/>
                </a:lnTo>
                <a:lnTo>
                  <a:pt x="22860" y="13389"/>
                </a:lnTo>
                <a:lnTo>
                  <a:pt x="22860" y="12954"/>
                </a:lnTo>
                <a:lnTo>
                  <a:pt x="27432" y="10994"/>
                </a:lnTo>
                <a:lnTo>
                  <a:pt x="27432" y="10668"/>
                </a:lnTo>
                <a:lnTo>
                  <a:pt x="32766" y="10001"/>
                </a:lnTo>
                <a:lnTo>
                  <a:pt x="38100" y="9239"/>
                </a:lnTo>
                <a:lnTo>
                  <a:pt x="43434" y="9906"/>
                </a:lnTo>
                <a:lnTo>
                  <a:pt x="43434" y="10123"/>
                </a:lnTo>
                <a:lnTo>
                  <a:pt x="47244" y="11212"/>
                </a:lnTo>
                <a:lnTo>
                  <a:pt x="47244" y="10668"/>
                </a:lnTo>
                <a:lnTo>
                  <a:pt x="51816" y="12954"/>
                </a:lnTo>
                <a:lnTo>
                  <a:pt x="51816" y="13563"/>
                </a:lnTo>
                <a:lnTo>
                  <a:pt x="54102" y="15392"/>
                </a:lnTo>
                <a:lnTo>
                  <a:pt x="54102" y="15240"/>
                </a:lnTo>
                <a:lnTo>
                  <a:pt x="54864" y="16002"/>
                </a:lnTo>
                <a:lnTo>
                  <a:pt x="54864" y="16192"/>
                </a:lnTo>
                <a:lnTo>
                  <a:pt x="57150" y="19050"/>
                </a:lnTo>
                <a:lnTo>
                  <a:pt x="57150" y="18288"/>
                </a:lnTo>
                <a:lnTo>
                  <a:pt x="58674" y="22860"/>
                </a:lnTo>
                <a:lnTo>
                  <a:pt x="59436" y="24384"/>
                </a:lnTo>
                <a:lnTo>
                  <a:pt x="59436" y="50038"/>
                </a:lnTo>
                <a:lnTo>
                  <a:pt x="60960" y="48768"/>
                </a:lnTo>
                <a:close/>
              </a:path>
              <a:path w="69850" h="60960">
                <a:moveTo>
                  <a:pt x="15240" y="57367"/>
                </a:moveTo>
                <a:lnTo>
                  <a:pt x="15240" y="45720"/>
                </a:lnTo>
                <a:lnTo>
                  <a:pt x="12954" y="43434"/>
                </a:lnTo>
                <a:lnTo>
                  <a:pt x="11430" y="40386"/>
                </a:lnTo>
                <a:lnTo>
                  <a:pt x="10668" y="38100"/>
                </a:lnTo>
                <a:lnTo>
                  <a:pt x="9906" y="36576"/>
                </a:lnTo>
                <a:lnTo>
                  <a:pt x="9906" y="53797"/>
                </a:lnTo>
                <a:lnTo>
                  <a:pt x="12192" y="55626"/>
                </a:lnTo>
                <a:lnTo>
                  <a:pt x="12954" y="55626"/>
                </a:lnTo>
                <a:lnTo>
                  <a:pt x="12954" y="56388"/>
                </a:lnTo>
                <a:lnTo>
                  <a:pt x="15240" y="57367"/>
                </a:lnTo>
                <a:close/>
              </a:path>
              <a:path w="69850" h="60960">
                <a:moveTo>
                  <a:pt x="12954" y="22098"/>
                </a:moveTo>
                <a:lnTo>
                  <a:pt x="12192" y="22860"/>
                </a:lnTo>
                <a:lnTo>
                  <a:pt x="12192" y="23876"/>
                </a:lnTo>
                <a:lnTo>
                  <a:pt x="12954" y="22098"/>
                </a:lnTo>
                <a:close/>
              </a:path>
              <a:path w="69850" h="60960">
                <a:moveTo>
                  <a:pt x="18288" y="48006"/>
                </a:moveTo>
                <a:lnTo>
                  <a:pt x="14478" y="44958"/>
                </a:lnTo>
                <a:lnTo>
                  <a:pt x="15240" y="45720"/>
                </a:lnTo>
                <a:lnTo>
                  <a:pt x="15240" y="57367"/>
                </a:lnTo>
                <a:lnTo>
                  <a:pt x="17526" y="58347"/>
                </a:lnTo>
                <a:lnTo>
                  <a:pt x="17526" y="48006"/>
                </a:lnTo>
                <a:lnTo>
                  <a:pt x="18288" y="48006"/>
                </a:lnTo>
                <a:close/>
              </a:path>
              <a:path w="69850" h="60960">
                <a:moveTo>
                  <a:pt x="16002" y="19050"/>
                </a:moveTo>
                <a:lnTo>
                  <a:pt x="15240" y="19050"/>
                </a:lnTo>
                <a:lnTo>
                  <a:pt x="15240" y="19812"/>
                </a:lnTo>
                <a:lnTo>
                  <a:pt x="16002" y="19050"/>
                </a:lnTo>
                <a:close/>
              </a:path>
              <a:path w="69850" h="60960">
                <a:moveTo>
                  <a:pt x="22098" y="59544"/>
                </a:moveTo>
                <a:lnTo>
                  <a:pt x="22098" y="50292"/>
                </a:lnTo>
                <a:lnTo>
                  <a:pt x="17526" y="48006"/>
                </a:lnTo>
                <a:lnTo>
                  <a:pt x="17526" y="58347"/>
                </a:lnTo>
                <a:lnTo>
                  <a:pt x="18288" y="58674"/>
                </a:lnTo>
                <a:lnTo>
                  <a:pt x="19050" y="58674"/>
                </a:lnTo>
                <a:lnTo>
                  <a:pt x="22098" y="59544"/>
                </a:lnTo>
                <a:close/>
              </a:path>
              <a:path w="69850" h="60960">
                <a:moveTo>
                  <a:pt x="19050" y="15566"/>
                </a:moveTo>
                <a:lnTo>
                  <a:pt x="19050" y="15240"/>
                </a:lnTo>
                <a:lnTo>
                  <a:pt x="18288" y="16002"/>
                </a:lnTo>
                <a:lnTo>
                  <a:pt x="19050" y="15566"/>
                </a:lnTo>
                <a:close/>
              </a:path>
              <a:path w="69850" h="60960">
                <a:moveTo>
                  <a:pt x="26670" y="51054"/>
                </a:moveTo>
                <a:lnTo>
                  <a:pt x="21336" y="49530"/>
                </a:lnTo>
                <a:lnTo>
                  <a:pt x="22098" y="50292"/>
                </a:lnTo>
                <a:lnTo>
                  <a:pt x="22098" y="59544"/>
                </a:lnTo>
                <a:lnTo>
                  <a:pt x="24384" y="60198"/>
                </a:lnTo>
                <a:lnTo>
                  <a:pt x="25908" y="60306"/>
                </a:lnTo>
                <a:lnTo>
                  <a:pt x="25908" y="51054"/>
                </a:lnTo>
                <a:lnTo>
                  <a:pt x="26670" y="51054"/>
                </a:lnTo>
                <a:close/>
              </a:path>
              <a:path w="69850" h="60960">
                <a:moveTo>
                  <a:pt x="23622" y="12954"/>
                </a:moveTo>
                <a:lnTo>
                  <a:pt x="22860" y="12954"/>
                </a:lnTo>
                <a:lnTo>
                  <a:pt x="22860" y="13389"/>
                </a:lnTo>
                <a:lnTo>
                  <a:pt x="23622" y="12954"/>
                </a:lnTo>
                <a:close/>
              </a:path>
              <a:path w="69850" h="60960">
                <a:moveTo>
                  <a:pt x="31242" y="60960"/>
                </a:moveTo>
                <a:lnTo>
                  <a:pt x="31242" y="51816"/>
                </a:lnTo>
                <a:lnTo>
                  <a:pt x="30480" y="51816"/>
                </a:lnTo>
                <a:lnTo>
                  <a:pt x="25908" y="51054"/>
                </a:lnTo>
                <a:lnTo>
                  <a:pt x="25908" y="60306"/>
                </a:lnTo>
                <a:lnTo>
                  <a:pt x="30480" y="60960"/>
                </a:lnTo>
                <a:lnTo>
                  <a:pt x="31242" y="60960"/>
                </a:lnTo>
                <a:close/>
              </a:path>
              <a:path w="69850" h="60960">
                <a:moveTo>
                  <a:pt x="28194" y="10668"/>
                </a:moveTo>
                <a:lnTo>
                  <a:pt x="27432" y="10668"/>
                </a:lnTo>
                <a:lnTo>
                  <a:pt x="27432" y="10994"/>
                </a:lnTo>
                <a:lnTo>
                  <a:pt x="28194" y="10668"/>
                </a:lnTo>
                <a:close/>
              </a:path>
              <a:path w="69850" h="60960">
                <a:moveTo>
                  <a:pt x="30886" y="51765"/>
                </a:moveTo>
                <a:lnTo>
                  <a:pt x="30480" y="51707"/>
                </a:lnTo>
                <a:lnTo>
                  <a:pt x="30886" y="51765"/>
                </a:lnTo>
                <a:close/>
              </a:path>
              <a:path w="69850" h="60960">
                <a:moveTo>
                  <a:pt x="36576" y="60960"/>
                </a:moveTo>
                <a:lnTo>
                  <a:pt x="36576" y="51054"/>
                </a:lnTo>
                <a:lnTo>
                  <a:pt x="30886" y="51765"/>
                </a:lnTo>
                <a:lnTo>
                  <a:pt x="31242" y="51816"/>
                </a:lnTo>
                <a:lnTo>
                  <a:pt x="31242" y="60960"/>
                </a:lnTo>
                <a:lnTo>
                  <a:pt x="36576" y="60960"/>
                </a:lnTo>
                <a:close/>
              </a:path>
              <a:path w="69850" h="60960">
                <a:moveTo>
                  <a:pt x="33528" y="9906"/>
                </a:moveTo>
                <a:lnTo>
                  <a:pt x="32766" y="9906"/>
                </a:lnTo>
                <a:lnTo>
                  <a:pt x="33528" y="9906"/>
                </a:lnTo>
                <a:close/>
              </a:path>
              <a:path w="69850" h="60960">
                <a:moveTo>
                  <a:pt x="41910" y="49530"/>
                </a:moveTo>
                <a:lnTo>
                  <a:pt x="35814" y="51054"/>
                </a:lnTo>
                <a:lnTo>
                  <a:pt x="36576" y="51054"/>
                </a:lnTo>
                <a:lnTo>
                  <a:pt x="36576" y="60960"/>
                </a:lnTo>
                <a:lnTo>
                  <a:pt x="38455" y="60871"/>
                </a:lnTo>
                <a:lnTo>
                  <a:pt x="41148" y="60198"/>
                </a:lnTo>
                <a:lnTo>
                  <a:pt x="41148" y="50292"/>
                </a:lnTo>
                <a:lnTo>
                  <a:pt x="41910" y="49530"/>
                </a:lnTo>
                <a:close/>
              </a:path>
              <a:path w="69850" h="60960">
                <a:moveTo>
                  <a:pt x="38455" y="9194"/>
                </a:moveTo>
                <a:lnTo>
                  <a:pt x="38100" y="9144"/>
                </a:lnTo>
                <a:lnTo>
                  <a:pt x="38455" y="9194"/>
                </a:lnTo>
                <a:close/>
              </a:path>
              <a:path w="69850" h="60960">
                <a:moveTo>
                  <a:pt x="38862" y="9252"/>
                </a:moveTo>
                <a:lnTo>
                  <a:pt x="38455" y="9194"/>
                </a:lnTo>
                <a:lnTo>
                  <a:pt x="38862" y="9252"/>
                </a:lnTo>
                <a:close/>
              </a:path>
              <a:path w="69850" h="60960">
                <a:moveTo>
                  <a:pt x="46482" y="58020"/>
                </a:moveTo>
                <a:lnTo>
                  <a:pt x="46482" y="48006"/>
                </a:lnTo>
                <a:lnTo>
                  <a:pt x="41148" y="50292"/>
                </a:lnTo>
                <a:lnTo>
                  <a:pt x="41148" y="60198"/>
                </a:lnTo>
                <a:lnTo>
                  <a:pt x="44196" y="59436"/>
                </a:lnTo>
                <a:lnTo>
                  <a:pt x="44196" y="58674"/>
                </a:lnTo>
                <a:lnTo>
                  <a:pt x="44958" y="58674"/>
                </a:lnTo>
                <a:lnTo>
                  <a:pt x="46482" y="58020"/>
                </a:lnTo>
                <a:close/>
              </a:path>
              <a:path w="69850" h="60960">
                <a:moveTo>
                  <a:pt x="43434" y="10123"/>
                </a:moveTo>
                <a:lnTo>
                  <a:pt x="43434" y="9906"/>
                </a:lnTo>
                <a:lnTo>
                  <a:pt x="42672" y="9906"/>
                </a:lnTo>
                <a:lnTo>
                  <a:pt x="43434" y="10123"/>
                </a:lnTo>
                <a:close/>
              </a:path>
              <a:path w="69850" h="60960">
                <a:moveTo>
                  <a:pt x="54102" y="53848"/>
                </a:moveTo>
                <a:lnTo>
                  <a:pt x="54102" y="41910"/>
                </a:lnTo>
                <a:lnTo>
                  <a:pt x="50292" y="45720"/>
                </a:lnTo>
                <a:lnTo>
                  <a:pt x="50292" y="44958"/>
                </a:lnTo>
                <a:lnTo>
                  <a:pt x="45720" y="48006"/>
                </a:lnTo>
                <a:lnTo>
                  <a:pt x="46482" y="48006"/>
                </a:lnTo>
                <a:lnTo>
                  <a:pt x="46482" y="58020"/>
                </a:lnTo>
                <a:lnTo>
                  <a:pt x="50292" y="56388"/>
                </a:lnTo>
                <a:lnTo>
                  <a:pt x="51054" y="56388"/>
                </a:lnTo>
                <a:lnTo>
                  <a:pt x="54102" y="53848"/>
                </a:lnTo>
                <a:close/>
              </a:path>
              <a:path w="69850" h="60960">
                <a:moveTo>
                  <a:pt x="48006" y="11430"/>
                </a:moveTo>
                <a:lnTo>
                  <a:pt x="47244" y="10668"/>
                </a:lnTo>
                <a:lnTo>
                  <a:pt x="47244" y="11212"/>
                </a:lnTo>
                <a:lnTo>
                  <a:pt x="48006" y="11430"/>
                </a:lnTo>
                <a:close/>
              </a:path>
              <a:path w="69850" h="60960">
                <a:moveTo>
                  <a:pt x="51816" y="13563"/>
                </a:moveTo>
                <a:lnTo>
                  <a:pt x="51816" y="12954"/>
                </a:lnTo>
                <a:lnTo>
                  <a:pt x="51054" y="12954"/>
                </a:lnTo>
                <a:lnTo>
                  <a:pt x="51816" y="13563"/>
                </a:lnTo>
                <a:close/>
              </a:path>
              <a:path w="69850" h="60960">
                <a:moveTo>
                  <a:pt x="58674" y="50673"/>
                </a:moveTo>
                <a:lnTo>
                  <a:pt x="58674" y="33528"/>
                </a:lnTo>
                <a:lnTo>
                  <a:pt x="56388" y="38862"/>
                </a:lnTo>
                <a:lnTo>
                  <a:pt x="56388" y="38100"/>
                </a:lnTo>
                <a:lnTo>
                  <a:pt x="53340" y="41910"/>
                </a:lnTo>
                <a:lnTo>
                  <a:pt x="54102" y="41910"/>
                </a:lnTo>
                <a:lnTo>
                  <a:pt x="54102" y="53848"/>
                </a:lnTo>
                <a:lnTo>
                  <a:pt x="55626" y="52578"/>
                </a:lnTo>
                <a:lnTo>
                  <a:pt x="56388" y="52578"/>
                </a:lnTo>
                <a:lnTo>
                  <a:pt x="58674" y="50673"/>
                </a:lnTo>
                <a:close/>
              </a:path>
              <a:path w="69850" h="60960">
                <a:moveTo>
                  <a:pt x="54864" y="16002"/>
                </a:moveTo>
                <a:lnTo>
                  <a:pt x="54102" y="15240"/>
                </a:lnTo>
                <a:lnTo>
                  <a:pt x="54440" y="15663"/>
                </a:lnTo>
                <a:lnTo>
                  <a:pt x="54864" y="16002"/>
                </a:lnTo>
                <a:close/>
              </a:path>
              <a:path w="69850" h="60960">
                <a:moveTo>
                  <a:pt x="54440" y="15663"/>
                </a:moveTo>
                <a:lnTo>
                  <a:pt x="54102" y="15240"/>
                </a:lnTo>
                <a:lnTo>
                  <a:pt x="54102" y="15392"/>
                </a:lnTo>
                <a:lnTo>
                  <a:pt x="54440" y="15663"/>
                </a:lnTo>
                <a:close/>
              </a:path>
              <a:path w="69850" h="60960">
                <a:moveTo>
                  <a:pt x="54864" y="16192"/>
                </a:moveTo>
                <a:lnTo>
                  <a:pt x="54864" y="16002"/>
                </a:lnTo>
                <a:lnTo>
                  <a:pt x="54440" y="15663"/>
                </a:lnTo>
                <a:lnTo>
                  <a:pt x="54864" y="16192"/>
                </a:lnTo>
                <a:close/>
              </a:path>
              <a:path w="69850" h="60960">
                <a:moveTo>
                  <a:pt x="59436" y="50038"/>
                </a:moveTo>
                <a:lnTo>
                  <a:pt x="59436" y="29718"/>
                </a:lnTo>
                <a:lnTo>
                  <a:pt x="57912" y="35052"/>
                </a:lnTo>
                <a:lnTo>
                  <a:pt x="58674" y="33528"/>
                </a:lnTo>
                <a:lnTo>
                  <a:pt x="58674" y="50673"/>
                </a:lnTo>
                <a:lnTo>
                  <a:pt x="59436" y="50038"/>
                </a:lnTo>
                <a:close/>
              </a:path>
              <a:path w="69850" h="60960">
                <a:moveTo>
                  <a:pt x="64770" y="43434"/>
                </a:moveTo>
                <a:lnTo>
                  <a:pt x="64770" y="12954"/>
                </a:lnTo>
                <a:lnTo>
                  <a:pt x="61722" y="9144"/>
                </a:lnTo>
                <a:lnTo>
                  <a:pt x="60960" y="9144"/>
                </a:lnTo>
                <a:lnTo>
                  <a:pt x="60960" y="48006"/>
                </a:lnTo>
                <a:lnTo>
                  <a:pt x="64770" y="43434"/>
                </a:lnTo>
                <a:close/>
              </a:path>
              <a:path w="69850" h="60960">
                <a:moveTo>
                  <a:pt x="68580" y="32004"/>
                </a:moveTo>
                <a:lnTo>
                  <a:pt x="68580" y="22098"/>
                </a:lnTo>
                <a:lnTo>
                  <a:pt x="67818" y="19050"/>
                </a:lnTo>
                <a:lnTo>
                  <a:pt x="66294" y="16002"/>
                </a:lnTo>
                <a:lnTo>
                  <a:pt x="64770" y="13716"/>
                </a:lnTo>
                <a:lnTo>
                  <a:pt x="64770" y="42672"/>
                </a:lnTo>
                <a:lnTo>
                  <a:pt x="67056" y="38100"/>
                </a:lnTo>
                <a:lnTo>
                  <a:pt x="67056" y="37338"/>
                </a:lnTo>
                <a:lnTo>
                  <a:pt x="67818" y="37338"/>
                </a:lnTo>
                <a:lnTo>
                  <a:pt x="68580" y="32004"/>
                </a:lnTo>
                <a:close/>
              </a:path>
              <a:path w="69850" h="60960">
                <a:moveTo>
                  <a:pt x="69342" y="25908"/>
                </a:moveTo>
                <a:lnTo>
                  <a:pt x="69342" y="25146"/>
                </a:lnTo>
                <a:lnTo>
                  <a:pt x="68580" y="25146"/>
                </a:lnTo>
                <a:lnTo>
                  <a:pt x="68580" y="31242"/>
                </a:lnTo>
                <a:lnTo>
                  <a:pt x="69342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3" name="object 32">
            <a:extLst>
              <a:ext uri="{FF2B5EF4-FFF2-40B4-BE49-F238E27FC236}">
                <a16:creationId xmlns:a16="http://schemas.microsoft.com/office/drawing/2014/main" id="{60C8C5EA-8263-401B-9CA5-FC085B43E92B}"/>
              </a:ext>
            </a:extLst>
          </p:cNvPr>
          <p:cNvSpPr/>
          <p:nvPr/>
        </p:nvSpPr>
        <p:spPr>
          <a:xfrm>
            <a:off x="8261763" y="4974782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19050" y="15906"/>
                </a:moveTo>
                <a:lnTo>
                  <a:pt x="19050" y="5238"/>
                </a:lnTo>
                <a:lnTo>
                  <a:pt x="18288" y="5238"/>
                </a:lnTo>
                <a:lnTo>
                  <a:pt x="13716" y="8286"/>
                </a:lnTo>
                <a:lnTo>
                  <a:pt x="12954" y="8286"/>
                </a:lnTo>
                <a:lnTo>
                  <a:pt x="12954" y="9048"/>
                </a:lnTo>
                <a:lnTo>
                  <a:pt x="9144" y="12858"/>
                </a:lnTo>
                <a:lnTo>
                  <a:pt x="8382" y="12858"/>
                </a:lnTo>
                <a:lnTo>
                  <a:pt x="5334" y="17430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762" y="28098"/>
                </a:lnTo>
                <a:lnTo>
                  <a:pt x="0" y="28860"/>
                </a:lnTo>
                <a:lnTo>
                  <a:pt x="7620" y="50196"/>
                </a:lnTo>
                <a:lnTo>
                  <a:pt x="7620" y="50958"/>
                </a:lnTo>
                <a:lnTo>
                  <a:pt x="8382" y="50958"/>
                </a:lnTo>
                <a:lnTo>
                  <a:pt x="9144" y="51568"/>
                </a:lnTo>
                <a:lnTo>
                  <a:pt x="9144" y="33432"/>
                </a:lnTo>
                <a:lnTo>
                  <a:pt x="9906" y="31908"/>
                </a:lnTo>
                <a:lnTo>
                  <a:pt x="9906" y="31146"/>
                </a:lnTo>
                <a:lnTo>
                  <a:pt x="10668" y="25812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9869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59054">
                <a:moveTo>
                  <a:pt x="14260" y="43774"/>
                </a:moveTo>
                <a:lnTo>
                  <a:pt x="12954" y="41814"/>
                </a:lnTo>
                <a:lnTo>
                  <a:pt x="11430" y="40290"/>
                </a:lnTo>
                <a:lnTo>
                  <a:pt x="9906" y="37242"/>
                </a:lnTo>
                <a:lnTo>
                  <a:pt x="9906" y="35718"/>
                </a:lnTo>
                <a:lnTo>
                  <a:pt x="9144" y="33432"/>
                </a:lnTo>
                <a:lnTo>
                  <a:pt x="9144" y="51568"/>
                </a:lnTo>
                <a:lnTo>
                  <a:pt x="12192" y="54006"/>
                </a:lnTo>
                <a:lnTo>
                  <a:pt x="12954" y="54006"/>
                </a:lnTo>
                <a:lnTo>
                  <a:pt x="13716" y="54387"/>
                </a:lnTo>
                <a:lnTo>
                  <a:pt x="13716" y="43338"/>
                </a:lnTo>
                <a:lnTo>
                  <a:pt x="14260" y="43774"/>
                </a:lnTo>
                <a:close/>
              </a:path>
              <a:path w="68579" h="59054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59054">
                <a:moveTo>
                  <a:pt x="14478" y="44100"/>
                </a:moveTo>
                <a:lnTo>
                  <a:pt x="14260" y="43774"/>
                </a:lnTo>
                <a:lnTo>
                  <a:pt x="13716" y="43338"/>
                </a:lnTo>
                <a:lnTo>
                  <a:pt x="14478" y="44100"/>
                </a:lnTo>
                <a:close/>
              </a:path>
              <a:path w="68579" h="59054">
                <a:moveTo>
                  <a:pt x="14478" y="54768"/>
                </a:moveTo>
                <a:lnTo>
                  <a:pt x="14478" y="44100"/>
                </a:lnTo>
                <a:lnTo>
                  <a:pt x="13716" y="43338"/>
                </a:lnTo>
                <a:lnTo>
                  <a:pt x="13716" y="54387"/>
                </a:lnTo>
                <a:lnTo>
                  <a:pt x="14478" y="54768"/>
                </a:lnTo>
                <a:close/>
              </a:path>
              <a:path w="68579" h="59054">
                <a:moveTo>
                  <a:pt x="17526" y="56292"/>
                </a:moveTo>
                <a:lnTo>
                  <a:pt x="17526" y="46386"/>
                </a:lnTo>
                <a:lnTo>
                  <a:pt x="14260" y="43774"/>
                </a:lnTo>
                <a:lnTo>
                  <a:pt x="14478" y="44100"/>
                </a:lnTo>
                <a:lnTo>
                  <a:pt x="14478" y="54768"/>
                </a:lnTo>
                <a:lnTo>
                  <a:pt x="17526" y="56292"/>
                </a:lnTo>
                <a:close/>
              </a:path>
              <a:path w="68579" h="59054">
                <a:moveTo>
                  <a:pt x="16002" y="18954"/>
                </a:moveTo>
                <a:lnTo>
                  <a:pt x="15240" y="19716"/>
                </a:lnTo>
                <a:lnTo>
                  <a:pt x="15240" y="19869"/>
                </a:lnTo>
                <a:lnTo>
                  <a:pt x="16002" y="18954"/>
                </a:lnTo>
                <a:close/>
              </a:path>
              <a:path w="68579" h="59054">
                <a:moveTo>
                  <a:pt x="21336" y="47910"/>
                </a:moveTo>
                <a:lnTo>
                  <a:pt x="16764" y="45624"/>
                </a:lnTo>
                <a:lnTo>
                  <a:pt x="17526" y="46386"/>
                </a:lnTo>
                <a:lnTo>
                  <a:pt x="17526" y="56292"/>
                </a:lnTo>
                <a:lnTo>
                  <a:pt x="18288" y="57054"/>
                </a:lnTo>
                <a:lnTo>
                  <a:pt x="20574" y="57381"/>
                </a:lnTo>
                <a:lnTo>
                  <a:pt x="20574" y="47910"/>
                </a:lnTo>
                <a:lnTo>
                  <a:pt x="21336" y="47910"/>
                </a:lnTo>
                <a:close/>
              </a:path>
              <a:path w="68579" h="59054">
                <a:moveTo>
                  <a:pt x="68580" y="30384"/>
                </a:moveTo>
                <a:lnTo>
                  <a:pt x="68580" y="24288"/>
                </a:lnTo>
                <a:lnTo>
                  <a:pt x="67818" y="20478"/>
                </a:lnTo>
                <a:lnTo>
                  <a:pt x="67056" y="18192"/>
                </a:lnTo>
                <a:lnTo>
                  <a:pt x="66294" y="15144"/>
                </a:lnTo>
                <a:lnTo>
                  <a:pt x="64770" y="12858"/>
                </a:lnTo>
                <a:lnTo>
                  <a:pt x="64770" y="12096"/>
                </a:lnTo>
                <a:lnTo>
                  <a:pt x="61722" y="8286"/>
                </a:lnTo>
                <a:lnTo>
                  <a:pt x="60198" y="8286"/>
                </a:lnTo>
                <a:lnTo>
                  <a:pt x="56388" y="5238"/>
                </a:lnTo>
                <a:lnTo>
                  <a:pt x="56388" y="4476"/>
                </a:lnTo>
                <a:lnTo>
                  <a:pt x="55626" y="4476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908" y="2190"/>
                </a:lnTo>
                <a:lnTo>
                  <a:pt x="25146" y="2190"/>
                </a:lnTo>
                <a:lnTo>
                  <a:pt x="19050" y="4476"/>
                </a:lnTo>
                <a:lnTo>
                  <a:pt x="19050" y="16668"/>
                </a:lnTo>
                <a:lnTo>
                  <a:pt x="22860" y="14128"/>
                </a:lnTo>
                <a:lnTo>
                  <a:pt x="22860" y="13620"/>
                </a:lnTo>
                <a:lnTo>
                  <a:pt x="28194" y="11620"/>
                </a:lnTo>
                <a:lnTo>
                  <a:pt x="28194" y="11334"/>
                </a:lnTo>
                <a:lnTo>
                  <a:pt x="32766" y="10028"/>
                </a:lnTo>
                <a:lnTo>
                  <a:pt x="32766" y="9810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588"/>
                </a:lnTo>
                <a:lnTo>
                  <a:pt x="51816" y="12858"/>
                </a:lnTo>
                <a:lnTo>
                  <a:pt x="51816" y="13468"/>
                </a:lnTo>
                <a:lnTo>
                  <a:pt x="54102" y="15297"/>
                </a:lnTo>
                <a:lnTo>
                  <a:pt x="54102" y="15144"/>
                </a:lnTo>
                <a:lnTo>
                  <a:pt x="57150" y="18192"/>
                </a:lnTo>
                <a:lnTo>
                  <a:pt x="57150" y="18573"/>
                </a:lnTo>
                <a:lnTo>
                  <a:pt x="57912" y="19716"/>
                </a:lnTo>
                <a:lnTo>
                  <a:pt x="58674" y="21240"/>
                </a:lnTo>
                <a:lnTo>
                  <a:pt x="58674" y="23526"/>
                </a:lnTo>
                <a:lnTo>
                  <a:pt x="59340" y="24860"/>
                </a:lnTo>
                <a:lnTo>
                  <a:pt x="59436" y="24288"/>
                </a:lnTo>
                <a:lnTo>
                  <a:pt x="59436" y="47021"/>
                </a:lnTo>
                <a:lnTo>
                  <a:pt x="60198" y="46386"/>
                </a:lnTo>
                <a:lnTo>
                  <a:pt x="60198" y="45624"/>
                </a:lnTo>
                <a:lnTo>
                  <a:pt x="64008" y="41814"/>
                </a:lnTo>
                <a:lnTo>
                  <a:pt x="64008" y="41052"/>
                </a:lnTo>
                <a:lnTo>
                  <a:pt x="66294" y="36480"/>
                </a:lnTo>
                <a:lnTo>
                  <a:pt x="67056" y="35718"/>
                </a:lnTo>
                <a:lnTo>
                  <a:pt x="67056" y="34956"/>
                </a:lnTo>
                <a:lnTo>
                  <a:pt x="68580" y="30384"/>
                </a:lnTo>
                <a:close/>
              </a:path>
              <a:path w="68579" h="59054">
                <a:moveTo>
                  <a:pt x="30480" y="58578"/>
                </a:moveTo>
                <a:lnTo>
                  <a:pt x="30480" y="49434"/>
                </a:lnTo>
                <a:lnTo>
                  <a:pt x="29718" y="49434"/>
                </a:lnTo>
                <a:lnTo>
                  <a:pt x="25146" y="48672"/>
                </a:lnTo>
                <a:lnTo>
                  <a:pt x="20574" y="47910"/>
                </a:lnTo>
                <a:lnTo>
                  <a:pt x="20574" y="57381"/>
                </a:lnTo>
                <a:lnTo>
                  <a:pt x="23622" y="57816"/>
                </a:lnTo>
                <a:lnTo>
                  <a:pt x="24384" y="58578"/>
                </a:lnTo>
                <a:lnTo>
                  <a:pt x="30480" y="58578"/>
                </a:lnTo>
                <a:close/>
              </a:path>
              <a:path w="68579" h="59054">
                <a:moveTo>
                  <a:pt x="23622" y="13620"/>
                </a:moveTo>
                <a:lnTo>
                  <a:pt x="22860" y="13620"/>
                </a:lnTo>
                <a:lnTo>
                  <a:pt x="22860" y="14128"/>
                </a:lnTo>
                <a:lnTo>
                  <a:pt x="23622" y="13620"/>
                </a:lnTo>
                <a:close/>
              </a:path>
              <a:path w="68579" h="59054">
                <a:moveTo>
                  <a:pt x="25908" y="48672"/>
                </a:moveTo>
                <a:lnTo>
                  <a:pt x="25146" y="48563"/>
                </a:lnTo>
                <a:lnTo>
                  <a:pt x="25908" y="48672"/>
                </a:lnTo>
                <a:close/>
              </a:path>
              <a:path w="68579" h="59054">
                <a:moveTo>
                  <a:pt x="28956" y="11334"/>
                </a:moveTo>
                <a:lnTo>
                  <a:pt x="28194" y="11334"/>
                </a:lnTo>
                <a:lnTo>
                  <a:pt x="28194" y="11620"/>
                </a:lnTo>
                <a:lnTo>
                  <a:pt x="28956" y="11334"/>
                </a:lnTo>
                <a:close/>
              </a:path>
              <a:path w="68579" h="59054">
                <a:moveTo>
                  <a:pt x="30124" y="49383"/>
                </a:moveTo>
                <a:lnTo>
                  <a:pt x="29718" y="49325"/>
                </a:lnTo>
                <a:lnTo>
                  <a:pt x="30124" y="49383"/>
                </a:lnTo>
                <a:close/>
              </a:path>
              <a:path w="68579" h="59054">
                <a:moveTo>
                  <a:pt x="35814" y="58578"/>
                </a:moveTo>
                <a:lnTo>
                  <a:pt x="35814" y="48672"/>
                </a:lnTo>
                <a:lnTo>
                  <a:pt x="30124" y="49383"/>
                </a:lnTo>
                <a:lnTo>
                  <a:pt x="30480" y="49434"/>
                </a:lnTo>
                <a:lnTo>
                  <a:pt x="30480" y="58578"/>
                </a:lnTo>
                <a:lnTo>
                  <a:pt x="35814" y="58578"/>
                </a:lnTo>
                <a:close/>
              </a:path>
              <a:path w="68579" h="59054">
                <a:moveTo>
                  <a:pt x="33528" y="9810"/>
                </a:moveTo>
                <a:lnTo>
                  <a:pt x="32766" y="9810"/>
                </a:lnTo>
                <a:lnTo>
                  <a:pt x="32766" y="10028"/>
                </a:lnTo>
                <a:lnTo>
                  <a:pt x="33528" y="9810"/>
                </a:lnTo>
                <a:close/>
              </a:path>
              <a:path w="68579" h="59054">
                <a:moveTo>
                  <a:pt x="41148" y="47148"/>
                </a:moveTo>
                <a:lnTo>
                  <a:pt x="35052" y="48672"/>
                </a:lnTo>
                <a:lnTo>
                  <a:pt x="35814" y="48672"/>
                </a:lnTo>
                <a:lnTo>
                  <a:pt x="35814" y="58578"/>
                </a:lnTo>
                <a:lnTo>
                  <a:pt x="36576" y="58578"/>
                </a:lnTo>
                <a:lnTo>
                  <a:pt x="36576" y="57816"/>
                </a:lnTo>
                <a:lnTo>
                  <a:pt x="37338" y="57816"/>
                </a:lnTo>
                <a:lnTo>
                  <a:pt x="40386" y="57054"/>
                </a:lnTo>
                <a:lnTo>
                  <a:pt x="40386" y="47910"/>
                </a:lnTo>
                <a:lnTo>
                  <a:pt x="41148" y="47148"/>
                </a:lnTo>
                <a:close/>
              </a:path>
              <a:path w="68579" h="59054">
                <a:moveTo>
                  <a:pt x="45720" y="44862"/>
                </a:moveTo>
                <a:lnTo>
                  <a:pt x="40386" y="47910"/>
                </a:lnTo>
                <a:lnTo>
                  <a:pt x="40386" y="57054"/>
                </a:lnTo>
                <a:lnTo>
                  <a:pt x="43434" y="56292"/>
                </a:lnTo>
                <a:lnTo>
                  <a:pt x="44196" y="56292"/>
                </a:lnTo>
                <a:lnTo>
                  <a:pt x="44958" y="55966"/>
                </a:lnTo>
                <a:lnTo>
                  <a:pt x="44958" y="45624"/>
                </a:lnTo>
                <a:lnTo>
                  <a:pt x="45720" y="44862"/>
                </a:lnTo>
                <a:close/>
              </a:path>
              <a:path w="68579" h="59054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59054">
                <a:moveTo>
                  <a:pt x="50292" y="54006"/>
                </a:moveTo>
                <a:lnTo>
                  <a:pt x="50292" y="42576"/>
                </a:lnTo>
                <a:lnTo>
                  <a:pt x="44958" y="45624"/>
                </a:lnTo>
                <a:lnTo>
                  <a:pt x="44958" y="55966"/>
                </a:lnTo>
                <a:lnTo>
                  <a:pt x="49530" y="54006"/>
                </a:lnTo>
                <a:lnTo>
                  <a:pt x="50292" y="54006"/>
                </a:lnTo>
                <a:close/>
              </a:path>
              <a:path w="68579" h="59054">
                <a:moveTo>
                  <a:pt x="48006" y="11588"/>
                </a:moveTo>
                <a:lnTo>
                  <a:pt x="48006" y="11334"/>
                </a:lnTo>
                <a:lnTo>
                  <a:pt x="47244" y="11334"/>
                </a:lnTo>
                <a:lnTo>
                  <a:pt x="48006" y="11588"/>
                </a:lnTo>
                <a:close/>
              </a:path>
              <a:path w="68579" h="59054">
                <a:moveTo>
                  <a:pt x="53340" y="51212"/>
                </a:moveTo>
                <a:lnTo>
                  <a:pt x="53340" y="39528"/>
                </a:lnTo>
                <a:lnTo>
                  <a:pt x="49530" y="42576"/>
                </a:lnTo>
                <a:lnTo>
                  <a:pt x="50292" y="42576"/>
                </a:lnTo>
                <a:lnTo>
                  <a:pt x="50292" y="53244"/>
                </a:lnTo>
                <a:lnTo>
                  <a:pt x="53340" y="51212"/>
                </a:lnTo>
                <a:close/>
              </a:path>
              <a:path w="68579" h="59054">
                <a:moveTo>
                  <a:pt x="51816" y="13468"/>
                </a:moveTo>
                <a:lnTo>
                  <a:pt x="51816" y="12858"/>
                </a:lnTo>
                <a:lnTo>
                  <a:pt x="51054" y="12858"/>
                </a:lnTo>
                <a:lnTo>
                  <a:pt x="51816" y="13468"/>
                </a:lnTo>
                <a:close/>
              </a:path>
              <a:path w="68579" h="59054">
                <a:moveTo>
                  <a:pt x="56388" y="49561"/>
                </a:moveTo>
                <a:lnTo>
                  <a:pt x="56388" y="35718"/>
                </a:lnTo>
                <a:lnTo>
                  <a:pt x="52578" y="39528"/>
                </a:lnTo>
                <a:lnTo>
                  <a:pt x="53340" y="39528"/>
                </a:lnTo>
                <a:lnTo>
                  <a:pt x="53340" y="51212"/>
                </a:lnTo>
                <a:lnTo>
                  <a:pt x="54864" y="50196"/>
                </a:lnTo>
                <a:lnTo>
                  <a:pt x="55626" y="50196"/>
                </a:lnTo>
                <a:lnTo>
                  <a:pt x="56388" y="49561"/>
                </a:lnTo>
                <a:close/>
              </a:path>
              <a:path w="68579" h="59054">
                <a:moveTo>
                  <a:pt x="54864" y="15906"/>
                </a:moveTo>
                <a:lnTo>
                  <a:pt x="54102" y="15144"/>
                </a:lnTo>
                <a:lnTo>
                  <a:pt x="54102" y="15297"/>
                </a:lnTo>
                <a:lnTo>
                  <a:pt x="54864" y="15906"/>
                </a:lnTo>
                <a:close/>
              </a:path>
              <a:path w="68579" h="59054">
                <a:moveTo>
                  <a:pt x="59436" y="47021"/>
                </a:moveTo>
                <a:lnTo>
                  <a:pt x="59436" y="25050"/>
                </a:lnTo>
                <a:lnTo>
                  <a:pt x="59340" y="24860"/>
                </a:lnTo>
                <a:lnTo>
                  <a:pt x="58674" y="28860"/>
                </a:lnTo>
                <a:lnTo>
                  <a:pt x="58674" y="28098"/>
                </a:lnTo>
                <a:lnTo>
                  <a:pt x="57912" y="32670"/>
                </a:lnTo>
                <a:lnTo>
                  <a:pt x="57912" y="31908"/>
                </a:lnTo>
                <a:lnTo>
                  <a:pt x="55626" y="36480"/>
                </a:lnTo>
                <a:lnTo>
                  <a:pt x="56388" y="35718"/>
                </a:lnTo>
                <a:lnTo>
                  <a:pt x="56388" y="49561"/>
                </a:lnTo>
                <a:lnTo>
                  <a:pt x="59436" y="47021"/>
                </a:lnTo>
                <a:close/>
              </a:path>
              <a:path w="68579" h="59054">
                <a:moveTo>
                  <a:pt x="57150" y="18573"/>
                </a:moveTo>
                <a:lnTo>
                  <a:pt x="57150" y="18192"/>
                </a:lnTo>
                <a:lnTo>
                  <a:pt x="56388" y="17430"/>
                </a:lnTo>
                <a:lnTo>
                  <a:pt x="57150" y="18573"/>
                </a:lnTo>
                <a:close/>
              </a:path>
              <a:path w="68579" h="59054">
                <a:moveTo>
                  <a:pt x="59436" y="25050"/>
                </a:moveTo>
                <a:lnTo>
                  <a:pt x="59436" y="24288"/>
                </a:lnTo>
                <a:lnTo>
                  <a:pt x="59340" y="24860"/>
                </a:lnTo>
                <a:lnTo>
                  <a:pt x="59436" y="25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5" name="object 33">
            <a:extLst>
              <a:ext uri="{FF2B5EF4-FFF2-40B4-BE49-F238E27FC236}">
                <a16:creationId xmlns:a16="http://schemas.microsoft.com/office/drawing/2014/main" id="{56624F35-AEE5-47D5-AE33-CA14FDC50966}"/>
              </a:ext>
            </a:extLst>
          </p:cNvPr>
          <p:cNvSpPr/>
          <p:nvPr/>
        </p:nvSpPr>
        <p:spPr>
          <a:xfrm>
            <a:off x="5029371" y="3973718"/>
            <a:ext cx="69476" cy="58271"/>
          </a:xfrm>
          <a:custGeom>
            <a:avLst/>
            <a:gdLst/>
            <a:ahLst/>
            <a:cxnLst/>
            <a:rect l="l" t="t" r="r" b="b"/>
            <a:pathLst>
              <a:path w="59054" h="49529">
                <a:moveTo>
                  <a:pt x="58531" y="24610"/>
                </a:moveTo>
                <a:lnTo>
                  <a:pt x="57673" y="14894"/>
                </a:lnTo>
                <a:lnTo>
                  <a:pt x="52613" y="6977"/>
                </a:lnTo>
                <a:lnTo>
                  <a:pt x="44053" y="1845"/>
                </a:lnTo>
                <a:lnTo>
                  <a:pt x="33349" y="0"/>
                </a:lnTo>
                <a:lnTo>
                  <a:pt x="21859" y="1940"/>
                </a:lnTo>
                <a:lnTo>
                  <a:pt x="11239" y="7477"/>
                </a:lnTo>
                <a:lnTo>
                  <a:pt x="3762" y="15370"/>
                </a:lnTo>
                <a:lnTo>
                  <a:pt x="0" y="24550"/>
                </a:lnTo>
                <a:lnTo>
                  <a:pt x="523" y="33944"/>
                </a:lnTo>
                <a:lnTo>
                  <a:pt x="5917" y="42183"/>
                </a:lnTo>
                <a:lnTo>
                  <a:pt x="14525" y="47279"/>
                </a:lnTo>
                <a:lnTo>
                  <a:pt x="25276" y="48946"/>
                </a:lnTo>
                <a:lnTo>
                  <a:pt x="37099" y="46898"/>
                </a:lnTo>
                <a:lnTo>
                  <a:pt x="47386" y="41469"/>
                </a:lnTo>
                <a:lnTo>
                  <a:pt x="54816" y="33754"/>
                </a:lnTo>
                <a:lnTo>
                  <a:pt x="58531" y="24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7" name="object 34">
            <a:extLst>
              <a:ext uri="{FF2B5EF4-FFF2-40B4-BE49-F238E27FC236}">
                <a16:creationId xmlns:a16="http://schemas.microsoft.com/office/drawing/2014/main" id="{7284E603-3C7F-4BAD-B3D5-4700E38C48B9}"/>
              </a:ext>
            </a:extLst>
          </p:cNvPr>
          <p:cNvSpPr/>
          <p:nvPr/>
        </p:nvSpPr>
        <p:spPr>
          <a:xfrm>
            <a:off x="5023711" y="3968061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68580" y="25037"/>
                </a:moveTo>
                <a:lnTo>
                  <a:pt x="68580" y="24275"/>
                </a:lnTo>
                <a:lnTo>
                  <a:pt x="67056" y="18179"/>
                </a:lnTo>
                <a:lnTo>
                  <a:pt x="65532" y="15131"/>
                </a:lnTo>
                <a:lnTo>
                  <a:pt x="64770" y="12845"/>
                </a:lnTo>
                <a:lnTo>
                  <a:pt x="64008" y="12845"/>
                </a:lnTo>
                <a:lnTo>
                  <a:pt x="64008" y="12083"/>
                </a:lnTo>
                <a:lnTo>
                  <a:pt x="60960" y="9035"/>
                </a:lnTo>
                <a:lnTo>
                  <a:pt x="60960" y="8273"/>
                </a:lnTo>
                <a:lnTo>
                  <a:pt x="60198" y="8273"/>
                </a:lnTo>
                <a:lnTo>
                  <a:pt x="56388" y="5225"/>
                </a:lnTo>
                <a:lnTo>
                  <a:pt x="55626" y="4463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5225"/>
                </a:lnTo>
                <a:lnTo>
                  <a:pt x="18288" y="5225"/>
                </a:lnTo>
                <a:lnTo>
                  <a:pt x="12954" y="8273"/>
                </a:lnTo>
                <a:lnTo>
                  <a:pt x="12954" y="9035"/>
                </a:lnTo>
                <a:lnTo>
                  <a:pt x="8382" y="12845"/>
                </a:lnTo>
                <a:lnTo>
                  <a:pt x="7620" y="12845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3513"/>
                </a:lnTo>
                <a:lnTo>
                  <a:pt x="0" y="28085"/>
                </a:lnTo>
                <a:lnTo>
                  <a:pt x="9144" y="52164"/>
                </a:lnTo>
                <a:lnTo>
                  <a:pt x="9144" y="31133"/>
                </a:lnTo>
                <a:lnTo>
                  <a:pt x="9906" y="28466"/>
                </a:lnTo>
                <a:lnTo>
                  <a:pt x="9906" y="27323"/>
                </a:lnTo>
                <a:lnTo>
                  <a:pt x="10668" y="25799"/>
                </a:lnTo>
                <a:lnTo>
                  <a:pt x="10668" y="26180"/>
                </a:lnTo>
                <a:lnTo>
                  <a:pt x="12192" y="23894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lnTo>
                  <a:pt x="19050" y="16219"/>
                </a:lnTo>
                <a:lnTo>
                  <a:pt x="22860" y="14042"/>
                </a:lnTo>
                <a:lnTo>
                  <a:pt x="22860" y="13607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051"/>
                </a:lnTo>
                <a:lnTo>
                  <a:pt x="47244" y="11321"/>
                </a:lnTo>
                <a:lnTo>
                  <a:pt x="47244" y="11575"/>
                </a:lnTo>
                <a:lnTo>
                  <a:pt x="51054" y="12845"/>
                </a:lnTo>
                <a:lnTo>
                  <a:pt x="51054" y="13454"/>
                </a:lnTo>
                <a:lnTo>
                  <a:pt x="53340" y="15283"/>
                </a:lnTo>
                <a:lnTo>
                  <a:pt x="53340" y="15131"/>
                </a:lnTo>
                <a:lnTo>
                  <a:pt x="57150" y="18179"/>
                </a:lnTo>
                <a:lnTo>
                  <a:pt x="57150" y="19703"/>
                </a:lnTo>
                <a:lnTo>
                  <a:pt x="57912" y="21227"/>
                </a:lnTo>
                <a:lnTo>
                  <a:pt x="58674" y="23513"/>
                </a:lnTo>
                <a:lnTo>
                  <a:pt x="58674" y="47135"/>
                </a:lnTo>
                <a:lnTo>
                  <a:pt x="60198" y="45611"/>
                </a:lnTo>
                <a:lnTo>
                  <a:pt x="63246" y="41801"/>
                </a:lnTo>
                <a:lnTo>
                  <a:pt x="63246" y="41039"/>
                </a:lnTo>
                <a:lnTo>
                  <a:pt x="64008" y="41039"/>
                </a:lnTo>
                <a:lnTo>
                  <a:pt x="66294" y="36467"/>
                </a:lnTo>
                <a:lnTo>
                  <a:pt x="66294" y="35705"/>
                </a:lnTo>
                <a:lnTo>
                  <a:pt x="67818" y="30371"/>
                </a:lnTo>
                <a:lnTo>
                  <a:pt x="67818" y="29609"/>
                </a:lnTo>
                <a:lnTo>
                  <a:pt x="68580" y="25037"/>
                </a:lnTo>
                <a:close/>
              </a:path>
              <a:path w="68579" h="59054">
                <a:moveTo>
                  <a:pt x="17526" y="56279"/>
                </a:moveTo>
                <a:lnTo>
                  <a:pt x="17526" y="46373"/>
                </a:lnTo>
                <a:lnTo>
                  <a:pt x="13716" y="43325"/>
                </a:lnTo>
                <a:lnTo>
                  <a:pt x="13716" y="44087"/>
                </a:lnTo>
                <a:lnTo>
                  <a:pt x="12192" y="41801"/>
                </a:lnTo>
                <a:lnTo>
                  <a:pt x="9144" y="35705"/>
                </a:lnTo>
                <a:lnTo>
                  <a:pt x="9144" y="52164"/>
                </a:lnTo>
                <a:lnTo>
                  <a:pt x="11430" y="53993"/>
                </a:lnTo>
                <a:lnTo>
                  <a:pt x="12192" y="53993"/>
                </a:lnTo>
                <a:lnTo>
                  <a:pt x="12192" y="54755"/>
                </a:lnTo>
                <a:lnTo>
                  <a:pt x="17526" y="56279"/>
                </a:lnTo>
                <a:close/>
              </a:path>
              <a:path w="68579" h="59054">
                <a:moveTo>
                  <a:pt x="10668" y="25799"/>
                </a:moveTo>
                <a:lnTo>
                  <a:pt x="9906" y="27323"/>
                </a:lnTo>
                <a:lnTo>
                  <a:pt x="10477" y="26465"/>
                </a:lnTo>
                <a:lnTo>
                  <a:pt x="10668" y="25799"/>
                </a:lnTo>
                <a:close/>
              </a:path>
              <a:path w="68579" h="59054">
                <a:moveTo>
                  <a:pt x="10477" y="26465"/>
                </a:moveTo>
                <a:lnTo>
                  <a:pt x="9906" y="27323"/>
                </a:lnTo>
                <a:lnTo>
                  <a:pt x="9906" y="28466"/>
                </a:lnTo>
                <a:lnTo>
                  <a:pt x="10477" y="26465"/>
                </a:lnTo>
                <a:close/>
              </a:path>
              <a:path w="68579" h="59054">
                <a:moveTo>
                  <a:pt x="10668" y="26180"/>
                </a:moveTo>
                <a:lnTo>
                  <a:pt x="10668" y="25799"/>
                </a:lnTo>
                <a:lnTo>
                  <a:pt x="10477" y="26465"/>
                </a:lnTo>
                <a:lnTo>
                  <a:pt x="10668" y="26180"/>
                </a:lnTo>
                <a:close/>
              </a:path>
              <a:path w="68579" h="59054">
                <a:moveTo>
                  <a:pt x="12954" y="22751"/>
                </a:moveTo>
                <a:lnTo>
                  <a:pt x="12192" y="23513"/>
                </a:lnTo>
                <a:lnTo>
                  <a:pt x="12192" y="23894"/>
                </a:lnTo>
                <a:lnTo>
                  <a:pt x="12954" y="22751"/>
                </a:lnTo>
                <a:close/>
              </a:path>
              <a:path w="68579" h="59054">
                <a:moveTo>
                  <a:pt x="21336" y="47897"/>
                </a:moveTo>
                <a:lnTo>
                  <a:pt x="16764" y="45611"/>
                </a:lnTo>
                <a:lnTo>
                  <a:pt x="17526" y="46373"/>
                </a:lnTo>
                <a:lnTo>
                  <a:pt x="17526" y="57041"/>
                </a:lnTo>
                <a:lnTo>
                  <a:pt x="18288" y="57041"/>
                </a:lnTo>
                <a:lnTo>
                  <a:pt x="20574" y="57422"/>
                </a:lnTo>
                <a:lnTo>
                  <a:pt x="20574" y="47897"/>
                </a:lnTo>
                <a:lnTo>
                  <a:pt x="21336" y="47897"/>
                </a:lnTo>
                <a:close/>
              </a:path>
              <a:path w="68579" h="59054">
                <a:moveTo>
                  <a:pt x="19050" y="16219"/>
                </a:moveTo>
                <a:lnTo>
                  <a:pt x="19050" y="15893"/>
                </a:lnTo>
                <a:lnTo>
                  <a:pt x="18288" y="16655"/>
                </a:lnTo>
                <a:lnTo>
                  <a:pt x="19050" y="16219"/>
                </a:lnTo>
                <a:close/>
              </a:path>
              <a:path w="68579" h="59054">
                <a:moveTo>
                  <a:pt x="25146" y="48659"/>
                </a:moveTo>
                <a:lnTo>
                  <a:pt x="20574" y="47897"/>
                </a:lnTo>
                <a:lnTo>
                  <a:pt x="20574" y="57422"/>
                </a:lnTo>
                <a:lnTo>
                  <a:pt x="22860" y="57803"/>
                </a:lnTo>
                <a:lnTo>
                  <a:pt x="23622" y="58565"/>
                </a:lnTo>
                <a:lnTo>
                  <a:pt x="24384" y="58565"/>
                </a:lnTo>
                <a:lnTo>
                  <a:pt x="24384" y="48659"/>
                </a:lnTo>
                <a:lnTo>
                  <a:pt x="25146" y="48659"/>
                </a:lnTo>
                <a:close/>
              </a:path>
              <a:path w="68579" h="59054">
                <a:moveTo>
                  <a:pt x="23622" y="13607"/>
                </a:moveTo>
                <a:lnTo>
                  <a:pt x="22860" y="13607"/>
                </a:lnTo>
                <a:lnTo>
                  <a:pt x="22860" y="14042"/>
                </a:lnTo>
                <a:lnTo>
                  <a:pt x="23622" y="13607"/>
                </a:lnTo>
                <a:close/>
              </a:path>
              <a:path w="68579" h="59054">
                <a:moveTo>
                  <a:pt x="30480" y="58565"/>
                </a:moveTo>
                <a:lnTo>
                  <a:pt x="30480" y="49421"/>
                </a:lnTo>
                <a:lnTo>
                  <a:pt x="29718" y="49421"/>
                </a:lnTo>
                <a:lnTo>
                  <a:pt x="24384" y="48659"/>
                </a:lnTo>
                <a:lnTo>
                  <a:pt x="24384" y="58565"/>
                </a:lnTo>
                <a:lnTo>
                  <a:pt x="30480" y="58565"/>
                </a:lnTo>
                <a:close/>
              </a:path>
              <a:path w="68579" h="59054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59054">
                <a:moveTo>
                  <a:pt x="30073" y="49370"/>
                </a:moveTo>
                <a:lnTo>
                  <a:pt x="29718" y="49325"/>
                </a:lnTo>
                <a:lnTo>
                  <a:pt x="30073" y="49370"/>
                </a:lnTo>
                <a:close/>
              </a:path>
              <a:path w="68579" h="59054">
                <a:moveTo>
                  <a:pt x="35052" y="58565"/>
                </a:moveTo>
                <a:lnTo>
                  <a:pt x="35052" y="48659"/>
                </a:lnTo>
                <a:lnTo>
                  <a:pt x="30073" y="49370"/>
                </a:lnTo>
                <a:lnTo>
                  <a:pt x="30480" y="49421"/>
                </a:lnTo>
                <a:lnTo>
                  <a:pt x="30480" y="58565"/>
                </a:lnTo>
                <a:lnTo>
                  <a:pt x="35052" y="58565"/>
                </a:lnTo>
                <a:close/>
              </a:path>
              <a:path w="68579" h="59054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59054">
                <a:moveTo>
                  <a:pt x="40386" y="47135"/>
                </a:moveTo>
                <a:lnTo>
                  <a:pt x="34290" y="48659"/>
                </a:lnTo>
                <a:lnTo>
                  <a:pt x="35052" y="48659"/>
                </a:lnTo>
                <a:lnTo>
                  <a:pt x="35052" y="58565"/>
                </a:lnTo>
                <a:lnTo>
                  <a:pt x="36576" y="58565"/>
                </a:lnTo>
                <a:lnTo>
                  <a:pt x="36576" y="57803"/>
                </a:lnTo>
                <a:lnTo>
                  <a:pt x="39624" y="57041"/>
                </a:lnTo>
                <a:lnTo>
                  <a:pt x="39624" y="47897"/>
                </a:lnTo>
                <a:lnTo>
                  <a:pt x="40386" y="47135"/>
                </a:lnTo>
                <a:close/>
              </a:path>
              <a:path w="68579" h="59054">
                <a:moveTo>
                  <a:pt x="45720" y="55299"/>
                </a:moveTo>
                <a:lnTo>
                  <a:pt x="45720" y="45611"/>
                </a:lnTo>
                <a:lnTo>
                  <a:pt x="39624" y="47897"/>
                </a:lnTo>
                <a:lnTo>
                  <a:pt x="39624" y="57041"/>
                </a:lnTo>
                <a:lnTo>
                  <a:pt x="42672" y="56279"/>
                </a:lnTo>
                <a:lnTo>
                  <a:pt x="43434" y="56279"/>
                </a:lnTo>
                <a:lnTo>
                  <a:pt x="45720" y="55299"/>
                </a:lnTo>
                <a:close/>
              </a:path>
              <a:path w="68579" h="59054">
                <a:moveTo>
                  <a:pt x="43434" y="10051"/>
                </a:moveTo>
                <a:lnTo>
                  <a:pt x="43434" y="9797"/>
                </a:lnTo>
                <a:lnTo>
                  <a:pt x="42672" y="9797"/>
                </a:lnTo>
                <a:lnTo>
                  <a:pt x="43434" y="10051"/>
                </a:lnTo>
                <a:close/>
              </a:path>
              <a:path w="68579" h="59054">
                <a:moveTo>
                  <a:pt x="49530" y="42563"/>
                </a:moveTo>
                <a:lnTo>
                  <a:pt x="44958" y="45611"/>
                </a:lnTo>
                <a:lnTo>
                  <a:pt x="45720" y="45611"/>
                </a:lnTo>
                <a:lnTo>
                  <a:pt x="45720" y="55299"/>
                </a:lnTo>
                <a:lnTo>
                  <a:pt x="48768" y="53993"/>
                </a:lnTo>
                <a:lnTo>
                  <a:pt x="48768" y="43325"/>
                </a:lnTo>
                <a:lnTo>
                  <a:pt x="49530" y="42563"/>
                </a:lnTo>
                <a:close/>
              </a:path>
              <a:path w="68579" h="59054">
                <a:moveTo>
                  <a:pt x="47244" y="11575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575"/>
                </a:lnTo>
                <a:close/>
              </a:path>
              <a:path w="68579" h="59054">
                <a:moveTo>
                  <a:pt x="53340" y="51271"/>
                </a:moveTo>
                <a:lnTo>
                  <a:pt x="53340" y="39515"/>
                </a:lnTo>
                <a:lnTo>
                  <a:pt x="48768" y="43325"/>
                </a:lnTo>
                <a:lnTo>
                  <a:pt x="48768" y="53993"/>
                </a:lnTo>
                <a:lnTo>
                  <a:pt x="49530" y="53993"/>
                </a:lnTo>
                <a:lnTo>
                  <a:pt x="53340" y="51271"/>
                </a:lnTo>
                <a:close/>
              </a:path>
              <a:path w="68579" h="59054">
                <a:moveTo>
                  <a:pt x="51054" y="13454"/>
                </a:moveTo>
                <a:lnTo>
                  <a:pt x="51054" y="12845"/>
                </a:lnTo>
                <a:lnTo>
                  <a:pt x="50292" y="12845"/>
                </a:lnTo>
                <a:lnTo>
                  <a:pt x="51054" y="13454"/>
                </a:lnTo>
                <a:close/>
              </a:path>
              <a:path w="68579" h="59054">
                <a:moveTo>
                  <a:pt x="57912" y="47897"/>
                </a:moveTo>
                <a:lnTo>
                  <a:pt x="57912" y="31895"/>
                </a:lnTo>
                <a:lnTo>
                  <a:pt x="55626" y="36467"/>
                </a:lnTo>
                <a:lnTo>
                  <a:pt x="55626" y="35705"/>
                </a:lnTo>
                <a:lnTo>
                  <a:pt x="52578" y="39515"/>
                </a:lnTo>
                <a:lnTo>
                  <a:pt x="53340" y="39515"/>
                </a:lnTo>
                <a:lnTo>
                  <a:pt x="53340" y="51271"/>
                </a:lnTo>
                <a:lnTo>
                  <a:pt x="54864" y="50183"/>
                </a:lnTo>
                <a:lnTo>
                  <a:pt x="55626" y="50183"/>
                </a:lnTo>
                <a:lnTo>
                  <a:pt x="57912" y="47897"/>
                </a:lnTo>
                <a:close/>
              </a:path>
              <a:path w="68579" h="59054">
                <a:moveTo>
                  <a:pt x="54102" y="15893"/>
                </a:moveTo>
                <a:lnTo>
                  <a:pt x="53340" y="15131"/>
                </a:lnTo>
                <a:lnTo>
                  <a:pt x="53340" y="15283"/>
                </a:lnTo>
                <a:lnTo>
                  <a:pt x="54102" y="15893"/>
                </a:lnTo>
                <a:close/>
              </a:path>
              <a:path w="68579" h="59054">
                <a:moveTo>
                  <a:pt x="57150" y="19703"/>
                </a:moveTo>
                <a:lnTo>
                  <a:pt x="57150" y="18179"/>
                </a:lnTo>
                <a:lnTo>
                  <a:pt x="56388" y="18179"/>
                </a:lnTo>
                <a:lnTo>
                  <a:pt x="57150" y="19703"/>
                </a:lnTo>
                <a:close/>
              </a:path>
              <a:path w="68579" h="59054">
                <a:moveTo>
                  <a:pt x="58674" y="47135"/>
                </a:moveTo>
                <a:lnTo>
                  <a:pt x="58674" y="28085"/>
                </a:lnTo>
                <a:lnTo>
                  <a:pt x="57150" y="32657"/>
                </a:lnTo>
                <a:lnTo>
                  <a:pt x="57912" y="31895"/>
                </a:lnTo>
                <a:lnTo>
                  <a:pt x="57912" y="47897"/>
                </a:lnTo>
                <a:lnTo>
                  <a:pt x="58674" y="47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9" name="object 35">
            <a:extLst>
              <a:ext uri="{FF2B5EF4-FFF2-40B4-BE49-F238E27FC236}">
                <a16:creationId xmlns:a16="http://schemas.microsoft.com/office/drawing/2014/main" id="{90DCDA56-9DC4-416F-B101-A3666187B20D}"/>
              </a:ext>
            </a:extLst>
          </p:cNvPr>
          <p:cNvSpPr/>
          <p:nvPr/>
        </p:nvSpPr>
        <p:spPr>
          <a:xfrm>
            <a:off x="5904045" y="3287512"/>
            <a:ext cx="74407" cy="672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1" name="object 36">
            <a:extLst>
              <a:ext uri="{FF2B5EF4-FFF2-40B4-BE49-F238E27FC236}">
                <a16:creationId xmlns:a16="http://schemas.microsoft.com/office/drawing/2014/main" id="{479696B2-A5BA-46C5-8897-C0D97484CEEA}"/>
              </a:ext>
            </a:extLst>
          </p:cNvPr>
          <p:cNvSpPr/>
          <p:nvPr/>
        </p:nvSpPr>
        <p:spPr>
          <a:xfrm>
            <a:off x="6221396" y="5857693"/>
            <a:ext cx="82475" cy="761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3" name="object 37">
            <a:extLst>
              <a:ext uri="{FF2B5EF4-FFF2-40B4-BE49-F238E27FC236}">
                <a16:creationId xmlns:a16="http://schemas.microsoft.com/office/drawing/2014/main" id="{4168B4A1-1C94-4D05-AA11-96F97A5FD342}"/>
              </a:ext>
            </a:extLst>
          </p:cNvPr>
          <p:cNvSpPr/>
          <p:nvPr/>
        </p:nvSpPr>
        <p:spPr>
          <a:xfrm>
            <a:off x="5015643" y="4515675"/>
            <a:ext cx="83087" cy="681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5" name="object 38">
            <a:extLst>
              <a:ext uri="{FF2B5EF4-FFF2-40B4-BE49-F238E27FC236}">
                <a16:creationId xmlns:a16="http://schemas.microsoft.com/office/drawing/2014/main" id="{685CB5F3-0D68-438D-995F-4E00E36A5181}"/>
              </a:ext>
            </a:extLst>
          </p:cNvPr>
          <p:cNvSpPr/>
          <p:nvPr/>
        </p:nvSpPr>
        <p:spPr>
          <a:xfrm>
            <a:off x="6464339" y="2506684"/>
            <a:ext cx="74407" cy="672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7" name="object 39">
            <a:extLst>
              <a:ext uri="{FF2B5EF4-FFF2-40B4-BE49-F238E27FC236}">
                <a16:creationId xmlns:a16="http://schemas.microsoft.com/office/drawing/2014/main" id="{6488D3FD-6A72-4FCF-A8E6-8681B8BD0DE4}"/>
              </a:ext>
            </a:extLst>
          </p:cNvPr>
          <p:cNvSpPr/>
          <p:nvPr/>
        </p:nvSpPr>
        <p:spPr>
          <a:xfrm>
            <a:off x="7598373" y="4563190"/>
            <a:ext cx="82280" cy="7978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9" name="object 40">
            <a:extLst>
              <a:ext uri="{FF2B5EF4-FFF2-40B4-BE49-F238E27FC236}">
                <a16:creationId xmlns:a16="http://schemas.microsoft.com/office/drawing/2014/main" id="{BE8235AC-6A1B-4EBD-813A-57C1AF4C9076}"/>
              </a:ext>
            </a:extLst>
          </p:cNvPr>
          <p:cNvSpPr/>
          <p:nvPr/>
        </p:nvSpPr>
        <p:spPr>
          <a:xfrm>
            <a:off x="6496613" y="4489678"/>
            <a:ext cx="74407" cy="681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1" name="object 41">
            <a:extLst>
              <a:ext uri="{FF2B5EF4-FFF2-40B4-BE49-F238E27FC236}">
                <a16:creationId xmlns:a16="http://schemas.microsoft.com/office/drawing/2014/main" id="{945A9569-4D19-4EEF-A7E3-2C3F701FDE28}"/>
              </a:ext>
            </a:extLst>
          </p:cNvPr>
          <p:cNvSpPr/>
          <p:nvPr/>
        </p:nvSpPr>
        <p:spPr>
          <a:xfrm>
            <a:off x="7965927" y="3649684"/>
            <a:ext cx="74407" cy="6723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3" name="object 42">
            <a:extLst>
              <a:ext uri="{FF2B5EF4-FFF2-40B4-BE49-F238E27FC236}">
                <a16:creationId xmlns:a16="http://schemas.microsoft.com/office/drawing/2014/main" id="{082CFA24-FA5D-485A-96EC-103AD4D06033}"/>
              </a:ext>
            </a:extLst>
          </p:cNvPr>
          <p:cNvSpPr/>
          <p:nvPr/>
        </p:nvSpPr>
        <p:spPr>
          <a:xfrm>
            <a:off x="4989645" y="2460068"/>
            <a:ext cx="70224" cy="56029"/>
          </a:xfrm>
          <a:custGeom>
            <a:avLst/>
            <a:gdLst/>
            <a:ahLst/>
            <a:cxnLst/>
            <a:rect l="l" t="t" r="r" b="b"/>
            <a:pathLst>
              <a:path w="59689" h="47625">
                <a:moveTo>
                  <a:pt x="59435" y="28194"/>
                </a:moveTo>
                <a:lnTo>
                  <a:pt x="58269" y="18645"/>
                </a:lnTo>
                <a:lnTo>
                  <a:pt x="52958" y="10096"/>
                </a:lnTo>
                <a:lnTo>
                  <a:pt x="44219" y="3548"/>
                </a:lnTo>
                <a:lnTo>
                  <a:pt x="32765" y="0"/>
                </a:lnTo>
                <a:lnTo>
                  <a:pt x="21109" y="202"/>
                </a:lnTo>
                <a:lnTo>
                  <a:pt x="10953" y="3905"/>
                </a:lnTo>
                <a:lnTo>
                  <a:pt x="3512" y="10608"/>
                </a:lnTo>
                <a:lnTo>
                  <a:pt x="0" y="19812"/>
                </a:lnTo>
                <a:lnTo>
                  <a:pt x="833" y="29241"/>
                </a:lnTo>
                <a:lnTo>
                  <a:pt x="6095" y="37528"/>
                </a:lnTo>
                <a:lnTo>
                  <a:pt x="14787" y="43815"/>
                </a:lnTo>
                <a:lnTo>
                  <a:pt x="25907" y="47244"/>
                </a:lnTo>
                <a:lnTo>
                  <a:pt x="37897" y="47053"/>
                </a:lnTo>
                <a:lnTo>
                  <a:pt x="48101" y="43434"/>
                </a:lnTo>
                <a:lnTo>
                  <a:pt x="55590" y="36957"/>
                </a:lnTo>
                <a:lnTo>
                  <a:pt x="59435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5" name="object 43">
            <a:extLst>
              <a:ext uri="{FF2B5EF4-FFF2-40B4-BE49-F238E27FC236}">
                <a16:creationId xmlns:a16="http://schemas.microsoft.com/office/drawing/2014/main" id="{8C8B0828-6F54-4B74-BECD-98F966FD2021}"/>
              </a:ext>
            </a:extLst>
          </p:cNvPr>
          <p:cNvSpPr/>
          <p:nvPr/>
        </p:nvSpPr>
        <p:spPr>
          <a:xfrm>
            <a:off x="4983369" y="2453795"/>
            <a:ext cx="82176" cy="68728"/>
          </a:xfrm>
          <a:custGeom>
            <a:avLst/>
            <a:gdLst/>
            <a:ahLst/>
            <a:cxnLst/>
            <a:rect l="l" t="t" r="r" b="b"/>
            <a:pathLst>
              <a:path w="69850" h="58419">
                <a:moveTo>
                  <a:pt x="4572" y="41148"/>
                </a:moveTo>
                <a:lnTo>
                  <a:pt x="4572" y="13716"/>
                </a:lnTo>
                <a:lnTo>
                  <a:pt x="2286" y="17526"/>
                </a:lnTo>
                <a:lnTo>
                  <a:pt x="2286" y="18288"/>
                </a:lnTo>
                <a:lnTo>
                  <a:pt x="1524" y="18288"/>
                </a:lnTo>
                <a:lnTo>
                  <a:pt x="0" y="24384"/>
                </a:lnTo>
                <a:lnTo>
                  <a:pt x="0" y="30480"/>
                </a:lnTo>
                <a:lnTo>
                  <a:pt x="1524" y="35052"/>
                </a:lnTo>
                <a:lnTo>
                  <a:pt x="1524" y="36576"/>
                </a:lnTo>
                <a:lnTo>
                  <a:pt x="3810" y="41148"/>
                </a:lnTo>
                <a:lnTo>
                  <a:pt x="4572" y="41148"/>
                </a:lnTo>
                <a:close/>
              </a:path>
              <a:path w="69850" h="58419">
                <a:moveTo>
                  <a:pt x="32004" y="10001"/>
                </a:moveTo>
                <a:lnTo>
                  <a:pt x="32004" y="762"/>
                </a:lnTo>
                <a:lnTo>
                  <a:pt x="25146" y="762"/>
                </a:lnTo>
                <a:lnTo>
                  <a:pt x="19812" y="2286"/>
                </a:lnTo>
                <a:lnTo>
                  <a:pt x="19050" y="3048"/>
                </a:lnTo>
                <a:lnTo>
                  <a:pt x="14478" y="5334"/>
                </a:lnTo>
                <a:lnTo>
                  <a:pt x="13716" y="5334"/>
                </a:lnTo>
                <a:lnTo>
                  <a:pt x="9144" y="8382"/>
                </a:lnTo>
                <a:lnTo>
                  <a:pt x="8382" y="9144"/>
                </a:lnTo>
                <a:lnTo>
                  <a:pt x="5334" y="12954"/>
                </a:lnTo>
                <a:lnTo>
                  <a:pt x="4572" y="12954"/>
                </a:lnTo>
                <a:lnTo>
                  <a:pt x="4572" y="41910"/>
                </a:lnTo>
                <a:lnTo>
                  <a:pt x="7620" y="45720"/>
                </a:lnTo>
                <a:lnTo>
                  <a:pt x="7620" y="46482"/>
                </a:lnTo>
                <a:lnTo>
                  <a:pt x="8382" y="46482"/>
                </a:lnTo>
                <a:lnTo>
                  <a:pt x="9906" y="47701"/>
                </a:lnTo>
                <a:lnTo>
                  <a:pt x="9906" y="23622"/>
                </a:lnTo>
                <a:lnTo>
                  <a:pt x="10668" y="21336"/>
                </a:lnTo>
                <a:lnTo>
                  <a:pt x="10668" y="22860"/>
                </a:lnTo>
                <a:lnTo>
                  <a:pt x="12192" y="19812"/>
                </a:lnTo>
                <a:lnTo>
                  <a:pt x="12192" y="19050"/>
                </a:lnTo>
                <a:lnTo>
                  <a:pt x="14478" y="16192"/>
                </a:lnTo>
                <a:lnTo>
                  <a:pt x="14478" y="16002"/>
                </a:lnTo>
                <a:lnTo>
                  <a:pt x="15240" y="15240"/>
                </a:lnTo>
                <a:lnTo>
                  <a:pt x="15240" y="15494"/>
                </a:lnTo>
                <a:lnTo>
                  <a:pt x="19050" y="12954"/>
                </a:lnTo>
                <a:lnTo>
                  <a:pt x="19050" y="13335"/>
                </a:lnTo>
                <a:lnTo>
                  <a:pt x="22098" y="11811"/>
                </a:lnTo>
                <a:lnTo>
                  <a:pt x="22098" y="11430"/>
                </a:lnTo>
                <a:lnTo>
                  <a:pt x="26670" y="10776"/>
                </a:lnTo>
                <a:lnTo>
                  <a:pt x="32004" y="10001"/>
                </a:lnTo>
                <a:close/>
              </a:path>
              <a:path w="69850" h="58419">
                <a:moveTo>
                  <a:pt x="12192" y="49530"/>
                </a:moveTo>
                <a:lnTo>
                  <a:pt x="12192" y="36576"/>
                </a:lnTo>
                <a:lnTo>
                  <a:pt x="10668" y="32004"/>
                </a:lnTo>
                <a:lnTo>
                  <a:pt x="10668" y="33528"/>
                </a:lnTo>
                <a:lnTo>
                  <a:pt x="9906" y="28194"/>
                </a:lnTo>
                <a:lnTo>
                  <a:pt x="9906" y="47701"/>
                </a:lnTo>
                <a:lnTo>
                  <a:pt x="12192" y="49530"/>
                </a:lnTo>
                <a:close/>
              </a:path>
              <a:path w="69850" h="58419">
                <a:moveTo>
                  <a:pt x="12954" y="18288"/>
                </a:moveTo>
                <a:lnTo>
                  <a:pt x="12192" y="19050"/>
                </a:lnTo>
                <a:lnTo>
                  <a:pt x="12192" y="19812"/>
                </a:lnTo>
                <a:lnTo>
                  <a:pt x="12954" y="18288"/>
                </a:lnTo>
                <a:close/>
              </a:path>
              <a:path w="69850" h="58419">
                <a:moveTo>
                  <a:pt x="15240" y="39624"/>
                </a:moveTo>
                <a:lnTo>
                  <a:pt x="12192" y="35814"/>
                </a:lnTo>
                <a:lnTo>
                  <a:pt x="12192" y="50292"/>
                </a:lnTo>
                <a:lnTo>
                  <a:pt x="12954" y="50292"/>
                </a:lnTo>
                <a:lnTo>
                  <a:pt x="14478" y="51308"/>
                </a:lnTo>
                <a:lnTo>
                  <a:pt x="14478" y="38862"/>
                </a:lnTo>
                <a:lnTo>
                  <a:pt x="15240" y="39624"/>
                </a:lnTo>
                <a:close/>
              </a:path>
              <a:path w="69850" h="58419">
                <a:moveTo>
                  <a:pt x="15240" y="15240"/>
                </a:moveTo>
                <a:lnTo>
                  <a:pt x="14478" y="16002"/>
                </a:lnTo>
                <a:lnTo>
                  <a:pt x="14804" y="15784"/>
                </a:lnTo>
                <a:lnTo>
                  <a:pt x="15240" y="15240"/>
                </a:lnTo>
                <a:close/>
              </a:path>
              <a:path w="69850" h="58419">
                <a:moveTo>
                  <a:pt x="14804" y="15784"/>
                </a:moveTo>
                <a:lnTo>
                  <a:pt x="14478" y="16002"/>
                </a:lnTo>
                <a:lnTo>
                  <a:pt x="14478" y="16192"/>
                </a:lnTo>
                <a:lnTo>
                  <a:pt x="14804" y="15784"/>
                </a:lnTo>
                <a:close/>
              </a:path>
              <a:path w="69850" h="58419">
                <a:moveTo>
                  <a:pt x="18288" y="53340"/>
                </a:moveTo>
                <a:lnTo>
                  <a:pt x="18288" y="42672"/>
                </a:lnTo>
                <a:lnTo>
                  <a:pt x="14478" y="38862"/>
                </a:lnTo>
                <a:lnTo>
                  <a:pt x="14478" y="51308"/>
                </a:lnTo>
                <a:lnTo>
                  <a:pt x="17526" y="53340"/>
                </a:lnTo>
                <a:lnTo>
                  <a:pt x="18288" y="53340"/>
                </a:lnTo>
                <a:close/>
              </a:path>
              <a:path w="69850" h="58419">
                <a:moveTo>
                  <a:pt x="15240" y="15494"/>
                </a:moveTo>
                <a:lnTo>
                  <a:pt x="15240" y="15240"/>
                </a:lnTo>
                <a:lnTo>
                  <a:pt x="14804" y="15784"/>
                </a:lnTo>
                <a:lnTo>
                  <a:pt x="15240" y="15494"/>
                </a:lnTo>
                <a:close/>
              </a:path>
              <a:path w="69850" h="58419">
                <a:moveTo>
                  <a:pt x="22860" y="44958"/>
                </a:moveTo>
                <a:lnTo>
                  <a:pt x="17526" y="41910"/>
                </a:lnTo>
                <a:lnTo>
                  <a:pt x="18288" y="42672"/>
                </a:lnTo>
                <a:lnTo>
                  <a:pt x="18288" y="53340"/>
                </a:lnTo>
                <a:lnTo>
                  <a:pt x="22098" y="54972"/>
                </a:lnTo>
                <a:lnTo>
                  <a:pt x="22098" y="44958"/>
                </a:lnTo>
                <a:lnTo>
                  <a:pt x="22860" y="44958"/>
                </a:lnTo>
                <a:close/>
              </a:path>
              <a:path w="69850" h="58419">
                <a:moveTo>
                  <a:pt x="19050" y="13335"/>
                </a:moveTo>
                <a:lnTo>
                  <a:pt x="19050" y="12954"/>
                </a:lnTo>
                <a:lnTo>
                  <a:pt x="18288" y="13716"/>
                </a:lnTo>
                <a:lnTo>
                  <a:pt x="19050" y="13335"/>
                </a:lnTo>
                <a:close/>
              </a:path>
              <a:path w="69850" h="58419">
                <a:moveTo>
                  <a:pt x="22860" y="11430"/>
                </a:moveTo>
                <a:lnTo>
                  <a:pt x="22098" y="11430"/>
                </a:lnTo>
                <a:lnTo>
                  <a:pt x="22098" y="11811"/>
                </a:lnTo>
                <a:lnTo>
                  <a:pt x="22860" y="11430"/>
                </a:lnTo>
                <a:close/>
              </a:path>
              <a:path w="69850" h="58419">
                <a:moveTo>
                  <a:pt x="27432" y="56388"/>
                </a:moveTo>
                <a:lnTo>
                  <a:pt x="27432" y="47244"/>
                </a:lnTo>
                <a:lnTo>
                  <a:pt x="22098" y="44958"/>
                </a:lnTo>
                <a:lnTo>
                  <a:pt x="22098" y="54972"/>
                </a:lnTo>
                <a:lnTo>
                  <a:pt x="23622" y="55626"/>
                </a:lnTo>
                <a:lnTo>
                  <a:pt x="24384" y="55626"/>
                </a:lnTo>
                <a:lnTo>
                  <a:pt x="27432" y="56388"/>
                </a:lnTo>
                <a:close/>
              </a:path>
              <a:path w="69850" h="58419">
                <a:moveTo>
                  <a:pt x="27432" y="10668"/>
                </a:moveTo>
                <a:lnTo>
                  <a:pt x="26670" y="10668"/>
                </a:lnTo>
                <a:lnTo>
                  <a:pt x="27432" y="10668"/>
                </a:lnTo>
                <a:close/>
              </a:path>
              <a:path w="69850" h="58419">
                <a:moveTo>
                  <a:pt x="32766" y="48006"/>
                </a:moveTo>
                <a:lnTo>
                  <a:pt x="26670" y="46482"/>
                </a:lnTo>
                <a:lnTo>
                  <a:pt x="27432" y="47244"/>
                </a:lnTo>
                <a:lnTo>
                  <a:pt x="27432" y="56388"/>
                </a:lnTo>
                <a:lnTo>
                  <a:pt x="30480" y="57150"/>
                </a:lnTo>
                <a:lnTo>
                  <a:pt x="32004" y="57245"/>
                </a:lnTo>
                <a:lnTo>
                  <a:pt x="32004" y="48006"/>
                </a:lnTo>
                <a:lnTo>
                  <a:pt x="32766" y="48006"/>
                </a:lnTo>
                <a:close/>
              </a:path>
              <a:path w="69850" h="58419">
                <a:moveTo>
                  <a:pt x="57912" y="22860"/>
                </a:moveTo>
                <a:lnTo>
                  <a:pt x="57150" y="21336"/>
                </a:lnTo>
                <a:lnTo>
                  <a:pt x="57150" y="7620"/>
                </a:lnTo>
                <a:lnTo>
                  <a:pt x="51816" y="5334"/>
                </a:lnTo>
                <a:lnTo>
                  <a:pt x="51816" y="4572"/>
                </a:lnTo>
                <a:lnTo>
                  <a:pt x="45720" y="2286"/>
                </a:lnTo>
                <a:lnTo>
                  <a:pt x="44958" y="2286"/>
                </a:lnTo>
                <a:lnTo>
                  <a:pt x="39624" y="762"/>
                </a:lnTo>
                <a:lnTo>
                  <a:pt x="32766" y="762"/>
                </a:lnTo>
                <a:lnTo>
                  <a:pt x="32004" y="0"/>
                </a:lnTo>
                <a:lnTo>
                  <a:pt x="32004" y="9906"/>
                </a:lnTo>
                <a:lnTo>
                  <a:pt x="37338" y="10572"/>
                </a:lnTo>
                <a:lnTo>
                  <a:pt x="37338" y="9906"/>
                </a:lnTo>
                <a:lnTo>
                  <a:pt x="43434" y="11430"/>
                </a:lnTo>
                <a:lnTo>
                  <a:pt x="43434" y="11756"/>
                </a:lnTo>
                <a:lnTo>
                  <a:pt x="47244" y="13389"/>
                </a:lnTo>
                <a:lnTo>
                  <a:pt x="47244" y="12954"/>
                </a:lnTo>
                <a:lnTo>
                  <a:pt x="51054" y="15494"/>
                </a:lnTo>
                <a:lnTo>
                  <a:pt x="51054" y="15240"/>
                </a:lnTo>
                <a:lnTo>
                  <a:pt x="54864" y="19050"/>
                </a:lnTo>
                <a:lnTo>
                  <a:pt x="54864" y="18287"/>
                </a:lnTo>
                <a:lnTo>
                  <a:pt x="57912" y="22860"/>
                </a:lnTo>
                <a:close/>
              </a:path>
              <a:path w="69850" h="58419">
                <a:moveTo>
                  <a:pt x="32385" y="9953"/>
                </a:moveTo>
                <a:lnTo>
                  <a:pt x="32004" y="9906"/>
                </a:lnTo>
                <a:lnTo>
                  <a:pt x="32385" y="9953"/>
                </a:lnTo>
                <a:close/>
              </a:path>
              <a:path w="69850" h="58419">
                <a:moveTo>
                  <a:pt x="42672" y="57258"/>
                </a:moveTo>
                <a:lnTo>
                  <a:pt x="42672" y="48006"/>
                </a:lnTo>
                <a:lnTo>
                  <a:pt x="32004" y="48006"/>
                </a:lnTo>
                <a:lnTo>
                  <a:pt x="32004" y="57245"/>
                </a:lnTo>
                <a:lnTo>
                  <a:pt x="37338" y="57912"/>
                </a:lnTo>
                <a:lnTo>
                  <a:pt x="38862" y="57803"/>
                </a:lnTo>
                <a:lnTo>
                  <a:pt x="42672" y="57258"/>
                </a:lnTo>
                <a:close/>
              </a:path>
              <a:path w="69850" h="58419">
                <a:moveTo>
                  <a:pt x="32766" y="10001"/>
                </a:moveTo>
                <a:lnTo>
                  <a:pt x="32385" y="9953"/>
                </a:lnTo>
                <a:lnTo>
                  <a:pt x="32766" y="10001"/>
                </a:lnTo>
                <a:close/>
              </a:path>
              <a:path w="69850" h="58419">
                <a:moveTo>
                  <a:pt x="38100" y="10668"/>
                </a:moveTo>
                <a:lnTo>
                  <a:pt x="37338" y="9906"/>
                </a:lnTo>
                <a:lnTo>
                  <a:pt x="37338" y="10572"/>
                </a:lnTo>
                <a:lnTo>
                  <a:pt x="38100" y="10668"/>
                </a:lnTo>
                <a:close/>
              </a:path>
              <a:path w="69850" h="58419">
                <a:moveTo>
                  <a:pt x="47244" y="56496"/>
                </a:moveTo>
                <a:lnTo>
                  <a:pt x="47244" y="46482"/>
                </a:lnTo>
                <a:lnTo>
                  <a:pt x="41910" y="48006"/>
                </a:lnTo>
                <a:lnTo>
                  <a:pt x="42672" y="48006"/>
                </a:lnTo>
                <a:lnTo>
                  <a:pt x="42672" y="57258"/>
                </a:lnTo>
                <a:lnTo>
                  <a:pt x="44958" y="57150"/>
                </a:lnTo>
                <a:lnTo>
                  <a:pt x="47244" y="56496"/>
                </a:lnTo>
                <a:close/>
              </a:path>
              <a:path w="69850" h="58419">
                <a:moveTo>
                  <a:pt x="43434" y="11756"/>
                </a:moveTo>
                <a:lnTo>
                  <a:pt x="43434" y="11430"/>
                </a:lnTo>
                <a:lnTo>
                  <a:pt x="42672" y="11430"/>
                </a:lnTo>
                <a:lnTo>
                  <a:pt x="43434" y="11756"/>
                </a:lnTo>
                <a:close/>
              </a:path>
              <a:path w="69850" h="58419">
                <a:moveTo>
                  <a:pt x="51816" y="44196"/>
                </a:moveTo>
                <a:lnTo>
                  <a:pt x="46482" y="46482"/>
                </a:lnTo>
                <a:lnTo>
                  <a:pt x="47244" y="46482"/>
                </a:lnTo>
                <a:lnTo>
                  <a:pt x="47244" y="56496"/>
                </a:lnTo>
                <a:lnTo>
                  <a:pt x="50292" y="55626"/>
                </a:lnTo>
                <a:lnTo>
                  <a:pt x="51054" y="55626"/>
                </a:lnTo>
                <a:lnTo>
                  <a:pt x="51054" y="44958"/>
                </a:lnTo>
                <a:lnTo>
                  <a:pt x="51816" y="44196"/>
                </a:lnTo>
                <a:close/>
              </a:path>
              <a:path w="69850" h="58419">
                <a:moveTo>
                  <a:pt x="48006" y="13716"/>
                </a:moveTo>
                <a:lnTo>
                  <a:pt x="47244" y="12954"/>
                </a:lnTo>
                <a:lnTo>
                  <a:pt x="47244" y="13389"/>
                </a:lnTo>
                <a:lnTo>
                  <a:pt x="48006" y="13716"/>
                </a:lnTo>
                <a:close/>
              </a:path>
              <a:path w="69850" h="58419">
                <a:moveTo>
                  <a:pt x="51816" y="16002"/>
                </a:moveTo>
                <a:lnTo>
                  <a:pt x="51054" y="15240"/>
                </a:lnTo>
                <a:lnTo>
                  <a:pt x="51054" y="15494"/>
                </a:lnTo>
                <a:lnTo>
                  <a:pt x="51816" y="16002"/>
                </a:lnTo>
                <a:close/>
              </a:path>
              <a:path w="69850" h="58419">
                <a:moveTo>
                  <a:pt x="54864" y="41910"/>
                </a:moveTo>
                <a:lnTo>
                  <a:pt x="51054" y="44958"/>
                </a:lnTo>
                <a:lnTo>
                  <a:pt x="51054" y="55626"/>
                </a:lnTo>
                <a:lnTo>
                  <a:pt x="54102" y="54102"/>
                </a:lnTo>
                <a:lnTo>
                  <a:pt x="54102" y="42672"/>
                </a:lnTo>
                <a:lnTo>
                  <a:pt x="54864" y="41910"/>
                </a:lnTo>
                <a:close/>
              </a:path>
              <a:path w="69850" h="58419">
                <a:moveTo>
                  <a:pt x="57912" y="51358"/>
                </a:moveTo>
                <a:lnTo>
                  <a:pt x="57912" y="38862"/>
                </a:lnTo>
                <a:lnTo>
                  <a:pt x="54102" y="42672"/>
                </a:lnTo>
                <a:lnTo>
                  <a:pt x="54102" y="54102"/>
                </a:lnTo>
                <a:lnTo>
                  <a:pt x="55626" y="53340"/>
                </a:lnTo>
                <a:lnTo>
                  <a:pt x="56388" y="52578"/>
                </a:lnTo>
                <a:lnTo>
                  <a:pt x="57912" y="51358"/>
                </a:lnTo>
                <a:close/>
              </a:path>
              <a:path w="69850" h="58419">
                <a:moveTo>
                  <a:pt x="69748" y="36537"/>
                </a:moveTo>
                <a:lnTo>
                  <a:pt x="69430" y="31762"/>
                </a:lnTo>
                <a:lnTo>
                  <a:pt x="69342" y="25146"/>
                </a:lnTo>
                <a:lnTo>
                  <a:pt x="68580" y="22860"/>
                </a:lnTo>
                <a:lnTo>
                  <a:pt x="68580" y="22098"/>
                </a:lnTo>
                <a:lnTo>
                  <a:pt x="67818" y="22098"/>
                </a:lnTo>
                <a:lnTo>
                  <a:pt x="65532" y="17526"/>
                </a:lnTo>
                <a:lnTo>
                  <a:pt x="65532" y="16764"/>
                </a:lnTo>
                <a:lnTo>
                  <a:pt x="62484" y="12954"/>
                </a:lnTo>
                <a:lnTo>
                  <a:pt x="57912" y="8382"/>
                </a:lnTo>
                <a:lnTo>
                  <a:pt x="57150" y="8382"/>
                </a:lnTo>
                <a:lnTo>
                  <a:pt x="57150" y="21336"/>
                </a:lnTo>
                <a:lnTo>
                  <a:pt x="59436" y="25908"/>
                </a:lnTo>
                <a:lnTo>
                  <a:pt x="59436" y="25146"/>
                </a:lnTo>
                <a:lnTo>
                  <a:pt x="60198" y="27432"/>
                </a:lnTo>
                <a:lnTo>
                  <a:pt x="60198" y="33340"/>
                </a:lnTo>
                <a:lnTo>
                  <a:pt x="60934" y="32346"/>
                </a:lnTo>
                <a:lnTo>
                  <a:pt x="60934" y="49530"/>
                </a:lnTo>
                <a:lnTo>
                  <a:pt x="60960" y="48768"/>
                </a:lnTo>
                <a:lnTo>
                  <a:pt x="64770" y="45720"/>
                </a:lnTo>
                <a:lnTo>
                  <a:pt x="64770" y="44958"/>
                </a:lnTo>
                <a:lnTo>
                  <a:pt x="66294" y="42672"/>
                </a:lnTo>
                <a:lnTo>
                  <a:pt x="69748" y="36537"/>
                </a:lnTo>
                <a:close/>
              </a:path>
              <a:path w="69850" h="58419">
                <a:moveTo>
                  <a:pt x="60934" y="49530"/>
                </a:moveTo>
                <a:lnTo>
                  <a:pt x="60934" y="32346"/>
                </a:lnTo>
                <a:lnTo>
                  <a:pt x="57912" y="38100"/>
                </a:lnTo>
                <a:lnTo>
                  <a:pt x="57150" y="39624"/>
                </a:lnTo>
                <a:lnTo>
                  <a:pt x="57912" y="38862"/>
                </a:lnTo>
                <a:lnTo>
                  <a:pt x="57912" y="51358"/>
                </a:lnTo>
                <a:lnTo>
                  <a:pt x="60096" y="49611"/>
                </a:lnTo>
                <a:lnTo>
                  <a:pt x="60934" y="49530"/>
                </a:lnTo>
                <a:close/>
              </a:path>
              <a:path w="69850" h="58419">
                <a:moveTo>
                  <a:pt x="60198" y="33340"/>
                </a:moveTo>
                <a:lnTo>
                  <a:pt x="60198" y="27432"/>
                </a:lnTo>
                <a:lnTo>
                  <a:pt x="60096" y="33477"/>
                </a:lnTo>
                <a:lnTo>
                  <a:pt x="60198" y="3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7" name="object 44">
            <a:extLst>
              <a:ext uri="{FF2B5EF4-FFF2-40B4-BE49-F238E27FC236}">
                <a16:creationId xmlns:a16="http://schemas.microsoft.com/office/drawing/2014/main" id="{A08F6EFB-AEDD-42A6-BA89-9F976F23DB53}"/>
              </a:ext>
            </a:extLst>
          </p:cNvPr>
          <p:cNvSpPr/>
          <p:nvPr/>
        </p:nvSpPr>
        <p:spPr>
          <a:xfrm>
            <a:off x="7543691" y="3541213"/>
            <a:ext cx="74407" cy="6723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9" name="object 45">
            <a:extLst>
              <a:ext uri="{FF2B5EF4-FFF2-40B4-BE49-F238E27FC236}">
                <a16:creationId xmlns:a16="http://schemas.microsoft.com/office/drawing/2014/main" id="{42941936-51B8-4D31-862B-08C4C7B40275}"/>
              </a:ext>
            </a:extLst>
          </p:cNvPr>
          <p:cNvSpPr/>
          <p:nvPr/>
        </p:nvSpPr>
        <p:spPr>
          <a:xfrm>
            <a:off x="7381429" y="5235543"/>
            <a:ext cx="74705" cy="79935"/>
          </a:xfrm>
          <a:custGeom>
            <a:avLst/>
            <a:gdLst/>
            <a:ahLst/>
            <a:cxnLst/>
            <a:rect l="l" t="t" r="r" b="b"/>
            <a:pathLst>
              <a:path w="63500" h="67945">
                <a:moveTo>
                  <a:pt x="18573" y="14287"/>
                </a:moveTo>
                <a:lnTo>
                  <a:pt x="18287" y="14478"/>
                </a:lnTo>
                <a:lnTo>
                  <a:pt x="18287" y="3810"/>
                </a:lnTo>
                <a:lnTo>
                  <a:pt x="17525" y="3810"/>
                </a:lnTo>
                <a:lnTo>
                  <a:pt x="12953" y="6858"/>
                </a:lnTo>
                <a:lnTo>
                  <a:pt x="7619" y="12192"/>
                </a:lnTo>
                <a:lnTo>
                  <a:pt x="4571" y="16764"/>
                </a:lnTo>
                <a:lnTo>
                  <a:pt x="4571" y="17526"/>
                </a:lnTo>
                <a:lnTo>
                  <a:pt x="2285" y="22098"/>
                </a:lnTo>
                <a:lnTo>
                  <a:pt x="2285" y="22860"/>
                </a:lnTo>
                <a:lnTo>
                  <a:pt x="1523" y="22860"/>
                </a:lnTo>
                <a:lnTo>
                  <a:pt x="0" y="28956"/>
                </a:lnTo>
                <a:lnTo>
                  <a:pt x="0" y="36576"/>
                </a:lnTo>
                <a:lnTo>
                  <a:pt x="761" y="42672"/>
                </a:lnTo>
                <a:lnTo>
                  <a:pt x="761" y="43434"/>
                </a:lnTo>
                <a:lnTo>
                  <a:pt x="3047" y="48768"/>
                </a:lnTo>
                <a:lnTo>
                  <a:pt x="3047" y="49530"/>
                </a:lnTo>
                <a:lnTo>
                  <a:pt x="5333" y="54102"/>
                </a:lnTo>
                <a:lnTo>
                  <a:pt x="6095" y="54102"/>
                </a:lnTo>
                <a:lnTo>
                  <a:pt x="6095" y="54864"/>
                </a:lnTo>
                <a:lnTo>
                  <a:pt x="9143" y="57912"/>
                </a:lnTo>
                <a:lnTo>
                  <a:pt x="9143" y="35052"/>
                </a:lnTo>
                <a:lnTo>
                  <a:pt x="9239" y="35814"/>
                </a:lnTo>
                <a:lnTo>
                  <a:pt x="9905" y="30480"/>
                </a:lnTo>
                <a:lnTo>
                  <a:pt x="9905" y="31242"/>
                </a:lnTo>
                <a:lnTo>
                  <a:pt x="10667" y="25146"/>
                </a:lnTo>
                <a:lnTo>
                  <a:pt x="10667" y="26670"/>
                </a:lnTo>
                <a:lnTo>
                  <a:pt x="12953" y="21336"/>
                </a:lnTo>
                <a:lnTo>
                  <a:pt x="12953" y="22098"/>
                </a:lnTo>
                <a:lnTo>
                  <a:pt x="15239" y="18669"/>
                </a:lnTo>
                <a:lnTo>
                  <a:pt x="15239" y="18288"/>
                </a:lnTo>
                <a:lnTo>
                  <a:pt x="18573" y="14287"/>
                </a:lnTo>
                <a:close/>
              </a:path>
              <a:path w="63500" h="67945">
                <a:moveTo>
                  <a:pt x="9239" y="35814"/>
                </a:moveTo>
                <a:lnTo>
                  <a:pt x="9143" y="35052"/>
                </a:lnTo>
                <a:lnTo>
                  <a:pt x="9143" y="36576"/>
                </a:lnTo>
                <a:lnTo>
                  <a:pt x="9239" y="35814"/>
                </a:lnTo>
                <a:close/>
              </a:path>
              <a:path w="63500" h="67945">
                <a:moveTo>
                  <a:pt x="9905" y="58674"/>
                </a:moveTo>
                <a:lnTo>
                  <a:pt x="9905" y="41148"/>
                </a:lnTo>
                <a:lnTo>
                  <a:pt x="9239" y="35814"/>
                </a:lnTo>
                <a:lnTo>
                  <a:pt x="9143" y="36576"/>
                </a:lnTo>
                <a:lnTo>
                  <a:pt x="9143" y="57912"/>
                </a:lnTo>
                <a:lnTo>
                  <a:pt x="9905" y="58674"/>
                </a:lnTo>
                <a:close/>
              </a:path>
              <a:path w="63500" h="67945">
                <a:moveTo>
                  <a:pt x="16763" y="52577"/>
                </a:moveTo>
                <a:lnTo>
                  <a:pt x="13715" y="48768"/>
                </a:lnTo>
                <a:lnTo>
                  <a:pt x="13715" y="49530"/>
                </a:lnTo>
                <a:lnTo>
                  <a:pt x="11429" y="44958"/>
                </a:lnTo>
                <a:lnTo>
                  <a:pt x="11429" y="45720"/>
                </a:lnTo>
                <a:lnTo>
                  <a:pt x="9905" y="40386"/>
                </a:lnTo>
                <a:lnTo>
                  <a:pt x="9905" y="59436"/>
                </a:lnTo>
                <a:lnTo>
                  <a:pt x="14477" y="63246"/>
                </a:lnTo>
                <a:lnTo>
                  <a:pt x="15239" y="63246"/>
                </a:lnTo>
                <a:lnTo>
                  <a:pt x="16001" y="63681"/>
                </a:lnTo>
                <a:lnTo>
                  <a:pt x="16001" y="52577"/>
                </a:lnTo>
                <a:lnTo>
                  <a:pt x="16763" y="52577"/>
                </a:lnTo>
                <a:close/>
              </a:path>
              <a:path w="63500" h="67945">
                <a:moveTo>
                  <a:pt x="16001" y="17526"/>
                </a:moveTo>
                <a:lnTo>
                  <a:pt x="15239" y="18288"/>
                </a:lnTo>
                <a:lnTo>
                  <a:pt x="15239" y="18669"/>
                </a:lnTo>
                <a:lnTo>
                  <a:pt x="16001" y="17526"/>
                </a:lnTo>
                <a:close/>
              </a:path>
              <a:path w="63500" h="67945">
                <a:moveTo>
                  <a:pt x="20573" y="66294"/>
                </a:moveTo>
                <a:lnTo>
                  <a:pt x="20573" y="55626"/>
                </a:lnTo>
                <a:lnTo>
                  <a:pt x="16001" y="52577"/>
                </a:lnTo>
                <a:lnTo>
                  <a:pt x="16001" y="63681"/>
                </a:lnTo>
                <a:lnTo>
                  <a:pt x="20573" y="66294"/>
                </a:lnTo>
                <a:close/>
              </a:path>
              <a:path w="63500" h="67945">
                <a:moveTo>
                  <a:pt x="53339" y="27432"/>
                </a:moveTo>
                <a:lnTo>
                  <a:pt x="53339" y="8381"/>
                </a:lnTo>
                <a:lnTo>
                  <a:pt x="48767" y="5333"/>
                </a:lnTo>
                <a:lnTo>
                  <a:pt x="48767" y="4571"/>
                </a:lnTo>
                <a:lnTo>
                  <a:pt x="48005" y="4571"/>
                </a:lnTo>
                <a:lnTo>
                  <a:pt x="43433" y="2285"/>
                </a:lnTo>
                <a:lnTo>
                  <a:pt x="42671" y="1523"/>
                </a:lnTo>
                <a:lnTo>
                  <a:pt x="36575" y="0"/>
                </a:lnTo>
                <a:lnTo>
                  <a:pt x="29717" y="0"/>
                </a:lnTo>
                <a:lnTo>
                  <a:pt x="24383" y="762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8287" y="14478"/>
                </a:lnTo>
                <a:lnTo>
                  <a:pt x="19049" y="13716"/>
                </a:lnTo>
                <a:lnTo>
                  <a:pt x="19049" y="13970"/>
                </a:lnTo>
                <a:lnTo>
                  <a:pt x="22859" y="11430"/>
                </a:lnTo>
                <a:lnTo>
                  <a:pt x="22859" y="11811"/>
                </a:lnTo>
                <a:lnTo>
                  <a:pt x="26669" y="9906"/>
                </a:lnTo>
                <a:lnTo>
                  <a:pt x="26669" y="10450"/>
                </a:lnTo>
                <a:lnTo>
                  <a:pt x="30479" y="9361"/>
                </a:lnTo>
                <a:lnTo>
                  <a:pt x="30479" y="9144"/>
                </a:lnTo>
                <a:lnTo>
                  <a:pt x="33527" y="9144"/>
                </a:lnTo>
                <a:lnTo>
                  <a:pt x="35813" y="9906"/>
                </a:lnTo>
                <a:lnTo>
                  <a:pt x="37337" y="9906"/>
                </a:lnTo>
                <a:lnTo>
                  <a:pt x="39623" y="10668"/>
                </a:lnTo>
                <a:lnTo>
                  <a:pt x="39623" y="10994"/>
                </a:lnTo>
                <a:lnTo>
                  <a:pt x="42671" y="12300"/>
                </a:lnTo>
                <a:lnTo>
                  <a:pt x="44195" y="12954"/>
                </a:lnTo>
                <a:lnTo>
                  <a:pt x="44195" y="13462"/>
                </a:lnTo>
                <a:lnTo>
                  <a:pt x="46481" y="15367"/>
                </a:lnTo>
                <a:lnTo>
                  <a:pt x="46481" y="15240"/>
                </a:lnTo>
                <a:lnTo>
                  <a:pt x="50291" y="19050"/>
                </a:lnTo>
                <a:lnTo>
                  <a:pt x="50291" y="20066"/>
                </a:lnTo>
                <a:lnTo>
                  <a:pt x="51815" y="23622"/>
                </a:lnTo>
                <a:lnTo>
                  <a:pt x="51815" y="22098"/>
                </a:lnTo>
                <a:lnTo>
                  <a:pt x="53339" y="27432"/>
                </a:lnTo>
                <a:close/>
              </a:path>
              <a:path w="63500" h="67945">
                <a:moveTo>
                  <a:pt x="19049" y="13716"/>
                </a:moveTo>
                <a:lnTo>
                  <a:pt x="18287" y="14478"/>
                </a:lnTo>
                <a:lnTo>
                  <a:pt x="18573" y="14287"/>
                </a:lnTo>
                <a:lnTo>
                  <a:pt x="19049" y="13716"/>
                </a:lnTo>
                <a:close/>
              </a:path>
              <a:path w="63500" h="67945">
                <a:moveTo>
                  <a:pt x="19049" y="13970"/>
                </a:moveTo>
                <a:lnTo>
                  <a:pt x="19049" y="13716"/>
                </a:lnTo>
                <a:lnTo>
                  <a:pt x="18573" y="14287"/>
                </a:lnTo>
                <a:lnTo>
                  <a:pt x="19049" y="13970"/>
                </a:lnTo>
                <a:close/>
              </a:path>
              <a:path w="63500" h="67945">
                <a:moveTo>
                  <a:pt x="37337" y="67273"/>
                </a:moveTo>
                <a:lnTo>
                  <a:pt x="37337" y="57912"/>
                </a:lnTo>
                <a:lnTo>
                  <a:pt x="32003" y="58674"/>
                </a:lnTo>
                <a:lnTo>
                  <a:pt x="28193" y="58674"/>
                </a:lnTo>
                <a:lnTo>
                  <a:pt x="23621" y="57150"/>
                </a:lnTo>
                <a:lnTo>
                  <a:pt x="19811" y="54864"/>
                </a:lnTo>
                <a:lnTo>
                  <a:pt x="20573" y="55626"/>
                </a:lnTo>
                <a:lnTo>
                  <a:pt x="20573" y="66294"/>
                </a:lnTo>
                <a:lnTo>
                  <a:pt x="26669" y="67818"/>
                </a:lnTo>
                <a:lnTo>
                  <a:pt x="33527" y="67818"/>
                </a:lnTo>
                <a:lnTo>
                  <a:pt x="37337" y="67273"/>
                </a:lnTo>
                <a:close/>
              </a:path>
              <a:path w="63500" h="67945">
                <a:moveTo>
                  <a:pt x="22859" y="11811"/>
                </a:moveTo>
                <a:lnTo>
                  <a:pt x="22859" y="11430"/>
                </a:lnTo>
                <a:lnTo>
                  <a:pt x="22097" y="12192"/>
                </a:lnTo>
                <a:lnTo>
                  <a:pt x="22859" y="11811"/>
                </a:lnTo>
                <a:close/>
              </a:path>
              <a:path w="63500" h="67945">
                <a:moveTo>
                  <a:pt x="26669" y="10450"/>
                </a:moveTo>
                <a:lnTo>
                  <a:pt x="26669" y="9906"/>
                </a:lnTo>
                <a:lnTo>
                  <a:pt x="25907" y="10668"/>
                </a:lnTo>
                <a:lnTo>
                  <a:pt x="26669" y="10450"/>
                </a:lnTo>
                <a:close/>
              </a:path>
              <a:path w="63500" h="67945">
                <a:moveTo>
                  <a:pt x="31241" y="9144"/>
                </a:moveTo>
                <a:lnTo>
                  <a:pt x="30479" y="9144"/>
                </a:lnTo>
                <a:lnTo>
                  <a:pt x="30479" y="9361"/>
                </a:lnTo>
                <a:lnTo>
                  <a:pt x="31241" y="9144"/>
                </a:lnTo>
                <a:close/>
              </a:path>
              <a:path w="63500" h="67945">
                <a:moveTo>
                  <a:pt x="41147" y="55626"/>
                </a:moveTo>
                <a:lnTo>
                  <a:pt x="36575" y="57912"/>
                </a:lnTo>
                <a:lnTo>
                  <a:pt x="37337" y="57912"/>
                </a:lnTo>
                <a:lnTo>
                  <a:pt x="37337" y="67273"/>
                </a:lnTo>
                <a:lnTo>
                  <a:pt x="38861" y="67056"/>
                </a:lnTo>
                <a:lnTo>
                  <a:pt x="40385" y="67056"/>
                </a:lnTo>
                <a:lnTo>
                  <a:pt x="40385" y="56388"/>
                </a:lnTo>
                <a:lnTo>
                  <a:pt x="41147" y="55626"/>
                </a:lnTo>
                <a:close/>
              </a:path>
              <a:path w="63500" h="67945">
                <a:moveTo>
                  <a:pt x="39623" y="10994"/>
                </a:moveTo>
                <a:lnTo>
                  <a:pt x="39623" y="10668"/>
                </a:lnTo>
                <a:lnTo>
                  <a:pt x="38861" y="10668"/>
                </a:lnTo>
                <a:lnTo>
                  <a:pt x="39623" y="10994"/>
                </a:lnTo>
                <a:close/>
              </a:path>
              <a:path w="63500" h="67945">
                <a:moveTo>
                  <a:pt x="44957" y="53340"/>
                </a:moveTo>
                <a:lnTo>
                  <a:pt x="40385" y="56388"/>
                </a:lnTo>
                <a:lnTo>
                  <a:pt x="40385" y="67056"/>
                </a:lnTo>
                <a:lnTo>
                  <a:pt x="44195" y="65151"/>
                </a:lnTo>
                <a:lnTo>
                  <a:pt x="44195" y="54102"/>
                </a:lnTo>
                <a:lnTo>
                  <a:pt x="44957" y="53340"/>
                </a:lnTo>
                <a:close/>
              </a:path>
              <a:path w="63500" h="67945">
                <a:moveTo>
                  <a:pt x="44195" y="12954"/>
                </a:moveTo>
                <a:lnTo>
                  <a:pt x="42671" y="12192"/>
                </a:lnTo>
                <a:lnTo>
                  <a:pt x="42940" y="12416"/>
                </a:lnTo>
                <a:lnTo>
                  <a:pt x="44195" y="12954"/>
                </a:lnTo>
                <a:close/>
              </a:path>
              <a:path w="63500" h="67945">
                <a:moveTo>
                  <a:pt x="42940" y="12416"/>
                </a:moveTo>
                <a:lnTo>
                  <a:pt x="42671" y="12192"/>
                </a:lnTo>
                <a:lnTo>
                  <a:pt x="42940" y="12416"/>
                </a:lnTo>
                <a:close/>
              </a:path>
              <a:path w="63500" h="67945">
                <a:moveTo>
                  <a:pt x="44195" y="13462"/>
                </a:moveTo>
                <a:lnTo>
                  <a:pt x="44195" y="12954"/>
                </a:lnTo>
                <a:lnTo>
                  <a:pt x="42940" y="12416"/>
                </a:lnTo>
                <a:lnTo>
                  <a:pt x="44195" y="13462"/>
                </a:lnTo>
                <a:close/>
              </a:path>
              <a:path w="63500" h="67945">
                <a:moveTo>
                  <a:pt x="48005" y="62484"/>
                </a:moveTo>
                <a:lnTo>
                  <a:pt x="48005" y="50292"/>
                </a:lnTo>
                <a:lnTo>
                  <a:pt x="44195" y="54102"/>
                </a:lnTo>
                <a:lnTo>
                  <a:pt x="44195" y="65151"/>
                </a:lnTo>
                <a:lnTo>
                  <a:pt x="44957" y="64770"/>
                </a:lnTo>
                <a:lnTo>
                  <a:pt x="45719" y="64769"/>
                </a:lnTo>
                <a:lnTo>
                  <a:pt x="45719" y="64008"/>
                </a:lnTo>
                <a:lnTo>
                  <a:pt x="48005" y="62484"/>
                </a:lnTo>
                <a:close/>
              </a:path>
              <a:path w="63500" h="67945">
                <a:moveTo>
                  <a:pt x="47243" y="16001"/>
                </a:moveTo>
                <a:lnTo>
                  <a:pt x="46481" y="15240"/>
                </a:lnTo>
                <a:lnTo>
                  <a:pt x="46481" y="15367"/>
                </a:lnTo>
                <a:lnTo>
                  <a:pt x="47243" y="16001"/>
                </a:lnTo>
                <a:close/>
              </a:path>
              <a:path w="63500" h="67945">
                <a:moveTo>
                  <a:pt x="51053" y="60960"/>
                </a:moveTo>
                <a:lnTo>
                  <a:pt x="51053" y="46482"/>
                </a:lnTo>
                <a:lnTo>
                  <a:pt x="47243" y="51054"/>
                </a:lnTo>
                <a:lnTo>
                  <a:pt x="48005" y="50292"/>
                </a:lnTo>
                <a:lnTo>
                  <a:pt x="48005" y="62484"/>
                </a:lnTo>
                <a:lnTo>
                  <a:pt x="50291" y="60960"/>
                </a:lnTo>
                <a:lnTo>
                  <a:pt x="51053" y="60960"/>
                </a:lnTo>
                <a:close/>
              </a:path>
              <a:path w="63500" h="67945">
                <a:moveTo>
                  <a:pt x="50291" y="20066"/>
                </a:moveTo>
                <a:lnTo>
                  <a:pt x="50291" y="19050"/>
                </a:lnTo>
                <a:lnTo>
                  <a:pt x="49529" y="18288"/>
                </a:lnTo>
                <a:lnTo>
                  <a:pt x="50291" y="20066"/>
                </a:lnTo>
                <a:close/>
              </a:path>
              <a:path w="63500" h="67945">
                <a:moveTo>
                  <a:pt x="54101" y="57911"/>
                </a:moveTo>
                <a:lnTo>
                  <a:pt x="54101" y="36576"/>
                </a:lnTo>
                <a:lnTo>
                  <a:pt x="52577" y="42672"/>
                </a:lnTo>
                <a:lnTo>
                  <a:pt x="52577" y="41910"/>
                </a:lnTo>
                <a:lnTo>
                  <a:pt x="50291" y="47244"/>
                </a:lnTo>
                <a:lnTo>
                  <a:pt x="51053" y="46482"/>
                </a:lnTo>
                <a:lnTo>
                  <a:pt x="51053" y="60960"/>
                </a:lnTo>
                <a:lnTo>
                  <a:pt x="54101" y="57911"/>
                </a:lnTo>
                <a:close/>
              </a:path>
              <a:path w="63500" h="67945">
                <a:moveTo>
                  <a:pt x="63245" y="38862"/>
                </a:moveTo>
                <a:lnTo>
                  <a:pt x="63245" y="31242"/>
                </a:lnTo>
                <a:lnTo>
                  <a:pt x="62483" y="25908"/>
                </a:lnTo>
                <a:lnTo>
                  <a:pt x="62483" y="25145"/>
                </a:lnTo>
                <a:lnTo>
                  <a:pt x="60959" y="19811"/>
                </a:lnTo>
                <a:lnTo>
                  <a:pt x="60959" y="19049"/>
                </a:lnTo>
                <a:lnTo>
                  <a:pt x="60197" y="19049"/>
                </a:lnTo>
                <a:lnTo>
                  <a:pt x="60197" y="18287"/>
                </a:lnTo>
                <a:lnTo>
                  <a:pt x="57911" y="13716"/>
                </a:lnTo>
                <a:lnTo>
                  <a:pt x="57149" y="13716"/>
                </a:lnTo>
                <a:lnTo>
                  <a:pt x="57149" y="12954"/>
                </a:lnTo>
                <a:lnTo>
                  <a:pt x="54101" y="9143"/>
                </a:lnTo>
                <a:lnTo>
                  <a:pt x="53339" y="9143"/>
                </a:lnTo>
                <a:lnTo>
                  <a:pt x="53339" y="26670"/>
                </a:lnTo>
                <a:lnTo>
                  <a:pt x="54051" y="32359"/>
                </a:lnTo>
                <a:lnTo>
                  <a:pt x="54101" y="32004"/>
                </a:lnTo>
                <a:lnTo>
                  <a:pt x="54101" y="57911"/>
                </a:lnTo>
                <a:lnTo>
                  <a:pt x="54863" y="57150"/>
                </a:lnTo>
                <a:lnTo>
                  <a:pt x="54863" y="56388"/>
                </a:lnTo>
                <a:lnTo>
                  <a:pt x="55625" y="56388"/>
                </a:lnTo>
                <a:lnTo>
                  <a:pt x="58673" y="51816"/>
                </a:lnTo>
                <a:lnTo>
                  <a:pt x="58673" y="51053"/>
                </a:lnTo>
                <a:lnTo>
                  <a:pt x="61721" y="45720"/>
                </a:lnTo>
                <a:lnTo>
                  <a:pt x="61721" y="44958"/>
                </a:lnTo>
                <a:lnTo>
                  <a:pt x="63245" y="38862"/>
                </a:lnTo>
                <a:close/>
              </a:path>
              <a:path w="63500" h="67945">
                <a:moveTo>
                  <a:pt x="54101" y="36576"/>
                </a:moveTo>
                <a:lnTo>
                  <a:pt x="54101" y="32766"/>
                </a:lnTo>
                <a:lnTo>
                  <a:pt x="54051" y="32359"/>
                </a:lnTo>
                <a:lnTo>
                  <a:pt x="53339" y="37338"/>
                </a:lnTo>
                <a:lnTo>
                  <a:pt x="54101" y="36576"/>
                </a:lnTo>
                <a:close/>
              </a:path>
              <a:path w="63500" h="67945">
                <a:moveTo>
                  <a:pt x="54101" y="32766"/>
                </a:moveTo>
                <a:lnTo>
                  <a:pt x="54101" y="32004"/>
                </a:lnTo>
                <a:lnTo>
                  <a:pt x="54051" y="32359"/>
                </a:lnTo>
                <a:lnTo>
                  <a:pt x="54101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1" name="object 46">
            <a:extLst>
              <a:ext uri="{FF2B5EF4-FFF2-40B4-BE49-F238E27FC236}">
                <a16:creationId xmlns:a16="http://schemas.microsoft.com/office/drawing/2014/main" id="{58601FC6-45B6-486A-A3E9-47232A596985}"/>
              </a:ext>
            </a:extLst>
          </p:cNvPr>
          <p:cNvSpPr/>
          <p:nvPr/>
        </p:nvSpPr>
        <p:spPr>
          <a:xfrm>
            <a:off x="5472843" y="3846014"/>
            <a:ext cx="83252" cy="7978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3" name="object 47">
            <a:extLst>
              <a:ext uri="{FF2B5EF4-FFF2-40B4-BE49-F238E27FC236}">
                <a16:creationId xmlns:a16="http://schemas.microsoft.com/office/drawing/2014/main" id="{C82EB0AC-0E7F-4DB3-8E3D-434EA90AB68A}"/>
              </a:ext>
            </a:extLst>
          </p:cNvPr>
          <p:cNvSpPr/>
          <p:nvPr/>
        </p:nvSpPr>
        <p:spPr>
          <a:xfrm>
            <a:off x="6826514" y="5872036"/>
            <a:ext cx="74407" cy="6723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5" name="object 48">
            <a:extLst>
              <a:ext uri="{FF2B5EF4-FFF2-40B4-BE49-F238E27FC236}">
                <a16:creationId xmlns:a16="http://schemas.microsoft.com/office/drawing/2014/main" id="{136358A0-90F3-47F8-98D7-B9E642D64DB0}"/>
              </a:ext>
            </a:extLst>
          </p:cNvPr>
          <p:cNvSpPr/>
          <p:nvPr/>
        </p:nvSpPr>
        <p:spPr>
          <a:xfrm>
            <a:off x="6467926" y="5423801"/>
            <a:ext cx="74407" cy="6723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7" name="object 49">
            <a:extLst>
              <a:ext uri="{FF2B5EF4-FFF2-40B4-BE49-F238E27FC236}">
                <a16:creationId xmlns:a16="http://schemas.microsoft.com/office/drawing/2014/main" id="{285D3DF1-1A0B-4EF4-8B25-567E7C920073}"/>
              </a:ext>
            </a:extLst>
          </p:cNvPr>
          <p:cNvSpPr/>
          <p:nvPr/>
        </p:nvSpPr>
        <p:spPr>
          <a:xfrm>
            <a:off x="4674984" y="4079096"/>
            <a:ext cx="75304" cy="8068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9" name="object 50">
            <a:extLst>
              <a:ext uri="{FF2B5EF4-FFF2-40B4-BE49-F238E27FC236}">
                <a16:creationId xmlns:a16="http://schemas.microsoft.com/office/drawing/2014/main" id="{2BCD314E-EDF0-4E99-ADB0-6E1EC5A901D5}"/>
              </a:ext>
            </a:extLst>
          </p:cNvPr>
          <p:cNvSpPr/>
          <p:nvPr/>
        </p:nvSpPr>
        <p:spPr>
          <a:xfrm>
            <a:off x="5724751" y="2954920"/>
            <a:ext cx="74407" cy="7082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1" name="object 51">
            <a:extLst>
              <a:ext uri="{FF2B5EF4-FFF2-40B4-BE49-F238E27FC236}">
                <a16:creationId xmlns:a16="http://schemas.microsoft.com/office/drawing/2014/main" id="{99AA39B3-CD2C-4105-B9A6-D78434B436C8}"/>
              </a:ext>
            </a:extLst>
          </p:cNvPr>
          <p:cNvSpPr/>
          <p:nvPr/>
        </p:nvSpPr>
        <p:spPr>
          <a:xfrm>
            <a:off x="6477785" y="4825854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60197" y="28194"/>
                </a:moveTo>
                <a:lnTo>
                  <a:pt x="60197" y="8382"/>
                </a:lnTo>
                <a:lnTo>
                  <a:pt x="59435" y="8382"/>
                </a:lnTo>
                <a:lnTo>
                  <a:pt x="54863" y="5334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3433" y="762"/>
                </a:lnTo>
                <a:lnTo>
                  <a:pt x="41909" y="666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859" y="3048"/>
                </a:lnTo>
                <a:lnTo>
                  <a:pt x="22097" y="3048"/>
                </a:lnTo>
                <a:lnTo>
                  <a:pt x="16763" y="5334"/>
                </a:lnTo>
                <a:lnTo>
                  <a:pt x="16001" y="5334"/>
                </a:lnTo>
                <a:lnTo>
                  <a:pt x="16001" y="6096"/>
                </a:lnTo>
                <a:lnTo>
                  <a:pt x="11429" y="9144"/>
                </a:lnTo>
                <a:lnTo>
                  <a:pt x="6095" y="14478"/>
                </a:lnTo>
                <a:lnTo>
                  <a:pt x="3809" y="18288"/>
                </a:lnTo>
                <a:lnTo>
                  <a:pt x="3047" y="19050"/>
                </a:lnTo>
                <a:lnTo>
                  <a:pt x="761" y="24384"/>
                </a:lnTo>
                <a:lnTo>
                  <a:pt x="761" y="25146"/>
                </a:lnTo>
                <a:lnTo>
                  <a:pt x="0" y="29718"/>
                </a:lnTo>
                <a:lnTo>
                  <a:pt x="0" y="37338"/>
                </a:lnTo>
                <a:lnTo>
                  <a:pt x="761" y="40386"/>
                </a:lnTo>
                <a:lnTo>
                  <a:pt x="2285" y="42672"/>
                </a:lnTo>
                <a:lnTo>
                  <a:pt x="2285" y="43434"/>
                </a:lnTo>
                <a:lnTo>
                  <a:pt x="5333" y="48006"/>
                </a:lnTo>
                <a:lnTo>
                  <a:pt x="5333" y="48768"/>
                </a:lnTo>
                <a:lnTo>
                  <a:pt x="9143" y="52578"/>
                </a:lnTo>
                <a:lnTo>
                  <a:pt x="9143" y="32004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4384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256"/>
                </a:lnTo>
                <a:lnTo>
                  <a:pt x="20573" y="14224"/>
                </a:lnTo>
                <a:lnTo>
                  <a:pt x="20573" y="13716"/>
                </a:lnTo>
                <a:lnTo>
                  <a:pt x="25907" y="11430"/>
                </a:lnTo>
                <a:lnTo>
                  <a:pt x="25907" y="11906"/>
                </a:lnTo>
                <a:lnTo>
                  <a:pt x="31241" y="9906"/>
                </a:lnTo>
                <a:lnTo>
                  <a:pt x="31241" y="10572"/>
                </a:lnTo>
                <a:lnTo>
                  <a:pt x="35813" y="10001"/>
                </a:lnTo>
                <a:lnTo>
                  <a:pt x="41909" y="9906"/>
                </a:lnTo>
                <a:lnTo>
                  <a:pt x="41909" y="10123"/>
                </a:lnTo>
                <a:lnTo>
                  <a:pt x="46481" y="11430"/>
                </a:lnTo>
                <a:lnTo>
                  <a:pt x="46481" y="11811"/>
                </a:lnTo>
                <a:lnTo>
                  <a:pt x="49529" y="13335"/>
                </a:lnTo>
                <a:lnTo>
                  <a:pt x="49529" y="12954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911" y="20574"/>
                </a:lnTo>
                <a:lnTo>
                  <a:pt x="58673" y="22098"/>
                </a:lnTo>
                <a:lnTo>
                  <a:pt x="59435" y="24384"/>
                </a:lnTo>
                <a:lnTo>
                  <a:pt x="59435" y="26670"/>
                </a:lnTo>
                <a:lnTo>
                  <a:pt x="60197" y="28194"/>
                </a:lnTo>
                <a:close/>
              </a:path>
              <a:path w="69850" h="60960">
                <a:moveTo>
                  <a:pt x="9905" y="52578"/>
                </a:moveTo>
                <a:lnTo>
                  <a:pt x="9905" y="35052"/>
                </a:lnTo>
                <a:lnTo>
                  <a:pt x="9143" y="32766"/>
                </a:lnTo>
                <a:lnTo>
                  <a:pt x="9143" y="52578"/>
                </a:lnTo>
                <a:lnTo>
                  <a:pt x="9905" y="52578"/>
                </a:lnTo>
                <a:close/>
              </a:path>
              <a:path w="69850" h="60960">
                <a:moveTo>
                  <a:pt x="15566" y="45175"/>
                </a:moveTo>
                <a:lnTo>
                  <a:pt x="12953" y="41910"/>
                </a:lnTo>
                <a:lnTo>
                  <a:pt x="12953" y="42672"/>
                </a:lnTo>
                <a:lnTo>
                  <a:pt x="10667" y="38862"/>
                </a:lnTo>
                <a:lnTo>
                  <a:pt x="9905" y="36576"/>
                </a:lnTo>
                <a:lnTo>
                  <a:pt x="9905" y="53340"/>
                </a:lnTo>
                <a:lnTo>
                  <a:pt x="14477" y="56388"/>
                </a:lnTo>
                <a:lnTo>
                  <a:pt x="15239" y="56388"/>
                </a:lnTo>
                <a:lnTo>
                  <a:pt x="15239" y="44958"/>
                </a:lnTo>
                <a:lnTo>
                  <a:pt x="15566" y="45175"/>
                </a:lnTo>
                <a:close/>
              </a:path>
              <a:path w="69850" h="60960">
                <a:moveTo>
                  <a:pt x="12191" y="22860"/>
                </a:moveTo>
                <a:lnTo>
                  <a:pt x="11429" y="23622"/>
                </a:lnTo>
                <a:lnTo>
                  <a:pt x="11429" y="24384"/>
                </a:lnTo>
                <a:lnTo>
                  <a:pt x="12191" y="22860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6001" y="45720"/>
                </a:moveTo>
                <a:lnTo>
                  <a:pt x="15566" y="45175"/>
                </a:lnTo>
                <a:lnTo>
                  <a:pt x="15239" y="44958"/>
                </a:lnTo>
                <a:lnTo>
                  <a:pt x="16001" y="45720"/>
                </a:lnTo>
                <a:close/>
              </a:path>
              <a:path w="69850" h="60960">
                <a:moveTo>
                  <a:pt x="16001" y="56769"/>
                </a:moveTo>
                <a:lnTo>
                  <a:pt x="16001" y="45720"/>
                </a:lnTo>
                <a:lnTo>
                  <a:pt x="15239" y="44958"/>
                </a:lnTo>
                <a:lnTo>
                  <a:pt x="15239" y="56388"/>
                </a:lnTo>
                <a:lnTo>
                  <a:pt x="16001" y="56769"/>
                </a:lnTo>
                <a:close/>
              </a:path>
              <a:path w="69850" h="60960">
                <a:moveTo>
                  <a:pt x="19811" y="48006"/>
                </a:moveTo>
                <a:lnTo>
                  <a:pt x="15566" y="45175"/>
                </a:lnTo>
                <a:lnTo>
                  <a:pt x="16001" y="45720"/>
                </a:lnTo>
                <a:lnTo>
                  <a:pt x="16001" y="56769"/>
                </a:lnTo>
                <a:lnTo>
                  <a:pt x="19049" y="58293"/>
                </a:lnTo>
                <a:lnTo>
                  <a:pt x="19049" y="48006"/>
                </a:lnTo>
                <a:lnTo>
                  <a:pt x="19811" y="48006"/>
                </a:lnTo>
                <a:close/>
              </a:path>
              <a:path w="69850" h="60960">
                <a:moveTo>
                  <a:pt x="17525" y="16256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256"/>
                </a:lnTo>
                <a:close/>
              </a:path>
              <a:path w="69850" h="60960">
                <a:moveTo>
                  <a:pt x="23621" y="59544"/>
                </a:moveTo>
                <a:lnTo>
                  <a:pt x="23621" y="50292"/>
                </a:lnTo>
                <a:lnTo>
                  <a:pt x="19049" y="48006"/>
                </a:lnTo>
                <a:lnTo>
                  <a:pt x="19049" y="58293"/>
                </a:lnTo>
                <a:lnTo>
                  <a:pt x="19811" y="58674"/>
                </a:lnTo>
                <a:lnTo>
                  <a:pt x="20573" y="58674"/>
                </a:lnTo>
                <a:lnTo>
                  <a:pt x="23621" y="59544"/>
                </a:lnTo>
                <a:close/>
              </a:path>
              <a:path w="69850" h="60960">
                <a:moveTo>
                  <a:pt x="21335" y="13716"/>
                </a:moveTo>
                <a:lnTo>
                  <a:pt x="20573" y="13716"/>
                </a:lnTo>
                <a:lnTo>
                  <a:pt x="20573" y="14224"/>
                </a:lnTo>
                <a:lnTo>
                  <a:pt x="21335" y="13716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3621" y="50292"/>
                </a:lnTo>
                <a:lnTo>
                  <a:pt x="23621" y="59544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906"/>
                </a:moveTo>
                <a:lnTo>
                  <a:pt x="25907" y="11430"/>
                </a:lnTo>
                <a:lnTo>
                  <a:pt x="25145" y="12192"/>
                </a:lnTo>
                <a:lnTo>
                  <a:pt x="25907" y="11906"/>
                </a:lnTo>
                <a:close/>
              </a:path>
              <a:path w="69850" h="60960">
                <a:moveTo>
                  <a:pt x="38861" y="60293"/>
                </a:moveTo>
                <a:lnTo>
                  <a:pt x="38861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lnTo>
                  <a:pt x="38861" y="60293"/>
                </a:lnTo>
                <a:close/>
              </a:path>
              <a:path w="69850" h="60960">
                <a:moveTo>
                  <a:pt x="31241" y="10572"/>
                </a:moveTo>
                <a:lnTo>
                  <a:pt x="31241" y="9906"/>
                </a:lnTo>
                <a:lnTo>
                  <a:pt x="30479" y="10668"/>
                </a:lnTo>
                <a:lnTo>
                  <a:pt x="31241" y="10572"/>
                </a:lnTo>
                <a:close/>
              </a:path>
              <a:path w="69850" h="60960">
                <a:moveTo>
                  <a:pt x="36575" y="9906"/>
                </a:moveTo>
                <a:lnTo>
                  <a:pt x="35813" y="9906"/>
                </a:lnTo>
                <a:lnTo>
                  <a:pt x="36575" y="9906"/>
                </a:lnTo>
                <a:close/>
              </a:path>
              <a:path w="69850" h="60960">
                <a:moveTo>
                  <a:pt x="44195" y="59245"/>
                </a:moveTo>
                <a:lnTo>
                  <a:pt x="44195" y="49530"/>
                </a:lnTo>
                <a:lnTo>
                  <a:pt x="38099" y="51054"/>
                </a:lnTo>
                <a:lnTo>
                  <a:pt x="38861" y="51054"/>
                </a:lnTo>
                <a:lnTo>
                  <a:pt x="38861" y="60293"/>
                </a:lnTo>
                <a:lnTo>
                  <a:pt x="40385" y="60198"/>
                </a:lnTo>
                <a:lnTo>
                  <a:pt x="44195" y="59245"/>
                </a:lnTo>
                <a:close/>
              </a:path>
              <a:path w="69850" h="60960">
                <a:moveTo>
                  <a:pt x="41909" y="10123"/>
                </a:moveTo>
                <a:lnTo>
                  <a:pt x="41909" y="9906"/>
                </a:lnTo>
                <a:lnTo>
                  <a:pt x="41147" y="9906"/>
                </a:lnTo>
                <a:lnTo>
                  <a:pt x="41909" y="10123"/>
                </a:lnTo>
                <a:close/>
              </a:path>
              <a:path w="69850" h="60960">
                <a:moveTo>
                  <a:pt x="48767" y="57258"/>
                </a:moveTo>
                <a:lnTo>
                  <a:pt x="48767" y="47244"/>
                </a:lnTo>
                <a:lnTo>
                  <a:pt x="43433" y="49530"/>
                </a:lnTo>
                <a:lnTo>
                  <a:pt x="44195" y="49530"/>
                </a:lnTo>
                <a:lnTo>
                  <a:pt x="44195" y="59245"/>
                </a:lnTo>
                <a:lnTo>
                  <a:pt x="46481" y="58674"/>
                </a:lnTo>
                <a:lnTo>
                  <a:pt x="47243" y="58674"/>
                </a:lnTo>
                <a:lnTo>
                  <a:pt x="47243" y="57912"/>
                </a:lnTo>
                <a:lnTo>
                  <a:pt x="48767" y="57258"/>
                </a:lnTo>
                <a:close/>
              </a:path>
              <a:path w="69850" h="60960">
                <a:moveTo>
                  <a:pt x="46481" y="11811"/>
                </a:moveTo>
                <a:lnTo>
                  <a:pt x="46481" y="11430"/>
                </a:lnTo>
                <a:lnTo>
                  <a:pt x="45719" y="11430"/>
                </a:lnTo>
                <a:lnTo>
                  <a:pt x="46481" y="11811"/>
                </a:lnTo>
                <a:close/>
              </a:path>
              <a:path w="69850" h="60960">
                <a:moveTo>
                  <a:pt x="52577" y="44196"/>
                </a:moveTo>
                <a:lnTo>
                  <a:pt x="48005" y="47244"/>
                </a:lnTo>
                <a:lnTo>
                  <a:pt x="48767" y="47244"/>
                </a:lnTo>
                <a:lnTo>
                  <a:pt x="48767" y="57258"/>
                </a:lnTo>
                <a:lnTo>
                  <a:pt x="51815" y="55952"/>
                </a:lnTo>
                <a:lnTo>
                  <a:pt x="51815" y="44958"/>
                </a:lnTo>
                <a:lnTo>
                  <a:pt x="52577" y="44196"/>
                </a:lnTo>
                <a:close/>
              </a:path>
              <a:path w="69850" h="60960">
                <a:moveTo>
                  <a:pt x="50291" y="13716"/>
                </a:moveTo>
                <a:lnTo>
                  <a:pt x="49529" y="12954"/>
                </a:lnTo>
                <a:lnTo>
                  <a:pt x="49529" y="13335"/>
                </a:lnTo>
                <a:lnTo>
                  <a:pt x="50291" y="13716"/>
                </a:lnTo>
                <a:close/>
              </a:path>
              <a:path w="69850" h="60960">
                <a:moveTo>
                  <a:pt x="55625" y="53721"/>
                </a:moveTo>
                <a:lnTo>
                  <a:pt x="55625" y="41148"/>
                </a:lnTo>
                <a:lnTo>
                  <a:pt x="51815" y="44958"/>
                </a:lnTo>
                <a:lnTo>
                  <a:pt x="51815" y="55952"/>
                </a:lnTo>
                <a:lnTo>
                  <a:pt x="52577" y="55626"/>
                </a:lnTo>
                <a:lnTo>
                  <a:pt x="53339" y="55626"/>
                </a:lnTo>
                <a:lnTo>
                  <a:pt x="55625" y="53721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910"/>
                </a:lnTo>
                <a:lnTo>
                  <a:pt x="55625" y="41148"/>
                </a:lnTo>
                <a:lnTo>
                  <a:pt x="55625" y="53721"/>
                </a:lnTo>
                <a:lnTo>
                  <a:pt x="57911" y="51816"/>
                </a:lnTo>
                <a:close/>
              </a:path>
              <a:path w="69850" h="60960">
                <a:moveTo>
                  <a:pt x="69710" y="27686"/>
                </a:moveTo>
                <a:lnTo>
                  <a:pt x="68491" y="20345"/>
                </a:lnTo>
                <a:lnTo>
                  <a:pt x="65531" y="15240"/>
                </a:lnTo>
                <a:lnTo>
                  <a:pt x="64007" y="12954"/>
                </a:lnTo>
                <a:lnTo>
                  <a:pt x="60197" y="9144"/>
                </a:lnTo>
                <a:lnTo>
                  <a:pt x="60197" y="30480"/>
                </a:lnTo>
                <a:lnTo>
                  <a:pt x="59435" y="32004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816"/>
                </a:lnTo>
                <a:lnTo>
                  <a:pt x="58673" y="51816"/>
                </a:lnTo>
                <a:lnTo>
                  <a:pt x="62483" y="48006"/>
                </a:lnTo>
                <a:lnTo>
                  <a:pt x="62483" y="47244"/>
                </a:lnTo>
                <a:lnTo>
                  <a:pt x="65531" y="42672"/>
                </a:lnTo>
                <a:lnTo>
                  <a:pt x="66293" y="42672"/>
                </a:lnTo>
                <a:lnTo>
                  <a:pt x="66293" y="41910"/>
                </a:lnTo>
                <a:lnTo>
                  <a:pt x="67817" y="37338"/>
                </a:lnTo>
                <a:lnTo>
                  <a:pt x="68579" y="36576"/>
                </a:lnTo>
                <a:lnTo>
                  <a:pt x="69341" y="33528"/>
                </a:lnTo>
                <a:lnTo>
                  <a:pt x="69710" y="2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3" name="object 52">
            <a:extLst>
              <a:ext uri="{FF2B5EF4-FFF2-40B4-BE49-F238E27FC236}">
                <a16:creationId xmlns:a16="http://schemas.microsoft.com/office/drawing/2014/main" id="{C8ECDF90-DFA6-4C32-93CA-007E26F236BD}"/>
              </a:ext>
            </a:extLst>
          </p:cNvPr>
          <p:cNvSpPr/>
          <p:nvPr/>
        </p:nvSpPr>
        <p:spPr>
          <a:xfrm>
            <a:off x="4303845" y="3313509"/>
            <a:ext cx="81579" cy="812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5" name="object 53">
            <a:extLst>
              <a:ext uri="{FF2B5EF4-FFF2-40B4-BE49-F238E27FC236}">
                <a16:creationId xmlns:a16="http://schemas.microsoft.com/office/drawing/2014/main" id="{A68BEF0E-6BEA-44C7-B580-B76715DC064A}"/>
              </a:ext>
            </a:extLst>
          </p:cNvPr>
          <p:cNvSpPr/>
          <p:nvPr/>
        </p:nvSpPr>
        <p:spPr>
          <a:xfrm>
            <a:off x="5988314" y="5629094"/>
            <a:ext cx="83431" cy="7709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7" name="object 54">
            <a:extLst>
              <a:ext uri="{FF2B5EF4-FFF2-40B4-BE49-F238E27FC236}">
                <a16:creationId xmlns:a16="http://schemas.microsoft.com/office/drawing/2014/main" id="{D8258325-EB6F-4986-A123-E0F4652A6C10}"/>
              </a:ext>
            </a:extLst>
          </p:cNvPr>
          <p:cNvSpPr/>
          <p:nvPr/>
        </p:nvSpPr>
        <p:spPr>
          <a:xfrm>
            <a:off x="7592996" y="5287536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11429" y="22860"/>
                </a:moveTo>
                <a:lnTo>
                  <a:pt x="11429" y="9144"/>
                </a:lnTo>
                <a:lnTo>
                  <a:pt x="10667" y="9144"/>
                </a:lnTo>
                <a:lnTo>
                  <a:pt x="6095" y="13716"/>
                </a:lnTo>
                <a:lnTo>
                  <a:pt x="3047" y="18288"/>
                </a:lnTo>
                <a:lnTo>
                  <a:pt x="3047" y="19050"/>
                </a:lnTo>
                <a:lnTo>
                  <a:pt x="761" y="23622"/>
                </a:lnTo>
                <a:lnTo>
                  <a:pt x="761" y="24384"/>
                </a:lnTo>
                <a:lnTo>
                  <a:pt x="0" y="29718"/>
                </a:lnTo>
                <a:lnTo>
                  <a:pt x="0" y="36576"/>
                </a:lnTo>
                <a:lnTo>
                  <a:pt x="1523" y="42672"/>
                </a:lnTo>
                <a:lnTo>
                  <a:pt x="2285" y="42672"/>
                </a:lnTo>
                <a:lnTo>
                  <a:pt x="2285" y="43434"/>
                </a:lnTo>
                <a:lnTo>
                  <a:pt x="4571" y="47244"/>
                </a:lnTo>
                <a:lnTo>
                  <a:pt x="9143" y="51816"/>
                </a:lnTo>
                <a:lnTo>
                  <a:pt x="9143" y="31242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2860"/>
                </a:lnTo>
                <a:close/>
              </a:path>
              <a:path w="69850" h="60960">
                <a:moveTo>
                  <a:pt x="12953" y="42672"/>
                </a:moveTo>
                <a:lnTo>
                  <a:pt x="10667" y="38100"/>
                </a:lnTo>
                <a:lnTo>
                  <a:pt x="10667" y="38862"/>
                </a:lnTo>
                <a:lnTo>
                  <a:pt x="9143" y="34290"/>
                </a:lnTo>
                <a:lnTo>
                  <a:pt x="9143" y="52578"/>
                </a:lnTo>
                <a:lnTo>
                  <a:pt x="9905" y="52578"/>
                </a:lnTo>
                <a:lnTo>
                  <a:pt x="12191" y="54406"/>
                </a:lnTo>
                <a:lnTo>
                  <a:pt x="12191" y="41910"/>
                </a:lnTo>
                <a:lnTo>
                  <a:pt x="12953" y="42672"/>
                </a:lnTo>
                <a:close/>
              </a:path>
              <a:path w="69850" h="60960">
                <a:moveTo>
                  <a:pt x="59435" y="24384"/>
                </a:moveTo>
                <a:lnTo>
                  <a:pt x="59435" y="7620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8005" y="1524"/>
                </a:lnTo>
                <a:lnTo>
                  <a:pt x="42671" y="762"/>
                </a:lnTo>
                <a:lnTo>
                  <a:pt x="41147" y="653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097" y="2286"/>
                </a:lnTo>
                <a:lnTo>
                  <a:pt x="16763" y="5334"/>
                </a:lnTo>
                <a:lnTo>
                  <a:pt x="16001" y="5334"/>
                </a:lnTo>
                <a:lnTo>
                  <a:pt x="11429" y="8382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129"/>
                </a:lnTo>
                <a:lnTo>
                  <a:pt x="21335" y="12954"/>
                </a:lnTo>
                <a:lnTo>
                  <a:pt x="21335" y="13389"/>
                </a:lnTo>
                <a:lnTo>
                  <a:pt x="25145" y="11756"/>
                </a:lnTo>
                <a:lnTo>
                  <a:pt x="25145" y="11430"/>
                </a:lnTo>
                <a:lnTo>
                  <a:pt x="30479" y="10096"/>
                </a:lnTo>
                <a:lnTo>
                  <a:pt x="30479" y="9906"/>
                </a:lnTo>
                <a:lnTo>
                  <a:pt x="35813" y="9239"/>
                </a:lnTo>
                <a:lnTo>
                  <a:pt x="41147" y="9906"/>
                </a:lnTo>
                <a:lnTo>
                  <a:pt x="41147" y="10123"/>
                </a:lnTo>
                <a:lnTo>
                  <a:pt x="44957" y="11212"/>
                </a:lnTo>
                <a:lnTo>
                  <a:pt x="44957" y="10668"/>
                </a:lnTo>
                <a:lnTo>
                  <a:pt x="50291" y="12954"/>
                </a:lnTo>
                <a:lnTo>
                  <a:pt x="50291" y="13462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149" y="20574"/>
                </a:lnTo>
                <a:lnTo>
                  <a:pt x="58673" y="22098"/>
                </a:lnTo>
                <a:lnTo>
                  <a:pt x="59435" y="24384"/>
                </a:lnTo>
                <a:close/>
              </a:path>
              <a:path w="69850" h="60960">
                <a:moveTo>
                  <a:pt x="16001" y="57041"/>
                </a:moveTo>
                <a:lnTo>
                  <a:pt x="16001" y="45720"/>
                </a:lnTo>
                <a:lnTo>
                  <a:pt x="12191" y="41910"/>
                </a:lnTo>
                <a:lnTo>
                  <a:pt x="12191" y="54406"/>
                </a:lnTo>
                <a:lnTo>
                  <a:pt x="13715" y="55626"/>
                </a:lnTo>
                <a:lnTo>
                  <a:pt x="14477" y="55626"/>
                </a:lnTo>
                <a:lnTo>
                  <a:pt x="14477" y="56388"/>
                </a:lnTo>
                <a:lnTo>
                  <a:pt x="16001" y="57041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9354" y="47701"/>
                </a:moveTo>
                <a:lnTo>
                  <a:pt x="15239" y="44958"/>
                </a:lnTo>
                <a:lnTo>
                  <a:pt x="16001" y="45720"/>
                </a:lnTo>
                <a:lnTo>
                  <a:pt x="16001" y="57041"/>
                </a:lnTo>
                <a:lnTo>
                  <a:pt x="18287" y="58020"/>
                </a:lnTo>
                <a:lnTo>
                  <a:pt x="18287" y="47244"/>
                </a:lnTo>
                <a:lnTo>
                  <a:pt x="19354" y="47701"/>
                </a:lnTo>
                <a:close/>
              </a:path>
              <a:path w="69850" h="60960">
                <a:moveTo>
                  <a:pt x="17525" y="16129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129"/>
                </a:lnTo>
                <a:close/>
              </a:path>
              <a:path w="69850" h="60960">
                <a:moveTo>
                  <a:pt x="19811" y="48006"/>
                </a:moveTo>
                <a:lnTo>
                  <a:pt x="19354" y="47701"/>
                </a:lnTo>
                <a:lnTo>
                  <a:pt x="18287" y="47244"/>
                </a:lnTo>
                <a:lnTo>
                  <a:pt x="19811" y="48006"/>
                </a:lnTo>
                <a:close/>
              </a:path>
              <a:path w="69850" h="60960">
                <a:moveTo>
                  <a:pt x="19811" y="58674"/>
                </a:moveTo>
                <a:lnTo>
                  <a:pt x="19811" y="48006"/>
                </a:lnTo>
                <a:lnTo>
                  <a:pt x="18287" y="47244"/>
                </a:lnTo>
                <a:lnTo>
                  <a:pt x="18287" y="58020"/>
                </a:lnTo>
                <a:lnTo>
                  <a:pt x="19811" y="58674"/>
                </a:lnTo>
                <a:close/>
              </a:path>
              <a:path w="69850" h="60960">
                <a:moveTo>
                  <a:pt x="23621" y="49530"/>
                </a:moveTo>
                <a:lnTo>
                  <a:pt x="19354" y="47701"/>
                </a:lnTo>
                <a:lnTo>
                  <a:pt x="19811" y="48006"/>
                </a:lnTo>
                <a:lnTo>
                  <a:pt x="19811" y="58674"/>
                </a:lnTo>
                <a:lnTo>
                  <a:pt x="20573" y="58674"/>
                </a:lnTo>
                <a:lnTo>
                  <a:pt x="22859" y="59327"/>
                </a:lnTo>
                <a:lnTo>
                  <a:pt x="22859" y="49530"/>
                </a:lnTo>
                <a:lnTo>
                  <a:pt x="23621" y="49530"/>
                </a:lnTo>
                <a:close/>
              </a:path>
              <a:path w="69850" h="60960">
                <a:moveTo>
                  <a:pt x="21335" y="13389"/>
                </a:moveTo>
                <a:lnTo>
                  <a:pt x="21335" y="12954"/>
                </a:lnTo>
                <a:lnTo>
                  <a:pt x="20573" y="13716"/>
                </a:lnTo>
                <a:lnTo>
                  <a:pt x="21335" y="13389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2859" y="59327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430"/>
                </a:moveTo>
                <a:lnTo>
                  <a:pt x="25145" y="11430"/>
                </a:lnTo>
                <a:lnTo>
                  <a:pt x="25145" y="11756"/>
                </a:lnTo>
                <a:lnTo>
                  <a:pt x="25907" y="11430"/>
                </a:lnTo>
                <a:close/>
              </a:path>
              <a:path w="69850" h="60960">
                <a:moveTo>
                  <a:pt x="33527" y="60960"/>
                </a:moveTo>
                <a:lnTo>
                  <a:pt x="33527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close/>
              </a:path>
              <a:path w="69850" h="60960">
                <a:moveTo>
                  <a:pt x="31241" y="9906"/>
                </a:moveTo>
                <a:lnTo>
                  <a:pt x="30479" y="9906"/>
                </a:lnTo>
                <a:lnTo>
                  <a:pt x="30479" y="10096"/>
                </a:lnTo>
                <a:lnTo>
                  <a:pt x="31241" y="9906"/>
                </a:lnTo>
                <a:close/>
              </a:path>
              <a:path w="69850" h="60960">
                <a:moveTo>
                  <a:pt x="43433" y="48768"/>
                </a:moveTo>
                <a:lnTo>
                  <a:pt x="38099" y="51054"/>
                </a:lnTo>
                <a:lnTo>
                  <a:pt x="38099" y="50387"/>
                </a:lnTo>
                <a:lnTo>
                  <a:pt x="32765" y="51054"/>
                </a:lnTo>
                <a:lnTo>
                  <a:pt x="33527" y="51054"/>
                </a:lnTo>
                <a:lnTo>
                  <a:pt x="33527" y="60960"/>
                </a:lnTo>
                <a:lnTo>
                  <a:pt x="38099" y="60388"/>
                </a:lnTo>
                <a:lnTo>
                  <a:pt x="38099" y="51054"/>
                </a:lnTo>
                <a:lnTo>
                  <a:pt x="38861" y="50292"/>
                </a:lnTo>
                <a:lnTo>
                  <a:pt x="38861" y="60293"/>
                </a:lnTo>
                <a:lnTo>
                  <a:pt x="40385" y="60198"/>
                </a:lnTo>
                <a:lnTo>
                  <a:pt x="42671" y="59340"/>
                </a:lnTo>
                <a:lnTo>
                  <a:pt x="42671" y="49530"/>
                </a:lnTo>
                <a:lnTo>
                  <a:pt x="43433" y="48768"/>
                </a:lnTo>
                <a:close/>
              </a:path>
              <a:path w="69850" h="60960">
                <a:moveTo>
                  <a:pt x="36169" y="9194"/>
                </a:moveTo>
                <a:lnTo>
                  <a:pt x="35813" y="9144"/>
                </a:lnTo>
                <a:lnTo>
                  <a:pt x="36169" y="9194"/>
                </a:lnTo>
                <a:close/>
              </a:path>
              <a:path w="69850" h="60960">
                <a:moveTo>
                  <a:pt x="36575" y="9252"/>
                </a:moveTo>
                <a:lnTo>
                  <a:pt x="36169" y="9194"/>
                </a:lnTo>
                <a:lnTo>
                  <a:pt x="36575" y="9252"/>
                </a:lnTo>
                <a:close/>
              </a:path>
              <a:path w="69850" h="60960">
                <a:moveTo>
                  <a:pt x="41147" y="10123"/>
                </a:moveTo>
                <a:lnTo>
                  <a:pt x="41147" y="9906"/>
                </a:lnTo>
                <a:lnTo>
                  <a:pt x="40385" y="9906"/>
                </a:lnTo>
                <a:lnTo>
                  <a:pt x="41147" y="10123"/>
                </a:lnTo>
                <a:close/>
              </a:path>
              <a:path w="69850" h="60960">
                <a:moveTo>
                  <a:pt x="48005" y="57585"/>
                </a:moveTo>
                <a:lnTo>
                  <a:pt x="48005" y="47244"/>
                </a:lnTo>
                <a:lnTo>
                  <a:pt x="42671" y="49530"/>
                </a:lnTo>
                <a:lnTo>
                  <a:pt x="42671" y="59340"/>
                </a:lnTo>
                <a:lnTo>
                  <a:pt x="46481" y="57912"/>
                </a:lnTo>
                <a:lnTo>
                  <a:pt x="47243" y="57912"/>
                </a:lnTo>
                <a:lnTo>
                  <a:pt x="48005" y="57585"/>
                </a:lnTo>
                <a:close/>
              </a:path>
              <a:path w="69850" h="60960">
                <a:moveTo>
                  <a:pt x="45719" y="11430"/>
                </a:moveTo>
                <a:lnTo>
                  <a:pt x="44957" y="10668"/>
                </a:lnTo>
                <a:lnTo>
                  <a:pt x="44957" y="11212"/>
                </a:lnTo>
                <a:lnTo>
                  <a:pt x="45719" y="11430"/>
                </a:lnTo>
                <a:close/>
              </a:path>
              <a:path w="69850" h="60960">
                <a:moveTo>
                  <a:pt x="55625" y="53122"/>
                </a:moveTo>
                <a:lnTo>
                  <a:pt x="55625" y="40386"/>
                </a:lnTo>
                <a:lnTo>
                  <a:pt x="51815" y="44958"/>
                </a:lnTo>
                <a:lnTo>
                  <a:pt x="51815" y="44196"/>
                </a:lnTo>
                <a:lnTo>
                  <a:pt x="47243" y="47244"/>
                </a:lnTo>
                <a:lnTo>
                  <a:pt x="48005" y="47244"/>
                </a:lnTo>
                <a:lnTo>
                  <a:pt x="48005" y="57585"/>
                </a:lnTo>
                <a:lnTo>
                  <a:pt x="52577" y="55626"/>
                </a:lnTo>
                <a:lnTo>
                  <a:pt x="52577" y="54864"/>
                </a:lnTo>
                <a:lnTo>
                  <a:pt x="55625" y="53122"/>
                </a:lnTo>
                <a:close/>
              </a:path>
              <a:path w="69850" h="60960">
                <a:moveTo>
                  <a:pt x="50291" y="13462"/>
                </a:moveTo>
                <a:lnTo>
                  <a:pt x="50291" y="12954"/>
                </a:lnTo>
                <a:lnTo>
                  <a:pt x="49529" y="12954"/>
                </a:lnTo>
                <a:lnTo>
                  <a:pt x="50291" y="13462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148"/>
                </a:lnTo>
                <a:lnTo>
                  <a:pt x="55625" y="40386"/>
                </a:lnTo>
                <a:lnTo>
                  <a:pt x="55625" y="53122"/>
                </a:lnTo>
                <a:lnTo>
                  <a:pt x="57911" y="51816"/>
                </a:lnTo>
                <a:close/>
              </a:path>
              <a:path w="69850" h="60960">
                <a:moveTo>
                  <a:pt x="69341" y="29718"/>
                </a:moveTo>
                <a:lnTo>
                  <a:pt x="69341" y="26670"/>
                </a:lnTo>
                <a:lnTo>
                  <a:pt x="67055" y="17526"/>
                </a:lnTo>
                <a:lnTo>
                  <a:pt x="64007" y="12954"/>
                </a:lnTo>
                <a:lnTo>
                  <a:pt x="64007" y="12192"/>
                </a:lnTo>
                <a:lnTo>
                  <a:pt x="63245" y="12192"/>
                </a:lnTo>
                <a:lnTo>
                  <a:pt x="60197" y="8382"/>
                </a:lnTo>
                <a:lnTo>
                  <a:pt x="59435" y="8382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054"/>
                </a:lnTo>
                <a:lnTo>
                  <a:pt x="61721" y="47244"/>
                </a:lnTo>
                <a:lnTo>
                  <a:pt x="62483" y="47244"/>
                </a:lnTo>
                <a:lnTo>
                  <a:pt x="62483" y="46482"/>
                </a:lnTo>
                <a:lnTo>
                  <a:pt x="65531" y="42672"/>
                </a:lnTo>
                <a:lnTo>
                  <a:pt x="65531" y="41910"/>
                </a:lnTo>
                <a:lnTo>
                  <a:pt x="66293" y="41910"/>
                </a:lnTo>
                <a:lnTo>
                  <a:pt x="67817" y="36576"/>
                </a:lnTo>
                <a:lnTo>
                  <a:pt x="68579" y="35814"/>
                </a:lnTo>
                <a:lnTo>
                  <a:pt x="68579" y="32766"/>
                </a:lnTo>
                <a:lnTo>
                  <a:pt x="69341" y="29718"/>
                </a:lnTo>
                <a:close/>
              </a:path>
              <a:path w="69850" h="60960">
                <a:moveTo>
                  <a:pt x="59435" y="33528"/>
                </a:moveTo>
                <a:lnTo>
                  <a:pt x="59435" y="32004"/>
                </a:lnTo>
                <a:lnTo>
                  <a:pt x="58673" y="34290"/>
                </a:lnTo>
                <a:lnTo>
                  <a:pt x="59435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9" name="object 55">
            <a:extLst>
              <a:ext uri="{FF2B5EF4-FFF2-40B4-BE49-F238E27FC236}">
                <a16:creationId xmlns:a16="http://schemas.microsoft.com/office/drawing/2014/main" id="{221D731C-5815-44FC-9BD8-726B0791FC91}"/>
              </a:ext>
            </a:extLst>
          </p:cNvPr>
          <p:cNvSpPr txBox="1"/>
          <p:nvPr/>
        </p:nvSpPr>
        <p:spPr>
          <a:xfrm>
            <a:off x="8847526" y="1764930"/>
            <a:ext cx="3252695" cy="396828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2471" i="1" spc="-71" dirty="0">
                <a:latin typeface="Tahoma"/>
                <a:cs typeface="Tahoma"/>
              </a:rPr>
              <a:t>f(x,</a:t>
            </a:r>
            <a:r>
              <a:rPr sz="2471" i="1" spc="-71" dirty="0">
                <a:solidFill>
                  <a:srgbClr val="00CC00"/>
                </a:solidFill>
                <a:latin typeface="Tahoma"/>
                <a:cs typeface="Tahoma"/>
              </a:rPr>
              <a:t>w,b</a:t>
            </a:r>
            <a:r>
              <a:rPr sz="2471" i="1" spc="-71" dirty="0">
                <a:latin typeface="Tahoma"/>
                <a:cs typeface="Tahoma"/>
              </a:rPr>
              <a:t>) </a:t>
            </a:r>
            <a:r>
              <a:rPr sz="2471" i="1" spc="-95" dirty="0">
                <a:latin typeface="Tahoma"/>
                <a:cs typeface="Tahoma"/>
              </a:rPr>
              <a:t>= </a:t>
            </a:r>
            <a:r>
              <a:rPr sz="2471" i="1" spc="-65" dirty="0">
                <a:latin typeface="Tahoma"/>
                <a:cs typeface="Tahoma"/>
              </a:rPr>
              <a:t>sign(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w </a:t>
            </a:r>
            <a:r>
              <a:rPr sz="2471" i="1" spc="-65" dirty="0">
                <a:latin typeface="Tahoma"/>
                <a:cs typeface="Tahoma"/>
              </a:rPr>
              <a:t>x </a:t>
            </a:r>
            <a:r>
              <a:rPr sz="2471" i="1" spc="-95" dirty="0">
                <a:latin typeface="Tahoma"/>
                <a:cs typeface="Tahoma"/>
              </a:rPr>
              <a:t>+</a:t>
            </a:r>
            <a:r>
              <a:rPr sz="2471" i="1" spc="41" dirty="0">
                <a:latin typeface="Tahoma"/>
                <a:cs typeface="Tahoma"/>
              </a:rPr>
              <a:t> 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b</a:t>
            </a:r>
            <a:r>
              <a:rPr sz="2471" i="1" spc="-65" dirty="0">
                <a:latin typeface="Tahoma"/>
                <a:cs typeface="Tahoma"/>
              </a:rPr>
              <a:t>)</a:t>
            </a:r>
            <a:endParaRPr sz="2471" dirty="0">
              <a:latin typeface="Tahoma"/>
              <a:cs typeface="Tahoma"/>
            </a:endParaRPr>
          </a:p>
        </p:txBody>
      </p:sp>
      <p:sp>
        <p:nvSpPr>
          <p:cNvPr id="111" name="object 56">
            <a:extLst>
              <a:ext uri="{FF2B5EF4-FFF2-40B4-BE49-F238E27FC236}">
                <a16:creationId xmlns:a16="http://schemas.microsoft.com/office/drawing/2014/main" id="{A6DCF5D7-7652-4704-B88D-5966D60F485E}"/>
              </a:ext>
            </a:extLst>
          </p:cNvPr>
          <p:cNvSpPr/>
          <p:nvPr/>
        </p:nvSpPr>
        <p:spPr>
          <a:xfrm>
            <a:off x="5391263" y="1602247"/>
            <a:ext cx="1716741" cy="4755776"/>
          </a:xfrm>
          <a:custGeom>
            <a:avLst/>
            <a:gdLst/>
            <a:ahLst/>
            <a:cxnLst/>
            <a:rect l="l" t="t" r="r" b="b"/>
            <a:pathLst>
              <a:path w="1459229" h="4042410">
                <a:moveTo>
                  <a:pt x="1459230" y="3810"/>
                </a:moveTo>
                <a:lnTo>
                  <a:pt x="1447800" y="0"/>
                </a:lnTo>
                <a:lnTo>
                  <a:pt x="0" y="4038600"/>
                </a:lnTo>
                <a:lnTo>
                  <a:pt x="11430" y="4042410"/>
                </a:lnTo>
                <a:lnTo>
                  <a:pt x="1459230" y="3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3" name="object 57">
            <a:extLst>
              <a:ext uri="{FF2B5EF4-FFF2-40B4-BE49-F238E27FC236}">
                <a16:creationId xmlns:a16="http://schemas.microsoft.com/office/drawing/2014/main" id="{C03B12D7-16F9-418D-BD33-E5A7CE2DF5A7}"/>
              </a:ext>
            </a:extLst>
          </p:cNvPr>
          <p:cNvSpPr txBox="1"/>
          <p:nvPr/>
        </p:nvSpPr>
        <p:spPr>
          <a:xfrm>
            <a:off x="8986411" y="3674189"/>
            <a:ext cx="2250888" cy="2205062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 marR="5977">
              <a:spcBef>
                <a:spcPts val="112"/>
              </a:spcBef>
            </a:pPr>
            <a:r>
              <a:rPr sz="2353" b="1" spc="-5" dirty="0">
                <a:latin typeface="Tahoma"/>
                <a:cs typeface="Tahoma"/>
              </a:rPr>
              <a:t>Any of these  would be</a:t>
            </a:r>
            <a:r>
              <a:rPr sz="2353" b="1" spc="-53" dirty="0">
                <a:latin typeface="Tahoma"/>
                <a:cs typeface="Tahoma"/>
              </a:rPr>
              <a:t> </a:t>
            </a:r>
            <a:r>
              <a:rPr sz="2353" b="1" spc="-12" dirty="0">
                <a:latin typeface="Tahoma"/>
                <a:cs typeface="Tahoma"/>
              </a:rPr>
              <a:t>fine..</a:t>
            </a:r>
            <a:endParaRPr sz="235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824">
              <a:latin typeface="Times New Roman"/>
              <a:cs typeface="Times New Roman"/>
            </a:endParaRPr>
          </a:p>
          <a:p>
            <a:pPr marL="14941" marR="222630">
              <a:spcBef>
                <a:spcPts val="2399"/>
              </a:spcBef>
            </a:pPr>
            <a:r>
              <a:rPr sz="2353" b="1" spc="-5" dirty="0">
                <a:latin typeface="Tahoma"/>
                <a:cs typeface="Tahoma"/>
              </a:rPr>
              <a:t>..but which</a:t>
            </a:r>
            <a:r>
              <a:rPr sz="2353" b="1" spc="-83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is  the</a:t>
            </a:r>
            <a:r>
              <a:rPr sz="2353" b="1" spc="-17" dirty="0">
                <a:latin typeface="Tahoma"/>
                <a:cs typeface="Tahoma"/>
              </a:rPr>
              <a:t> </a:t>
            </a:r>
            <a:r>
              <a:rPr sz="2353" b="1" spc="-12" dirty="0">
                <a:latin typeface="Tahoma"/>
                <a:cs typeface="Tahoma"/>
              </a:rPr>
              <a:t>best?</a:t>
            </a:r>
            <a:endParaRPr sz="2353">
              <a:latin typeface="Tahoma"/>
              <a:cs typeface="Tahoma"/>
            </a:endParaRPr>
          </a:p>
        </p:txBody>
      </p:sp>
      <p:sp>
        <p:nvSpPr>
          <p:cNvPr id="115" name="object 58">
            <a:extLst>
              <a:ext uri="{FF2B5EF4-FFF2-40B4-BE49-F238E27FC236}">
                <a16:creationId xmlns:a16="http://schemas.microsoft.com/office/drawing/2014/main" id="{DDD2B74E-4B45-4993-9120-1EFA45975715}"/>
              </a:ext>
            </a:extLst>
          </p:cNvPr>
          <p:cNvSpPr/>
          <p:nvPr/>
        </p:nvSpPr>
        <p:spPr>
          <a:xfrm>
            <a:off x="4049247" y="2464553"/>
            <a:ext cx="4759512" cy="3060700"/>
          </a:xfrm>
          <a:custGeom>
            <a:avLst/>
            <a:gdLst/>
            <a:ahLst/>
            <a:cxnLst/>
            <a:rect l="l" t="t" r="r" b="b"/>
            <a:pathLst>
              <a:path w="4045584" h="2601595">
                <a:moveTo>
                  <a:pt x="4045458" y="10668"/>
                </a:moveTo>
                <a:lnTo>
                  <a:pt x="4038600" y="0"/>
                </a:lnTo>
                <a:lnTo>
                  <a:pt x="0" y="2590800"/>
                </a:lnTo>
                <a:lnTo>
                  <a:pt x="6858" y="2601468"/>
                </a:lnTo>
                <a:lnTo>
                  <a:pt x="4045458" y="10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7" name="object 59">
            <a:extLst>
              <a:ext uri="{FF2B5EF4-FFF2-40B4-BE49-F238E27FC236}">
                <a16:creationId xmlns:a16="http://schemas.microsoft.com/office/drawing/2014/main" id="{D959C954-4498-44EE-BE35-6312E6F97D8E}"/>
              </a:ext>
            </a:extLst>
          </p:cNvPr>
          <p:cNvSpPr/>
          <p:nvPr/>
        </p:nvSpPr>
        <p:spPr>
          <a:xfrm>
            <a:off x="4406939" y="2287050"/>
            <a:ext cx="3685988" cy="3596341"/>
          </a:xfrm>
          <a:custGeom>
            <a:avLst/>
            <a:gdLst/>
            <a:ahLst/>
            <a:cxnLst/>
            <a:rect l="l" t="t" r="r" b="b"/>
            <a:pathLst>
              <a:path w="3133090" h="3056890">
                <a:moveTo>
                  <a:pt x="3132581" y="8381"/>
                </a:moveTo>
                <a:lnTo>
                  <a:pt x="3124199" y="0"/>
                </a:lnTo>
                <a:lnTo>
                  <a:pt x="0" y="3048000"/>
                </a:lnTo>
                <a:lnTo>
                  <a:pt x="8381" y="3056382"/>
                </a:lnTo>
                <a:lnTo>
                  <a:pt x="3132581" y="83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9" name="object 60">
            <a:extLst>
              <a:ext uri="{FF2B5EF4-FFF2-40B4-BE49-F238E27FC236}">
                <a16:creationId xmlns:a16="http://schemas.microsoft.com/office/drawing/2014/main" id="{AC161E1B-6CA4-41D3-9821-699682BFA607}"/>
              </a:ext>
            </a:extLst>
          </p:cNvPr>
          <p:cNvSpPr/>
          <p:nvPr/>
        </p:nvSpPr>
        <p:spPr>
          <a:xfrm>
            <a:off x="3781204" y="2554199"/>
            <a:ext cx="5654488" cy="2613212"/>
          </a:xfrm>
          <a:custGeom>
            <a:avLst/>
            <a:gdLst/>
            <a:ahLst/>
            <a:cxnLst/>
            <a:rect l="l" t="t" r="r" b="b"/>
            <a:pathLst>
              <a:path w="4806315" h="2221229">
                <a:moveTo>
                  <a:pt x="4805934" y="11430"/>
                </a:moveTo>
                <a:lnTo>
                  <a:pt x="4800600" y="0"/>
                </a:lnTo>
                <a:lnTo>
                  <a:pt x="0" y="2209800"/>
                </a:lnTo>
                <a:lnTo>
                  <a:pt x="5334" y="2221230"/>
                </a:lnTo>
                <a:lnTo>
                  <a:pt x="4805934" y="11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1" name="object 61">
            <a:extLst>
              <a:ext uri="{FF2B5EF4-FFF2-40B4-BE49-F238E27FC236}">
                <a16:creationId xmlns:a16="http://schemas.microsoft.com/office/drawing/2014/main" id="{AF5A8B6D-66A9-4CFF-AF34-A0F49F985B5D}"/>
              </a:ext>
            </a:extLst>
          </p:cNvPr>
          <p:cNvSpPr/>
          <p:nvPr/>
        </p:nvSpPr>
        <p:spPr>
          <a:xfrm>
            <a:off x="4228541" y="2286153"/>
            <a:ext cx="4490571" cy="3328895"/>
          </a:xfrm>
          <a:custGeom>
            <a:avLst/>
            <a:gdLst/>
            <a:ahLst/>
            <a:cxnLst/>
            <a:rect l="l" t="t" r="r" b="b"/>
            <a:pathLst>
              <a:path w="3816984" h="2829560">
                <a:moveTo>
                  <a:pt x="3816858" y="9906"/>
                </a:moveTo>
                <a:lnTo>
                  <a:pt x="3810000" y="0"/>
                </a:lnTo>
                <a:lnTo>
                  <a:pt x="0" y="2819400"/>
                </a:lnTo>
                <a:lnTo>
                  <a:pt x="6858" y="2829306"/>
                </a:lnTo>
                <a:lnTo>
                  <a:pt x="3816858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3" name="object 62">
            <a:extLst>
              <a:ext uri="{FF2B5EF4-FFF2-40B4-BE49-F238E27FC236}">
                <a16:creationId xmlns:a16="http://schemas.microsoft.com/office/drawing/2014/main" id="{C37DE965-1AE3-4842-9971-8F478E2AB6F3}"/>
              </a:ext>
            </a:extLst>
          </p:cNvPr>
          <p:cNvSpPr/>
          <p:nvPr/>
        </p:nvSpPr>
        <p:spPr>
          <a:xfrm>
            <a:off x="4137997" y="1927564"/>
            <a:ext cx="4582459" cy="3956424"/>
          </a:xfrm>
          <a:custGeom>
            <a:avLst/>
            <a:gdLst/>
            <a:ahLst/>
            <a:cxnLst/>
            <a:rect l="l" t="t" r="r" b="b"/>
            <a:pathLst>
              <a:path w="3895090" h="3362960">
                <a:moveTo>
                  <a:pt x="3894582" y="9905"/>
                </a:moveTo>
                <a:lnTo>
                  <a:pt x="3886200" y="0"/>
                </a:lnTo>
                <a:lnTo>
                  <a:pt x="0" y="3352800"/>
                </a:lnTo>
                <a:lnTo>
                  <a:pt x="8382" y="3362705"/>
                </a:lnTo>
                <a:lnTo>
                  <a:pt x="3894582" y="99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5" name="object 63">
            <a:extLst>
              <a:ext uri="{FF2B5EF4-FFF2-40B4-BE49-F238E27FC236}">
                <a16:creationId xmlns:a16="http://schemas.microsoft.com/office/drawing/2014/main" id="{2EFD7C61-839B-42E5-8569-34BE9565D5A7}"/>
              </a:ext>
            </a:extLst>
          </p:cNvPr>
          <p:cNvSpPr/>
          <p:nvPr/>
        </p:nvSpPr>
        <p:spPr>
          <a:xfrm>
            <a:off x="4406939" y="1749168"/>
            <a:ext cx="4044576" cy="3954929"/>
          </a:xfrm>
          <a:custGeom>
            <a:avLst/>
            <a:gdLst/>
            <a:ahLst/>
            <a:cxnLst/>
            <a:rect l="l" t="t" r="r" b="b"/>
            <a:pathLst>
              <a:path w="3437890" h="3361690">
                <a:moveTo>
                  <a:pt x="3437382" y="8382"/>
                </a:moveTo>
                <a:lnTo>
                  <a:pt x="3429000" y="0"/>
                </a:lnTo>
                <a:lnTo>
                  <a:pt x="0" y="3352800"/>
                </a:lnTo>
                <a:lnTo>
                  <a:pt x="8382" y="3361182"/>
                </a:lnTo>
                <a:lnTo>
                  <a:pt x="3437382" y="83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7" name="object 64">
            <a:extLst>
              <a:ext uri="{FF2B5EF4-FFF2-40B4-BE49-F238E27FC236}">
                <a16:creationId xmlns:a16="http://schemas.microsoft.com/office/drawing/2014/main" id="{94554EFF-E3D2-425F-9436-A0821189FDCD}"/>
              </a:ext>
            </a:extLst>
          </p:cNvPr>
          <p:cNvSpPr/>
          <p:nvPr/>
        </p:nvSpPr>
        <p:spPr>
          <a:xfrm>
            <a:off x="4674985" y="2197401"/>
            <a:ext cx="3239247" cy="4134224"/>
          </a:xfrm>
          <a:custGeom>
            <a:avLst/>
            <a:gdLst/>
            <a:ahLst/>
            <a:cxnLst/>
            <a:rect l="l" t="t" r="r" b="b"/>
            <a:pathLst>
              <a:path w="2753360" h="3514090">
                <a:moveTo>
                  <a:pt x="2753105" y="8382"/>
                </a:moveTo>
                <a:lnTo>
                  <a:pt x="2743199" y="0"/>
                </a:lnTo>
                <a:lnTo>
                  <a:pt x="0" y="3505200"/>
                </a:lnTo>
                <a:lnTo>
                  <a:pt x="9905" y="3513582"/>
                </a:lnTo>
                <a:lnTo>
                  <a:pt x="2753105" y="83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9" name="object 65">
            <a:extLst>
              <a:ext uri="{FF2B5EF4-FFF2-40B4-BE49-F238E27FC236}">
                <a16:creationId xmlns:a16="http://schemas.microsoft.com/office/drawing/2014/main" id="{2AD583D5-7C78-46F8-A190-526B17813D7F}"/>
              </a:ext>
            </a:extLst>
          </p:cNvPr>
          <p:cNvSpPr/>
          <p:nvPr/>
        </p:nvSpPr>
        <p:spPr>
          <a:xfrm>
            <a:off x="4138895" y="2286153"/>
            <a:ext cx="4849159" cy="3328895"/>
          </a:xfrm>
          <a:custGeom>
            <a:avLst/>
            <a:gdLst/>
            <a:ahLst/>
            <a:cxnLst/>
            <a:rect l="l" t="t" r="r" b="b"/>
            <a:pathLst>
              <a:path w="4121784" h="2829560">
                <a:moveTo>
                  <a:pt x="4121658" y="9906"/>
                </a:moveTo>
                <a:lnTo>
                  <a:pt x="4114800" y="0"/>
                </a:lnTo>
                <a:lnTo>
                  <a:pt x="0" y="2819400"/>
                </a:lnTo>
                <a:lnTo>
                  <a:pt x="6858" y="2829306"/>
                </a:lnTo>
                <a:lnTo>
                  <a:pt x="4121658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1" name="object 66">
            <a:extLst>
              <a:ext uri="{FF2B5EF4-FFF2-40B4-BE49-F238E27FC236}">
                <a16:creationId xmlns:a16="http://schemas.microsoft.com/office/drawing/2014/main" id="{3FCFCE1E-EB18-47C7-B1D9-2BE6E135365E}"/>
              </a:ext>
            </a:extLst>
          </p:cNvPr>
          <p:cNvSpPr txBox="1"/>
          <p:nvPr/>
        </p:nvSpPr>
        <p:spPr>
          <a:xfrm>
            <a:off x="8670553" y="130475"/>
            <a:ext cx="1497105" cy="34088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117" b="1" dirty="0">
                <a:latin typeface="Arial"/>
                <a:cs typeface="Arial"/>
              </a:rPr>
              <a:t>Parameters</a:t>
            </a:r>
            <a:endParaRPr sz="211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1431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C956-8037-46CE-A2C8-8CCCBEFD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553" y="-81118"/>
            <a:ext cx="11224996" cy="707823"/>
          </a:xfrm>
        </p:spPr>
        <p:txBody>
          <a:bodyPr/>
          <a:lstStyle/>
          <a:p>
            <a:r>
              <a:rPr lang="en-US" dirty="0"/>
              <a:t>Linear Classifiers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FF8F40B-D7FE-42F3-98CE-EE66A450E286}"/>
              </a:ext>
            </a:extLst>
          </p:cNvPr>
          <p:cNvSpPr/>
          <p:nvPr/>
        </p:nvSpPr>
        <p:spPr>
          <a:xfrm>
            <a:off x="7778619" y="638585"/>
            <a:ext cx="1882588" cy="770217"/>
          </a:xfrm>
          <a:custGeom>
            <a:avLst/>
            <a:gdLst/>
            <a:ahLst/>
            <a:cxnLst/>
            <a:rect l="l" t="t" r="r" b="b"/>
            <a:pathLst>
              <a:path w="1600200" h="654685">
                <a:moveTo>
                  <a:pt x="0" y="0"/>
                </a:moveTo>
                <a:lnTo>
                  <a:pt x="0" y="654557"/>
                </a:lnTo>
                <a:lnTo>
                  <a:pt x="1600200" y="654557"/>
                </a:lnTo>
                <a:lnTo>
                  <a:pt x="160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44F14007-DC73-48B1-AA96-25091DC0A828}"/>
              </a:ext>
            </a:extLst>
          </p:cNvPr>
          <p:cNvSpPr/>
          <p:nvPr/>
        </p:nvSpPr>
        <p:spPr>
          <a:xfrm>
            <a:off x="7771447" y="631414"/>
            <a:ext cx="1898276" cy="784412"/>
          </a:xfrm>
          <a:custGeom>
            <a:avLst/>
            <a:gdLst/>
            <a:ahLst/>
            <a:cxnLst/>
            <a:rect l="l" t="t" r="r" b="b"/>
            <a:pathLst>
              <a:path w="1613534" h="666750">
                <a:moveTo>
                  <a:pt x="1613153" y="666750"/>
                </a:moveTo>
                <a:lnTo>
                  <a:pt x="1613153" y="0"/>
                </a:lnTo>
                <a:lnTo>
                  <a:pt x="0" y="0"/>
                </a:lnTo>
                <a:lnTo>
                  <a:pt x="0" y="666750"/>
                </a:lnTo>
                <a:lnTo>
                  <a:pt x="6096" y="666750"/>
                </a:lnTo>
                <a:lnTo>
                  <a:pt x="6096" y="12954"/>
                </a:lnTo>
                <a:lnTo>
                  <a:pt x="12954" y="6096"/>
                </a:lnTo>
                <a:lnTo>
                  <a:pt x="12954" y="12954"/>
                </a:lnTo>
                <a:lnTo>
                  <a:pt x="1600200" y="12953"/>
                </a:lnTo>
                <a:lnTo>
                  <a:pt x="1600200" y="6095"/>
                </a:lnTo>
                <a:lnTo>
                  <a:pt x="1606296" y="12953"/>
                </a:lnTo>
                <a:lnTo>
                  <a:pt x="1606296" y="666750"/>
                </a:lnTo>
                <a:lnTo>
                  <a:pt x="1613153" y="666750"/>
                </a:lnTo>
                <a:close/>
              </a:path>
              <a:path w="1613534" h="666750">
                <a:moveTo>
                  <a:pt x="12954" y="12954"/>
                </a:moveTo>
                <a:lnTo>
                  <a:pt x="12954" y="6096"/>
                </a:lnTo>
                <a:lnTo>
                  <a:pt x="6096" y="12954"/>
                </a:lnTo>
                <a:lnTo>
                  <a:pt x="12954" y="12954"/>
                </a:lnTo>
                <a:close/>
              </a:path>
              <a:path w="1613534" h="666750">
                <a:moveTo>
                  <a:pt x="12954" y="653795"/>
                </a:moveTo>
                <a:lnTo>
                  <a:pt x="12954" y="12954"/>
                </a:lnTo>
                <a:lnTo>
                  <a:pt x="6096" y="12954"/>
                </a:lnTo>
                <a:lnTo>
                  <a:pt x="6096" y="653795"/>
                </a:lnTo>
                <a:lnTo>
                  <a:pt x="12954" y="653795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6096" y="653795"/>
                </a:lnTo>
                <a:lnTo>
                  <a:pt x="12954" y="660654"/>
                </a:lnTo>
                <a:lnTo>
                  <a:pt x="12954" y="666750"/>
                </a:lnTo>
                <a:lnTo>
                  <a:pt x="1600200" y="666750"/>
                </a:lnTo>
                <a:lnTo>
                  <a:pt x="1600200" y="660654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2954" y="666750"/>
                </a:moveTo>
                <a:lnTo>
                  <a:pt x="12954" y="660654"/>
                </a:lnTo>
                <a:lnTo>
                  <a:pt x="6096" y="653795"/>
                </a:lnTo>
                <a:lnTo>
                  <a:pt x="6096" y="666750"/>
                </a:lnTo>
                <a:lnTo>
                  <a:pt x="12954" y="666750"/>
                </a:lnTo>
                <a:close/>
              </a:path>
              <a:path w="1613534" h="666750">
                <a:moveTo>
                  <a:pt x="1606296" y="12953"/>
                </a:moveTo>
                <a:lnTo>
                  <a:pt x="1600200" y="6095"/>
                </a:lnTo>
                <a:lnTo>
                  <a:pt x="1600200" y="12953"/>
                </a:lnTo>
                <a:lnTo>
                  <a:pt x="1606296" y="12953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1606296" y="12953"/>
                </a:lnTo>
                <a:lnTo>
                  <a:pt x="1600200" y="12953"/>
                </a:lnTo>
                <a:lnTo>
                  <a:pt x="1600200" y="653795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606296" y="666750"/>
                </a:moveTo>
                <a:lnTo>
                  <a:pt x="1606296" y="653795"/>
                </a:lnTo>
                <a:lnTo>
                  <a:pt x="1600200" y="660654"/>
                </a:lnTo>
                <a:lnTo>
                  <a:pt x="1600200" y="666750"/>
                </a:lnTo>
                <a:lnTo>
                  <a:pt x="1606296" y="666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8EBD7936-FA0A-4A7D-9C49-E6E1315EA1ED}"/>
              </a:ext>
            </a:extLst>
          </p:cNvPr>
          <p:cNvSpPr txBox="1"/>
          <p:nvPr/>
        </p:nvSpPr>
        <p:spPr>
          <a:xfrm>
            <a:off x="7778619" y="652220"/>
            <a:ext cx="1882588" cy="703850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algn="ctr">
              <a:spcBef>
                <a:spcPts val="124"/>
              </a:spcBef>
            </a:pPr>
            <a:r>
              <a:rPr sz="4471" b="1" i="1" spc="-95" dirty="0">
                <a:latin typeface="Tahoma"/>
                <a:cs typeface="Tahoma"/>
              </a:rPr>
              <a:t>f</a:t>
            </a:r>
            <a:endParaRPr sz="4471">
              <a:latin typeface="Tahoma"/>
              <a:cs typeface="Tahoma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3D2FF8F9-B634-42D0-B558-7421D1ECBF09}"/>
              </a:ext>
            </a:extLst>
          </p:cNvPr>
          <p:cNvSpPr/>
          <p:nvPr/>
        </p:nvSpPr>
        <p:spPr>
          <a:xfrm>
            <a:off x="6164973" y="935317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7"/>
                </a:moveTo>
                <a:lnTo>
                  <a:pt x="1308353" y="32003"/>
                </a:lnTo>
                <a:lnTo>
                  <a:pt x="0" y="32003"/>
                </a:lnTo>
                <a:lnTo>
                  <a:pt x="0" y="44957"/>
                </a:lnTo>
                <a:lnTo>
                  <a:pt x="1308353" y="44957"/>
                </a:lnTo>
                <a:close/>
              </a:path>
              <a:path w="1371600" h="76200">
                <a:moveTo>
                  <a:pt x="1371600" y="38099"/>
                </a:moveTo>
                <a:lnTo>
                  <a:pt x="1295400" y="0"/>
                </a:lnTo>
                <a:lnTo>
                  <a:pt x="1295400" y="32003"/>
                </a:lnTo>
                <a:lnTo>
                  <a:pt x="1308353" y="32003"/>
                </a:lnTo>
                <a:lnTo>
                  <a:pt x="1308353" y="69722"/>
                </a:lnTo>
                <a:lnTo>
                  <a:pt x="1371600" y="38099"/>
                </a:lnTo>
                <a:close/>
              </a:path>
              <a:path w="1371600" h="76200">
                <a:moveTo>
                  <a:pt x="1308353" y="69722"/>
                </a:moveTo>
                <a:lnTo>
                  <a:pt x="1308353" y="44957"/>
                </a:lnTo>
                <a:lnTo>
                  <a:pt x="1295400" y="44957"/>
                </a:lnTo>
                <a:lnTo>
                  <a:pt x="1295400" y="76199"/>
                </a:lnTo>
                <a:lnTo>
                  <a:pt x="1308353" y="69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BA35393B-1448-4D34-B61F-5D9CE58AA04F}"/>
              </a:ext>
            </a:extLst>
          </p:cNvPr>
          <p:cNvSpPr txBox="1"/>
          <p:nvPr/>
        </p:nvSpPr>
        <p:spPr>
          <a:xfrm>
            <a:off x="5844335" y="633901"/>
            <a:ext cx="283135" cy="550716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3471" b="1" i="1" spc="-105" dirty="0">
                <a:latin typeface="Tahoma"/>
                <a:cs typeface="Tahoma"/>
              </a:rPr>
              <a:t>x</a:t>
            </a:r>
            <a:endParaRPr sz="3471">
              <a:latin typeface="Tahoma"/>
              <a:cs typeface="Tahoma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D2201B30-B7C3-41C7-BA14-D4E12C4D3577}"/>
              </a:ext>
            </a:extLst>
          </p:cNvPr>
          <p:cNvSpPr/>
          <p:nvPr/>
        </p:nvSpPr>
        <p:spPr>
          <a:xfrm>
            <a:off x="8707183" y="179981"/>
            <a:ext cx="89647" cy="448235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76200" y="304799"/>
                </a:moveTo>
                <a:lnTo>
                  <a:pt x="0" y="304799"/>
                </a:lnTo>
                <a:lnTo>
                  <a:pt x="32004" y="368808"/>
                </a:lnTo>
                <a:lnTo>
                  <a:pt x="32004" y="317753"/>
                </a:lnTo>
                <a:lnTo>
                  <a:pt x="44958" y="317753"/>
                </a:lnTo>
                <a:lnTo>
                  <a:pt x="44958" y="367283"/>
                </a:lnTo>
                <a:lnTo>
                  <a:pt x="76200" y="304799"/>
                </a:lnTo>
                <a:close/>
              </a:path>
              <a:path w="76200" h="381000">
                <a:moveTo>
                  <a:pt x="44958" y="304799"/>
                </a:moveTo>
                <a:lnTo>
                  <a:pt x="44958" y="0"/>
                </a:lnTo>
                <a:lnTo>
                  <a:pt x="32004" y="0"/>
                </a:lnTo>
                <a:lnTo>
                  <a:pt x="32004" y="304799"/>
                </a:lnTo>
                <a:lnTo>
                  <a:pt x="44958" y="304799"/>
                </a:lnTo>
                <a:close/>
              </a:path>
              <a:path w="76200" h="381000">
                <a:moveTo>
                  <a:pt x="44958" y="367283"/>
                </a:moveTo>
                <a:lnTo>
                  <a:pt x="44958" y="317753"/>
                </a:lnTo>
                <a:lnTo>
                  <a:pt x="32004" y="317753"/>
                </a:lnTo>
                <a:lnTo>
                  <a:pt x="32004" y="368808"/>
                </a:lnTo>
                <a:lnTo>
                  <a:pt x="38100" y="380999"/>
                </a:lnTo>
                <a:lnTo>
                  <a:pt x="44958" y="367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96A17640-8A9B-4090-BCFB-73783CAE94D0}"/>
              </a:ext>
            </a:extLst>
          </p:cNvPr>
          <p:cNvSpPr/>
          <p:nvPr/>
        </p:nvSpPr>
        <p:spPr>
          <a:xfrm>
            <a:off x="9661207" y="935317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8"/>
                </a:moveTo>
                <a:lnTo>
                  <a:pt x="1308353" y="32004"/>
                </a:lnTo>
                <a:lnTo>
                  <a:pt x="0" y="32004"/>
                </a:lnTo>
                <a:lnTo>
                  <a:pt x="0" y="44958"/>
                </a:lnTo>
                <a:lnTo>
                  <a:pt x="1308353" y="44958"/>
                </a:lnTo>
                <a:close/>
              </a:path>
              <a:path w="1371600" h="76200">
                <a:moveTo>
                  <a:pt x="1371600" y="38100"/>
                </a:moveTo>
                <a:lnTo>
                  <a:pt x="1295400" y="0"/>
                </a:lnTo>
                <a:lnTo>
                  <a:pt x="1295400" y="32004"/>
                </a:lnTo>
                <a:lnTo>
                  <a:pt x="1308353" y="32004"/>
                </a:lnTo>
                <a:lnTo>
                  <a:pt x="1308353" y="69723"/>
                </a:lnTo>
                <a:lnTo>
                  <a:pt x="1371600" y="38100"/>
                </a:lnTo>
                <a:close/>
              </a:path>
              <a:path w="1371600" h="76200">
                <a:moveTo>
                  <a:pt x="1308353" y="69723"/>
                </a:moveTo>
                <a:lnTo>
                  <a:pt x="1308353" y="44958"/>
                </a:lnTo>
                <a:lnTo>
                  <a:pt x="1295400" y="44958"/>
                </a:lnTo>
                <a:lnTo>
                  <a:pt x="1295400" y="76200"/>
                </a:lnTo>
                <a:lnTo>
                  <a:pt x="1308353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0AC281C4-3A36-4DD2-A4BD-5F438784E34B}"/>
              </a:ext>
            </a:extLst>
          </p:cNvPr>
          <p:cNvSpPr txBox="1"/>
          <p:nvPr/>
        </p:nvSpPr>
        <p:spPr>
          <a:xfrm>
            <a:off x="11367491" y="604816"/>
            <a:ext cx="791135" cy="593788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5648" b="1" spc="-8" baseline="-16493" dirty="0">
                <a:latin typeface="Tahoma"/>
                <a:cs typeface="Tahoma"/>
              </a:rPr>
              <a:t>y</a:t>
            </a:r>
            <a:r>
              <a:rPr sz="2471" b="1" spc="12" dirty="0">
                <a:latin typeface="Tahoma"/>
                <a:cs typeface="Tahoma"/>
              </a:rPr>
              <a:t>est</a:t>
            </a:r>
            <a:endParaRPr sz="2471">
              <a:latin typeface="Tahoma"/>
              <a:cs typeface="Tahoma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08F15696-BB6B-4AE6-8029-FB6AFFCEB236}"/>
              </a:ext>
            </a:extLst>
          </p:cNvPr>
          <p:cNvSpPr txBox="1"/>
          <p:nvPr/>
        </p:nvSpPr>
        <p:spPr>
          <a:xfrm>
            <a:off x="728525" y="2425572"/>
            <a:ext cx="1745876" cy="1099841"/>
          </a:xfrm>
          <a:prstGeom prst="rect">
            <a:avLst/>
          </a:prstGeom>
        </p:spPr>
        <p:txBody>
          <a:bodyPr vert="horz" wrap="square" lIns="0" tIns="194235" rIns="0" bIns="0" rtlCol="0">
            <a:spAutoFit/>
          </a:bodyPr>
          <a:lstStyle/>
          <a:p>
            <a:pPr marL="14941">
              <a:spcBef>
                <a:spcPts val="1529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65" dirty="0">
                <a:latin typeface="Tahoma"/>
                <a:cs typeface="Tahoma"/>
              </a:rPr>
              <a:t> </a:t>
            </a:r>
            <a:r>
              <a:rPr sz="2353" b="1" spc="-12" dirty="0">
                <a:latin typeface="Tahoma"/>
                <a:cs typeface="Tahoma"/>
              </a:rPr>
              <a:t>+1</a:t>
            </a:r>
            <a:endParaRPr sz="2353" dirty="0">
              <a:latin typeface="Tahoma"/>
              <a:cs typeface="Tahoma"/>
            </a:endParaRPr>
          </a:p>
          <a:p>
            <a:pPr marL="71720">
              <a:spcBef>
                <a:spcPts val="1412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47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-1</a:t>
            </a:r>
            <a:endParaRPr sz="2353" dirty="0">
              <a:latin typeface="Tahoma"/>
              <a:cs typeface="Tahoma"/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53DD7B62-95F5-4DA3-8311-39159FBAB388}"/>
              </a:ext>
            </a:extLst>
          </p:cNvPr>
          <p:cNvSpPr/>
          <p:nvPr/>
        </p:nvSpPr>
        <p:spPr>
          <a:xfrm>
            <a:off x="561711" y="2819718"/>
            <a:ext cx="83027" cy="80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3">
            <a:extLst>
              <a:ext uri="{FF2B5EF4-FFF2-40B4-BE49-F238E27FC236}">
                <a16:creationId xmlns:a16="http://schemas.microsoft.com/office/drawing/2014/main" id="{D7908C24-D285-44BF-86EC-6F4D350693D2}"/>
              </a:ext>
            </a:extLst>
          </p:cNvPr>
          <p:cNvSpPr/>
          <p:nvPr/>
        </p:nvSpPr>
        <p:spPr>
          <a:xfrm>
            <a:off x="561712" y="3357600"/>
            <a:ext cx="74705" cy="70971"/>
          </a:xfrm>
          <a:custGeom>
            <a:avLst/>
            <a:gdLst/>
            <a:ahLst/>
            <a:cxnLst/>
            <a:rect l="l" t="t" r="r" b="b"/>
            <a:pathLst>
              <a:path w="63500" h="60325">
                <a:moveTo>
                  <a:pt x="63245" y="35814"/>
                </a:moveTo>
                <a:lnTo>
                  <a:pt x="63245" y="28194"/>
                </a:lnTo>
                <a:lnTo>
                  <a:pt x="62483" y="23622"/>
                </a:lnTo>
                <a:lnTo>
                  <a:pt x="62483" y="22098"/>
                </a:lnTo>
                <a:lnTo>
                  <a:pt x="60197" y="17526"/>
                </a:lnTo>
                <a:lnTo>
                  <a:pt x="60197" y="16764"/>
                </a:lnTo>
                <a:lnTo>
                  <a:pt x="57149" y="12954"/>
                </a:lnTo>
                <a:lnTo>
                  <a:pt x="57149" y="12192"/>
                </a:lnTo>
                <a:lnTo>
                  <a:pt x="52577" y="7620"/>
                </a:lnTo>
                <a:lnTo>
                  <a:pt x="48767" y="4572"/>
                </a:lnTo>
                <a:lnTo>
                  <a:pt x="48005" y="4572"/>
                </a:lnTo>
                <a:lnTo>
                  <a:pt x="42671" y="2286"/>
                </a:lnTo>
                <a:lnTo>
                  <a:pt x="41909" y="2286"/>
                </a:lnTo>
                <a:lnTo>
                  <a:pt x="41909" y="1524"/>
                </a:lnTo>
                <a:lnTo>
                  <a:pt x="36575" y="762"/>
                </a:lnTo>
                <a:lnTo>
                  <a:pt x="35051" y="653"/>
                </a:lnTo>
                <a:lnTo>
                  <a:pt x="30479" y="0"/>
                </a:lnTo>
                <a:lnTo>
                  <a:pt x="29717" y="0"/>
                </a:lnTo>
                <a:lnTo>
                  <a:pt x="25145" y="653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7525" y="3048"/>
                </a:lnTo>
                <a:lnTo>
                  <a:pt x="12953" y="5334"/>
                </a:lnTo>
                <a:lnTo>
                  <a:pt x="12953" y="6096"/>
                </a:lnTo>
                <a:lnTo>
                  <a:pt x="12191" y="6096"/>
                </a:lnTo>
                <a:lnTo>
                  <a:pt x="8381" y="9144"/>
                </a:lnTo>
                <a:lnTo>
                  <a:pt x="8381" y="9906"/>
                </a:lnTo>
                <a:lnTo>
                  <a:pt x="5333" y="13716"/>
                </a:lnTo>
                <a:lnTo>
                  <a:pt x="4571" y="14478"/>
                </a:lnTo>
                <a:lnTo>
                  <a:pt x="2285" y="19050"/>
                </a:lnTo>
                <a:lnTo>
                  <a:pt x="2285" y="19812"/>
                </a:lnTo>
                <a:lnTo>
                  <a:pt x="1523" y="20574"/>
                </a:lnTo>
                <a:lnTo>
                  <a:pt x="761" y="25146"/>
                </a:lnTo>
                <a:lnTo>
                  <a:pt x="761" y="26670"/>
                </a:lnTo>
                <a:lnTo>
                  <a:pt x="0" y="31242"/>
                </a:lnTo>
                <a:lnTo>
                  <a:pt x="0" y="32766"/>
                </a:lnTo>
                <a:lnTo>
                  <a:pt x="1523" y="37338"/>
                </a:lnTo>
                <a:lnTo>
                  <a:pt x="1523" y="38100"/>
                </a:lnTo>
                <a:lnTo>
                  <a:pt x="3047" y="42672"/>
                </a:lnTo>
                <a:lnTo>
                  <a:pt x="3047" y="43434"/>
                </a:lnTo>
                <a:lnTo>
                  <a:pt x="3809" y="43434"/>
                </a:lnTo>
                <a:lnTo>
                  <a:pt x="6095" y="48006"/>
                </a:lnTo>
                <a:lnTo>
                  <a:pt x="6857" y="48006"/>
                </a:lnTo>
                <a:lnTo>
                  <a:pt x="6857" y="48768"/>
                </a:lnTo>
                <a:lnTo>
                  <a:pt x="9905" y="51816"/>
                </a:lnTo>
                <a:lnTo>
                  <a:pt x="9905" y="27432"/>
                </a:lnTo>
                <a:lnTo>
                  <a:pt x="10667" y="25146"/>
                </a:lnTo>
                <a:lnTo>
                  <a:pt x="10667" y="23622"/>
                </a:lnTo>
                <a:lnTo>
                  <a:pt x="12191" y="20574"/>
                </a:lnTo>
                <a:lnTo>
                  <a:pt x="12191" y="19812"/>
                </a:lnTo>
                <a:lnTo>
                  <a:pt x="15239" y="16002"/>
                </a:lnTo>
                <a:lnTo>
                  <a:pt x="15239" y="16764"/>
                </a:lnTo>
                <a:lnTo>
                  <a:pt x="18287" y="14325"/>
                </a:lnTo>
                <a:lnTo>
                  <a:pt x="18287" y="13716"/>
                </a:lnTo>
                <a:lnTo>
                  <a:pt x="22097" y="11430"/>
                </a:lnTo>
                <a:lnTo>
                  <a:pt x="22097" y="11865"/>
                </a:lnTo>
                <a:lnTo>
                  <a:pt x="26669" y="9906"/>
                </a:lnTo>
                <a:lnTo>
                  <a:pt x="26669" y="10450"/>
                </a:lnTo>
                <a:lnTo>
                  <a:pt x="29717" y="10014"/>
                </a:lnTo>
                <a:lnTo>
                  <a:pt x="35051" y="9906"/>
                </a:lnTo>
                <a:lnTo>
                  <a:pt x="35051" y="10123"/>
                </a:lnTo>
                <a:lnTo>
                  <a:pt x="38861" y="11212"/>
                </a:lnTo>
                <a:lnTo>
                  <a:pt x="38861" y="10668"/>
                </a:lnTo>
                <a:lnTo>
                  <a:pt x="42671" y="12573"/>
                </a:lnTo>
                <a:lnTo>
                  <a:pt x="42671" y="12192"/>
                </a:lnTo>
                <a:lnTo>
                  <a:pt x="47243" y="15240"/>
                </a:lnTo>
                <a:lnTo>
                  <a:pt x="47243" y="15849"/>
                </a:lnTo>
                <a:lnTo>
                  <a:pt x="49529" y="17678"/>
                </a:lnTo>
                <a:lnTo>
                  <a:pt x="49529" y="17526"/>
                </a:lnTo>
                <a:lnTo>
                  <a:pt x="50291" y="18288"/>
                </a:lnTo>
                <a:lnTo>
                  <a:pt x="50291" y="19050"/>
                </a:lnTo>
                <a:lnTo>
                  <a:pt x="51815" y="22098"/>
                </a:lnTo>
                <a:lnTo>
                  <a:pt x="51815" y="21336"/>
                </a:lnTo>
                <a:lnTo>
                  <a:pt x="53339" y="25908"/>
                </a:lnTo>
                <a:lnTo>
                  <a:pt x="53339" y="25146"/>
                </a:lnTo>
                <a:lnTo>
                  <a:pt x="54101" y="29718"/>
                </a:lnTo>
                <a:lnTo>
                  <a:pt x="54101" y="51816"/>
                </a:lnTo>
                <a:lnTo>
                  <a:pt x="54863" y="51054"/>
                </a:lnTo>
                <a:lnTo>
                  <a:pt x="55625" y="51054"/>
                </a:lnTo>
                <a:lnTo>
                  <a:pt x="55625" y="50292"/>
                </a:lnTo>
                <a:lnTo>
                  <a:pt x="58673" y="46482"/>
                </a:lnTo>
                <a:lnTo>
                  <a:pt x="59435" y="45720"/>
                </a:lnTo>
                <a:lnTo>
                  <a:pt x="61721" y="41148"/>
                </a:lnTo>
                <a:lnTo>
                  <a:pt x="61721" y="40386"/>
                </a:lnTo>
                <a:lnTo>
                  <a:pt x="63245" y="35814"/>
                </a:lnTo>
                <a:close/>
              </a:path>
              <a:path w="63500" h="60325">
                <a:moveTo>
                  <a:pt x="12191" y="39624"/>
                </a:moveTo>
                <a:lnTo>
                  <a:pt x="10667" y="35052"/>
                </a:lnTo>
                <a:lnTo>
                  <a:pt x="10667" y="35814"/>
                </a:lnTo>
                <a:lnTo>
                  <a:pt x="9905" y="30480"/>
                </a:lnTo>
                <a:lnTo>
                  <a:pt x="9905" y="51816"/>
                </a:lnTo>
                <a:lnTo>
                  <a:pt x="10667" y="52578"/>
                </a:lnTo>
                <a:lnTo>
                  <a:pt x="11429" y="52578"/>
                </a:lnTo>
                <a:lnTo>
                  <a:pt x="11429" y="38862"/>
                </a:lnTo>
                <a:lnTo>
                  <a:pt x="12191" y="39624"/>
                </a:lnTo>
                <a:close/>
              </a:path>
              <a:path w="63500" h="60325">
                <a:moveTo>
                  <a:pt x="11429" y="22860"/>
                </a:moveTo>
                <a:lnTo>
                  <a:pt x="10667" y="23622"/>
                </a:lnTo>
                <a:lnTo>
                  <a:pt x="10667" y="25146"/>
                </a:lnTo>
                <a:lnTo>
                  <a:pt x="11429" y="22860"/>
                </a:lnTo>
                <a:close/>
              </a:path>
              <a:path w="63500" h="60325">
                <a:moveTo>
                  <a:pt x="14477" y="42672"/>
                </a:moveTo>
                <a:lnTo>
                  <a:pt x="11429" y="38862"/>
                </a:lnTo>
                <a:lnTo>
                  <a:pt x="11429" y="52578"/>
                </a:lnTo>
                <a:lnTo>
                  <a:pt x="13715" y="54406"/>
                </a:lnTo>
                <a:lnTo>
                  <a:pt x="13715" y="41910"/>
                </a:lnTo>
                <a:lnTo>
                  <a:pt x="14477" y="42672"/>
                </a:lnTo>
                <a:close/>
              </a:path>
              <a:path w="63500" h="60325">
                <a:moveTo>
                  <a:pt x="12953" y="19050"/>
                </a:moveTo>
                <a:lnTo>
                  <a:pt x="12191" y="19812"/>
                </a:lnTo>
                <a:lnTo>
                  <a:pt x="12191" y="20574"/>
                </a:lnTo>
                <a:lnTo>
                  <a:pt x="12953" y="19050"/>
                </a:lnTo>
                <a:close/>
              </a:path>
              <a:path w="63500" h="60325">
                <a:moveTo>
                  <a:pt x="17525" y="57041"/>
                </a:moveTo>
                <a:lnTo>
                  <a:pt x="17525" y="45720"/>
                </a:lnTo>
                <a:lnTo>
                  <a:pt x="13715" y="41910"/>
                </a:lnTo>
                <a:lnTo>
                  <a:pt x="13715" y="54406"/>
                </a:lnTo>
                <a:lnTo>
                  <a:pt x="15239" y="55626"/>
                </a:lnTo>
                <a:lnTo>
                  <a:pt x="15239" y="56388"/>
                </a:lnTo>
                <a:lnTo>
                  <a:pt x="16001" y="56388"/>
                </a:lnTo>
                <a:lnTo>
                  <a:pt x="17525" y="57041"/>
                </a:lnTo>
                <a:close/>
              </a:path>
              <a:path w="63500" h="60325">
                <a:moveTo>
                  <a:pt x="20573" y="48006"/>
                </a:moveTo>
                <a:lnTo>
                  <a:pt x="16763" y="44958"/>
                </a:lnTo>
                <a:lnTo>
                  <a:pt x="17525" y="45720"/>
                </a:lnTo>
                <a:lnTo>
                  <a:pt x="17525" y="57041"/>
                </a:lnTo>
                <a:lnTo>
                  <a:pt x="19811" y="58020"/>
                </a:lnTo>
                <a:lnTo>
                  <a:pt x="19811" y="48006"/>
                </a:lnTo>
                <a:lnTo>
                  <a:pt x="20573" y="48006"/>
                </a:lnTo>
                <a:close/>
              </a:path>
              <a:path w="63500" h="60325">
                <a:moveTo>
                  <a:pt x="19049" y="13716"/>
                </a:moveTo>
                <a:lnTo>
                  <a:pt x="18287" y="13716"/>
                </a:lnTo>
                <a:lnTo>
                  <a:pt x="18287" y="14325"/>
                </a:lnTo>
                <a:lnTo>
                  <a:pt x="19049" y="13716"/>
                </a:lnTo>
                <a:close/>
              </a:path>
              <a:path w="63500" h="60325">
                <a:moveTo>
                  <a:pt x="25145" y="49530"/>
                </a:moveTo>
                <a:lnTo>
                  <a:pt x="19811" y="48006"/>
                </a:lnTo>
                <a:lnTo>
                  <a:pt x="19811" y="58020"/>
                </a:lnTo>
                <a:lnTo>
                  <a:pt x="21335" y="58674"/>
                </a:lnTo>
                <a:lnTo>
                  <a:pt x="22097" y="58674"/>
                </a:lnTo>
                <a:lnTo>
                  <a:pt x="24383" y="59327"/>
                </a:lnTo>
                <a:lnTo>
                  <a:pt x="24383" y="49530"/>
                </a:lnTo>
                <a:lnTo>
                  <a:pt x="25145" y="49530"/>
                </a:lnTo>
                <a:close/>
              </a:path>
              <a:path w="63500" h="60325">
                <a:moveTo>
                  <a:pt x="22097" y="11865"/>
                </a:moveTo>
                <a:lnTo>
                  <a:pt x="22097" y="11430"/>
                </a:lnTo>
                <a:lnTo>
                  <a:pt x="21335" y="12192"/>
                </a:lnTo>
                <a:lnTo>
                  <a:pt x="22097" y="11865"/>
                </a:lnTo>
                <a:close/>
              </a:path>
              <a:path w="63500" h="60325">
                <a:moveTo>
                  <a:pt x="29717" y="51054"/>
                </a:moveTo>
                <a:lnTo>
                  <a:pt x="24383" y="49530"/>
                </a:lnTo>
                <a:lnTo>
                  <a:pt x="24383" y="59327"/>
                </a:lnTo>
                <a:lnTo>
                  <a:pt x="27431" y="60198"/>
                </a:lnTo>
                <a:lnTo>
                  <a:pt x="28193" y="60198"/>
                </a:lnTo>
                <a:lnTo>
                  <a:pt x="28193" y="51054"/>
                </a:lnTo>
                <a:lnTo>
                  <a:pt x="29717" y="51054"/>
                </a:lnTo>
                <a:close/>
              </a:path>
              <a:path w="63500" h="60325">
                <a:moveTo>
                  <a:pt x="26669" y="10450"/>
                </a:moveTo>
                <a:lnTo>
                  <a:pt x="26669" y="9906"/>
                </a:lnTo>
                <a:lnTo>
                  <a:pt x="25145" y="10668"/>
                </a:lnTo>
                <a:lnTo>
                  <a:pt x="26669" y="10450"/>
                </a:lnTo>
                <a:close/>
              </a:path>
              <a:path w="63500" h="60325">
                <a:moveTo>
                  <a:pt x="34289" y="60198"/>
                </a:moveTo>
                <a:lnTo>
                  <a:pt x="34289" y="51054"/>
                </a:lnTo>
                <a:lnTo>
                  <a:pt x="28193" y="51054"/>
                </a:lnTo>
                <a:lnTo>
                  <a:pt x="28193" y="60198"/>
                </a:lnTo>
                <a:lnTo>
                  <a:pt x="34289" y="60198"/>
                </a:lnTo>
                <a:close/>
              </a:path>
              <a:path w="63500" h="60325">
                <a:moveTo>
                  <a:pt x="30479" y="9906"/>
                </a:moveTo>
                <a:lnTo>
                  <a:pt x="29717" y="9906"/>
                </a:lnTo>
                <a:lnTo>
                  <a:pt x="30479" y="9906"/>
                </a:lnTo>
                <a:close/>
              </a:path>
              <a:path w="63500" h="60325">
                <a:moveTo>
                  <a:pt x="38099" y="59653"/>
                </a:moveTo>
                <a:lnTo>
                  <a:pt x="38099" y="50292"/>
                </a:lnTo>
                <a:lnTo>
                  <a:pt x="32765" y="51054"/>
                </a:lnTo>
                <a:lnTo>
                  <a:pt x="34289" y="51054"/>
                </a:lnTo>
                <a:lnTo>
                  <a:pt x="34289" y="60198"/>
                </a:lnTo>
                <a:lnTo>
                  <a:pt x="38099" y="59653"/>
                </a:lnTo>
                <a:close/>
              </a:path>
              <a:path w="63500" h="60325">
                <a:moveTo>
                  <a:pt x="35051" y="10123"/>
                </a:moveTo>
                <a:lnTo>
                  <a:pt x="35051" y="9906"/>
                </a:lnTo>
                <a:lnTo>
                  <a:pt x="34289" y="9906"/>
                </a:lnTo>
                <a:lnTo>
                  <a:pt x="35051" y="10123"/>
                </a:lnTo>
                <a:close/>
              </a:path>
              <a:path w="63500" h="60325">
                <a:moveTo>
                  <a:pt x="41909" y="48768"/>
                </a:moveTo>
                <a:lnTo>
                  <a:pt x="37337" y="50292"/>
                </a:lnTo>
                <a:lnTo>
                  <a:pt x="38099" y="50292"/>
                </a:lnTo>
                <a:lnTo>
                  <a:pt x="38099" y="59653"/>
                </a:lnTo>
                <a:lnTo>
                  <a:pt x="38861" y="59544"/>
                </a:lnTo>
                <a:lnTo>
                  <a:pt x="40385" y="59436"/>
                </a:lnTo>
                <a:lnTo>
                  <a:pt x="41147" y="59218"/>
                </a:lnTo>
                <a:lnTo>
                  <a:pt x="41147" y="49530"/>
                </a:lnTo>
                <a:lnTo>
                  <a:pt x="41909" y="48768"/>
                </a:lnTo>
                <a:close/>
              </a:path>
              <a:path w="63500" h="60325">
                <a:moveTo>
                  <a:pt x="39623" y="11430"/>
                </a:moveTo>
                <a:lnTo>
                  <a:pt x="38861" y="10668"/>
                </a:lnTo>
                <a:lnTo>
                  <a:pt x="38861" y="11212"/>
                </a:lnTo>
                <a:lnTo>
                  <a:pt x="39623" y="11430"/>
                </a:lnTo>
                <a:close/>
              </a:path>
              <a:path w="63500" h="60325">
                <a:moveTo>
                  <a:pt x="45719" y="46482"/>
                </a:moveTo>
                <a:lnTo>
                  <a:pt x="41147" y="49530"/>
                </a:lnTo>
                <a:lnTo>
                  <a:pt x="41147" y="59218"/>
                </a:lnTo>
                <a:lnTo>
                  <a:pt x="44957" y="58129"/>
                </a:lnTo>
                <a:lnTo>
                  <a:pt x="44957" y="47244"/>
                </a:lnTo>
                <a:lnTo>
                  <a:pt x="45719" y="46482"/>
                </a:lnTo>
                <a:close/>
              </a:path>
              <a:path w="63500" h="60325">
                <a:moveTo>
                  <a:pt x="43433" y="12954"/>
                </a:moveTo>
                <a:lnTo>
                  <a:pt x="42671" y="12192"/>
                </a:lnTo>
                <a:lnTo>
                  <a:pt x="42671" y="12573"/>
                </a:lnTo>
                <a:lnTo>
                  <a:pt x="43433" y="12954"/>
                </a:lnTo>
                <a:close/>
              </a:path>
              <a:path w="63500" h="60325">
                <a:moveTo>
                  <a:pt x="48223" y="44631"/>
                </a:moveTo>
                <a:lnTo>
                  <a:pt x="44957" y="47244"/>
                </a:lnTo>
                <a:lnTo>
                  <a:pt x="44957" y="58129"/>
                </a:lnTo>
                <a:lnTo>
                  <a:pt x="45719" y="57912"/>
                </a:lnTo>
                <a:lnTo>
                  <a:pt x="46481" y="57150"/>
                </a:lnTo>
                <a:lnTo>
                  <a:pt x="48005" y="56235"/>
                </a:lnTo>
                <a:lnTo>
                  <a:pt x="48005" y="44958"/>
                </a:lnTo>
                <a:lnTo>
                  <a:pt x="48223" y="44631"/>
                </a:lnTo>
                <a:close/>
              </a:path>
              <a:path w="63500" h="60325">
                <a:moveTo>
                  <a:pt x="47243" y="15849"/>
                </a:moveTo>
                <a:lnTo>
                  <a:pt x="47243" y="15240"/>
                </a:lnTo>
                <a:lnTo>
                  <a:pt x="46481" y="15240"/>
                </a:lnTo>
                <a:lnTo>
                  <a:pt x="47243" y="15849"/>
                </a:lnTo>
                <a:close/>
              </a:path>
              <a:path w="63500" h="60325">
                <a:moveTo>
                  <a:pt x="48767" y="44196"/>
                </a:moveTo>
                <a:lnTo>
                  <a:pt x="48223" y="44631"/>
                </a:lnTo>
                <a:lnTo>
                  <a:pt x="48005" y="44958"/>
                </a:lnTo>
                <a:lnTo>
                  <a:pt x="48767" y="44196"/>
                </a:lnTo>
                <a:close/>
              </a:path>
              <a:path w="63500" h="60325">
                <a:moveTo>
                  <a:pt x="48767" y="55778"/>
                </a:moveTo>
                <a:lnTo>
                  <a:pt x="48767" y="44196"/>
                </a:lnTo>
                <a:lnTo>
                  <a:pt x="48005" y="44958"/>
                </a:lnTo>
                <a:lnTo>
                  <a:pt x="48005" y="56235"/>
                </a:lnTo>
                <a:lnTo>
                  <a:pt x="48767" y="55778"/>
                </a:lnTo>
                <a:close/>
              </a:path>
              <a:path w="63500" h="60325">
                <a:moveTo>
                  <a:pt x="53339" y="52578"/>
                </a:moveTo>
                <a:lnTo>
                  <a:pt x="53339" y="37338"/>
                </a:lnTo>
                <a:lnTo>
                  <a:pt x="51053" y="41910"/>
                </a:lnTo>
                <a:lnTo>
                  <a:pt x="51053" y="40386"/>
                </a:lnTo>
                <a:lnTo>
                  <a:pt x="48223" y="44631"/>
                </a:lnTo>
                <a:lnTo>
                  <a:pt x="48767" y="44196"/>
                </a:lnTo>
                <a:lnTo>
                  <a:pt x="48767" y="55778"/>
                </a:lnTo>
                <a:lnTo>
                  <a:pt x="50291" y="54864"/>
                </a:lnTo>
                <a:lnTo>
                  <a:pt x="51053" y="54864"/>
                </a:lnTo>
                <a:lnTo>
                  <a:pt x="53339" y="52578"/>
                </a:lnTo>
                <a:close/>
              </a:path>
              <a:path w="63500" h="60325">
                <a:moveTo>
                  <a:pt x="50291" y="18288"/>
                </a:moveTo>
                <a:lnTo>
                  <a:pt x="49529" y="17526"/>
                </a:lnTo>
                <a:lnTo>
                  <a:pt x="49656" y="17780"/>
                </a:lnTo>
                <a:lnTo>
                  <a:pt x="50291" y="18288"/>
                </a:lnTo>
                <a:close/>
              </a:path>
              <a:path w="63500" h="60325">
                <a:moveTo>
                  <a:pt x="49656" y="17780"/>
                </a:moveTo>
                <a:lnTo>
                  <a:pt x="49529" y="17526"/>
                </a:lnTo>
                <a:lnTo>
                  <a:pt x="49529" y="17678"/>
                </a:lnTo>
                <a:close/>
              </a:path>
              <a:path w="63500" h="60325">
                <a:moveTo>
                  <a:pt x="50291" y="19050"/>
                </a:moveTo>
                <a:lnTo>
                  <a:pt x="50291" y="18288"/>
                </a:lnTo>
                <a:lnTo>
                  <a:pt x="49656" y="17780"/>
                </a:lnTo>
                <a:lnTo>
                  <a:pt x="50291" y="19050"/>
                </a:lnTo>
                <a:close/>
              </a:path>
              <a:path w="63500" h="60325">
                <a:moveTo>
                  <a:pt x="54101" y="51816"/>
                </a:moveTo>
                <a:lnTo>
                  <a:pt x="54101" y="32766"/>
                </a:lnTo>
                <a:lnTo>
                  <a:pt x="52577" y="38100"/>
                </a:lnTo>
                <a:lnTo>
                  <a:pt x="53339" y="37338"/>
                </a:lnTo>
                <a:lnTo>
                  <a:pt x="53339" y="52578"/>
                </a:lnTo>
                <a:lnTo>
                  <a:pt x="54101" y="518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62A4AAA7-C424-4357-8F6A-A1FE43CCB5AF}"/>
              </a:ext>
            </a:extLst>
          </p:cNvPr>
          <p:cNvSpPr/>
          <p:nvPr/>
        </p:nvSpPr>
        <p:spPr>
          <a:xfrm>
            <a:off x="3345452" y="1072334"/>
            <a:ext cx="0" cy="4123765"/>
          </a:xfrm>
          <a:custGeom>
            <a:avLst/>
            <a:gdLst/>
            <a:ahLst/>
            <a:cxnLst/>
            <a:rect l="l" t="t" r="r" b="b"/>
            <a:pathLst>
              <a:path h="3505200">
                <a:moveTo>
                  <a:pt x="0" y="0"/>
                </a:moveTo>
                <a:lnTo>
                  <a:pt x="0" y="350520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 sz="2117" dirty="0"/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70219181-2186-43CC-988E-7207E20FC6FE}"/>
              </a:ext>
            </a:extLst>
          </p:cNvPr>
          <p:cNvSpPr/>
          <p:nvPr/>
        </p:nvSpPr>
        <p:spPr>
          <a:xfrm>
            <a:off x="3359361" y="5196681"/>
            <a:ext cx="4303059" cy="0"/>
          </a:xfrm>
          <a:custGeom>
            <a:avLst/>
            <a:gdLst/>
            <a:ahLst/>
            <a:cxnLst/>
            <a:rect l="l" t="t" r="r" b="b"/>
            <a:pathLst>
              <a:path w="3657600">
                <a:moveTo>
                  <a:pt x="0" y="0"/>
                </a:moveTo>
                <a:lnTo>
                  <a:pt x="3657600" y="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6D506AE8-C3D0-4719-9EE8-459C5C77967F}"/>
              </a:ext>
            </a:extLst>
          </p:cNvPr>
          <p:cNvSpPr/>
          <p:nvPr/>
        </p:nvSpPr>
        <p:spPr>
          <a:xfrm>
            <a:off x="5178953" y="4587348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64008" y="45720"/>
                </a:moveTo>
                <a:lnTo>
                  <a:pt x="64008" y="12192"/>
                </a:lnTo>
                <a:lnTo>
                  <a:pt x="63246" y="12192"/>
                </a:lnTo>
                <a:lnTo>
                  <a:pt x="60198" y="8382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763" y="4572"/>
                </a:lnTo>
                <a:lnTo>
                  <a:pt x="16001" y="4572"/>
                </a:lnTo>
                <a:lnTo>
                  <a:pt x="16001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6095" y="12954"/>
                </a:lnTo>
                <a:lnTo>
                  <a:pt x="3809" y="16764"/>
                </a:lnTo>
                <a:lnTo>
                  <a:pt x="3047" y="16764"/>
                </a:lnTo>
                <a:lnTo>
                  <a:pt x="3047" y="17526"/>
                </a:lnTo>
                <a:lnTo>
                  <a:pt x="2285" y="20574"/>
                </a:lnTo>
                <a:lnTo>
                  <a:pt x="761" y="22860"/>
                </a:lnTo>
                <a:lnTo>
                  <a:pt x="761" y="25908"/>
                </a:lnTo>
                <a:lnTo>
                  <a:pt x="0" y="28956"/>
                </a:lnTo>
                <a:lnTo>
                  <a:pt x="2286" y="38100"/>
                </a:lnTo>
                <a:lnTo>
                  <a:pt x="3048" y="40386"/>
                </a:lnTo>
                <a:lnTo>
                  <a:pt x="3810" y="41148"/>
                </a:lnTo>
                <a:lnTo>
                  <a:pt x="6096" y="44958"/>
                </a:lnTo>
                <a:lnTo>
                  <a:pt x="9906" y="48768"/>
                </a:lnTo>
                <a:lnTo>
                  <a:pt x="9906" y="26670"/>
                </a:lnTo>
                <a:lnTo>
                  <a:pt x="10668" y="25146"/>
                </a:lnTo>
                <a:lnTo>
                  <a:pt x="10668" y="23622"/>
                </a:lnTo>
                <a:lnTo>
                  <a:pt x="11430" y="21336"/>
                </a:lnTo>
                <a:lnTo>
                  <a:pt x="11430" y="22098"/>
                </a:lnTo>
                <a:lnTo>
                  <a:pt x="13716" y="19240"/>
                </a:lnTo>
                <a:lnTo>
                  <a:pt x="13716" y="19050"/>
                </a:lnTo>
                <a:lnTo>
                  <a:pt x="17526" y="15240"/>
                </a:lnTo>
                <a:lnTo>
                  <a:pt x="17526" y="15494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3340" y="15494"/>
                </a:lnTo>
                <a:lnTo>
                  <a:pt x="53340" y="15240"/>
                </a:lnTo>
                <a:lnTo>
                  <a:pt x="57150" y="19050"/>
                </a:lnTo>
                <a:lnTo>
                  <a:pt x="57150" y="19240"/>
                </a:lnTo>
                <a:lnTo>
                  <a:pt x="59436" y="22098"/>
                </a:lnTo>
                <a:lnTo>
                  <a:pt x="59436" y="23622"/>
                </a:lnTo>
                <a:lnTo>
                  <a:pt x="60198" y="25908"/>
                </a:lnTo>
                <a:lnTo>
                  <a:pt x="60198" y="25146"/>
                </a:lnTo>
                <a:lnTo>
                  <a:pt x="60960" y="27432"/>
                </a:lnTo>
                <a:lnTo>
                  <a:pt x="60960" y="48577"/>
                </a:lnTo>
                <a:lnTo>
                  <a:pt x="63246" y="45720"/>
                </a:lnTo>
                <a:lnTo>
                  <a:pt x="64008" y="45720"/>
                </a:lnTo>
                <a:close/>
              </a:path>
              <a:path w="70485" h="57150">
                <a:moveTo>
                  <a:pt x="14139" y="39200"/>
                </a:moveTo>
                <a:lnTo>
                  <a:pt x="11430" y="35814"/>
                </a:lnTo>
                <a:lnTo>
                  <a:pt x="10668" y="34290"/>
                </a:lnTo>
                <a:lnTo>
                  <a:pt x="9906" y="32004"/>
                </a:lnTo>
                <a:lnTo>
                  <a:pt x="9906" y="48768"/>
                </a:lnTo>
                <a:lnTo>
                  <a:pt x="10668" y="49530"/>
                </a:lnTo>
                <a:lnTo>
                  <a:pt x="11430" y="49530"/>
                </a:lnTo>
                <a:lnTo>
                  <a:pt x="13716" y="51054"/>
                </a:lnTo>
                <a:lnTo>
                  <a:pt x="13716" y="38862"/>
                </a:lnTo>
                <a:lnTo>
                  <a:pt x="14139" y="39200"/>
                </a:lnTo>
                <a:close/>
              </a:path>
              <a:path w="70485" h="57150">
                <a:moveTo>
                  <a:pt x="14478" y="18288"/>
                </a:moveTo>
                <a:lnTo>
                  <a:pt x="13716" y="19050"/>
                </a:lnTo>
                <a:lnTo>
                  <a:pt x="13716" y="19240"/>
                </a:lnTo>
                <a:lnTo>
                  <a:pt x="14478" y="18288"/>
                </a:lnTo>
                <a:close/>
              </a:path>
              <a:path w="70485" h="57150">
                <a:moveTo>
                  <a:pt x="14478" y="39624"/>
                </a:moveTo>
                <a:lnTo>
                  <a:pt x="14139" y="39200"/>
                </a:lnTo>
                <a:lnTo>
                  <a:pt x="13716" y="38862"/>
                </a:lnTo>
                <a:lnTo>
                  <a:pt x="14478" y="39624"/>
                </a:lnTo>
                <a:close/>
              </a:path>
              <a:path w="70485" h="57150">
                <a:moveTo>
                  <a:pt x="14478" y="51562"/>
                </a:moveTo>
                <a:lnTo>
                  <a:pt x="14478" y="39624"/>
                </a:lnTo>
                <a:lnTo>
                  <a:pt x="13716" y="38862"/>
                </a:lnTo>
                <a:lnTo>
                  <a:pt x="13716" y="51054"/>
                </a:lnTo>
                <a:lnTo>
                  <a:pt x="14478" y="51562"/>
                </a:lnTo>
                <a:close/>
              </a:path>
              <a:path w="70485" h="57150">
                <a:moveTo>
                  <a:pt x="17526" y="41910"/>
                </a:moveTo>
                <a:lnTo>
                  <a:pt x="14139" y="39200"/>
                </a:lnTo>
                <a:lnTo>
                  <a:pt x="14478" y="39624"/>
                </a:lnTo>
                <a:lnTo>
                  <a:pt x="14478" y="51562"/>
                </a:lnTo>
                <a:lnTo>
                  <a:pt x="16002" y="52578"/>
                </a:lnTo>
                <a:lnTo>
                  <a:pt x="16763" y="53340"/>
                </a:lnTo>
                <a:lnTo>
                  <a:pt x="16763" y="41910"/>
                </a:lnTo>
                <a:lnTo>
                  <a:pt x="17526" y="41910"/>
                </a:lnTo>
                <a:close/>
              </a:path>
              <a:path w="70485" h="57150">
                <a:moveTo>
                  <a:pt x="17526" y="15494"/>
                </a:moveTo>
                <a:lnTo>
                  <a:pt x="17526" y="15240"/>
                </a:lnTo>
                <a:lnTo>
                  <a:pt x="16763" y="16002"/>
                </a:lnTo>
                <a:lnTo>
                  <a:pt x="17526" y="15494"/>
                </a:lnTo>
                <a:close/>
              </a:path>
              <a:path w="70485" h="57150">
                <a:moveTo>
                  <a:pt x="21336" y="54864"/>
                </a:moveTo>
                <a:lnTo>
                  <a:pt x="21336" y="44958"/>
                </a:lnTo>
                <a:lnTo>
                  <a:pt x="16763" y="41910"/>
                </a:lnTo>
                <a:lnTo>
                  <a:pt x="16763" y="53340"/>
                </a:lnTo>
                <a:lnTo>
                  <a:pt x="21336" y="54864"/>
                </a:lnTo>
                <a:close/>
              </a:path>
              <a:path w="70485" h="57150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57150">
                <a:moveTo>
                  <a:pt x="25146" y="46482"/>
                </a:moveTo>
                <a:lnTo>
                  <a:pt x="20574" y="44196"/>
                </a:lnTo>
                <a:lnTo>
                  <a:pt x="21336" y="44958"/>
                </a:lnTo>
                <a:lnTo>
                  <a:pt x="21336" y="54864"/>
                </a:lnTo>
                <a:lnTo>
                  <a:pt x="22098" y="55626"/>
                </a:lnTo>
                <a:lnTo>
                  <a:pt x="24384" y="56197"/>
                </a:lnTo>
                <a:lnTo>
                  <a:pt x="24384" y="46482"/>
                </a:lnTo>
                <a:lnTo>
                  <a:pt x="25146" y="46482"/>
                </a:lnTo>
                <a:close/>
              </a:path>
              <a:path w="70485" h="57150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57150">
                <a:moveTo>
                  <a:pt x="35814" y="57150"/>
                </a:moveTo>
                <a:lnTo>
                  <a:pt x="35814" y="48006"/>
                </a:lnTo>
                <a:lnTo>
                  <a:pt x="35052" y="48006"/>
                </a:lnTo>
                <a:lnTo>
                  <a:pt x="29718" y="47244"/>
                </a:lnTo>
                <a:lnTo>
                  <a:pt x="24384" y="46482"/>
                </a:lnTo>
                <a:lnTo>
                  <a:pt x="24384" y="56197"/>
                </a:lnTo>
                <a:lnTo>
                  <a:pt x="28194" y="57150"/>
                </a:lnTo>
                <a:lnTo>
                  <a:pt x="35814" y="57150"/>
                </a:lnTo>
                <a:close/>
              </a:path>
              <a:path w="70485" h="57150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57150">
                <a:moveTo>
                  <a:pt x="30480" y="47244"/>
                </a:moveTo>
                <a:lnTo>
                  <a:pt x="29718" y="47148"/>
                </a:lnTo>
                <a:lnTo>
                  <a:pt x="30480" y="47244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7150"/>
                </a:moveTo>
                <a:lnTo>
                  <a:pt x="41148" y="47244"/>
                </a:lnTo>
                <a:lnTo>
                  <a:pt x="35433" y="47958"/>
                </a:lnTo>
                <a:lnTo>
                  <a:pt x="35814" y="48006"/>
                </a:lnTo>
                <a:lnTo>
                  <a:pt x="35814" y="57150"/>
                </a:lnTo>
                <a:lnTo>
                  <a:pt x="41148" y="57150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56279"/>
                </a:moveTo>
                <a:lnTo>
                  <a:pt x="45720" y="46482"/>
                </a:lnTo>
                <a:lnTo>
                  <a:pt x="40386" y="47244"/>
                </a:lnTo>
                <a:lnTo>
                  <a:pt x="41148" y="47244"/>
                </a:lnTo>
                <a:lnTo>
                  <a:pt x="41148" y="57150"/>
                </a:lnTo>
                <a:lnTo>
                  <a:pt x="42672" y="57150"/>
                </a:lnTo>
                <a:lnTo>
                  <a:pt x="45720" y="56279"/>
                </a:lnTo>
                <a:close/>
              </a:path>
              <a:path w="70485" h="57150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57150">
                <a:moveTo>
                  <a:pt x="50292" y="44196"/>
                </a:moveTo>
                <a:lnTo>
                  <a:pt x="44958" y="46482"/>
                </a:lnTo>
                <a:lnTo>
                  <a:pt x="45720" y="46482"/>
                </a:lnTo>
                <a:lnTo>
                  <a:pt x="45720" y="56279"/>
                </a:lnTo>
                <a:lnTo>
                  <a:pt x="48006" y="55626"/>
                </a:lnTo>
                <a:lnTo>
                  <a:pt x="48768" y="55626"/>
                </a:lnTo>
                <a:lnTo>
                  <a:pt x="48768" y="54864"/>
                </a:lnTo>
                <a:lnTo>
                  <a:pt x="49530" y="54646"/>
                </a:lnTo>
                <a:lnTo>
                  <a:pt x="49530" y="44958"/>
                </a:lnTo>
                <a:lnTo>
                  <a:pt x="50292" y="44196"/>
                </a:lnTo>
                <a:close/>
              </a:path>
              <a:path w="70485" h="57150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57150">
                <a:moveTo>
                  <a:pt x="54102" y="41910"/>
                </a:moveTo>
                <a:lnTo>
                  <a:pt x="49530" y="44958"/>
                </a:lnTo>
                <a:lnTo>
                  <a:pt x="49530" y="54646"/>
                </a:lnTo>
                <a:lnTo>
                  <a:pt x="53340" y="53557"/>
                </a:lnTo>
                <a:lnTo>
                  <a:pt x="53340" y="42672"/>
                </a:lnTo>
                <a:lnTo>
                  <a:pt x="54102" y="41910"/>
                </a:lnTo>
                <a:close/>
              </a:path>
              <a:path w="70485" h="57150">
                <a:moveTo>
                  <a:pt x="54102" y="16002"/>
                </a:moveTo>
                <a:lnTo>
                  <a:pt x="53340" y="15240"/>
                </a:lnTo>
                <a:lnTo>
                  <a:pt x="53340" y="15494"/>
                </a:lnTo>
                <a:lnTo>
                  <a:pt x="54102" y="16002"/>
                </a:lnTo>
                <a:close/>
              </a:path>
              <a:path w="70485" h="57150">
                <a:moveTo>
                  <a:pt x="57150" y="51054"/>
                </a:moveTo>
                <a:lnTo>
                  <a:pt x="57150" y="38862"/>
                </a:lnTo>
                <a:lnTo>
                  <a:pt x="53340" y="42672"/>
                </a:lnTo>
                <a:lnTo>
                  <a:pt x="53340" y="53557"/>
                </a:lnTo>
                <a:lnTo>
                  <a:pt x="54102" y="53340"/>
                </a:lnTo>
                <a:lnTo>
                  <a:pt x="54102" y="52578"/>
                </a:lnTo>
                <a:lnTo>
                  <a:pt x="54864" y="52578"/>
                </a:lnTo>
                <a:lnTo>
                  <a:pt x="57150" y="51054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50"/>
                </a:lnTo>
                <a:lnTo>
                  <a:pt x="56388" y="18288"/>
                </a:lnTo>
                <a:lnTo>
                  <a:pt x="57150" y="19240"/>
                </a:lnTo>
                <a:close/>
              </a:path>
              <a:path w="70485" h="57150">
                <a:moveTo>
                  <a:pt x="59436" y="49530"/>
                </a:moveTo>
                <a:lnTo>
                  <a:pt x="59436" y="35814"/>
                </a:lnTo>
                <a:lnTo>
                  <a:pt x="56388" y="39624"/>
                </a:lnTo>
                <a:lnTo>
                  <a:pt x="57150" y="38862"/>
                </a:lnTo>
                <a:lnTo>
                  <a:pt x="57150" y="51054"/>
                </a:lnTo>
                <a:lnTo>
                  <a:pt x="59436" y="49530"/>
                </a:lnTo>
                <a:close/>
              </a:path>
              <a:path w="70485" h="57150">
                <a:moveTo>
                  <a:pt x="59436" y="23622"/>
                </a:moveTo>
                <a:lnTo>
                  <a:pt x="59436" y="22098"/>
                </a:lnTo>
                <a:lnTo>
                  <a:pt x="58674" y="21336"/>
                </a:lnTo>
                <a:lnTo>
                  <a:pt x="59436" y="23622"/>
                </a:lnTo>
                <a:close/>
              </a:path>
              <a:path w="70485" h="57150">
                <a:moveTo>
                  <a:pt x="60960" y="48577"/>
                </a:moveTo>
                <a:lnTo>
                  <a:pt x="60960" y="28956"/>
                </a:lnTo>
                <a:lnTo>
                  <a:pt x="60198" y="31242"/>
                </a:lnTo>
                <a:lnTo>
                  <a:pt x="60198" y="32004"/>
                </a:lnTo>
                <a:lnTo>
                  <a:pt x="58674" y="36576"/>
                </a:lnTo>
                <a:lnTo>
                  <a:pt x="59436" y="35814"/>
                </a:lnTo>
                <a:lnTo>
                  <a:pt x="59436" y="49530"/>
                </a:lnTo>
                <a:lnTo>
                  <a:pt x="60198" y="49530"/>
                </a:lnTo>
                <a:lnTo>
                  <a:pt x="60960" y="48577"/>
                </a:lnTo>
                <a:close/>
              </a:path>
              <a:path w="70485" h="57150">
                <a:moveTo>
                  <a:pt x="67056" y="41148"/>
                </a:moveTo>
                <a:lnTo>
                  <a:pt x="67056" y="16764"/>
                </a:lnTo>
                <a:lnTo>
                  <a:pt x="64008" y="12954"/>
                </a:lnTo>
                <a:lnTo>
                  <a:pt x="64008" y="44958"/>
                </a:lnTo>
                <a:lnTo>
                  <a:pt x="67056" y="41148"/>
                </a:lnTo>
                <a:close/>
              </a:path>
              <a:path w="70485" h="57150">
                <a:moveTo>
                  <a:pt x="69342" y="35052"/>
                </a:moveTo>
                <a:lnTo>
                  <a:pt x="69342" y="22098"/>
                </a:lnTo>
                <a:lnTo>
                  <a:pt x="67818" y="17526"/>
                </a:lnTo>
                <a:lnTo>
                  <a:pt x="67056" y="17526"/>
                </a:lnTo>
                <a:lnTo>
                  <a:pt x="67056" y="40386"/>
                </a:lnTo>
                <a:lnTo>
                  <a:pt x="67818" y="39624"/>
                </a:lnTo>
                <a:lnTo>
                  <a:pt x="69342" y="35052"/>
                </a:lnTo>
                <a:close/>
              </a:path>
              <a:path w="70485" h="57150">
                <a:moveTo>
                  <a:pt x="70104" y="31242"/>
                </a:moveTo>
                <a:lnTo>
                  <a:pt x="70104" y="25146"/>
                </a:lnTo>
                <a:lnTo>
                  <a:pt x="69342" y="22860"/>
                </a:lnTo>
                <a:lnTo>
                  <a:pt x="69342" y="34290"/>
                </a:lnTo>
                <a:lnTo>
                  <a:pt x="70104" y="31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B58E9FF6-5349-412A-9D0A-5FD80E1B4B29}"/>
              </a:ext>
            </a:extLst>
          </p:cNvPr>
          <p:cNvSpPr/>
          <p:nvPr/>
        </p:nvSpPr>
        <p:spPr>
          <a:xfrm>
            <a:off x="3730253" y="3259713"/>
            <a:ext cx="81936" cy="671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F65319C6-2B63-4DD3-8E47-239BAA8C5809}"/>
              </a:ext>
            </a:extLst>
          </p:cNvPr>
          <p:cNvSpPr/>
          <p:nvPr/>
        </p:nvSpPr>
        <p:spPr>
          <a:xfrm>
            <a:off x="5916747" y="1983997"/>
            <a:ext cx="70971" cy="56776"/>
          </a:xfrm>
          <a:custGeom>
            <a:avLst/>
            <a:gdLst/>
            <a:ahLst/>
            <a:cxnLst/>
            <a:rect l="l" t="t" r="r" b="b"/>
            <a:pathLst>
              <a:path w="60325" h="48260">
                <a:moveTo>
                  <a:pt x="60198" y="23622"/>
                </a:moveTo>
                <a:lnTo>
                  <a:pt x="57912" y="14466"/>
                </a:lnTo>
                <a:lnTo>
                  <a:pt x="51625" y="6953"/>
                </a:lnTo>
                <a:lnTo>
                  <a:pt x="42195" y="1869"/>
                </a:lnTo>
                <a:lnTo>
                  <a:pt x="30480" y="0"/>
                </a:lnTo>
                <a:lnTo>
                  <a:pt x="18645" y="1869"/>
                </a:lnTo>
                <a:lnTo>
                  <a:pt x="8953" y="6953"/>
                </a:lnTo>
                <a:lnTo>
                  <a:pt x="2405" y="14466"/>
                </a:lnTo>
                <a:lnTo>
                  <a:pt x="0" y="23622"/>
                </a:lnTo>
                <a:lnTo>
                  <a:pt x="2405" y="33218"/>
                </a:lnTo>
                <a:lnTo>
                  <a:pt x="8953" y="40957"/>
                </a:lnTo>
                <a:lnTo>
                  <a:pt x="18645" y="46124"/>
                </a:lnTo>
                <a:lnTo>
                  <a:pt x="30480" y="48006"/>
                </a:lnTo>
                <a:lnTo>
                  <a:pt x="42195" y="46124"/>
                </a:lnTo>
                <a:lnTo>
                  <a:pt x="51625" y="40957"/>
                </a:lnTo>
                <a:lnTo>
                  <a:pt x="57912" y="33218"/>
                </a:lnTo>
                <a:lnTo>
                  <a:pt x="6019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19">
            <a:extLst>
              <a:ext uri="{FF2B5EF4-FFF2-40B4-BE49-F238E27FC236}">
                <a16:creationId xmlns:a16="http://schemas.microsoft.com/office/drawing/2014/main" id="{397E0BEB-BD65-4CA3-8EFF-FE39C83B59B2}"/>
              </a:ext>
            </a:extLst>
          </p:cNvPr>
          <p:cNvSpPr/>
          <p:nvPr/>
        </p:nvSpPr>
        <p:spPr>
          <a:xfrm>
            <a:off x="5911367" y="1978617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1523" y="19811"/>
                </a:lnTo>
                <a:lnTo>
                  <a:pt x="0" y="25907"/>
                </a:lnTo>
                <a:lnTo>
                  <a:pt x="0" y="32003"/>
                </a:lnTo>
                <a:lnTo>
                  <a:pt x="762" y="35051"/>
                </a:lnTo>
                <a:lnTo>
                  <a:pt x="1524" y="37337"/>
                </a:lnTo>
                <a:lnTo>
                  <a:pt x="3048" y="39623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191"/>
                </a:lnTo>
                <a:lnTo>
                  <a:pt x="63246" y="12191"/>
                </a:lnTo>
                <a:lnTo>
                  <a:pt x="59436" y="8381"/>
                </a:lnTo>
                <a:lnTo>
                  <a:pt x="59436" y="7619"/>
                </a:lnTo>
                <a:lnTo>
                  <a:pt x="58674" y="7619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1910" y="761"/>
                </a:lnTo>
                <a:lnTo>
                  <a:pt x="40386" y="666"/>
                </a:lnTo>
                <a:lnTo>
                  <a:pt x="35052" y="0"/>
                </a:lnTo>
                <a:lnTo>
                  <a:pt x="34290" y="0"/>
                </a:lnTo>
                <a:lnTo>
                  <a:pt x="28956" y="666"/>
                </a:lnTo>
                <a:lnTo>
                  <a:pt x="27432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5239" y="4571"/>
                </a:lnTo>
                <a:lnTo>
                  <a:pt x="10667" y="7619"/>
                </a:lnTo>
                <a:lnTo>
                  <a:pt x="10667" y="8381"/>
                </a:lnTo>
                <a:lnTo>
                  <a:pt x="6857" y="11429"/>
                </a:lnTo>
                <a:lnTo>
                  <a:pt x="6095" y="12191"/>
                </a:lnTo>
                <a:lnTo>
                  <a:pt x="3047" y="16763"/>
                </a:lnTo>
                <a:lnTo>
                  <a:pt x="3048" y="40385"/>
                </a:lnTo>
                <a:lnTo>
                  <a:pt x="6096" y="44195"/>
                </a:lnTo>
                <a:lnTo>
                  <a:pt x="6096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4383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764" y="15239"/>
                </a:lnTo>
                <a:lnTo>
                  <a:pt x="16764" y="15493"/>
                </a:lnTo>
                <a:lnTo>
                  <a:pt x="19812" y="13461"/>
                </a:lnTo>
                <a:lnTo>
                  <a:pt x="19812" y="12953"/>
                </a:lnTo>
                <a:lnTo>
                  <a:pt x="25146" y="10667"/>
                </a:lnTo>
                <a:lnTo>
                  <a:pt x="25146" y="11212"/>
                </a:lnTo>
                <a:lnTo>
                  <a:pt x="28956" y="10123"/>
                </a:lnTo>
                <a:lnTo>
                  <a:pt x="28956" y="9905"/>
                </a:lnTo>
                <a:lnTo>
                  <a:pt x="34290" y="9239"/>
                </a:lnTo>
                <a:lnTo>
                  <a:pt x="40386" y="9905"/>
                </a:lnTo>
                <a:lnTo>
                  <a:pt x="40386" y="10096"/>
                </a:lnTo>
                <a:lnTo>
                  <a:pt x="44958" y="11239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563"/>
                </a:lnTo>
                <a:lnTo>
                  <a:pt x="53340" y="16001"/>
                </a:lnTo>
                <a:lnTo>
                  <a:pt x="53340" y="15239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097"/>
                </a:lnTo>
                <a:lnTo>
                  <a:pt x="58674" y="21335"/>
                </a:lnTo>
                <a:lnTo>
                  <a:pt x="60198" y="25145"/>
                </a:lnTo>
                <a:lnTo>
                  <a:pt x="60198" y="48005"/>
                </a:lnTo>
                <a:lnTo>
                  <a:pt x="63246" y="44957"/>
                </a:lnTo>
                <a:lnTo>
                  <a:pt x="64008" y="44957"/>
                </a:lnTo>
                <a:lnTo>
                  <a:pt x="64008" y="44195"/>
                </a:lnTo>
                <a:lnTo>
                  <a:pt x="67056" y="40385"/>
                </a:lnTo>
                <a:close/>
              </a:path>
              <a:path w="70485" h="57150">
                <a:moveTo>
                  <a:pt x="13716" y="38861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0668" y="49529"/>
                </a:lnTo>
                <a:lnTo>
                  <a:pt x="11430" y="49529"/>
                </a:lnTo>
                <a:lnTo>
                  <a:pt x="12954" y="50749"/>
                </a:lnTo>
                <a:lnTo>
                  <a:pt x="12954" y="38099"/>
                </a:lnTo>
                <a:lnTo>
                  <a:pt x="13716" y="38861"/>
                </a:lnTo>
                <a:close/>
              </a:path>
              <a:path w="7048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70485" h="57150">
                <a:moveTo>
                  <a:pt x="16764" y="52904"/>
                </a:moveTo>
                <a:lnTo>
                  <a:pt x="16764" y="41909"/>
                </a:lnTo>
                <a:lnTo>
                  <a:pt x="12954" y="38099"/>
                </a:lnTo>
                <a:lnTo>
                  <a:pt x="12954" y="50749"/>
                </a:lnTo>
                <a:lnTo>
                  <a:pt x="15240" y="52577"/>
                </a:lnTo>
                <a:lnTo>
                  <a:pt x="16002" y="52577"/>
                </a:lnTo>
                <a:lnTo>
                  <a:pt x="16764" y="52904"/>
                </a:lnTo>
                <a:close/>
              </a:path>
              <a:path w="70485" h="57150">
                <a:moveTo>
                  <a:pt x="16764" y="15493"/>
                </a:moveTo>
                <a:lnTo>
                  <a:pt x="16764" y="15239"/>
                </a:lnTo>
                <a:lnTo>
                  <a:pt x="16002" y="16001"/>
                </a:lnTo>
                <a:lnTo>
                  <a:pt x="16764" y="15493"/>
                </a:lnTo>
                <a:close/>
              </a:path>
              <a:path w="70485" h="57150">
                <a:moveTo>
                  <a:pt x="20574" y="44195"/>
                </a:moveTo>
                <a:lnTo>
                  <a:pt x="16002" y="41147"/>
                </a:lnTo>
                <a:lnTo>
                  <a:pt x="16764" y="41909"/>
                </a:lnTo>
                <a:lnTo>
                  <a:pt x="16764" y="52904"/>
                </a:lnTo>
                <a:lnTo>
                  <a:pt x="19812" y="54210"/>
                </a:lnTo>
                <a:lnTo>
                  <a:pt x="19812" y="44195"/>
                </a:lnTo>
                <a:lnTo>
                  <a:pt x="20574" y="44195"/>
                </a:lnTo>
                <a:close/>
              </a:path>
              <a:path w="70485" h="57150">
                <a:moveTo>
                  <a:pt x="20574" y="12953"/>
                </a:moveTo>
                <a:lnTo>
                  <a:pt x="19812" y="12953"/>
                </a:lnTo>
                <a:lnTo>
                  <a:pt x="19812" y="13461"/>
                </a:lnTo>
                <a:lnTo>
                  <a:pt x="20574" y="12953"/>
                </a:lnTo>
                <a:close/>
              </a:path>
              <a:path w="70485" h="57150">
                <a:moveTo>
                  <a:pt x="25146" y="55734"/>
                </a:moveTo>
                <a:lnTo>
                  <a:pt x="25146" y="46481"/>
                </a:lnTo>
                <a:lnTo>
                  <a:pt x="19812" y="44195"/>
                </a:lnTo>
                <a:lnTo>
                  <a:pt x="19812" y="54210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734"/>
                </a:lnTo>
                <a:close/>
              </a:path>
              <a:path w="70485" h="57150">
                <a:moveTo>
                  <a:pt x="25146" y="11212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12"/>
                </a:lnTo>
                <a:close/>
              </a:path>
              <a:path w="70485" h="57150">
                <a:moveTo>
                  <a:pt x="29718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734"/>
                </a:lnTo>
                <a:lnTo>
                  <a:pt x="27432" y="56387"/>
                </a:lnTo>
                <a:lnTo>
                  <a:pt x="28956" y="56483"/>
                </a:lnTo>
                <a:lnTo>
                  <a:pt x="28956" y="47243"/>
                </a:lnTo>
                <a:lnTo>
                  <a:pt x="29718" y="47243"/>
                </a:lnTo>
                <a:close/>
              </a:path>
              <a:path w="70485" h="57150">
                <a:moveTo>
                  <a:pt x="29718" y="9905"/>
                </a:moveTo>
                <a:lnTo>
                  <a:pt x="28956" y="9905"/>
                </a:lnTo>
                <a:lnTo>
                  <a:pt x="28956" y="10123"/>
                </a:lnTo>
                <a:lnTo>
                  <a:pt x="29718" y="9905"/>
                </a:lnTo>
                <a:close/>
              </a:path>
              <a:path w="70485" h="57150">
                <a:moveTo>
                  <a:pt x="40386" y="56483"/>
                </a:moveTo>
                <a:lnTo>
                  <a:pt x="40386" y="47243"/>
                </a:lnTo>
                <a:lnTo>
                  <a:pt x="28956" y="47243"/>
                </a:lnTo>
                <a:lnTo>
                  <a:pt x="28956" y="56483"/>
                </a:lnTo>
                <a:lnTo>
                  <a:pt x="34290" y="57149"/>
                </a:lnTo>
                <a:lnTo>
                  <a:pt x="35052" y="57149"/>
                </a:lnTo>
                <a:lnTo>
                  <a:pt x="40386" y="56483"/>
                </a:lnTo>
                <a:close/>
              </a:path>
              <a:path w="70485" h="57150">
                <a:moveTo>
                  <a:pt x="34671" y="9191"/>
                </a:moveTo>
                <a:lnTo>
                  <a:pt x="34290" y="9143"/>
                </a:lnTo>
                <a:lnTo>
                  <a:pt x="34671" y="9191"/>
                </a:lnTo>
                <a:close/>
              </a:path>
              <a:path w="70485" h="57150">
                <a:moveTo>
                  <a:pt x="35052" y="9239"/>
                </a:moveTo>
                <a:lnTo>
                  <a:pt x="34671" y="9191"/>
                </a:lnTo>
                <a:lnTo>
                  <a:pt x="35052" y="9239"/>
                </a:lnTo>
                <a:close/>
              </a:path>
              <a:path w="70485" h="57150">
                <a:moveTo>
                  <a:pt x="40386" y="10096"/>
                </a:moveTo>
                <a:lnTo>
                  <a:pt x="40386" y="9905"/>
                </a:lnTo>
                <a:lnTo>
                  <a:pt x="39624" y="9905"/>
                </a:lnTo>
                <a:lnTo>
                  <a:pt x="40386" y="10096"/>
                </a:lnTo>
                <a:close/>
              </a:path>
              <a:path w="70485" h="57150">
                <a:moveTo>
                  <a:pt x="45720" y="45719"/>
                </a:moveTo>
                <a:lnTo>
                  <a:pt x="39624" y="47243"/>
                </a:lnTo>
                <a:lnTo>
                  <a:pt x="40386" y="47243"/>
                </a:lnTo>
                <a:lnTo>
                  <a:pt x="40386" y="56483"/>
                </a:lnTo>
                <a:lnTo>
                  <a:pt x="41910" y="56387"/>
                </a:lnTo>
                <a:lnTo>
                  <a:pt x="44958" y="55625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39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625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563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563"/>
                </a:lnTo>
                <a:close/>
              </a:path>
              <a:path w="70485" h="57150">
                <a:moveTo>
                  <a:pt x="53775" y="41365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3775" y="41365"/>
                </a:lnTo>
                <a:close/>
              </a:path>
              <a:path w="70485" h="57150">
                <a:moveTo>
                  <a:pt x="54102" y="41147"/>
                </a:moveTo>
                <a:lnTo>
                  <a:pt x="53775" y="41365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52577"/>
                </a:moveTo>
                <a:lnTo>
                  <a:pt x="54102" y="41147"/>
                </a:ln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close/>
              </a:path>
              <a:path w="70485" h="57150">
                <a:moveTo>
                  <a:pt x="60198" y="48005"/>
                </a:moveTo>
                <a:lnTo>
                  <a:pt x="60198" y="31241"/>
                </a:lnTo>
                <a:lnTo>
                  <a:pt x="58674" y="35813"/>
                </a:lnTo>
                <a:lnTo>
                  <a:pt x="58674" y="35051"/>
                </a:lnTo>
                <a:lnTo>
                  <a:pt x="56388" y="38861"/>
                </a:lnTo>
                <a:lnTo>
                  <a:pt x="56388" y="38099"/>
                </a:lnTo>
                <a:lnTo>
                  <a:pt x="53775" y="41365"/>
                </a:lnTo>
                <a:lnTo>
                  <a:pt x="54102" y="41147"/>
                </a:lnTo>
                <a:lnTo>
                  <a:pt x="54102" y="52577"/>
                </a:lnTo>
                <a:lnTo>
                  <a:pt x="58674" y="49529"/>
                </a:lnTo>
                <a:lnTo>
                  <a:pt x="59436" y="49529"/>
                </a:lnTo>
                <a:lnTo>
                  <a:pt x="59436" y="48767"/>
                </a:lnTo>
                <a:lnTo>
                  <a:pt x="60198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8580" y="22097"/>
                </a:lnTo>
                <a:lnTo>
                  <a:pt x="67056" y="17525"/>
                </a:lnTo>
                <a:lnTo>
                  <a:pt x="67056" y="39623"/>
                </a:lnTo>
                <a:lnTo>
                  <a:pt x="68580" y="35051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8193"/>
                </a:lnTo>
                <a:lnTo>
                  <a:pt x="69342" y="25145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0">
            <a:extLst>
              <a:ext uri="{FF2B5EF4-FFF2-40B4-BE49-F238E27FC236}">
                <a16:creationId xmlns:a16="http://schemas.microsoft.com/office/drawing/2014/main" id="{9DE7139B-BE99-40B5-B7EC-34C88368A55F}"/>
              </a:ext>
            </a:extLst>
          </p:cNvPr>
          <p:cNvSpPr/>
          <p:nvPr/>
        </p:nvSpPr>
        <p:spPr>
          <a:xfrm>
            <a:off x="5985775" y="2944116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2285" y="19811"/>
                </a:lnTo>
                <a:lnTo>
                  <a:pt x="761" y="22859"/>
                </a:lnTo>
                <a:lnTo>
                  <a:pt x="761" y="25907"/>
                </a:lnTo>
                <a:lnTo>
                  <a:pt x="0" y="28955"/>
                </a:lnTo>
                <a:lnTo>
                  <a:pt x="1524" y="35051"/>
                </a:lnTo>
                <a:lnTo>
                  <a:pt x="3048" y="39623"/>
                </a:lnTo>
                <a:close/>
              </a:path>
              <a:path w="70485" h="57150">
                <a:moveTo>
                  <a:pt x="59436" y="22097"/>
                </a:moveTo>
                <a:lnTo>
                  <a:pt x="59436" y="7619"/>
                </a:lnTo>
                <a:lnTo>
                  <a:pt x="54864" y="4571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763" y="4571"/>
                </a:lnTo>
                <a:lnTo>
                  <a:pt x="16001" y="4571"/>
                </a:lnTo>
                <a:lnTo>
                  <a:pt x="11429" y="7619"/>
                </a:lnTo>
                <a:lnTo>
                  <a:pt x="6857" y="12191"/>
                </a:lnTo>
                <a:lnTo>
                  <a:pt x="6095" y="12191"/>
                </a:lnTo>
                <a:lnTo>
                  <a:pt x="6095" y="12953"/>
                </a:lnTo>
                <a:lnTo>
                  <a:pt x="3809" y="16763"/>
                </a:lnTo>
                <a:lnTo>
                  <a:pt x="3047" y="16763"/>
                </a:lnTo>
                <a:lnTo>
                  <a:pt x="3048" y="40385"/>
                </a:lnTo>
                <a:lnTo>
                  <a:pt x="3810" y="40385"/>
                </a:lnTo>
                <a:lnTo>
                  <a:pt x="6096" y="44957"/>
                </a:lnTo>
                <a:lnTo>
                  <a:pt x="6858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6669"/>
                </a:lnTo>
                <a:lnTo>
                  <a:pt x="10668" y="24383"/>
                </a:lnTo>
                <a:lnTo>
                  <a:pt x="10668" y="22859"/>
                </a:lnTo>
                <a:lnTo>
                  <a:pt x="11430" y="21335"/>
                </a:lnTo>
                <a:lnTo>
                  <a:pt x="11430" y="22097"/>
                </a:lnTo>
                <a:lnTo>
                  <a:pt x="13716" y="19240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0574" y="13461"/>
                </a:lnTo>
                <a:lnTo>
                  <a:pt x="20574" y="12953"/>
                </a:lnTo>
                <a:lnTo>
                  <a:pt x="25146" y="10667"/>
                </a:lnTo>
                <a:lnTo>
                  <a:pt x="25146" y="1123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4958" y="11212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461"/>
                </a:lnTo>
                <a:lnTo>
                  <a:pt x="53340" y="15493"/>
                </a:lnTo>
                <a:lnTo>
                  <a:pt x="53340" y="15239"/>
                </a:lnTo>
                <a:lnTo>
                  <a:pt x="57150" y="19049"/>
                </a:lnTo>
                <a:lnTo>
                  <a:pt x="57150" y="19240"/>
                </a:lnTo>
                <a:lnTo>
                  <a:pt x="59436" y="22097"/>
                </a:lnTo>
                <a:close/>
              </a:path>
              <a:path w="70485" h="57150">
                <a:moveTo>
                  <a:pt x="14260" y="39297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1430" y="49529"/>
                </a:lnTo>
                <a:lnTo>
                  <a:pt x="13716" y="51053"/>
                </a:lnTo>
                <a:lnTo>
                  <a:pt x="13716" y="38861"/>
                </a:lnTo>
                <a:lnTo>
                  <a:pt x="14260" y="39297"/>
                </a:lnTo>
                <a:close/>
              </a:path>
              <a:path w="70485" h="57150">
                <a:moveTo>
                  <a:pt x="14478" y="18287"/>
                </a:moveTo>
                <a:lnTo>
                  <a:pt x="13716" y="19049"/>
                </a:lnTo>
                <a:lnTo>
                  <a:pt x="13716" y="19240"/>
                </a:lnTo>
                <a:lnTo>
                  <a:pt x="14478" y="18287"/>
                </a:lnTo>
                <a:close/>
              </a:path>
              <a:path w="70485" h="57150">
                <a:moveTo>
                  <a:pt x="14478" y="39623"/>
                </a:moveTo>
                <a:lnTo>
                  <a:pt x="14260" y="39297"/>
                </a:lnTo>
                <a:lnTo>
                  <a:pt x="13716" y="38861"/>
                </a:lnTo>
                <a:lnTo>
                  <a:pt x="14478" y="39623"/>
                </a:lnTo>
                <a:close/>
              </a:path>
              <a:path w="70485" h="57150">
                <a:moveTo>
                  <a:pt x="14478" y="51561"/>
                </a:moveTo>
                <a:lnTo>
                  <a:pt x="14478" y="39623"/>
                </a:lnTo>
                <a:lnTo>
                  <a:pt x="13716" y="38861"/>
                </a:lnTo>
                <a:lnTo>
                  <a:pt x="13716" y="51053"/>
                </a:lnTo>
                <a:lnTo>
                  <a:pt x="14478" y="51561"/>
                </a:lnTo>
                <a:close/>
              </a:path>
              <a:path w="70485" h="57150">
                <a:moveTo>
                  <a:pt x="17526" y="52958"/>
                </a:moveTo>
                <a:lnTo>
                  <a:pt x="17526" y="41909"/>
                </a:lnTo>
                <a:lnTo>
                  <a:pt x="14260" y="39297"/>
                </a:lnTo>
                <a:lnTo>
                  <a:pt x="14478" y="39623"/>
                </a:lnTo>
                <a:lnTo>
                  <a:pt x="14478" y="51561"/>
                </a:lnTo>
                <a:lnTo>
                  <a:pt x="16002" y="52577"/>
                </a:lnTo>
                <a:lnTo>
                  <a:pt x="16763" y="52577"/>
                </a:lnTo>
                <a:lnTo>
                  <a:pt x="17526" y="52958"/>
                </a:lnTo>
                <a:close/>
              </a:path>
              <a:path w="70485" h="57150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57150">
                <a:moveTo>
                  <a:pt x="21336" y="44195"/>
                </a:moveTo>
                <a:lnTo>
                  <a:pt x="16763" y="41147"/>
                </a:lnTo>
                <a:lnTo>
                  <a:pt x="17526" y="41909"/>
                </a:lnTo>
                <a:lnTo>
                  <a:pt x="17526" y="52958"/>
                </a:lnTo>
                <a:lnTo>
                  <a:pt x="20574" y="54482"/>
                </a:lnTo>
                <a:lnTo>
                  <a:pt x="20574" y="44195"/>
                </a:lnTo>
                <a:lnTo>
                  <a:pt x="21336" y="44195"/>
                </a:lnTo>
                <a:close/>
              </a:path>
              <a:path w="70485" h="57150">
                <a:moveTo>
                  <a:pt x="21336" y="12953"/>
                </a:moveTo>
                <a:lnTo>
                  <a:pt x="20574" y="12953"/>
                </a:lnTo>
                <a:lnTo>
                  <a:pt x="20574" y="13461"/>
                </a:lnTo>
                <a:lnTo>
                  <a:pt x="21336" y="12953"/>
                </a:lnTo>
                <a:close/>
              </a:path>
              <a:path w="70485" h="57150">
                <a:moveTo>
                  <a:pt x="25146" y="55625"/>
                </a:moveTo>
                <a:lnTo>
                  <a:pt x="25146" y="46481"/>
                </a:lnTo>
                <a:lnTo>
                  <a:pt x="20574" y="44195"/>
                </a:lnTo>
                <a:lnTo>
                  <a:pt x="20574" y="54482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625"/>
                </a:lnTo>
                <a:close/>
              </a:path>
              <a:path w="70485" h="57150">
                <a:moveTo>
                  <a:pt x="25146" y="11239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39"/>
                </a:lnTo>
                <a:close/>
              </a:path>
              <a:path w="70485" h="57150">
                <a:moveTo>
                  <a:pt x="30480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625"/>
                </a:lnTo>
                <a:lnTo>
                  <a:pt x="28194" y="56387"/>
                </a:lnTo>
                <a:lnTo>
                  <a:pt x="29718" y="56483"/>
                </a:lnTo>
                <a:lnTo>
                  <a:pt x="29718" y="47243"/>
                </a:lnTo>
                <a:lnTo>
                  <a:pt x="30480" y="47243"/>
                </a:lnTo>
                <a:close/>
              </a:path>
              <a:path w="70485" h="57150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57150">
                <a:moveTo>
                  <a:pt x="35814" y="57149"/>
                </a:moveTo>
                <a:lnTo>
                  <a:pt x="35814" y="48005"/>
                </a:lnTo>
                <a:lnTo>
                  <a:pt x="35052" y="48005"/>
                </a:lnTo>
                <a:lnTo>
                  <a:pt x="29718" y="47243"/>
                </a:lnTo>
                <a:lnTo>
                  <a:pt x="29718" y="56483"/>
                </a:lnTo>
                <a:lnTo>
                  <a:pt x="35052" y="57149"/>
                </a:lnTo>
                <a:lnTo>
                  <a:pt x="35814" y="57149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6483"/>
                </a:moveTo>
                <a:lnTo>
                  <a:pt x="41148" y="47243"/>
                </a:lnTo>
                <a:lnTo>
                  <a:pt x="35433" y="47958"/>
                </a:lnTo>
                <a:lnTo>
                  <a:pt x="35814" y="48005"/>
                </a:lnTo>
                <a:lnTo>
                  <a:pt x="35814" y="57149"/>
                </a:lnTo>
                <a:lnTo>
                  <a:pt x="41148" y="56483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45719"/>
                </a:moveTo>
                <a:lnTo>
                  <a:pt x="40386" y="47243"/>
                </a:lnTo>
                <a:lnTo>
                  <a:pt x="41148" y="47243"/>
                </a:lnTo>
                <a:lnTo>
                  <a:pt x="41148" y="56483"/>
                </a:lnTo>
                <a:lnTo>
                  <a:pt x="42672" y="56387"/>
                </a:lnTo>
                <a:lnTo>
                  <a:pt x="44958" y="55734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12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734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461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461"/>
                </a:lnTo>
                <a:close/>
              </a:path>
              <a:path w="70485" h="57150">
                <a:moveTo>
                  <a:pt x="54102" y="41147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16001"/>
                </a:moveTo>
                <a:lnTo>
                  <a:pt x="53340" y="15239"/>
                </a:lnTo>
                <a:lnTo>
                  <a:pt x="53340" y="15493"/>
                </a:lnTo>
                <a:lnTo>
                  <a:pt x="54102" y="16001"/>
                </a:lnTo>
                <a:close/>
              </a:path>
              <a:path w="70485" h="57150">
                <a:moveTo>
                  <a:pt x="56605" y="39297"/>
                </a:move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lnTo>
                  <a:pt x="54864" y="52577"/>
                </a:lnTo>
                <a:lnTo>
                  <a:pt x="56388" y="51561"/>
                </a:lnTo>
                <a:lnTo>
                  <a:pt x="56388" y="39623"/>
                </a:lnTo>
                <a:lnTo>
                  <a:pt x="56605" y="39297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49"/>
                </a:lnTo>
                <a:lnTo>
                  <a:pt x="56388" y="18287"/>
                </a:lnTo>
                <a:lnTo>
                  <a:pt x="57150" y="19240"/>
                </a:lnTo>
                <a:close/>
              </a:path>
              <a:path w="70485" h="57150">
                <a:moveTo>
                  <a:pt x="57150" y="38861"/>
                </a:moveTo>
                <a:lnTo>
                  <a:pt x="56605" y="39297"/>
                </a:lnTo>
                <a:lnTo>
                  <a:pt x="56388" y="39623"/>
                </a:lnTo>
                <a:lnTo>
                  <a:pt x="57150" y="38861"/>
                </a:lnTo>
                <a:close/>
              </a:path>
              <a:path w="70485" h="57150">
                <a:moveTo>
                  <a:pt x="57150" y="51053"/>
                </a:moveTo>
                <a:lnTo>
                  <a:pt x="57150" y="38861"/>
                </a:lnTo>
                <a:lnTo>
                  <a:pt x="56388" y="39623"/>
                </a:lnTo>
                <a:lnTo>
                  <a:pt x="56388" y="51561"/>
                </a:lnTo>
                <a:lnTo>
                  <a:pt x="57150" y="51053"/>
                </a:lnTo>
                <a:close/>
              </a:path>
              <a:path w="70485" h="57150">
                <a:moveTo>
                  <a:pt x="59436" y="49529"/>
                </a:moveTo>
                <a:lnTo>
                  <a:pt x="59436" y="35051"/>
                </a:lnTo>
                <a:lnTo>
                  <a:pt x="56605" y="39297"/>
                </a:lnTo>
                <a:lnTo>
                  <a:pt x="57150" y="38861"/>
                </a:lnTo>
                <a:lnTo>
                  <a:pt x="57150" y="51053"/>
                </a:lnTo>
                <a:lnTo>
                  <a:pt x="59436" y="49529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953"/>
                </a:lnTo>
                <a:lnTo>
                  <a:pt x="64008" y="12191"/>
                </a:lnTo>
                <a:lnTo>
                  <a:pt x="63246" y="12191"/>
                </a:lnTo>
                <a:lnTo>
                  <a:pt x="60198" y="8381"/>
                </a:lnTo>
                <a:lnTo>
                  <a:pt x="59436" y="8381"/>
                </a:lnTo>
                <a:lnTo>
                  <a:pt x="59436" y="22097"/>
                </a:lnTo>
                <a:lnTo>
                  <a:pt x="58674" y="21335"/>
                </a:lnTo>
                <a:lnTo>
                  <a:pt x="60198" y="25907"/>
                </a:lnTo>
                <a:lnTo>
                  <a:pt x="60198" y="24383"/>
                </a:lnTo>
                <a:lnTo>
                  <a:pt x="60960" y="27431"/>
                </a:lnTo>
                <a:lnTo>
                  <a:pt x="60960" y="48005"/>
                </a:lnTo>
                <a:lnTo>
                  <a:pt x="64008" y="44957"/>
                </a:lnTo>
                <a:lnTo>
                  <a:pt x="67056" y="40385"/>
                </a:lnTo>
                <a:close/>
              </a:path>
              <a:path w="70485" h="57150">
                <a:moveTo>
                  <a:pt x="60960" y="48005"/>
                </a:moveTo>
                <a:lnTo>
                  <a:pt x="60960" y="28955"/>
                </a:lnTo>
                <a:lnTo>
                  <a:pt x="60198" y="30479"/>
                </a:lnTo>
                <a:lnTo>
                  <a:pt x="60198" y="32003"/>
                </a:lnTo>
                <a:lnTo>
                  <a:pt x="58674" y="35813"/>
                </a:lnTo>
                <a:lnTo>
                  <a:pt x="59436" y="35051"/>
                </a:lnTo>
                <a:lnTo>
                  <a:pt x="59436" y="48767"/>
                </a:lnTo>
                <a:lnTo>
                  <a:pt x="60198" y="48767"/>
                </a:lnTo>
                <a:lnTo>
                  <a:pt x="60960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7818" y="17525"/>
                </a:lnTo>
                <a:lnTo>
                  <a:pt x="67056" y="17525"/>
                </a:lnTo>
                <a:lnTo>
                  <a:pt x="67056" y="39623"/>
                </a:lnTo>
                <a:lnTo>
                  <a:pt x="67818" y="39623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5145"/>
                </a:lnTo>
                <a:lnTo>
                  <a:pt x="69342" y="22859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65F166CD-CB80-4706-ABAF-6E870ED5B68C}"/>
              </a:ext>
            </a:extLst>
          </p:cNvPr>
          <p:cNvSpPr/>
          <p:nvPr/>
        </p:nvSpPr>
        <p:spPr>
          <a:xfrm>
            <a:off x="4822156" y="1806495"/>
            <a:ext cx="71717" cy="60512"/>
          </a:xfrm>
          <a:custGeom>
            <a:avLst/>
            <a:gdLst/>
            <a:ahLst/>
            <a:cxnLst/>
            <a:rect l="l" t="t" r="r" b="b"/>
            <a:pathLst>
              <a:path w="60960" h="51435">
                <a:moveTo>
                  <a:pt x="60960" y="25908"/>
                </a:moveTo>
                <a:lnTo>
                  <a:pt x="58554" y="15751"/>
                </a:lnTo>
                <a:lnTo>
                  <a:pt x="52006" y="7524"/>
                </a:lnTo>
                <a:lnTo>
                  <a:pt x="42314" y="2012"/>
                </a:lnTo>
                <a:lnTo>
                  <a:pt x="30480" y="0"/>
                </a:lnTo>
                <a:lnTo>
                  <a:pt x="18645" y="2012"/>
                </a:lnTo>
                <a:lnTo>
                  <a:pt x="8953" y="7524"/>
                </a:lnTo>
                <a:lnTo>
                  <a:pt x="2405" y="15751"/>
                </a:lnTo>
                <a:lnTo>
                  <a:pt x="0" y="25908"/>
                </a:lnTo>
                <a:lnTo>
                  <a:pt x="2405" y="35623"/>
                </a:lnTo>
                <a:lnTo>
                  <a:pt x="8953" y="43624"/>
                </a:lnTo>
                <a:lnTo>
                  <a:pt x="18645" y="49053"/>
                </a:lnTo>
                <a:lnTo>
                  <a:pt x="30480" y="51054"/>
                </a:lnTo>
                <a:lnTo>
                  <a:pt x="42314" y="49053"/>
                </a:lnTo>
                <a:lnTo>
                  <a:pt x="52006" y="43624"/>
                </a:lnTo>
                <a:lnTo>
                  <a:pt x="58554" y="35623"/>
                </a:lnTo>
                <a:lnTo>
                  <a:pt x="6096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1AFDCF57-3063-4FED-9B65-47FE899F853A}"/>
              </a:ext>
            </a:extLst>
          </p:cNvPr>
          <p:cNvSpPr/>
          <p:nvPr/>
        </p:nvSpPr>
        <p:spPr>
          <a:xfrm>
            <a:off x="4816778" y="1801116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09"/>
                </a:moveTo>
                <a:lnTo>
                  <a:pt x="3047" y="18287"/>
                </a:lnTo>
                <a:lnTo>
                  <a:pt x="1523" y="21335"/>
                </a:lnTo>
                <a:lnTo>
                  <a:pt x="0" y="27431"/>
                </a:lnTo>
                <a:lnTo>
                  <a:pt x="0" y="30479"/>
                </a:lnTo>
                <a:lnTo>
                  <a:pt x="762" y="33527"/>
                </a:lnTo>
                <a:lnTo>
                  <a:pt x="762" y="36575"/>
                </a:lnTo>
                <a:lnTo>
                  <a:pt x="2286" y="39623"/>
                </a:lnTo>
                <a:lnTo>
                  <a:pt x="3048" y="41909"/>
                </a:lnTo>
                <a:close/>
              </a:path>
              <a:path w="70485" h="60325">
                <a:moveTo>
                  <a:pt x="54102" y="16001"/>
                </a:move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6001" y="5333"/>
                </a:lnTo>
                <a:lnTo>
                  <a:pt x="15239" y="5333"/>
                </a:lnTo>
                <a:lnTo>
                  <a:pt x="11429" y="8381"/>
                </a:lnTo>
                <a:lnTo>
                  <a:pt x="10667" y="8381"/>
                </a:lnTo>
                <a:lnTo>
                  <a:pt x="10667" y="9143"/>
                </a:lnTo>
                <a:lnTo>
                  <a:pt x="6857" y="12953"/>
                </a:lnTo>
                <a:lnTo>
                  <a:pt x="6095" y="12953"/>
                </a:lnTo>
                <a:lnTo>
                  <a:pt x="6095" y="13715"/>
                </a:lnTo>
                <a:lnTo>
                  <a:pt x="3047" y="17525"/>
                </a:lnTo>
                <a:lnTo>
                  <a:pt x="3048" y="42671"/>
                </a:lnTo>
                <a:lnTo>
                  <a:pt x="6096" y="47243"/>
                </a:lnTo>
                <a:lnTo>
                  <a:pt x="9906" y="51053"/>
                </a:lnTo>
                <a:lnTo>
                  <a:pt x="9906" y="25907"/>
                </a:lnTo>
                <a:lnTo>
                  <a:pt x="10668" y="24383"/>
                </a:lnTo>
                <a:lnTo>
                  <a:pt x="11430" y="22097"/>
                </a:lnTo>
                <a:lnTo>
                  <a:pt x="11430" y="22859"/>
                </a:lnTo>
                <a:lnTo>
                  <a:pt x="13716" y="18287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1336" y="12953"/>
                </a:lnTo>
                <a:lnTo>
                  <a:pt x="21336" y="13334"/>
                </a:lnTo>
                <a:lnTo>
                  <a:pt x="24384" y="11810"/>
                </a:lnTo>
                <a:lnTo>
                  <a:pt x="24384" y="1142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5720" y="11429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3"/>
                </a:lnTo>
                <a:lnTo>
                  <a:pt x="53340" y="15493"/>
                </a:lnTo>
                <a:lnTo>
                  <a:pt x="53340" y="15239"/>
                </a:lnTo>
                <a:lnTo>
                  <a:pt x="54102" y="16001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7"/>
                </a:lnTo>
                <a:lnTo>
                  <a:pt x="13716" y="41147"/>
                </a:lnTo>
                <a:lnTo>
                  <a:pt x="13716" y="41909"/>
                </a:lnTo>
                <a:lnTo>
                  <a:pt x="11430" y="37337"/>
                </a:lnTo>
                <a:lnTo>
                  <a:pt x="11430" y="38099"/>
                </a:lnTo>
                <a:lnTo>
                  <a:pt x="9906" y="33527"/>
                </a:lnTo>
                <a:lnTo>
                  <a:pt x="9906" y="51053"/>
                </a:lnTo>
                <a:lnTo>
                  <a:pt x="10668" y="51815"/>
                </a:lnTo>
                <a:lnTo>
                  <a:pt x="11430" y="51815"/>
                </a:lnTo>
                <a:lnTo>
                  <a:pt x="15240" y="54863"/>
                </a:lnTo>
                <a:lnTo>
                  <a:pt x="16002" y="55625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60325">
                <a:moveTo>
                  <a:pt x="21336" y="47243"/>
                </a:moveTo>
                <a:lnTo>
                  <a:pt x="16763" y="44195"/>
                </a:lnTo>
                <a:lnTo>
                  <a:pt x="17526" y="44957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3"/>
                </a:lnTo>
                <a:lnTo>
                  <a:pt x="21336" y="47243"/>
                </a:lnTo>
                <a:close/>
              </a:path>
              <a:path w="70485" h="60325">
                <a:moveTo>
                  <a:pt x="21336" y="13334"/>
                </a:moveTo>
                <a:lnTo>
                  <a:pt x="21336" y="12953"/>
                </a:lnTo>
                <a:lnTo>
                  <a:pt x="20574" y="13715"/>
                </a:lnTo>
                <a:lnTo>
                  <a:pt x="21336" y="13334"/>
                </a:lnTo>
                <a:close/>
              </a:path>
              <a:path w="70485" h="60325">
                <a:moveTo>
                  <a:pt x="25146" y="58673"/>
                </a:moveTo>
                <a:lnTo>
                  <a:pt x="25146" y="49529"/>
                </a:lnTo>
                <a:lnTo>
                  <a:pt x="20574" y="47243"/>
                </a:lnTo>
                <a:lnTo>
                  <a:pt x="20574" y="57585"/>
                </a:lnTo>
                <a:lnTo>
                  <a:pt x="21336" y="57911"/>
                </a:lnTo>
                <a:lnTo>
                  <a:pt x="22098" y="57911"/>
                </a:lnTo>
                <a:lnTo>
                  <a:pt x="25146" y="58673"/>
                </a:lnTo>
                <a:close/>
              </a:path>
              <a:path w="70485" h="60325">
                <a:moveTo>
                  <a:pt x="25146" y="11429"/>
                </a:moveTo>
                <a:lnTo>
                  <a:pt x="24384" y="11429"/>
                </a:lnTo>
                <a:lnTo>
                  <a:pt x="24384" y="11810"/>
                </a:lnTo>
                <a:lnTo>
                  <a:pt x="25146" y="11429"/>
                </a:lnTo>
                <a:close/>
              </a:path>
              <a:path w="70485" h="60325">
                <a:moveTo>
                  <a:pt x="30480" y="50291"/>
                </a:moveTo>
                <a:lnTo>
                  <a:pt x="24384" y="48767"/>
                </a:lnTo>
                <a:lnTo>
                  <a:pt x="25146" y="49529"/>
                </a:lnTo>
                <a:lnTo>
                  <a:pt x="25146" y="58673"/>
                </a:lnTo>
                <a:lnTo>
                  <a:pt x="28194" y="59435"/>
                </a:lnTo>
                <a:lnTo>
                  <a:pt x="28956" y="60197"/>
                </a:lnTo>
                <a:lnTo>
                  <a:pt x="29718" y="60197"/>
                </a:lnTo>
                <a:lnTo>
                  <a:pt x="29718" y="50291"/>
                </a:lnTo>
                <a:lnTo>
                  <a:pt x="30480" y="50291"/>
                </a:lnTo>
                <a:close/>
              </a:path>
              <a:path w="70485" h="60325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60325">
                <a:moveTo>
                  <a:pt x="35814" y="60197"/>
                </a:moveTo>
                <a:lnTo>
                  <a:pt x="35814" y="51053"/>
                </a:lnTo>
                <a:lnTo>
                  <a:pt x="35052" y="51053"/>
                </a:lnTo>
                <a:lnTo>
                  <a:pt x="29718" y="50291"/>
                </a:lnTo>
                <a:lnTo>
                  <a:pt x="29718" y="60197"/>
                </a:lnTo>
                <a:lnTo>
                  <a:pt x="35814" y="60197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7"/>
                </a:moveTo>
                <a:lnTo>
                  <a:pt x="41148" y="50291"/>
                </a:lnTo>
                <a:lnTo>
                  <a:pt x="35433" y="51006"/>
                </a:lnTo>
                <a:lnTo>
                  <a:pt x="35814" y="51053"/>
                </a:lnTo>
                <a:lnTo>
                  <a:pt x="35814" y="60197"/>
                </a:lnTo>
                <a:lnTo>
                  <a:pt x="41148" y="60197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7"/>
                </a:moveTo>
                <a:lnTo>
                  <a:pt x="40386" y="50291"/>
                </a:lnTo>
                <a:lnTo>
                  <a:pt x="41148" y="50291"/>
                </a:lnTo>
                <a:lnTo>
                  <a:pt x="41148" y="60197"/>
                </a:lnTo>
                <a:lnTo>
                  <a:pt x="41910" y="60197"/>
                </a:lnTo>
                <a:lnTo>
                  <a:pt x="41910" y="59435"/>
                </a:lnTo>
                <a:lnTo>
                  <a:pt x="42672" y="59435"/>
                </a:lnTo>
                <a:lnTo>
                  <a:pt x="44958" y="58782"/>
                </a:lnTo>
                <a:lnTo>
                  <a:pt x="44958" y="49529"/>
                </a:lnTo>
                <a:lnTo>
                  <a:pt x="45720" y="48767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29"/>
                </a:lnTo>
                <a:lnTo>
                  <a:pt x="44958" y="11429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3"/>
                </a:lnTo>
                <a:lnTo>
                  <a:pt x="44958" y="49529"/>
                </a:lnTo>
                <a:lnTo>
                  <a:pt x="44958" y="58782"/>
                </a:lnTo>
                <a:lnTo>
                  <a:pt x="48006" y="57911"/>
                </a:lnTo>
                <a:lnTo>
                  <a:pt x="48768" y="57911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5"/>
                </a:moveTo>
                <a:lnTo>
                  <a:pt x="49530" y="12953"/>
                </a:lnTo>
                <a:lnTo>
                  <a:pt x="49530" y="13389"/>
                </a:lnTo>
                <a:lnTo>
                  <a:pt x="50292" y="13715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3"/>
                </a:lnTo>
                <a:lnTo>
                  <a:pt x="50292" y="47243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7"/>
                </a:lnTo>
                <a:lnTo>
                  <a:pt x="53775" y="44413"/>
                </a:lnTo>
                <a:close/>
              </a:path>
              <a:path w="70485" h="60325">
                <a:moveTo>
                  <a:pt x="54102" y="16001"/>
                </a:moveTo>
                <a:lnTo>
                  <a:pt x="53340" y="15239"/>
                </a:lnTo>
                <a:lnTo>
                  <a:pt x="53775" y="15784"/>
                </a:lnTo>
                <a:lnTo>
                  <a:pt x="54102" y="16001"/>
                </a:lnTo>
                <a:close/>
              </a:path>
              <a:path w="70485" h="60325">
                <a:moveTo>
                  <a:pt x="53775" y="15784"/>
                </a:moveTo>
                <a:lnTo>
                  <a:pt x="53340" y="15239"/>
                </a:lnTo>
                <a:lnTo>
                  <a:pt x="53340" y="15493"/>
                </a:lnTo>
                <a:lnTo>
                  <a:pt x="53775" y="15784"/>
                </a:lnTo>
                <a:close/>
              </a:path>
              <a:path w="70485" h="60325">
                <a:moveTo>
                  <a:pt x="54102" y="44195"/>
                </a:moveTo>
                <a:lnTo>
                  <a:pt x="53775" y="44413"/>
                </a:lnTo>
                <a:lnTo>
                  <a:pt x="53340" y="44957"/>
                </a:lnTo>
                <a:lnTo>
                  <a:pt x="54102" y="44195"/>
                </a:lnTo>
                <a:close/>
              </a:path>
              <a:path w="70485" h="60325">
                <a:moveTo>
                  <a:pt x="54102" y="55625"/>
                </a:moveTo>
                <a:lnTo>
                  <a:pt x="54102" y="44195"/>
                </a:lnTo>
                <a:lnTo>
                  <a:pt x="53340" y="44957"/>
                </a:lnTo>
                <a:lnTo>
                  <a:pt x="53340" y="55952"/>
                </a:lnTo>
                <a:lnTo>
                  <a:pt x="54102" y="55625"/>
                </a:lnTo>
                <a:close/>
              </a:path>
              <a:path w="70485" h="60325">
                <a:moveTo>
                  <a:pt x="67056" y="42671"/>
                </a:moveTo>
                <a:lnTo>
                  <a:pt x="67056" y="17525"/>
                </a:lnTo>
                <a:lnTo>
                  <a:pt x="64008" y="13715"/>
                </a:lnTo>
                <a:lnTo>
                  <a:pt x="64008" y="12953"/>
                </a:lnTo>
                <a:lnTo>
                  <a:pt x="63246" y="12953"/>
                </a:lnTo>
                <a:lnTo>
                  <a:pt x="60198" y="9143"/>
                </a:lnTo>
                <a:lnTo>
                  <a:pt x="59436" y="8381"/>
                </a:lnTo>
                <a:lnTo>
                  <a:pt x="54864" y="5333"/>
                </a:lnTo>
                <a:lnTo>
                  <a:pt x="54102" y="5333"/>
                </a:lnTo>
                <a:lnTo>
                  <a:pt x="54102" y="16001"/>
                </a:lnTo>
                <a:lnTo>
                  <a:pt x="53775" y="15784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859"/>
                </a:lnTo>
                <a:lnTo>
                  <a:pt x="58674" y="22097"/>
                </a:lnTo>
                <a:lnTo>
                  <a:pt x="60198" y="26669"/>
                </a:lnTo>
                <a:lnTo>
                  <a:pt x="60198" y="51815"/>
                </a:lnTo>
                <a:lnTo>
                  <a:pt x="63246" y="48005"/>
                </a:lnTo>
                <a:lnTo>
                  <a:pt x="64008" y="47243"/>
                </a:lnTo>
                <a:lnTo>
                  <a:pt x="67056" y="42671"/>
                </a:lnTo>
                <a:close/>
              </a:path>
              <a:path w="70485" h="60325">
                <a:moveTo>
                  <a:pt x="60198" y="51815"/>
                </a:moveTo>
                <a:lnTo>
                  <a:pt x="60198" y="33527"/>
                </a:lnTo>
                <a:lnTo>
                  <a:pt x="58674" y="38099"/>
                </a:lnTo>
                <a:lnTo>
                  <a:pt x="58674" y="37337"/>
                </a:lnTo>
                <a:lnTo>
                  <a:pt x="56388" y="41909"/>
                </a:lnTo>
                <a:lnTo>
                  <a:pt x="56388" y="41147"/>
                </a:lnTo>
                <a:lnTo>
                  <a:pt x="53775" y="44413"/>
                </a:lnTo>
                <a:lnTo>
                  <a:pt x="54102" y="44195"/>
                </a:lnTo>
                <a:lnTo>
                  <a:pt x="54102" y="55625"/>
                </a:lnTo>
                <a:lnTo>
                  <a:pt x="54864" y="54863"/>
                </a:lnTo>
                <a:lnTo>
                  <a:pt x="59436" y="51815"/>
                </a:lnTo>
                <a:lnTo>
                  <a:pt x="60198" y="51815"/>
                </a:lnTo>
                <a:close/>
              </a:path>
              <a:path w="70485" h="60325">
                <a:moveTo>
                  <a:pt x="69342" y="37337"/>
                </a:moveTo>
                <a:lnTo>
                  <a:pt x="69342" y="23621"/>
                </a:lnTo>
                <a:lnTo>
                  <a:pt x="67056" y="19049"/>
                </a:lnTo>
                <a:lnTo>
                  <a:pt x="67056" y="41909"/>
                </a:lnTo>
                <a:lnTo>
                  <a:pt x="69342" y="37337"/>
                </a:lnTo>
                <a:close/>
              </a:path>
              <a:path w="70485" h="60325">
                <a:moveTo>
                  <a:pt x="70104" y="32765"/>
                </a:moveTo>
                <a:lnTo>
                  <a:pt x="70104" y="26669"/>
                </a:lnTo>
                <a:lnTo>
                  <a:pt x="69342" y="24383"/>
                </a:lnTo>
                <a:lnTo>
                  <a:pt x="69342" y="36575"/>
                </a:lnTo>
                <a:lnTo>
                  <a:pt x="70104" y="32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73655AD8-8989-4B7D-95E9-2A639BCB05A5}"/>
              </a:ext>
            </a:extLst>
          </p:cNvPr>
          <p:cNvSpPr/>
          <p:nvPr/>
        </p:nvSpPr>
        <p:spPr>
          <a:xfrm>
            <a:off x="5382451" y="3065140"/>
            <a:ext cx="64247" cy="56776"/>
          </a:xfrm>
          <a:custGeom>
            <a:avLst/>
            <a:gdLst/>
            <a:ahLst/>
            <a:cxnLst/>
            <a:rect l="l" t="t" r="r" b="b"/>
            <a:pathLst>
              <a:path w="54610" h="48260">
                <a:moveTo>
                  <a:pt x="54102" y="24384"/>
                </a:moveTo>
                <a:lnTo>
                  <a:pt x="51970" y="14787"/>
                </a:lnTo>
                <a:lnTo>
                  <a:pt x="46196" y="7048"/>
                </a:lnTo>
                <a:lnTo>
                  <a:pt x="37707" y="1881"/>
                </a:lnTo>
                <a:lnTo>
                  <a:pt x="27432" y="0"/>
                </a:lnTo>
                <a:lnTo>
                  <a:pt x="16716" y="1881"/>
                </a:lnTo>
                <a:lnTo>
                  <a:pt x="8000" y="7048"/>
                </a:lnTo>
                <a:lnTo>
                  <a:pt x="2143" y="14787"/>
                </a:lnTo>
                <a:lnTo>
                  <a:pt x="0" y="24384"/>
                </a:lnTo>
                <a:lnTo>
                  <a:pt x="2143" y="33539"/>
                </a:lnTo>
                <a:lnTo>
                  <a:pt x="8001" y="41052"/>
                </a:lnTo>
                <a:lnTo>
                  <a:pt x="16716" y="46136"/>
                </a:lnTo>
                <a:lnTo>
                  <a:pt x="27432" y="48006"/>
                </a:lnTo>
                <a:lnTo>
                  <a:pt x="37707" y="46136"/>
                </a:lnTo>
                <a:lnTo>
                  <a:pt x="46196" y="41052"/>
                </a:lnTo>
                <a:lnTo>
                  <a:pt x="51970" y="33539"/>
                </a:lnTo>
                <a:lnTo>
                  <a:pt x="54102" y="2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4">
            <a:extLst>
              <a:ext uri="{FF2B5EF4-FFF2-40B4-BE49-F238E27FC236}">
                <a16:creationId xmlns:a16="http://schemas.microsoft.com/office/drawing/2014/main" id="{59DFE627-9F30-4057-9750-3CEA83289EF0}"/>
              </a:ext>
            </a:extLst>
          </p:cNvPr>
          <p:cNvSpPr/>
          <p:nvPr/>
        </p:nvSpPr>
        <p:spPr>
          <a:xfrm>
            <a:off x="5377072" y="3059761"/>
            <a:ext cx="75453" cy="67235"/>
          </a:xfrm>
          <a:custGeom>
            <a:avLst/>
            <a:gdLst/>
            <a:ahLst/>
            <a:cxnLst/>
            <a:rect l="l" t="t" r="r" b="b"/>
            <a:pathLst>
              <a:path w="64135" h="57150">
                <a:moveTo>
                  <a:pt x="762" y="34289"/>
                </a:moveTo>
                <a:lnTo>
                  <a:pt x="761" y="23621"/>
                </a:lnTo>
                <a:lnTo>
                  <a:pt x="0" y="28193"/>
                </a:lnTo>
                <a:lnTo>
                  <a:pt x="0" y="28955"/>
                </a:lnTo>
                <a:lnTo>
                  <a:pt x="762" y="34289"/>
                </a:lnTo>
                <a:close/>
              </a:path>
              <a:path w="64135" h="57150">
                <a:moveTo>
                  <a:pt x="3048" y="39623"/>
                </a:moveTo>
                <a:lnTo>
                  <a:pt x="3047" y="17525"/>
                </a:lnTo>
                <a:lnTo>
                  <a:pt x="2285" y="17525"/>
                </a:lnTo>
                <a:lnTo>
                  <a:pt x="761" y="22097"/>
                </a:lnTo>
                <a:lnTo>
                  <a:pt x="762" y="35051"/>
                </a:lnTo>
                <a:lnTo>
                  <a:pt x="2286" y="39623"/>
                </a:lnTo>
                <a:lnTo>
                  <a:pt x="3048" y="39623"/>
                </a:lnTo>
                <a:close/>
              </a:path>
              <a:path w="64135" h="57150">
                <a:moveTo>
                  <a:pt x="60960" y="40385"/>
                </a:moveTo>
                <a:lnTo>
                  <a:pt x="60960" y="16763"/>
                </a:lnTo>
                <a:lnTo>
                  <a:pt x="58674" y="12953"/>
                </a:lnTo>
                <a:lnTo>
                  <a:pt x="57912" y="12953"/>
                </a:lnTo>
                <a:lnTo>
                  <a:pt x="57912" y="12191"/>
                </a:lnTo>
                <a:lnTo>
                  <a:pt x="54864" y="8381"/>
                </a:lnTo>
                <a:lnTo>
                  <a:pt x="54038" y="8339"/>
                </a:lnTo>
                <a:lnTo>
                  <a:pt x="49530" y="5333"/>
                </a:lnTo>
                <a:lnTo>
                  <a:pt x="49530" y="4571"/>
                </a:lnTo>
                <a:lnTo>
                  <a:pt x="48768" y="4571"/>
                </a:lnTo>
                <a:lnTo>
                  <a:pt x="44196" y="2285"/>
                </a:lnTo>
                <a:lnTo>
                  <a:pt x="43434" y="2285"/>
                </a:lnTo>
                <a:lnTo>
                  <a:pt x="38862" y="761"/>
                </a:lnTo>
                <a:lnTo>
                  <a:pt x="38100" y="761"/>
                </a:lnTo>
                <a:lnTo>
                  <a:pt x="32004" y="0"/>
                </a:lnTo>
                <a:lnTo>
                  <a:pt x="31242" y="0"/>
                </a:lnTo>
                <a:lnTo>
                  <a:pt x="26670" y="653"/>
                </a:lnTo>
                <a:lnTo>
                  <a:pt x="25145" y="761"/>
                </a:lnTo>
                <a:lnTo>
                  <a:pt x="19811" y="2285"/>
                </a:lnTo>
                <a:lnTo>
                  <a:pt x="19049" y="2285"/>
                </a:lnTo>
                <a:lnTo>
                  <a:pt x="14477" y="4571"/>
                </a:lnTo>
                <a:lnTo>
                  <a:pt x="14477" y="5333"/>
                </a:lnTo>
                <a:lnTo>
                  <a:pt x="13715" y="5333"/>
                </a:lnTo>
                <a:lnTo>
                  <a:pt x="9905" y="8381"/>
                </a:lnTo>
                <a:lnTo>
                  <a:pt x="9143" y="8381"/>
                </a:lnTo>
                <a:lnTo>
                  <a:pt x="6095" y="12191"/>
                </a:lnTo>
                <a:lnTo>
                  <a:pt x="5333" y="12953"/>
                </a:lnTo>
                <a:lnTo>
                  <a:pt x="3047" y="16763"/>
                </a:lnTo>
                <a:lnTo>
                  <a:pt x="3048" y="40385"/>
                </a:lnTo>
                <a:lnTo>
                  <a:pt x="5334" y="44195"/>
                </a:lnTo>
                <a:lnTo>
                  <a:pt x="5334" y="44957"/>
                </a:lnTo>
                <a:lnTo>
                  <a:pt x="6096" y="44957"/>
                </a:lnTo>
                <a:lnTo>
                  <a:pt x="9144" y="48767"/>
                </a:lnTo>
                <a:lnTo>
                  <a:pt x="9906" y="48767"/>
                </a:lnTo>
                <a:lnTo>
                  <a:pt x="9906" y="25145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002" y="15239"/>
                </a:lnTo>
                <a:lnTo>
                  <a:pt x="16002" y="16001"/>
                </a:lnTo>
                <a:lnTo>
                  <a:pt x="19050" y="13563"/>
                </a:lnTo>
                <a:lnTo>
                  <a:pt x="19050" y="12953"/>
                </a:lnTo>
                <a:lnTo>
                  <a:pt x="22860" y="11683"/>
                </a:lnTo>
                <a:lnTo>
                  <a:pt x="22860" y="11429"/>
                </a:lnTo>
                <a:lnTo>
                  <a:pt x="26670" y="10159"/>
                </a:lnTo>
                <a:lnTo>
                  <a:pt x="26670" y="9905"/>
                </a:lnTo>
                <a:lnTo>
                  <a:pt x="36576" y="9905"/>
                </a:lnTo>
                <a:lnTo>
                  <a:pt x="36576" y="10123"/>
                </a:lnTo>
                <a:lnTo>
                  <a:pt x="41148" y="11429"/>
                </a:lnTo>
                <a:lnTo>
                  <a:pt x="41148" y="11683"/>
                </a:lnTo>
                <a:lnTo>
                  <a:pt x="44958" y="12953"/>
                </a:lnTo>
                <a:lnTo>
                  <a:pt x="44958" y="13563"/>
                </a:lnTo>
                <a:lnTo>
                  <a:pt x="47244" y="15392"/>
                </a:lnTo>
                <a:lnTo>
                  <a:pt x="47244" y="15239"/>
                </a:lnTo>
                <a:lnTo>
                  <a:pt x="51053" y="19049"/>
                </a:lnTo>
                <a:lnTo>
                  <a:pt x="51053" y="19557"/>
                </a:lnTo>
                <a:lnTo>
                  <a:pt x="52577" y="22097"/>
                </a:lnTo>
                <a:lnTo>
                  <a:pt x="52577" y="21335"/>
                </a:lnTo>
                <a:lnTo>
                  <a:pt x="54102" y="25145"/>
                </a:lnTo>
                <a:lnTo>
                  <a:pt x="54102" y="48767"/>
                </a:lnTo>
                <a:lnTo>
                  <a:pt x="54864" y="48767"/>
                </a:lnTo>
                <a:lnTo>
                  <a:pt x="57912" y="44957"/>
                </a:lnTo>
                <a:lnTo>
                  <a:pt x="58674" y="44195"/>
                </a:lnTo>
                <a:lnTo>
                  <a:pt x="60960" y="40385"/>
                </a:lnTo>
                <a:close/>
              </a:path>
              <a:path w="64135" h="57150">
                <a:moveTo>
                  <a:pt x="13716" y="39623"/>
                </a:moveTo>
                <a:lnTo>
                  <a:pt x="11430" y="35813"/>
                </a:lnTo>
                <a:lnTo>
                  <a:pt x="11430" y="36575"/>
                </a:lnTo>
                <a:lnTo>
                  <a:pt x="9906" y="32003"/>
                </a:lnTo>
                <a:lnTo>
                  <a:pt x="9906" y="49529"/>
                </a:lnTo>
                <a:lnTo>
                  <a:pt x="12954" y="51968"/>
                </a:lnTo>
                <a:lnTo>
                  <a:pt x="12954" y="38861"/>
                </a:lnTo>
                <a:lnTo>
                  <a:pt x="13716" y="39623"/>
                </a:lnTo>
                <a:close/>
              </a:path>
              <a:path w="6413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64135" h="57150">
                <a:moveTo>
                  <a:pt x="19812" y="54863"/>
                </a:moveTo>
                <a:lnTo>
                  <a:pt x="19812" y="44957"/>
                </a:lnTo>
                <a:lnTo>
                  <a:pt x="16002" y="41909"/>
                </a:lnTo>
                <a:lnTo>
                  <a:pt x="16002" y="42671"/>
                </a:lnTo>
                <a:lnTo>
                  <a:pt x="12954" y="38861"/>
                </a:lnTo>
                <a:lnTo>
                  <a:pt x="12954" y="51968"/>
                </a:lnTo>
                <a:lnTo>
                  <a:pt x="13716" y="52577"/>
                </a:lnTo>
                <a:lnTo>
                  <a:pt x="14478" y="52577"/>
                </a:lnTo>
                <a:lnTo>
                  <a:pt x="19050" y="54863"/>
                </a:lnTo>
                <a:lnTo>
                  <a:pt x="19812" y="54863"/>
                </a:lnTo>
                <a:close/>
              </a:path>
              <a:path w="64135" h="57150">
                <a:moveTo>
                  <a:pt x="19812" y="12953"/>
                </a:moveTo>
                <a:lnTo>
                  <a:pt x="19050" y="12953"/>
                </a:lnTo>
                <a:lnTo>
                  <a:pt x="19050" y="13563"/>
                </a:lnTo>
                <a:lnTo>
                  <a:pt x="19812" y="12953"/>
                </a:lnTo>
                <a:close/>
              </a:path>
              <a:path w="64135" h="57150">
                <a:moveTo>
                  <a:pt x="23622" y="56170"/>
                </a:moveTo>
                <a:lnTo>
                  <a:pt x="23622" y="46481"/>
                </a:lnTo>
                <a:lnTo>
                  <a:pt x="19050" y="44195"/>
                </a:lnTo>
                <a:lnTo>
                  <a:pt x="19812" y="44957"/>
                </a:lnTo>
                <a:lnTo>
                  <a:pt x="19812" y="55625"/>
                </a:lnTo>
                <a:lnTo>
                  <a:pt x="23622" y="56170"/>
                </a:lnTo>
                <a:close/>
              </a:path>
              <a:path w="64135" h="57150">
                <a:moveTo>
                  <a:pt x="23622" y="11429"/>
                </a:moveTo>
                <a:lnTo>
                  <a:pt x="22860" y="11429"/>
                </a:lnTo>
                <a:lnTo>
                  <a:pt x="22860" y="11683"/>
                </a:lnTo>
                <a:lnTo>
                  <a:pt x="23622" y="11429"/>
                </a:lnTo>
                <a:close/>
              </a:path>
              <a:path w="64135" h="57150">
                <a:moveTo>
                  <a:pt x="27432" y="47243"/>
                </a:moveTo>
                <a:lnTo>
                  <a:pt x="22860" y="45719"/>
                </a:lnTo>
                <a:lnTo>
                  <a:pt x="23622" y="46481"/>
                </a:lnTo>
                <a:lnTo>
                  <a:pt x="23622" y="56170"/>
                </a:lnTo>
                <a:lnTo>
                  <a:pt x="25146" y="56387"/>
                </a:lnTo>
                <a:lnTo>
                  <a:pt x="25908" y="56387"/>
                </a:lnTo>
                <a:lnTo>
                  <a:pt x="25908" y="57149"/>
                </a:lnTo>
                <a:lnTo>
                  <a:pt x="26670" y="57149"/>
                </a:lnTo>
                <a:lnTo>
                  <a:pt x="26670" y="47243"/>
                </a:lnTo>
                <a:lnTo>
                  <a:pt x="27432" y="47243"/>
                </a:lnTo>
                <a:close/>
              </a:path>
              <a:path w="64135" h="57150">
                <a:moveTo>
                  <a:pt x="27432" y="9905"/>
                </a:moveTo>
                <a:lnTo>
                  <a:pt x="26670" y="9905"/>
                </a:lnTo>
                <a:lnTo>
                  <a:pt x="26670" y="10159"/>
                </a:lnTo>
                <a:lnTo>
                  <a:pt x="27432" y="9905"/>
                </a:lnTo>
                <a:close/>
              </a:path>
              <a:path w="64135" h="57150">
                <a:moveTo>
                  <a:pt x="32004" y="57149"/>
                </a:moveTo>
                <a:lnTo>
                  <a:pt x="32004" y="48005"/>
                </a:lnTo>
                <a:lnTo>
                  <a:pt x="31242" y="48005"/>
                </a:lnTo>
                <a:lnTo>
                  <a:pt x="26670" y="47243"/>
                </a:lnTo>
                <a:lnTo>
                  <a:pt x="26670" y="57149"/>
                </a:lnTo>
                <a:lnTo>
                  <a:pt x="32004" y="57149"/>
                </a:lnTo>
                <a:close/>
              </a:path>
              <a:path w="64135" h="57150">
                <a:moveTo>
                  <a:pt x="31622" y="47951"/>
                </a:moveTo>
                <a:lnTo>
                  <a:pt x="31242" y="47897"/>
                </a:lnTo>
                <a:lnTo>
                  <a:pt x="31622" y="47951"/>
                </a:lnTo>
                <a:close/>
              </a:path>
              <a:path w="64135" h="57150">
                <a:moveTo>
                  <a:pt x="36576" y="57149"/>
                </a:moveTo>
                <a:lnTo>
                  <a:pt x="36576" y="47243"/>
                </a:lnTo>
                <a:lnTo>
                  <a:pt x="31622" y="47951"/>
                </a:lnTo>
                <a:lnTo>
                  <a:pt x="32004" y="48005"/>
                </a:lnTo>
                <a:lnTo>
                  <a:pt x="32004" y="57149"/>
                </a:lnTo>
                <a:lnTo>
                  <a:pt x="36576" y="57149"/>
                </a:lnTo>
                <a:close/>
              </a:path>
              <a:path w="64135" h="57150">
                <a:moveTo>
                  <a:pt x="36576" y="10123"/>
                </a:moveTo>
                <a:lnTo>
                  <a:pt x="36576" y="9905"/>
                </a:lnTo>
                <a:lnTo>
                  <a:pt x="35814" y="9905"/>
                </a:lnTo>
                <a:lnTo>
                  <a:pt x="36576" y="10123"/>
                </a:lnTo>
                <a:close/>
              </a:path>
              <a:path w="64135" h="57150">
                <a:moveTo>
                  <a:pt x="41148" y="45719"/>
                </a:moveTo>
                <a:lnTo>
                  <a:pt x="35814" y="47243"/>
                </a:lnTo>
                <a:lnTo>
                  <a:pt x="36576" y="47243"/>
                </a:lnTo>
                <a:lnTo>
                  <a:pt x="36576" y="57149"/>
                </a:lnTo>
                <a:lnTo>
                  <a:pt x="38100" y="57149"/>
                </a:lnTo>
                <a:lnTo>
                  <a:pt x="38100" y="56387"/>
                </a:lnTo>
                <a:lnTo>
                  <a:pt x="38862" y="56387"/>
                </a:lnTo>
                <a:lnTo>
                  <a:pt x="40386" y="56133"/>
                </a:lnTo>
                <a:lnTo>
                  <a:pt x="40386" y="46481"/>
                </a:lnTo>
                <a:lnTo>
                  <a:pt x="41148" y="45719"/>
                </a:lnTo>
                <a:close/>
              </a:path>
              <a:path w="64135" h="57150">
                <a:moveTo>
                  <a:pt x="41148" y="11683"/>
                </a:moveTo>
                <a:lnTo>
                  <a:pt x="41148" y="11429"/>
                </a:lnTo>
                <a:lnTo>
                  <a:pt x="40386" y="11429"/>
                </a:lnTo>
                <a:lnTo>
                  <a:pt x="41148" y="11683"/>
                </a:lnTo>
                <a:close/>
              </a:path>
              <a:path w="64135" h="57150">
                <a:moveTo>
                  <a:pt x="44958" y="44195"/>
                </a:moveTo>
                <a:lnTo>
                  <a:pt x="40386" y="46481"/>
                </a:lnTo>
                <a:lnTo>
                  <a:pt x="40386" y="56133"/>
                </a:lnTo>
                <a:lnTo>
                  <a:pt x="43434" y="55625"/>
                </a:lnTo>
                <a:lnTo>
                  <a:pt x="44196" y="54863"/>
                </a:lnTo>
                <a:lnTo>
                  <a:pt x="44196" y="44957"/>
                </a:lnTo>
                <a:lnTo>
                  <a:pt x="44958" y="44195"/>
                </a:lnTo>
                <a:close/>
              </a:path>
              <a:path w="64135" h="57150">
                <a:moveTo>
                  <a:pt x="44958" y="13563"/>
                </a:moveTo>
                <a:lnTo>
                  <a:pt x="44958" y="12953"/>
                </a:lnTo>
                <a:lnTo>
                  <a:pt x="44196" y="12953"/>
                </a:lnTo>
                <a:lnTo>
                  <a:pt x="44958" y="13563"/>
                </a:lnTo>
                <a:close/>
              </a:path>
              <a:path w="64135" h="57150">
                <a:moveTo>
                  <a:pt x="48005" y="41909"/>
                </a:moveTo>
                <a:lnTo>
                  <a:pt x="44196" y="44957"/>
                </a:lnTo>
                <a:lnTo>
                  <a:pt x="44196" y="54863"/>
                </a:lnTo>
                <a:lnTo>
                  <a:pt x="47244" y="53339"/>
                </a:lnTo>
                <a:lnTo>
                  <a:pt x="47244" y="42671"/>
                </a:lnTo>
                <a:lnTo>
                  <a:pt x="48005" y="41909"/>
                </a:lnTo>
                <a:close/>
              </a:path>
              <a:path w="64135" h="57150">
                <a:moveTo>
                  <a:pt x="48005" y="16001"/>
                </a:moveTo>
                <a:lnTo>
                  <a:pt x="47244" y="15239"/>
                </a:lnTo>
                <a:lnTo>
                  <a:pt x="47244" y="15392"/>
                </a:lnTo>
                <a:lnTo>
                  <a:pt x="48005" y="16001"/>
                </a:lnTo>
                <a:close/>
              </a:path>
              <a:path w="64135" h="57150">
                <a:moveTo>
                  <a:pt x="51053" y="51561"/>
                </a:moveTo>
                <a:lnTo>
                  <a:pt x="51053" y="38861"/>
                </a:lnTo>
                <a:lnTo>
                  <a:pt x="47244" y="42671"/>
                </a:lnTo>
                <a:lnTo>
                  <a:pt x="47244" y="53339"/>
                </a:lnTo>
                <a:lnTo>
                  <a:pt x="48768" y="52577"/>
                </a:lnTo>
                <a:lnTo>
                  <a:pt x="49530" y="52577"/>
                </a:lnTo>
                <a:lnTo>
                  <a:pt x="51053" y="51561"/>
                </a:lnTo>
                <a:close/>
              </a:path>
              <a:path w="64135" h="57150">
                <a:moveTo>
                  <a:pt x="51053" y="19557"/>
                </a:moveTo>
                <a:lnTo>
                  <a:pt x="51053" y="19049"/>
                </a:lnTo>
                <a:lnTo>
                  <a:pt x="50292" y="18287"/>
                </a:lnTo>
                <a:lnTo>
                  <a:pt x="51053" y="19557"/>
                </a:lnTo>
                <a:close/>
              </a:path>
              <a:path w="64135" h="57150">
                <a:moveTo>
                  <a:pt x="54102" y="49529"/>
                </a:moveTo>
                <a:lnTo>
                  <a:pt x="54102" y="32003"/>
                </a:lnTo>
                <a:lnTo>
                  <a:pt x="52577" y="36575"/>
                </a:lnTo>
                <a:lnTo>
                  <a:pt x="52577" y="35813"/>
                </a:lnTo>
                <a:lnTo>
                  <a:pt x="50292" y="39623"/>
                </a:lnTo>
                <a:lnTo>
                  <a:pt x="51053" y="38861"/>
                </a:lnTo>
                <a:lnTo>
                  <a:pt x="51053" y="51561"/>
                </a:lnTo>
                <a:lnTo>
                  <a:pt x="54102" y="49529"/>
                </a:lnTo>
                <a:close/>
              </a:path>
              <a:path w="64135" h="57150">
                <a:moveTo>
                  <a:pt x="54102" y="28193"/>
                </a:moveTo>
                <a:lnTo>
                  <a:pt x="54102" y="25145"/>
                </a:lnTo>
                <a:lnTo>
                  <a:pt x="53340" y="24383"/>
                </a:lnTo>
                <a:lnTo>
                  <a:pt x="54038" y="28574"/>
                </a:lnTo>
                <a:lnTo>
                  <a:pt x="54102" y="28193"/>
                </a:lnTo>
                <a:close/>
              </a:path>
              <a:path w="64135" h="57150">
                <a:moveTo>
                  <a:pt x="54102" y="32003"/>
                </a:moveTo>
                <a:lnTo>
                  <a:pt x="54102" y="28955"/>
                </a:lnTo>
                <a:lnTo>
                  <a:pt x="54038" y="28574"/>
                </a:lnTo>
                <a:lnTo>
                  <a:pt x="53340" y="32765"/>
                </a:lnTo>
                <a:lnTo>
                  <a:pt x="54102" y="32003"/>
                </a:lnTo>
                <a:close/>
              </a:path>
              <a:path w="64135" h="57150">
                <a:moveTo>
                  <a:pt x="54102" y="28955"/>
                </a:moveTo>
                <a:lnTo>
                  <a:pt x="54102" y="28193"/>
                </a:lnTo>
                <a:lnTo>
                  <a:pt x="54038" y="28574"/>
                </a:lnTo>
                <a:lnTo>
                  <a:pt x="54102" y="28955"/>
                </a:lnTo>
                <a:close/>
              </a:path>
              <a:path w="64135" h="57150">
                <a:moveTo>
                  <a:pt x="63246" y="35051"/>
                </a:moveTo>
                <a:lnTo>
                  <a:pt x="63246" y="22859"/>
                </a:lnTo>
                <a:lnTo>
                  <a:pt x="62484" y="22097"/>
                </a:lnTo>
                <a:lnTo>
                  <a:pt x="60960" y="17525"/>
                </a:lnTo>
                <a:lnTo>
                  <a:pt x="60960" y="39623"/>
                </a:lnTo>
                <a:lnTo>
                  <a:pt x="62484" y="35051"/>
                </a:lnTo>
                <a:lnTo>
                  <a:pt x="63246" y="35051"/>
                </a:lnTo>
                <a:close/>
              </a:path>
              <a:path w="64135" h="57150">
                <a:moveTo>
                  <a:pt x="64008" y="28955"/>
                </a:moveTo>
                <a:lnTo>
                  <a:pt x="64008" y="28193"/>
                </a:lnTo>
                <a:lnTo>
                  <a:pt x="63246" y="23621"/>
                </a:lnTo>
                <a:lnTo>
                  <a:pt x="63246" y="34289"/>
                </a:lnTo>
                <a:lnTo>
                  <a:pt x="64008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25">
            <a:extLst>
              <a:ext uri="{FF2B5EF4-FFF2-40B4-BE49-F238E27FC236}">
                <a16:creationId xmlns:a16="http://schemas.microsoft.com/office/drawing/2014/main" id="{3B72254F-F60E-4FB0-B41D-E5A0841F9908}"/>
              </a:ext>
            </a:extLst>
          </p:cNvPr>
          <p:cNvSpPr/>
          <p:nvPr/>
        </p:nvSpPr>
        <p:spPr>
          <a:xfrm>
            <a:off x="4390953" y="2342586"/>
            <a:ext cx="82475" cy="806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26">
            <a:extLst>
              <a:ext uri="{FF2B5EF4-FFF2-40B4-BE49-F238E27FC236}">
                <a16:creationId xmlns:a16="http://schemas.microsoft.com/office/drawing/2014/main" id="{F9412D7F-D06A-4C40-9893-CC3BFED030BE}"/>
              </a:ext>
            </a:extLst>
          </p:cNvPr>
          <p:cNvSpPr/>
          <p:nvPr/>
        </p:nvSpPr>
        <p:spPr>
          <a:xfrm>
            <a:off x="6811425" y="3507997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10"/>
                </a:moveTo>
                <a:lnTo>
                  <a:pt x="3047" y="18288"/>
                </a:lnTo>
                <a:lnTo>
                  <a:pt x="1523" y="21336"/>
                </a:lnTo>
                <a:lnTo>
                  <a:pt x="0" y="27432"/>
                </a:lnTo>
                <a:lnTo>
                  <a:pt x="0" y="30480"/>
                </a:lnTo>
                <a:lnTo>
                  <a:pt x="762" y="33528"/>
                </a:lnTo>
                <a:lnTo>
                  <a:pt x="762" y="36576"/>
                </a:lnTo>
                <a:lnTo>
                  <a:pt x="2286" y="39624"/>
                </a:lnTo>
                <a:lnTo>
                  <a:pt x="3048" y="41910"/>
                </a:lnTo>
                <a:close/>
              </a:path>
              <a:path w="70485" h="60325">
                <a:moveTo>
                  <a:pt x="6096" y="47244"/>
                </a:moveTo>
                <a:lnTo>
                  <a:pt x="6095" y="13716"/>
                </a:lnTo>
                <a:lnTo>
                  <a:pt x="3047" y="17526"/>
                </a:lnTo>
                <a:lnTo>
                  <a:pt x="3048" y="42672"/>
                </a:lnTo>
                <a:lnTo>
                  <a:pt x="6096" y="47244"/>
                </a:lnTo>
                <a:close/>
              </a:path>
              <a:path w="70485" h="60325">
                <a:moveTo>
                  <a:pt x="54102" y="16002"/>
                </a:move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001" y="4572"/>
                </a:lnTo>
                <a:lnTo>
                  <a:pt x="16001" y="5334"/>
                </a:lnTo>
                <a:lnTo>
                  <a:pt x="15239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10667" y="9144"/>
                </a:lnTo>
                <a:lnTo>
                  <a:pt x="6857" y="12954"/>
                </a:lnTo>
                <a:lnTo>
                  <a:pt x="6095" y="12954"/>
                </a:lnTo>
                <a:lnTo>
                  <a:pt x="6096" y="48006"/>
                </a:lnTo>
                <a:lnTo>
                  <a:pt x="6858" y="48006"/>
                </a:lnTo>
                <a:lnTo>
                  <a:pt x="9906" y="51054"/>
                </a:lnTo>
                <a:lnTo>
                  <a:pt x="9906" y="25908"/>
                </a:lnTo>
                <a:lnTo>
                  <a:pt x="10668" y="24384"/>
                </a:lnTo>
                <a:lnTo>
                  <a:pt x="11430" y="22098"/>
                </a:lnTo>
                <a:lnTo>
                  <a:pt x="11430" y="22860"/>
                </a:lnTo>
                <a:lnTo>
                  <a:pt x="13716" y="19050"/>
                </a:lnTo>
                <a:lnTo>
                  <a:pt x="13716" y="19812"/>
                </a:lnTo>
                <a:lnTo>
                  <a:pt x="16763" y="16764"/>
                </a:lnTo>
                <a:lnTo>
                  <a:pt x="16763" y="16002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4102" y="16002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8"/>
                </a:lnTo>
                <a:lnTo>
                  <a:pt x="13716" y="41148"/>
                </a:lnTo>
                <a:lnTo>
                  <a:pt x="13716" y="41910"/>
                </a:lnTo>
                <a:lnTo>
                  <a:pt x="11430" y="37338"/>
                </a:lnTo>
                <a:lnTo>
                  <a:pt x="11430" y="38100"/>
                </a:lnTo>
                <a:lnTo>
                  <a:pt x="10668" y="35814"/>
                </a:lnTo>
                <a:lnTo>
                  <a:pt x="9906" y="34290"/>
                </a:lnTo>
                <a:lnTo>
                  <a:pt x="9906" y="51054"/>
                </a:lnTo>
                <a:lnTo>
                  <a:pt x="11430" y="52578"/>
                </a:lnTo>
                <a:lnTo>
                  <a:pt x="15240" y="55626"/>
                </a:lnTo>
                <a:lnTo>
                  <a:pt x="16002" y="55626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6002"/>
                </a:moveTo>
                <a:lnTo>
                  <a:pt x="16763" y="16002"/>
                </a:lnTo>
                <a:lnTo>
                  <a:pt x="16763" y="16764"/>
                </a:lnTo>
                <a:lnTo>
                  <a:pt x="17526" y="16002"/>
                </a:lnTo>
                <a:close/>
              </a:path>
              <a:path w="70485" h="60325">
                <a:moveTo>
                  <a:pt x="21336" y="47244"/>
                </a:moveTo>
                <a:lnTo>
                  <a:pt x="16763" y="44196"/>
                </a:lnTo>
                <a:lnTo>
                  <a:pt x="17526" y="44958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4"/>
                </a:lnTo>
                <a:lnTo>
                  <a:pt x="21336" y="47244"/>
                </a:lnTo>
                <a:close/>
              </a:path>
              <a:path w="70485" h="60325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60325">
                <a:moveTo>
                  <a:pt x="25146" y="59436"/>
                </a:moveTo>
                <a:lnTo>
                  <a:pt x="25146" y="49530"/>
                </a:lnTo>
                <a:lnTo>
                  <a:pt x="20574" y="47244"/>
                </a:lnTo>
                <a:lnTo>
                  <a:pt x="20574" y="57585"/>
                </a:lnTo>
                <a:lnTo>
                  <a:pt x="21336" y="57912"/>
                </a:lnTo>
                <a:lnTo>
                  <a:pt x="22098" y="57912"/>
                </a:lnTo>
                <a:lnTo>
                  <a:pt x="22098" y="58674"/>
                </a:lnTo>
                <a:lnTo>
                  <a:pt x="25146" y="59436"/>
                </a:lnTo>
                <a:close/>
              </a:path>
              <a:path w="70485" h="60325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60325">
                <a:moveTo>
                  <a:pt x="30480" y="50292"/>
                </a:moveTo>
                <a:lnTo>
                  <a:pt x="24384" y="48768"/>
                </a:lnTo>
                <a:lnTo>
                  <a:pt x="25146" y="49530"/>
                </a:lnTo>
                <a:lnTo>
                  <a:pt x="25146" y="59436"/>
                </a:lnTo>
                <a:lnTo>
                  <a:pt x="28194" y="60198"/>
                </a:lnTo>
                <a:lnTo>
                  <a:pt x="29718" y="60198"/>
                </a:lnTo>
                <a:lnTo>
                  <a:pt x="29718" y="50292"/>
                </a:lnTo>
                <a:lnTo>
                  <a:pt x="30480" y="50292"/>
                </a:lnTo>
                <a:close/>
              </a:path>
              <a:path w="70485" h="60325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60325">
                <a:moveTo>
                  <a:pt x="35814" y="60198"/>
                </a:moveTo>
                <a:lnTo>
                  <a:pt x="35814" y="51054"/>
                </a:lnTo>
                <a:lnTo>
                  <a:pt x="35052" y="51054"/>
                </a:lnTo>
                <a:lnTo>
                  <a:pt x="29718" y="50292"/>
                </a:lnTo>
                <a:lnTo>
                  <a:pt x="29718" y="60198"/>
                </a:lnTo>
                <a:lnTo>
                  <a:pt x="35814" y="60198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8"/>
                </a:moveTo>
                <a:lnTo>
                  <a:pt x="41148" y="50292"/>
                </a:lnTo>
                <a:lnTo>
                  <a:pt x="35433" y="51006"/>
                </a:lnTo>
                <a:lnTo>
                  <a:pt x="35814" y="51054"/>
                </a:lnTo>
                <a:lnTo>
                  <a:pt x="35814" y="60198"/>
                </a:lnTo>
                <a:lnTo>
                  <a:pt x="41148" y="60198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8"/>
                </a:moveTo>
                <a:lnTo>
                  <a:pt x="40386" y="50292"/>
                </a:lnTo>
                <a:lnTo>
                  <a:pt x="41148" y="50292"/>
                </a:lnTo>
                <a:lnTo>
                  <a:pt x="41148" y="60198"/>
                </a:lnTo>
                <a:lnTo>
                  <a:pt x="42672" y="60198"/>
                </a:lnTo>
                <a:lnTo>
                  <a:pt x="44958" y="59544"/>
                </a:lnTo>
                <a:lnTo>
                  <a:pt x="44958" y="49530"/>
                </a:lnTo>
                <a:lnTo>
                  <a:pt x="45720" y="48768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4"/>
                </a:lnTo>
                <a:lnTo>
                  <a:pt x="44958" y="49530"/>
                </a:lnTo>
                <a:lnTo>
                  <a:pt x="44958" y="59544"/>
                </a:lnTo>
                <a:lnTo>
                  <a:pt x="48006" y="58674"/>
                </a:lnTo>
                <a:lnTo>
                  <a:pt x="48006" y="57912"/>
                </a:lnTo>
                <a:lnTo>
                  <a:pt x="48768" y="57912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4"/>
                </a:lnTo>
                <a:lnTo>
                  <a:pt x="50292" y="47244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8"/>
                </a:lnTo>
                <a:lnTo>
                  <a:pt x="53775" y="44413"/>
                </a:lnTo>
                <a:close/>
              </a:path>
              <a:path w="70485" h="60325">
                <a:moveTo>
                  <a:pt x="64008" y="48006"/>
                </a:moveTo>
                <a:lnTo>
                  <a:pt x="64008" y="12954"/>
                </a:lnTo>
                <a:lnTo>
                  <a:pt x="63246" y="12954"/>
                </a:lnTo>
                <a:lnTo>
                  <a:pt x="60198" y="9144"/>
                </a:lnTo>
                <a:lnTo>
                  <a:pt x="59436" y="9144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5334"/>
                </a:lnTo>
                <a:lnTo>
                  <a:pt x="54102" y="16002"/>
                </a:lnTo>
                <a:lnTo>
                  <a:pt x="53340" y="16002"/>
                </a:lnTo>
                <a:lnTo>
                  <a:pt x="56388" y="19812"/>
                </a:lnTo>
                <a:lnTo>
                  <a:pt x="56388" y="19050"/>
                </a:lnTo>
                <a:lnTo>
                  <a:pt x="58674" y="22860"/>
                </a:lnTo>
                <a:lnTo>
                  <a:pt x="58674" y="22098"/>
                </a:lnTo>
                <a:lnTo>
                  <a:pt x="60198" y="26670"/>
                </a:lnTo>
                <a:lnTo>
                  <a:pt x="60198" y="51816"/>
                </a:lnTo>
                <a:lnTo>
                  <a:pt x="63246" y="48006"/>
                </a:lnTo>
                <a:lnTo>
                  <a:pt x="64008" y="48006"/>
                </a:lnTo>
                <a:close/>
              </a:path>
              <a:path w="70485" h="60325">
                <a:moveTo>
                  <a:pt x="54102" y="44196"/>
                </a:moveTo>
                <a:lnTo>
                  <a:pt x="53775" y="44413"/>
                </a:lnTo>
                <a:lnTo>
                  <a:pt x="53340" y="44958"/>
                </a:lnTo>
                <a:lnTo>
                  <a:pt x="54102" y="44196"/>
                </a:lnTo>
                <a:close/>
              </a:path>
              <a:path w="70485" h="60325">
                <a:moveTo>
                  <a:pt x="54102" y="55626"/>
                </a:moveTo>
                <a:lnTo>
                  <a:pt x="54102" y="44196"/>
                </a:lnTo>
                <a:lnTo>
                  <a:pt x="53340" y="44958"/>
                </a:lnTo>
                <a:lnTo>
                  <a:pt x="53340" y="55952"/>
                </a:lnTo>
                <a:lnTo>
                  <a:pt x="54102" y="55626"/>
                </a:lnTo>
                <a:close/>
              </a:path>
              <a:path w="70485" h="60325">
                <a:moveTo>
                  <a:pt x="60198" y="51816"/>
                </a:moveTo>
                <a:lnTo>
                  <a:pt x="60198" y="33528"/>
                </a:lnTo>
                <a:lnTo>
                  <a:pt x="58674" y="38862"/>
                </a:lnTo>
                <a:lnTo>
                  <a:pt x="58674" y="37338"/>
                </a:lnTo>
                <a:lnTo>
                  <a:pt x="56388" y="41910"/>
                </a:lnTo>
                <a:lnTo>
                  <a:pt x="56388" y="41148"/>
                </a:lnTo>
                <a:lnTo>
                  <a:pt x="53775" y="44413"/>
                </a:lnTo>
                <a:lnTo>
                  <a:pt x="54102" y="44196"/>
                </a:lnTo>
                <a:lnTo>
                  <a:pt x="54102" y="55626"/>
                </a:lnTo>
                <a:lnTo>
                  <a:pt x="54864" y="55626"/>
                </a:lnTo>
                <a:lnTo>
                  <a:pt x="59436" y="52578"/>
                </a:lnTo>
                <a:lnTo>
                  <a:pt x="59436" y="51816"/>
                </a:lnTo>
                <a:lnTo>
                  <a:pt x="60198" y="51816"/>
                </a:lnTo>
                <a:close/>
              </a:path>
              <a:path w="70485" h="60325">
                <a:moveTo>
                  <a:pt x="67056" y="42672"/>
                </a:moveTo>
                <a:lnTo>
                  <a:pt x="67056" y="17526"/>
                </a:lnTo>
                <a:lnTo>
                  <a:pt x="64008" y="13716"/>
                </a:lnTo>
                <a:lnTo>
                  <a:pt x="64008" y="47244"/>
                </a:lnTo>
                <a:lnTo>
                  <a:pt x="67056" y="42672"/>
                </a:lnTo>
                <a:close/>
              </a:path>
              <a:path w="70485" h="60325">
                <a:moveTo>
                  <a:pt x="69342" y="37338"/>
                </a:moveTo>
                <a:lnTo>
                  <a:pt x="69342" y="23622"/>
                </a:lnTo>
                <a:lnTo>
                  <a:pt x="67056" y="19050"/>
                </a:lnTo>
                <a:lnTo>
                  <a:pt x="67056" y="41910"/>
                </a:lnTo>
                <a:lnTo>
                  <a:pt x="69342" y="37338"/>
                </a:lnTo>
                <a:close/>
              </a:path>
              <a:path w="70485" h="60325">
                <a:moveTo>
                  <a:pt x="70104" y="33528"/>
                </a:moveTo>
                <a:lnTo>
                  <a:pt x="70104" y="26670"/>
                </a:lnTo>
                <a:lnTo>
                  <a:pt x="69342" y="24384"/>
                </a:lnTo>
                <a:lnTo>
                  <a:pt x="69342" y="36576"/>
                </a:lnTo>
                <a:lnTo>
                  <a:pt x="7010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3" name="object 27">
            <a:extLst>
              <a:ext uri="{FF2B5EF4-FFF2-40B4-BE49-F238E27FC236}">
                <a16:creationId xmlns:a16="http://schemas.microsoft.com/office/drawing/2014/main" id="{9ACF9115-81A6-4D07-9C41-14300E0E4B9D}"/>
              </a:ext>
            </a:extLst>
          </p:cNvPr>
          <p:cNvSpPr/>
          <p:nvPr/>
        </p:nvSpPr>
        <p:spPr>
          <a:xfrm>
            <a:off x="5379761" y="3894377"/>
            <a:ext cx="73511" cy="681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5" name="object 28">
            <a:extLst>
              <a:ext uri="{FF2B5EF4-FFF2-40B4-BE49-F238E27FC236}">
                <a16:creationId xmlns:a16="http://schemas.microsoft.com/office/drawing/2014/main" id="{17C370AE-992D-40E9-8978-2C8774096D87}"/>
              </a:ext>
            </a:extLst>
          </p:cNvPr>
          <p:cNvSpPr/>
          <p:nvPr/>
        </p:nvSpPr>
        <p:spPr>
          <a:xfrm>
            <a:off x="7869259" y="2465514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906"/>
                </a:moveTo>
                <a:lnTo>
                  <a:pt x="18288" y="15906"/>
                </a:lnTo>
                <a:lnTo>
                  <a:pt x="18288" y="5238"/>
                </a:lnTo>
                <a:lnTo>
                  <a:pt x="12954" y="8286"/>
                </a:lnTo>
                <a:lnTo>
                  <a:pt x="12954" y="9048"/>
                </a:lnTo>
                <a:lnTo>
                  <a:pt x="8382" y="12858"/>
                </a:lnTo>
                <a:lnTo>
                  <a:pt x="7620" y="12858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1524" y="24288"/>
                </a:lnTo>
                <a:lnTo>
                  <a:pt x="0" y="28860"/>
                </a:lnTo>
                <a:lnTo>
                  <a:pt x="0" y="35718"/>
                </a:lnTo>
                <a:lnTo>
                  <a:pt x="1524" y="41814"/>
                </a:lnTo>
                <a:lnTo>
                  <a:pt x="4572" y="47910"/>
                </a:lnTo>
                <a:lnTo>
                  <a:pt x="6096" y="50196"/>
                </a:lnTo>
                <a:lnTo>
                  <a:pt x="7620" y="51720"/>
                </a:lnTo>
                <a:lnTo>
                  <a:pt x="7620" y="52482"/>
                </a:lnTo>
                <a:lnTo>
                  <a:pt x="8382" y="52482"/>
                </a:lnTo>
                <a:lnTo>
                  <a:pt x="9906" y="53701"/>
                </a:lnTo>
                <a:lnTo>
                  <a:pt x="9906" y="31146"/>
                </a:lnTo>
                <a:lnTo>
                  <a:pt x="10668" y="26574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8954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62229">
                <a:moveTo>
                  <a:pt x="18288" y="58578"/>
                </a:moveTo>
                <a:lnTo>
                  <a:pt x="18288" y="48672"/>
                </a:lnTo>
                <a:lnTo>
                  <a:pt x="14478" y="44862"/>
                </a:lnTo>
                <a:lnTo>
                  <a:pt x="14478" y="45624"/>
                </a:lnTo>
                <a:lnTo>
                  <a:pt x="12954" y="44100"/>
                </a:lnTo>
                <a:lnTo>
                  <a:pt x="12192" y="41814"/>
                </a:lnTo>
                <a:lnTo>
                  <a:pt x="10668" y="40290"/>
                </a:lnTo>
                <a:lnTo>
                  <a:pt x="10668" y="38766"/>
                </a:lnTo>
                <a:lnTo>
                  <a:pt x="9906" y="36480"/>
                </a:lnTo>
                <a:lnTo>
                  <a:pt x="9906" y="53701"/>
                </a:lnTo>
                <a:lnTo>
                  <a:pt x="12192" y="55530"/>
                </a:lnTo>
                <a:lnTo>
                  <a:pt x="12192" y="56292"/>
                </a:lnTo>
                <a:lnTo>
                  <a:pt x="12954" y="56292"/>
                </a:lnTo>
                <a:lnTo>
                  <a:pt x="17526" y="58578"/>
                </a:lnTo>
                <a:lnTo>
                  <a:pt x="18288" y="58578"/>
                </a:lnTo>
                <a:close/>
              </a:path>
              <a:path w="68579" h="62229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62229">
                <a:moveTo>
                  <a:pt x="22098" y="50196"/>
                </a:moveTo>
                <a:lnTo>
                  <a:pt x="17526" y="47910"/>
                </a:lnTo>
                <a:lnTo>
                  <a:pt x="18288" y="48672"/>
                </a:lnTo>
                <a:lnTo>
                  <a:pt x="18288" y="59340"/>
                </a:lnTo>
                <a:lnTo>
                  <a:pt x="19050" y="59340"/>
                </a:lnTo>
                <a:lnTo>
                  <a:pt x="21336" y="60102"/>
                </a:lnTo>
                <a:lnTo>
                  <a:pt x="21336" y="50196"/>
                </a:lnTo>
                <a:lnTo>
                  <a:pt x="22098" y="50196"/>
                </a:lnTo>
                <a:close/>
              </a:path>
              <a:path w="68579" h="62229">
                <a:moveTo>
                  <a:pt x="60960" y="48672"/>
                </a:moveTo>
                <a:lnTo>
                  <a:pt x="60960" y="8286"/>
                </a:lnTo>
                <a:lnTo>
                  <a:pt x="56388" y="5238"/>
                </a:lnTo>
                <a:lnTo>
                  <a:pt x="55626" y="5238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146" y="2190"/>
                </a:lnTo>
                <a:lnTo>
                  <a:pt x="24384" y="2190"/>
                </a:lnTo>
                <a:lnTo>
                  <a:pt x="19050" y="4476"/>
                </a:lnTo>
                <a:lnTo>
                  <a:pt x="18288" y="4476"/>
                </a:lnTo>
                <a:lnTo>
                  <a:pt x="18288" y="15906"/>
                </a:lnTo>
                <a:lnTo>
                  <a:pt x="23622" y="12858"/>
                </a:lnTo>
                <a:lnTo>
                  <a:pt x="23622" y="13185"/>
                </a:lnTo>
                <a:lnTo>
                  <a:pt x="28194" y="10572"/>
                </a:lnTo>
                <a:lnTo>
                  <a:pt x="28194" y="11144"/>
                </a:lnTo>
                <a:lnTo>
                  <a:pt x="32766" y="10001"/>
                </a:lnTo>
                <a:lnTo>
                  <a:pt x="32766" y="9810"/>
                </a:lnTo>
                <a:lnTo>
                  <a:pt x="37338" y="9239"/>
                </a:lnTo>
                <a:lnTo>
                  <a:pt x="37338" y="9048"/>
                </a:lnTo>
                <a:lnTo>
                  <a:pt x="38862" y="9048"/>
                </a:lnTo>
                <a:lnTo>
                  <a:pt x="38862" y="9239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987"/>
                </a:lnTo>
                <a:lnTo>
                  <a:pt x="50292" y="12967"/>
                </a:lnTo>
                <a:lnTo>
                  <a:pt x="51816" y="13620"/>
                </a:lnTo>
                <a:lnTo>
                  <a:pt x="51816" y="13874"/>
                </a:lnTo>
                <a:lnTo>
                  <a:pt x="54102" y="15398"/>
                </a:lnTo>
                <a:lnTo>
                  <a:pt x="54102" y="15144"/>
                </a:lnTo>
                <a:lnTo>
                  <a:pt x="54864" y="15906"/>
                </a:lnTo>
                <a:lnTo>
                  <a:pt x="54864" y="16097"/>
                </a:lnTo>
                <a:lnTo>
                  <a:pt x="57150" y="18954"/>
                </a:lnTo>
                <a:lnTo>
                  <a:pt x="57150" y="20097"/>
                </a:lnTo>
                <a:lnTo>
                  <a:pt x="57912" y="21240"/>
                </a:lnTo>
                <a:lnTo>
                  <a:pt x="58674" y="22764"/>
                </a:lnTo>
                <a:lnTo>
                  <a:pt x="59436" y="25050"/>
                </a:lnTo>
                <a:lnTo>
                  <a:pt x="59436" y="49434"/>
                </a:lnTo>
                <a:lnTo>
                  <a:pt x="60198" y="48672"/>
                </a:lnTo>
                <a:lnTo>
                  <a:pt x="60960" y="48672"/>
                </a:lnTo>
                <a:close/>
              </a:path>
              <a:path w="68579" h="62229">
                <a:moveTo>
                  <a:pt x="26670" y="61150"/>
                </a:moveTo>
                <a:lnTo>
                  <a:pt x="26670" y="51720"/>
                </a:lnTo>
                <a:lnTo>
                  <a:pt x="21336" y="50196"/>
                </a:lnTo>
                <a:lnTo>
                  <a:pt x="21336" y="60102"/>
                </a:lnTo>
                <a:lnTo>
                  <a:pt x="23622" y="60864"/>
                </a:lnTo>
                <a:lnTo>
                  <a:pt x="25146" y="60960"/>
                </a:lnTo>
                <a:lnTo>
                  <a:pt x="26670" y="61150"/>
                </a:lnTo>
                <a:close/>
              </a:path>
              <a:path w="68579" h="62229">
                <a:moveTo>
                  <a:pt x="23622" y="13185"/>
                </a:moveTo>
                <a:lnTo>
                  <a:pt x="23622" y="12858"/>
                </a:lnTo>
                <a:lnTo>
                  <a:pt x="22860" y="13620"/>
                </a:lnTo>
                <a:lnTo>
                  <a:pt x="23622" y="13185"/>
                </a:lnTo>
                <a:close/>
              </a:path>
              <a:path w="68579" h="62229">
                <a:moveTo>
                  <a:pt x="36576" y="60960"/>
                </a:moveTo>
                <a:lnTo>
                  <a:pt x="36576" y="51720"/>
                </a:lnTo>
                <a:lnTo>
                  <a:pt x="30480" y="51720"/>
                </a:lnTo>
                <a:lnTo>
                  <a:pt x="25908" y="50958"/>
                </a:lnTo>
                <a:lnTo>
                  <a:pt x="26670" y="51720"/>
                </a:lnTo>
                <a:lnTo>
                  <a:pt x="26670" y="61150"/>
                </a:lnTo>
                <a:lnTo>
                  <a:pt x="30480" y="61626"/>
                </a:lnTo>
                <a:lnTo>
                  <a:pt x="32004" y="61531"/>
                </a:lnTo>
                <a:lnTo>
                  <a:pt x="36576" y="60960"/>
                </a:lnTo>
                <a:close/>
              </a:path>
              <a:path w="68579" h="62229">
                <a:moveTo>
                  <a:pt x="28194" y="11144"/>
                </a:moveTo>
                <a:lnTo>
                  <a:pt x="28194" y="10572"/>
                </a:lnTo>
                <a:lnTo>
                  <a:pt x="27432" y="11334"/>
                </a:lnTo>
                <a:lnTo>
                  <a:pt x="28194" y="11144"/>
                </a:lnTo>
                <a:close/>
              </a:path>
              <a:path w="68579" h="62229">
                <a:moveTo>
                  <a:pt x="31242" y="51720"/>
                </a:moveTo>
                <a:lnTo>
                  <a:pt x="30480" y="51611"/>
                </a:lnTo>
                <a:lnTo>
                  <a:pt x="31242" y="51720"/>
                </a:lnTo>
                <a:close/>
              </a:path>
              <a:path w="68579" h="62229">
                <a:moveTo>
                  <a:pt x="33528" y="9810"/>
                </a:moveTo>
                <a:lnTo>
                  <a:pt x="32766" y="9810"/>
                </a:lnTo>
                <a:lnTo>
                  <a:pt x="32766" y="10001"/>
                </a:lnTo>
                <a:lnTo>
                  <a:pt x="33528" y="9810"/>
                </a:lnTo>
                <a:close/>
              </a:path>
              <a:path w="68579" h="62229">
                <a:moveTo>
                  <a:pt x="41148" y="59993"/>
                </a:moveTo>
                <a:lnTo>
                  <a:pt x="41148" y="50196"/>
                </a:lnTo>
                <a:lnTo>
                  <a:pt x="35814" y="51720"/>
                </a:lnTo>
                <a:lnTo>
                  <a:pt x="36576" y="51720"/>
                </a:lnTo>
                <a:lnTo>
                  <a:pt x="36576" y="60960"/>
                </a:lnTo>
                <a:lnTo>
                  <a:pt x="38100" y="60864"/>
                </a:lnTo>
                <a:lnTo>
                  <a:pt x="41148" y="59993"/>
                </a:lnTo>
                <a:close/>
              </a:path>
              <a:path w="68579" h="62229">
                <a:moveTo>
                  <a:pt x="38100" y="9144"/>
                </a:moveTo>
                <a:lnTo>
                  <a:pt x="37338" y="9048"/>
                </a:lnTo>
                <a:lnTo>
                  <a:pt x="37338" y="9239"/>
                </a:lnTo>
                <a:lnTo>
                  <a:pt x="38100" y="9144"/>
                </a:lnTo>
                <a:close/>
              </a:path>
              <a:path w="68579" h="62229">
                <a:moveTo>
                  <a:pt x="38862" y="9239"/>
                </a:moveTo>
                <a:lnTo>
                  <a:pt x="38862" y="9048"/>
                </a:lnTo>
                <a:lnTo>
                  <a:pt x="38100" y="9144"/>
                </a:lnTo>
                <a:lnTo>
                  <a:pt x="38862" y="9239"/>
                </a:lnTo>
                <a:close/>
              </a:path>
              <a:path w="68579" h="62229">
                <a:moveTo>
                  <a:pt x="46482" y="58197"/>
                </a:moveTo>
                <a:lnTo>
                  <a:pt x="46482" y="47910"/>
                </a:lnTo>
                <a:lnTo>
                  <a:pt x="40386" y="50196"/>
                </a:lnTo>
                <a:lnTo>
                  <a:pt x="41148" y="50196"/>
                </a:lnTo>
                <a:lnTo>
                  <a:pt x="41148" y="59993"/>
                </a:lnTo>
                <a:lnTo>
                  <a:pt x="43434" y="59340"/>
                </a:lnTo>
                <a:lnTo>
                  <a:pt x="44196" y="59340"/>
                </a:lnTo>
                <a:lnTo>
                  <a:pt x="46482" y="58197"/>
                </a:lnTo>
                <a:close/>
              </a:path>
              <a:path w="68579" h="62229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62229">
                <a:moveTo>
                  <a:pt x="50292" y="44862"/>
                </a:moveTo>
                <a:lnTo>
                  <a:pt x="45720" y="47910"/>
                </a:lnTo>
                <a:lnTo>
                  <a:pt x="46482" y="47910"/>
                </a:lnTo>
                <a:lnTo>
                  <a:pt x="46482" y="58197"/>
                </a:lnTo>
                <a:lnTo>
                  <a:pt x="49530" y="56673"/>
                </a:lnTo>
                <a:lnTo>
                  <a:pt x="49530" y="45624"/>
                </a:lnTo>
                <a:lnTo>
                  <a:pt x="50292" y="44862"/>
                </a:lnTo>
                <a:close/>
              </a:path>
              <a:path w="68579" h="62229">
                <a:moveTo>
                  <a:pt x="48006" y="11987"/>
                </a:moveTo>
                <a:lnTo>
                  <a:pt x="48006" y="11334"/>
                </a:lnTo>
                <a:lnTo>
                  <a:pt x="46482" y="11334"/>
                </a:lnTo>
                <a:lnTo>
                  <a:pt x="48006" y="11987"/>
                </a:lnTo>
                <a:close/>
              </a:path>
              <a:path w="68579" h="62229">
                <a:moveTo>
                  <a:pt x="53530" y="42291"/>
                </a:moveTo>
                <a:lnTo>
                  <a:pt x="49530" y="45624"/>
                </a:lnTo>
                <a:lnTo>
                  <a:pt x="49530" y="56673"/>
                </a:lnTo>
                <a:lnTo>
                  <a:pt x="50292" y="56292"/>
                </a:lnTo>
                <a:lnTo>
                  <a:pt x="51054" y="56292"/>
                </a:lnTo>
                <a:lnTo>
                  <a:pt x="53340" y="54768"/>
                </a:lnTo>
                <a:lnTo>
                  <a:pt x="53340" y="42576"/>
                </a:lnTo>
                <a:lnTo>
                  <a:pt x="53530" y="42291"/>
                </a:lnTo>
                <a:close/>
              </a:path>
              <a:path w="68579" h="62229">
                <a:moveTo>
                  <a:pt x="51816" y="13620"/>
                </a:moveTo>
                <a:lnTo>
                  <a:pt x="50292" y="12858"/>
                </a:lnTo>
                <a:lnTo>
                  <a:pt x="50749" y="13163"/>
                </a:lnTo>
                <a:lnTo>
                  <a:pt x="51816" y="13620"/>
                </a:lnTo>
                <a:close/>
              </a:path>
              <a:path w="68579" h="62229">
                <a:moveTo>
                  <a:pt x="50749" y="13163"/>
                </a:moveTo>
                <a:lnTo>
                  <a:pt x="50292" y="12858"/>
                </a:lnTo>
                <a:lnTo>
                  <a:pt x="50749" y="13163"/>
                </a:lnTo>
                <a:close/>
              </a:path>
              <a:path w="68579" h="62229">
                <a:moveTo>
                  <a:pt x="51816" y="13874"/>
                </a:moveTo>
                <a:lnTo>
                  <a:pt x="51816" y="13620"/>
                </a:lnTo>
                <a:lnTo>
                  <a:pt x="50749" y="13163"/>
                </a:lnTo>
                <a:lnTo>
                  <a:pt x="51816" y="13874"/>
                </a:lnTo>
                <a:close/>
              </a:path>
              <a:path w="68579" h="62229">
                <a:moveTo>
                  <a:pt x="54102" y="41814"/>
                </a:moveTo>
                <a:lnTo>
                  <a:pt x="53530" y="42291"/>
                </a:lnTo>
                <a:lnTo>
                  <a:pt x="53340" y="42576"/>
                </a:lnTo>
                <a:lnTo>
                  <a:pt x="54102" y="41814"/>
                </a:lnTo>
                <a:close/>
              </a:path>
              <a:path w="68579" h="62229">
                <a:moveTo>
                  <a:pt x="54102" y="54260"/>
                </a:moveTo>
                <a:lnTo>
                  <a:pt x="54102" y="41814"/>
                </a:lnTo>
                <a:lnTo>
                  <a:pt x="53340" y="42576"/>
                </a:lnTo>
                <a:lnTo>
                  <a:pt x="53340" y="54768"/>
                </a:lnTo>
                <a:lnTo>
                  <a:pt x="54102" y="54260"/>
                </a:lnTo>
                <a:close/>
              </a:path>
              <a:path w="68579" h="62229">
                <a:moveTo>
                  <a:pt x="58674" y="50196"/>
                </a:moveTo>
                <a:lnTo>
                  <a:pt x="58674" y="34194"/>
                </a:lnTo>
                <a:lnTo>
                  <a:pt x="56388" y="38766"/>
                </a:lnTo>
                <a:lnTo>
                  <a:pt x="56388" y="38004"/>
                </a:lnTo>
                <a:lnTo>
                  <a:pt x="53530" y="42291"/>
                </a:lnTo>
                <a:lnTo>
                  <a:pt x="54102" y="41814"/>
                </a:lnTo>
                <a:lnTo>
                  <a:pt x="54102" y="54260"/>
                </a:lnTo>
                <a:lnTo>
                  <a:pt x="55626" y="53244"/>
                </a:lnTo>
                <a:lnTo>
                  <a:pt x="58674" y="50196"/>
                </a:lnTo>
                <a:close/>
              </a:path>
              <a:path w="68579" h="62229">
                <a:moveTo>
                  <a:pt x="54864" y="15906"/>
                </a:moveTo>
                <a:lnTo>
                  <a:pt x="54102" y="15144"/>
                </a:lnTo>
                <a:lnTo>
                  <a:pt x="54537" y="15689"/>
                </a:lnTo>
                <a:lnTo>
                  <a:pt x="54864" y="15906"/>
                </a:lnTo>
                <a:close/>
              </a:path>
              <a:path w="68579" h="62229">
                <a:moveTo>
                  <a:pt x="54537" y="15689"/>
                </a:moveTo>
                <a:lnTo>
                  <a:pt x="54102" y="15144"/>
                </a:lnTo>
                <a:lnTo>
                  <a:pt x="54102" y="15398"/>
                </a:lnTo>
                <a:lnTo>
                  <a:pt x="54537" y="15689"/>
                </a:lnTo>
                <a:close/>
              </a:path>
              <a:path w="68579" h="62229">
                <a:moveTo>
                  <a:pt x="54864" y="16097"/>
                </a:moveTo>
                <a:lnTo>
                  <a:pt x="54864" y="15906"/>
                </a:lnTo>
                <a:lnTo>
                  <a:pt x="54537" y="15689"/>
                </a:lnTo>
                <a:lnTo>
                  <a:pt x="54864" y="16097"/>
                </a:lnTo>
                <a:close/>
              </a:path>
              <a:path w="68579" h="62229">
                <a:moveTo>
                  <a:pt x="57150" y="20097"/>
                </a:moveTo>
                <a:lnTo>
                  <a:pt x="57150" y="18954"/>
                </a:lnTo>
                <a:lnTo>
                  <a:pt x="56388" y="18954"/>
                </a:lnTo>
                <a:lnTo>
                  <a:pt x="57150" y="20097"/>
                </a:lnTo>
                <a:close/>
              </a:path>
              <a:path w="68579" h="62229">
                <a:moveTo>
                  <a:pt x="59436" y="49434"/>
                </a:moveTo>
                <a:lnTo>
                  <a:pt x="59436" y="29622"/>
                </a:lnTo>
                <a:lnTo>
                  <a:pt x="57912" y="34956"/>
                </a:lnTo>
                <a:lnTo>
                  <a:pt x="58674" y="34194"/>
                </a:lnTo>
                <a:lnTo>
                  <a:pt x="58674" y="50196"/>
                </a:lnTo>
                <a:lnTo>
                  <a:pt x="59436" y="49434"/>
                </a:lnTo>
                <a:close/>
              </a:path>
              <a:path w="68579" h="62229">
                <a:moveTo>
                  <a:pt x="68580" y="31908"/>
                </a:moveTo>
                <a:lnTo>
                  <a:pt x="68580" y="22002"/>
                </a:lnTo>
                <a:lnTo>
                  <a:pt x="67818" y="18954"/>
                </a:lnTo>
                <a:lnTo>
                  <a:pt x="66294" y="15906"/>
                </a:lnTo>
                <a:lnTo>
                  <a:pt x="61722" y="9048"/>
                </a:lnTo>
                <a:lnTo>
                  <a:pt x="60960" y="9048"/>
                </a:lnTo>
                <a:lnTo>
                  <a:pt x="60960" y="47910"/>
                </a:lnTo>
                <a:lnTo>
                  <a:pt x="64008" y="43338"/>
                </a:lnTo>
                <a:lnTo>
                  <a:pt x="64770" y="43338"/>
                </a:lnTo>
                <a:lnTo>
                  <a:pt x="64770" y="42576"/>
                </a:lnTo>
                <a:lnTo>
                  <a:pt x="67056" y="38004"/>
                </a:lnTo>
                <a:lnTo>
                  <a:pt x="67056" y="37242"/>
                </a:lnTo>
                <a:lnTo>
                  <a:pt x="68580" y="31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29">
            <a:extLst>
              <a:ext uri="{FF2B5EF4-FFF2-40B4-BE49-F238E27FC236}">
                <a16:creationId xmlns:a16="http://schemas.microsoft.com/office/drawing/2014/main" id="{95C7803E-2E3D-4A88-983C-4ED9712EC556}"/>
              </a:ext>
            </a:extLst>
          </p:cNvPr>
          <p:cNvSpPr/>
          <p:nvPr/>
        </p:nvSpPr>
        <p:spPr>
          <a:xfrm>
            <a:off x="7036437" y="4013735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893"/>
                </a:moveTo>
                <a:lnTo>
                  <a:pt x="18288" y="15893"/>
                </a:lnTo>
                <a:lnTo>
                  <a:pt x="18288" y="5225"/>
                </a:lnTo>
                <a:lnTo>
                  <a:pt x="12954" y="8273"/>
                </a:lnTo>
                <a:lnTo>
                  <a:pt x="8382" y="12845"/>
                </a:lnTo>
                <a:lnTo>
                  <a:pt x="7620" y="12845"/>
                </a:lnTo>
                <a:lnTo>
                  <a:pt x="7620" y="13607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4275"/>
                </a:lnTo>
                <a:lnTo>
                  <a:pt x="0" y="28847"/>
                </a:lnTo>
                <a:lnTo>
                  <a:pt x="0" y="35705"/>
                </a:lnTo>
                <a:lnTo>
                  <a:pt x="2286" y="44849"/>
                </a:lnTo>
                <a:lnTo>
                  <a:pt x="3810" y="47897"/>
                </a:lnTo>
                <a:lnTo>
                  <a:pt x="6096" y="50183"/>
                </a:lnTo>
                <a:lnTo>
                  <a:pt x="7620" y="52469"/>
                </a:lnTo>
                <a:lnTo>
                  <a:pt x="8382" y="52469"/>
                </a:lnTo>
                <a:lnTo>
                  <a:pt x="9144" y="53078"/>
                </a:lnTo>
                <a:lnTo>
                  <a:pt x="9144" y="31133"/>
                </a:lnTo>
                <a:lnTo>
                  <a:pt x="10668" y="26561"/>
                </a:lnTo>
                <a:lnTo>
                  <a:pt x="10668" y="27323"/>
                </a:lnTo>
                <a:lnTo>
                  <a:pt x="12192" y="24275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close/>
              </a:path>
              <a:path w="68579" h="62229">
                <a:moveTo>
                  <a:pt x="9906" y="30371"/>
                </a:moveTo>
                <a:lnTo>
                  <a:pt x="9144" y="31133"/>
                </a:lnTo>
                <a:lnTo>
                  <a:pt x="9144" y="32657"/>
                </a:lnTo>
                <a:lnTo>
                  <a:pt x="9906" y="30371"/>
                </a:lnTo>
                <a:close/>
              </a:path>
              <a:path w="68579" h="62229">
                <a:moveTo>
                  <a:pt x="18288" y="58565"/>
                </a:moveTo>
                <a:lnTo>
                  <a:pt x="18288" y="48659"/>
                </a:lnTo>
                <a:lnTo>
                  <a:pt x="14478" y="44849"/>
                </a:lnTo>
                <a:lnTo>
                  <a:pt x="14478" y="45611"/>
                </a:lnTo>
                <a:lnTo>
                  <a:pt x="12954" y="44087"/>
                </a:lnTo>
                <a:lnTo>
                  <a:pt x="12192" y="41801"/>
                </a:lnTo>
                <a:lnTo>
                  <a:pt x="10668" y="40277"/>
                </a:lnTo>
                <a:lnTo>
                  <a:pt x="9906" y="38753"/>
                </a:lnTo>
                <a:lnTo>
                  <a:pt x="9906" y="36467"/>
                </a:lnTo>
                <a:lnTo>
                  <a:pt x="9144" y="34943"/>
                </a:lnTo>
                <a:lnTo>
                  <a:pt x="9144" y="53078"/>
                </a:lnTo>
                <a:lnTo>
                  <a:pt x="12192" y="55517"/>
                </a:lnTo>
                <a:lnTo>
                  <a:pt x="12192" y="56279"/>
                </a:lnTo>
                <a:lnTo>
                  <a:pt x="12954" y="56279"/>
                </a:lnTo>
                <a:lnTo>
                  <a:pt x="17526" y="58565"/>
                </a:lnTo>
                <a:lnTo>
                  <a:pt x="18288" y="58565"/>
                </a:lnTo>
                <a:close/>
              </a:path>
              <a:path w="68579" h="62229">
                <a:moveTo>
                  <a:pt x="12954" y="22751"/>
                </a:moveTo>
                <a:lnTo>
                  <a:pt x="12192" y="23513"/>
                </a:lnTo>
                <a:lnTo>
                  <a:pt x="12192" y="24275"/>
                </a:lnTo>
                <a:lnTo>
                  <a:pt x="12954" y="22751"/>
                </a:lnTo>
                <a:close/>
              </a:path>
              <a:path w="68579" h="62229">
                <a:moveTo>
                  <a:pt x="22098" y="50183"/>
                </a:moveTo>
                <a:lnTo>
                  <a:pt x="17526" y="47897"/>
                </a:lnTo>
                <a:lnTo>
                  <a:pt x="18288" y="48659"/>
                </a:lnTo>
                <a:lnTo>
                  <a:pt x="18288" y="59327"/>
                </a:lnTo>
                <a:lnTo>
                  <a:pt x="21336" y="60198"/>
                </a:lnTo>
                <a:lnTo>
                  <a:pt x="21336" y="50183"/>
                </a:lnTo>
                <a:lnTo>
                  <a:pt x="22098" y="50183"/>
                </a:lnTo>
                <a:close/>
              </a:path>
              <a:path w="68579" h="62229">
                <a:moveTo>
                  <a:pt x="60960" y="48659"/>
                </a:moveTo>
                <a:lnTo>
                  <a:pt x="60960" y="9035"/>
                </a:lnTo>
                <a:lnTo>
                  <a:pt x="60198" y="9035"/>
                </a:lnTo>
                <a:lnTo>
                  <a:pt x="56388" y="5225"/>
                </a:lnTo>
                <a:lnTo>
                  <a:pt x="55626" y="5225"/>
                </a:lnTo>
                <a:lnTo>
                  <a:pt x="51054" y="2939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4463"/>
                </a:lnTo>
                <a:lnTo>
                  <a:pt x="18288" y="4463"/>
                </a:lnTo>
                <a:lnTo>
                  <a:pt x="18288" y="15893"/>
                </a:lnTo>
                <a:lnTo>
                  <a:pt x="23622" y="12845"/>
                </a:lnTo>
                <a:lnTo>
                  <a:pt x="23622" y="13280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232"/>
                </a:lnTo>
                <a:lnTo>
                  <a:pt x="47244" y="11321"/>
                </a:lnTo>
                <a:lnTo>
                  <a:pt x="47244" y="11702"/>
                </a:lnTo>
                <a:lnTo>
                  <a:pt x="50292" y="13226"/>
                </a:lnTo>
                <a:lnTo>
                  <a:pt x="50292" y="12845"/>
                </a:lnTo>
                <a:lnTo>
                  <a:pt x="54102" y="15385"/>
                </a:lnTo>
                <a:lnTo>
                  <a:pt x="54102" y="15131"/>
                </a:lnTo>
                <a:lnTo>
                  <a:pt x="54864" y="15893"/>
                </a:lnTo>
                <a:lnTo>
                  <a:pt x="54864" y="16274"/>
                </a:lnTo>
                <a:lnTo>
                  <a:pt x="57150" y="19703"/>
                </a:lnTo>
                <a:lnTo>
                  <a:pt x="57150" y="20084"/>
                </a:lnTo>
                <a:lnTo>
                  <a:pt x="57912" y="21227"/>
                </a:lnTo>
                <a:lnTo>
                  <a:pt x="58674" y="22751"/>
                </a:lnTo>
                <a:lnTo>
                  <a:pt x="58674" y="25037"/>
                </a:lnTo>
                <a:lnTo>
                  <a:pt x="59436" y="26561"/>
                </a:lnTo>
                <a:lnTo>
                  <a:pt x="59436" y="49421"/>
                </a:lnTo>
                <a:lnTo>
                  <a:pt x="60198" y="48659"/>
                </a:lnTo>
                <a:lnTo>
                  <a:pt x="60960" y="48659"/>
                </a:lnTo>
                <a:close/>
              </a:path>
              <a:path w="68579" h="62229">
                <a:moveTo>
                  <a:pt x="26670" y="61136"/>
                </a:moveTo>
                <a:lnTo>
                  <a:pt x="26670" y="51707"/>
                </a:lnTo>
                <a:lnTo>
                  <a:pt x="21336" y="50183"/>
                </a:lnTo>
                <a:lnTo>
                  <a:pt x="21336" y="60198"/>
                </a:lnTo>
                <a:lnTo>
                  <a:pt x="23622" y="60851"/>
                </a:lnTo>
                <a:lnTo>
                  <a:pt x="25146" y="60946"/>
                </a:lnTo>
                <a:lnTo>
                  <a:pt x="26670" y="61136"/>
                </a:lnTo>
                <a:close/>
              </a:path>
              <a:path w="68579" h="62229">
                <a:moveTo>
                  <a:pt x="23622" y="13280"/>
                </a:moveTo>
                <a:lnTo>
                  <a:pt x="23622" y="12845"/>
                </a:lnTo>
                <a:lnTo>
                  <a:pt x="22860" y="13607"/>
                </a:lnTo>
                <a:lnTo>
                  <a:pt x="23622" y="13280"/>
                </a:lnTo>
                <a:close/>
              </a:path>
              <a:path w="68579" h="62229">
                <a:moveTo>
                  <a:pt x="36576" y="60851"/>
                </a:moveTo>
                <a:lnTo>
                  <a:pt x="36576" y="51707"/>
                </a:lnTo>
                <a:lnTo>
                  <a:pt x="30480" y="51707"/>
                </a:lnTo>
                <a:lnTo>
                  <a:pt x="25908" y="50945"/>
                </a:lnTo>
                <a:lnTo>
                  <a:pt x="26670" y="51707"/>
                </a:lnTo>
                <a:lnTo>
                  <a:pt x="26670" y="61136"/>
                </a:lnTo>
                <a:lnTo>
                  <a:pt x="30480" y="61613"/>
                </a:lnTo>
                <a:lnTo>
                  <a:pt x="32004" y="61504"/>
                </a:lnTo>
                <a:lnTo>
                  <a:pt x="36576" y="60851"/>
                </a:lnTo>
                <a:close/>
              </a:path>
              <a:path w="68579" h="62229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62229">
                <a:moveTo>
                  <a:pt x="31242" y="51707"/>
                </a:moveTo>
                <a:lnTo>
                  <a:pt x="30480" y="51598"/>
                </a:lnTo>
                <a:lnTo>
                  <a:pt x="31242" y="51707"/>
                </a:lnTo>
                <a:close/>
              </a:path>
              <a:path w="68579" h="62229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62229">
                <a:moveTo>
                  <a:pt x="41148" y="59898"/>
                </a:moveTo>
                <a:lnTo>
                  <a:pt x="41148" y="50183"/>
                </a:lnTo>
                <a:lnTo>
                  <a:pt x="35052" y="51707"/>
                </a:lnTo>
                <a:lnTo>
                  <a:pt x="36576" y="51707"/>
                </a:lnTo>
                <a:lnTo>
                  <a:pt x="36576" y="60851"/>
                </a:lnTo>
                <a:lnTo>
                  <a:pt x="37338" y="60851"/>
                </a:lnTo>
                <a:lnTo>
                  <a:pt x="41148" y="59898"/>
                </a:lnTo>
                <a:close/>
              </a:path>
              <a:path w="68579" h="62229">
                <a:moveTo>
                  <a:pt x="46482" y="47897"/>
                </a:moveTo>
                <a:lnTo>
                  <a:pt x="40386" y="50183"/>
                </a:lnTo>
                <a:lnTo>
                  <a:pt x="41148" y="50183"/>
                </a:lnTo>
                <a:lnTo>
                  <a:pt x="41148" y="59898"/>
                </a:lnTo>
                <a:lnTo>
                  <a:pt x="43434" y="59327"/>
                </a:lnTo>
                <a:lnTo>
                  <a:pt x="44196" y="59327"/>
                </a:lnTo>
                <a:lnTo>
                  <a:pt x="45720" y="58565"/>
                </a:lnTo>
                <a:lnTo>
                  <a:pt x="45720" y="48659"/>
                </a:lnTo>
                <a:lnTo>
                  <a:pt x="46482" y="47897"/>
                </a:lnTo>
                <a:close/>
              </a:path>
              <a:path w="68579" h="62229">
                <a:moveTo>
                  <a:pt x="43434" y="10232"/>
                </a:moveTo>
                <a:lnTo>
                  <a:pt x="43434" y="9797"/>
                </a:lnTo>
                <a:lnTo>
                  <a:pt x="41910" y="9797"/>
                </a:lnTo>
                <a:lnTo>
                  <a:pt x="43434" y="10232"/>
                </a:lnTo>
                <a:close/>
              </a:path>
              <a:path w="68579" h="62229">
                <a:moveTo>
                  <a:pt x="50292" y="44849"/>
                </a:moveTo>
                <a:lnTo>
                  <a:pt x="45720" y="48659"/>
                </a:lnTo>
                <a:lnTo>
                  <a:pt x="45720" y="58565"/>
                </a:lnTo>
                <a:lnTo>
                  <a:pt x="49530" y="56660"/>
                </a:lnTo>
                <a:lnTo>
                  <a:pt x="49530" y="45611"/>
                </a:lnTo>
                <a:lnTo>
                  <a:pt x="50292" y="44849"/>
                </a:lnTo>
                <a:close/>
              </a:path>
              <a:path w="68579" h="62229">
                <a:moveTo>
                  <a:pt x="47244" y="11702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702"/>
                </a:lnTo>
                <a:close/>
              </a:path>
              <a:path w="68579" h="62229">
                <a:moveTo>
                  <a:pt x="53530" y="42277"/>
                </a:moveTo>
                <a:lnTo>
                  <a:pt x="49530" y="45611"/>
                </a:lnTo>
                <a:lnTo>
                  <a:pt x="49530" y="56660"/>
                </a:lnTo>
                <a:lnTo>
                  <a:pt x="50292" y="56279"/>
                </a:lnTo>
                <a:lnTo>
                  <a:pt x="51054" y="56279"/>
                </a:lnTo>
                <a:lnTo>
                  <a:pt x="53340" y="54755"/>
                </a:lnTo>
                <a:lnTo>
                  <a:pt x="53340" y="42563"/>
                </a:lnTo>
                <a:lnTo>
                  <a:pt x="53530" y="42277"/>
                </a:lnTo>
                <a:close/>
              </a:path>
              <a:path w="68579" h="62229">
                <a:moveTo>
                  <a:pt x="51054" y="13607"/>
                </a:moveTo>
                <a:lnTo>
                  <a:pt x="50292" y="12845"/>
                </a:lnTo>
                <a:lnTo>
                  <a:pt x="50292" y="13226"/>
                </a:lnTo>
                <a:lnTo>
                  <a:pt x="51054" y="13607"/>
                </a:lnTo>
                <a:close/>
              </a:path>
              <a:path w="68579" h="62229">
                <a:moveTo>
                  <a:pt x="54102" y="41801"/>
                </a:moveTo>
                <a:lnTo>
                  <a:pt x="53530" y="42277"/>
                </a:lnTo>
                <a:lnTo>
                  <a:pt x="53340" y="42563"/>
                </a:lnTo>
                <a:lnTo>
                  <a:pt x="54102" y="41801"/>
                </a:lnTo>
                <a:close/>
              </a:path>
              <a:path w="68579" h="62229">
                <a:moveTo>
                  <a:pt x="54102" y="54247"/>
                </a:moveTo>
                <a:lnTo>
                  <a:pt x="54102" y="41801"/>
                </a:lnTo>
                <a:lnTo>
                  <a:pt x="53340" y="42563"/>
                </a:lnTo>
                <a:lnTo>
                  <a:pt x="53340" y="54755"/>
                </a:lnTo>
                <a:lnTo>
                  <a:pt x="54102" y="54247"/>
                </a:lnTo>
                <a:close/>
              </a:path>
              <a:path w="68579" h="62229">
                <a:moveTo>
                  <a:pt x="58674" y="50183"/>
                </a:moveTo>
                <a:lnTo>
                  <a:pt x="58674" y="34181"/>
                </a:lnTo>
                <a:lnTo>
                  <a:pt x="56388" y="38753"/>
                </a:lnTo>
                <a:lnTo>
                  <a:pt x="56388" y="37991"/>
                </a:lnTo>
                <a:lnTo>
                  <a:pt x="53530" y="42277"/>
                </a:lnTo>
                <a:lnTo>
                  <a:pt x="54102" y="41801"/>
                </a:lnTo>
                <a:lnTo>
                  <a:pt x="54102" y="54247"/>
                </a:lnTo>
                <a:lnTo>
                  <a:pt x="55626" y="53231"/>
                </a:lnTo>
                <a:lnTo>
                  <a:pt x="58674" y="50183"/>
                </a:lnTo>
                <a:close/>
              </a:path>
              <a:path w="68579" h="62229">
                <a:moveTo>
                  <a:pt x="54864" y="15893"/>
                </a:moveTo>
                <a:lnTo>
                  <a:pt x="54102" y="15131"/>
                </a:lnTo>
                <a:lnTo>
                  <a:pt x="54406" y="15588"/>
                </a:lnTo>
                <a:lnTo>
                  <a:pt x="54864" y="15893"/>
                </a:lnTo>
                <a:close/>
              </a:path>
              <a:path w="68579" h="62229">
                <a:moveTo>
                  <a:pt x="54406" y="15588"/>
                </a:moveTo>
                <a:lnTo>
                  <a:pt x="54102" y="15131"/>
                </a:lnTo>
                <a:lnTo>
                  <a:pt x="54102" y="15385"/>
                </a:lnTo>
                <a:lnTo>
                  <a:pt x="54406" y="15588"/>
                </a:lnTo>
                <a:close/>
              </a:path>
              <a:path w="68579" h="62229">
                <a:moveTo>
                  <a:pt x="54864" y="16274"/>
                </a:moveTo>
                <a:lnTo>
                  <a:pt x="54864" y="15893"/>
                </a:lnTo>
                <a:lnTo>
                  <a:pt x="54406" y="15588"/>
                </a:lnTo>
                <a:lnTo>
                  <a:pt x="54864" y="16274"/>
                </a:lnTo>
                <a:close/>
              </a:path>
              <a:path w="68579" h="62229">
                <a:moveTo>
                  <a:pt x="57150" y="20084"/>
                </a:moveTo>
                <a:lnTo>
                  <a:pt x="57150" y="19703"/>
                </a:lnTo>
                <a:lnTo>
                  <a:pt x="56388" y="18941"/>
                </a:lnTo>
                <a:lnTo>
                  <a:pt x="57150" y="20084"/>
                </a:lnTo>
                <a:close/>
              </a:path>
              <a:path w="68579" h="62229">
                <a:moveTo>
                  <a:pt x="59436" y="49421"/>
                </a:moveTo>
                <a:lnTo>
                  <a:pt x="59436" y="30371"/>
                </a:lnTo>
                <a:lnTo>
                  <a:pt x="57912" y="34943"/>
                </a:lnTo>
                <a:lnTo>
                  <a:pt x="58674" y="34181"/>
                </a:lnTo>
                <a:lnTo>
                  <a:pt x="58674" y="50183"/>
                </a:lnTo>
                <a:lnTo>
                  <a:pt x="59436" y="49421"/>
                </a:lnTo>
                <a:close/>
              </a:path>
              <a:path w="68579" h="62229">
                <a:moveTo>
                  <a:pt x="64770" y="43325"/>
                </a:moveTo>
                <a:lnTo>
                  <a:pt x="64770" y="13607"/>
                </a:lnTo>
                <a:lnTo>
                  <a:pt x="60960" y="9797"/>
                </a:lnTo>
                <a:lnTo>
                  <a:pt x="60960" y="47897"/>
                </a:lnTo>
                <a:lnTo>
                  <a:pt x="64008" y="44087"/>
                </a:lnTo>
                <a:lnTo>
                  <a:pt x="64008" y="43325"/>
                </a:lnTo>
                <a:lnTo>
                  <a:pt x="64770" y="43325"/>
                </a:lnTo>
                <a:close/>
              </a:path>
              <a:path w="68579" h="62229">
                <a:moveTo>
                  <a:pt x="68580" y="32657"/>
                </a:moveTo>
                <a:lnTo>
                  <a:pt x="68580" y="21989"/>
                </a:lnTo>
                <a:lnTo>
                  <a:pt x="67056" y="18941"/>
                </a:lnTo>
                <a:lnTo>
                  <a:pt x="66294" y="16655"/>
                </a:lnTo>
                <a:lnTo>
                  <a:pt x="64770" y="14369"/>
                </a:lnTo>
                <a:lnTo>
                  <a:pt x="64770" y="42563"/>
                </a:lnTo>
                <a:lnTo>
                  <a:pt x="67056" y="37991"/>
                </a:lnTo>
                <a:lnTo>
                  <a:pt x="67056" y="37229"/>
                </a:lnTo>
                <a:lnTo>
                  <a:pt x="68580" y="32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B37F806A-7246-4128-8C98-7113EC1F2C76}"/>
              </a:ext>
            </a:extLst>
          </p:cNvPr>
          <p:cNvSpPr/>
          <p:nvPr/>
        </p:nvSpPr>
        <p:spPr>
          <a:xfrm>
            <a:off x="4481498" y="1803806"/>
            <a:ext cx="80681" cy="72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1" name="object 31">
            <a:extLst>
              <a:ext uri="{FF2B5EF4-FFF2-40B4-BE49-F238E27FC236}">
                <a16:creationId xmlns:a16="http://schemas.microsoft.com/office/drawing/2014/main" id="{221E0006-C1B3-4471-A37E-BFB58C05F103}"/>
              </a:ext>
            </a:extLst>
          </p:cNvPr>
          <p:cNvSpPr/>
          <p:nvPr/>
        </p:nvSpPr>
        <p:spPr>
          <a:xfrm>
            <a:off x="6348844" y="2884054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8382" y="51816"/>
                </a:moveTo>
                <a:lnTo>
                  <a:pt x="8382" y="12954"/>
                </a:lnTo>
                <a:lnTo>
                  <a:pt x="4572" y="17526"/>
                </a:lnTo>
                <a:lnTo>
                  <a:pt x="4572" y="18288"/>
                </a:lnTo>
                <a:lnTo>
                  <a:pt x="2286" y="22860"/>
                </a:lnTo>
                <a:lnTo>
                  <a:pt x="1524" y="23622"/>
                </a:lnTo>
                <a:lnTo>
                  <a:pt x="762" y="28956"/>
                </a:lnTo>
                <a:lnTo>
                  <a:pt x="0" y="29718"/>
                </a:lnTo>
                <a:lnTo>
                  <a:pt x="0" y="35814"/>
                </a:lnTo>
                <a:lnTo>
                  <a:pt x="1524" y="41910"/>
                </a:lnTo>
                <a:lnTo>
                  <a:pt x="3048" y="44958"/>
                </a:lnTo>
                <a:lnTo>
                  <a:pt x="4572" y="47244"/>
                </a:lnTo>
                <a:lnTo>
                  <a:pt x="6096" y="50292"/>
                </a:lnTo>
                <a:lnTo>
                  <a:pt x="7620" y="51816"/>
                </a:lnTo>
                <a:lnTo>
                  <a:pt x="8382" y="51816"/>
                </a:lnTo>
                <a:close/>
              </a:path>
              <a:path w="69850" h="60960">
                <a:moveTo>
                  <a:pt x="60960" y="48768"/>
                </a:moveTo>
                <a:lnTo>
                  <a:pt x="60960" y="8382"/>
                </a:lnTo>
                <a:lnTo>
                  <a:pt x="56388" y="5334"/>
                </a:lnTo>
                <a:lnTo>
                  <a:pt x="56388" y="4572"/>
                </a:lnTo>
                <a:lnTo>
                  <a:pt x="55626" y="4572"/>
                </a:lnTo>
                <a:lnTo>
                  <a:pt x="51054" y="2286"/>
                </a:lnTo>
                <a:lnTo>
                  <a:pt x="50292" y="2286"/>
                </a:lnTo>
                <a:lnTo>
                  <a:pt x="44958" y="762"/>
                </a:lnTo>
                <a:lnTo>
                  <a:pt x="44196" y="0"/>
                </a:lnTo>
                <a:lnTo>
                  <a:pt x="30886" y="88"/>
                </a:lnTo>
                <a:lnTo>
                  <a:pt x="25146" y="1524"/>
                </a:lnTo>
                <a:lnTo>
                  <a:pt x="24384" y="2286"/>
                </a:lnTo>
                <a:lnTo>
                  <a:pt x="19050" y="4572"/>
                </a:lnTo>
                <a:lnTo>
                  <a:pt x="18288" y="4572"/>
                </a:lnTo>
                <a:lnTo>
                  <a:pt x="13716" y="8382"/>
                </a:lnTo>
                <a:lnTo>
                  <a:pt x="12954" y="8382"/>
                </a:lnTo>
                <a:lnTo>
                  <a:pt x="8382" y="12192"/>
                </a:lnTo>
                <a:lnTo>
                  <a:pt x="8382" y="52578"/>
                </a:lnTo>
                <a:lnTo>
                  <a:pt x="9906" y="53797"/>
                </a:lnTo>
                <a:lnTo>
                  <a:pt x="9906" y="31242"/>
                </a:lnTo>
                <a:lnTo>
                  <a:pt x="10668" y="25908"/>
                </a:lnTo>
                <a:lnTo>
                  <a:pt x="10668" y="27432"/>
                </a:lnTo>
                <a:lnTo>
                  <a:pt x="12192" y="23876"/>
                </a:lnTo>
                <a:lnTo>
                  <a:pt x="12192" y="22860"/>
                </a:lnTo>
                <a:lnTo>
                  <a:pt x="15240" y="19812"/>
                </a:lnTo>
                <a:lnTo>
                  <a:pt x="15240" y="19050"/>
                </a:lnTo>
                <a:lnTo>
                  <a:pt x="19050" y="15240"/>
                </a:lnTo>
                <a:lnTo>
                  <a:pt x="19050" y="15566"/>
                </a:lnTo>
                <a:lnTo>
                  <a:pt x="22860" y="13389"/>
                </a:lnTo>
                <a:lnTo>
                  <a:pt x="22860" y="12954"/>
                </a:lnTo>
                <a:lnTo>
                  <a:pt x="27432" y="10994"/>
                </a:lnTo>
                <a:lnTo>
                  <a:pt x="27432" y="10668"/>
                </a:lnTo>
                <a:lnTo>
                  <a:pt x="32766" y="10001"/>
                </a:lnTo>
                <a:lnTo>
                  <a:pt x="38100" y="9239"/>
                </a:lnTo>
                <a:lnTo>
                  <a:pt x="43434" y="9906"/>
                </a:lnTo>
                <a:lnTo>
                  <a:pt x="43434" y="10123"/>
                </a:lnTo>
                <a:lnTo>
                  <a:pt x="47244" y="11212"/>
                </a:lnTo>
                <a:lnTo>
                  <a:pt x="47244" y="10668"/>
                </a:lnTo>
                <a:lnTo>
                  <a:pt x="51816" y="12954"/>
                </a:lnTo>
                <a:lnTo>
                  <a:pt x="51816" y="13563"/>
                </a:lnTo>
                <a:lnTo>
                  <a:pt x="54102" y="15392"/>
                </a:lnTo>
                <a:lnTo>
                  <a:pt x="54102" y="15240"/>
                </a:lnTo>
                <a:lnTo>
                  <a:pt x="54864" y="16002"/>
                </a:lnTo>
                <a:lnTo>
                  <a:pt x="54864" y="16192"/>
                </a:lnTo>
                <a:lnTo>
                  <a:pt x="57150" y="19050"/>
                </a:lnTo>
                <a:lnTo>
                  <a:pt x="57150" y="18288"/>
                </a:lnTo>
                <a:lnTo>
                  <a:pt x="58674" y="22860"/>
                </a:lnTo>
                <a:lnTo>
                  <a:pt x="59436" y="24384"/>
                </a:lnTo>
                <a:lnTo>
                  <a:pt x="59436" y="50038"/>
                </a:lnTo>
                <a:lnTo>
                  <a:pt x="60960" y="48768"/>
                </a:lnTo>
                <a:close/>
              </a:path>
              <a:path w="69850" h="60960">
                <a:moveTo>
                  <a:pt x="15240" y="57367"/>
                </a:moveTo>
                <a:lnTo>
                  <a:pt x="15240" y="45720"/>
                </a:lnTo>
                <a:lnTo>
                  <a:pt x="12954" y="43434"/>
                </a:lnTo>
                <a:lnTo>
                  <a:pt x="11430" y="40386"/>
                </a:lnTo>
                <a:lnTo>
                  <a:pt x="10668" y="38100"/>
                </a:lnTo>
                <a:lnTo>
                  <a:pt x="9906" y="36576"/>
                </a:lnTo>
                <a:lnTo>
                  <a:pt x="9906" y="53797"/>
                </a:lnTo>
                <a:lnTo>
                  <a:pt x="12192" y="55626"/>
                </a:lnTo>
                <a:lnTo>
                  <a:pt x="12954" y="55626"/>
                </a:lnTo>
                <a:lnTo>
                  <a:pt x="12954" y="56388"/>
                </a:lnTo>
                <a:lnTo>
                  <a:pt x="15240" y="57367"/>
                </a:lnTo>
                <a:close/>
              </a:path>
              <a:path w="69850" h="60960">
                <a:moveTo>
                  <a:pt x="12954" y="22098"/>
                </a:moveTo>
                <a:lnTo>
                  <a:pt x="12192" y="22860"/>
                </a:lnTo>
                <a:lnTo>
                  <a:pt x="12192" y="23876"/>
                </a:lnTo>
                <a:lnTo>
                  <a:pt x="12954" y="22098"/>
                </a:lnTo>
                <a:close/>
              </a:path>
              <a:path w="69850" h="60960">
                <a:moveTo>
                  <a:pt x="18288" y="48006"/>
                </a:moveTo>
                <a:lnTo>
                  <a:pt x="14478" y="44958"/>
                </a:lnTo>
                <a:lnTo>
                  <a:pt x="15240" y="45720"/>
                </a:lnTo>
                <a:lnTo>
                  <a:pt x="15240" y="57367"/>
                </a:lnTo>
                <a:lnTo>
                  <a:pt x="17526" y="58347"/>
                </a:lnTo>
                <a:lnTo>
                  <a:pt x="17526" y="48006"/>
                </a:lnTo>
                <a:lnTo>
                  <a:pt x="18288" y="48006"/>
                </a:lnTo>
                <a:close/>
              </a:path>
              <a:path w="69850" h="60960">
                <a:moveTo>
                  <a:pt x="16002" y="19050"/>
                </a:moveTo>
                <a:lnTo>
                  <a:pt x="15240" y="19050"/>
                </a:lnTo>
                <a:lnTo>
                  <a:pt x="15240" y="19812"/>
                </a:lnTo>
                <a:lnTo>
                  <a:pt x="16002" y="19050"/>
                </a:lnTo>
                <a:close/>
              </a:path>
              <a:path w="69850" h="60960">
                <a:moveTo>
                  <a:pt x="22098" y="59544"/>
                </a:moveTo>
                <a:lnTo>
                  <a:pt x="22098" y="50292"/>
                </a:lnTo>
                <a:lnTo>
                  <a:pt x="17526" y="48006"/>
                </a:lnTo>
                <a:lnTo>
                  <a:pt x="17526" y="58347"/>
                </a:lnTo>
                <a:lnTo>
                  <a:pt x="18288" y="58674"/>
                </a:lnTo>
                <a:lnTo>
                  <a:pt x="19050" y="58674"/>
                </a:lnTo>
                <a:lnTo>
                  <a:pt x="22098" y="59544"/>
                </a:lnTo>
                <a:close/>
              </a:path>
              <a:path w="69850" h="60960">
                <a:moveTo>
                  <a:pt x="19050" y="15566"/>
                </a:moveTo>
                <a:lnTo>
                  <a:pt x="19050" y="15240"/>
                </a:lnTo>
                <a:lnTo>
                  <a:pt x="18288" y="16002"/>
                </a:lnTo>
                <a:lnTo>
                  <a:pt x="19050" y="15566"/>
                </a:lnTo>
                <a:close/>
              </a:path>
              <a:path w="69850" h="60960">
                <a:moveTo>
                  <a:pt x="26670" y="51054"/>
                </a:moveTo>
                <a:lnTo>
                  <a:pt x="21336" y="49530"/>
                </a:lnTo>
                <a:lnTo>
                  <a:pt x="22098" y="50292"/>
                </a:lnTo>
                <a:lnTo>
                  <a:pt x="22098" y="59544"/>
                </a:lnTo>
                <a:lnTo>
                  <a:pt x="24384" y="60198"/>
                </a:lnTo>
                <a:lnTo>
                  <a:pt x="25908" y="60306"/>
                </a:lnTo>
                <a:lnTo>
                  <a:pt x="25908" y="51054"/>
                </a:lnTo>
                <a:lnTo>
                  <a:pt x="26670" y="51054"/>
                </a:lnTo>
                <a:close/>
              </a:path>
              <a:path w="69850" h="60960">
                <a:moveTo>
                  <a:pt x="23622" y="12954"/>
                </a:moveTo>
                <a:lnTo>
                  <a:pt x="22860" y="12954"/>
                </a:lnTo>
                <a:lnTo>
                  <a:pt x="22860" y="13389"/>
                </a:lnTo>
                <a:lnTo>
                  <a:pt x="23622" y="12954"/>
                </a:lnTo>
                <a:close/>
              </a:path>
              <a:path w="69850" h="60960">
                <a:moveTo>
                  <a:pt x="31242" y="60960"/>
                </a:moveTo>
                <a:lnTo>
                  <a:pt x="31242" y="51816"/>
                </a:lnTo>
                <a:lnTo>
                  <a:pt x="30480" y="51816"/>
                </a:lnTo>
                <a:lnTo>
                  <a:pt x="25908" y="51054"/>
                </a:lnTo>
                <a:lnTo>
                  <a:pt x="25908" y="60306"/>
                </a:lnTo>
                <a:lnTo>
                  <a:pt x="30480" y="60960"/>
                </a:lnTo>
                <a:lnTo>
                  <a:pt x="31242" y="60960"/>
                </a:lnTo>
                <a:close/>
              </a:path>
              <a:path w="69850" h="60960">
                <a:moveTo>
                  <a:pt x="28194" y="10668"/>
                </a:moveTo>
                <a:lnTo>
                  <a:pt x="27432" y="10668"/>
                </a:lnTo>
                <a:lnTo>
                  <a:pt x="27432" y="10994"/>
                </a:lnTo>
                <a:lnTo>
                  <a:pt x="28194" y="10668"/>
                </a:lnTo>
                <a:close/>
              </a:path>
              <a:path w="69850" h="60960">
                <a:moveTo>
                  <a:pt x="30886" y="51765"/>
                </a:moveTo>
                <a:lnTo>
                  <a:pt x="30480" y="51707"/>
                </a:lnTo>
                <a:lnTo>
                  <a:pt x="30886" y="51765"/>
                </a:lnTo>
                <a:close/>
              </a:path>
              <a:path w="69850" h="60960">
                <a:moveTo>
                  <a:pt x="36576" y="60960"/>
                </a:moveTo>
                <a:lnTo>
                  <a:pt x="36576" y="51054"/>
                </a:lnTo>
                <a:lnTo>
                  <a:pt x="30886" y="51765"/>
                </a:lnTo>
                <a:lnTo>
                  <a:pt x="31242" y="51816"/>
                </a:lnTo>
                <a:lnTo>
                  <a:pt x="31242" y="60960"/>
                </a:lnTo>
                <a:lnTo>
                  <a:pt x="36576" y="60960"/>
                </a:lnTo>
                <a:close/>
              </a:path>
              <a:path w="69850" h="60960">
                <a:moveTo>
                  <a:pt x="33528" y="9906"/>
                </a:moveTo>
                <a:lnTo>
                  <a:pt x="32766" y="9906"/>
                </a:lnTo>
                <a:lnTo>
                  <a:pt x="33528" y="9906"/>
                </a:lnTo>
                <a:close/>
              </a:path>
              <a:path w="69850" h="60960">
                <a:moveTo>
                  <a:pt x="41910" y="49530"/>
                </a:moveTo>
                <a:lnTo>
                  <a:pt x="35814" y="51054"/>
                </a:lnTo>
                <a:lnTo>
                  <a:pt x="36576" y="51054"/>
                </a:lnTo>
                <a:lnTo>
                  <a:pt x="36576" y="60960"/>
                </a:lnTo>
                <a:lnTo>
                  <a:pt x="38455" y="60871"/>
                </a:lnTo>
                <a:lnTo>
                  <a:pt x="41148" y="60198"/>
                </a:lnTo>
                <a:lnTo>
                  <a:pt x="41148" y="50292"/>
                </a:lnTo>
                <a:lnTo>
                  <a:pt x="41910" y="49530"/>
                </a:lnTo>
                <a:close/>
              </a:path>
              <a:path w="69850" h="60960">
                <a:moveTo>
                  <a:pt x="38455" y="9194"/>
                </a:moveTo>
                <a:lnTo>
                  <a:pt x="38100" y="9144"/>
                </a:lnTo>
                <a:lnTo>
                  <a:pt x="38455" y="9194"/>
                </a:lnTo>
                <a:close/>
              </a:path>
              <a:path w="69850" h="60960">
                <a:moveTo>
                  <a:pt x="38862" y="9252"/>
                </a:moveTo>
                <a:lnTo>
                  <a:pt x="38455" y="9194"/>
                </a:lnTo>
                <a:lnTo>
                  <a:pt x="38862" y="9252"/>
                </a:lnTo>
                <a:close/>
              </a:path>
              <a:path w="69850" h="60960">
                <a:moveTo>
                  <a:pt x="46482" y="58020"/>
                </a:moveTo>
                <a:lnTo>
                  <a:pt x="46482" y="48006"/>
                </a:lnTo>
                <a:lnTo>
                  <a:pt x="41148" y="50292"/>
                </a:lnTo>
                <a:lnTo>
                  <a:pt x="41148" y="60198"/>
                </a:lnTo>
                <a:lnTo>
                  <a:pt x="44196" y="59436"/>
                </a:lnTo>
                <a:lnTo>
                  <a:pt x="44196" y="58674"/>
                </a:lnTo>
                <a:lnTo>
                  <a:pt x="44958" y="58674"/>
                </a:lnTo>
                <a:lnTo>
                  <a:pt x="46482" y="58020"/>
                </a:lnTo>
                <a:close/>
              </a:path>
              <a:path w="69850" h="60960">
                <a:moveTo>
                  <a:pt x="43434" y="10123"/>
                </a:moveTo>
                <a:lnTo>
                  <a:pt x="43434" y="9906"/>
                </a:lnTo>
                <a:lnTo>
                  <a:pt x="42672" y="9906"/>
                </a:lnTo>
                <a:lnTo>
                  <a:pt x="43434" y="10123"/>
                </a:lnTo>
                <a:close/>
              </a:path>
              <a:path w="69850" h="60960">
                <a:moveTo>
                  <a:pt x="54102" y="53848"/>
                </a:moveTo>
                <a:lnTo>
                  <a:pt x="54102" y="41910"/>
                </a:lnTo>
                <a:lnTo>
                  <a:pt x="50292" y="45720"/>
                </a:lnTo>
                <a:lnTo>
                  <a:pt x="50292" y="44958"/>
                </a:lnTo>
                <a:lnTo>
                  <a:pt x="45720" y="48006"/>
                </a:lnTo>
                <a:lnTo>
                  <a:pt x="46482" y="48006"/>
                </a:lnTo>
                <a:lnTo>
                  <a:pt x="46482" y="58020"/>
                </a:lnTo>
                <a:lnTo>
                  <a:pt x="50292" y="56388"/>
                </a:lnTo>
                <a:lnTo>
                  <a:pt x="51054" y="56388"/>
                </a:lnTo>
                <a:lnTo>
                  <a:pt x="54102" y="53848"/>
                </a:lnTo>
                <a:close/>
              </a:path>
              <a:path w="69850" h="60960">
                <a:moveTo>
                  <a:pt x="48006" y="11430"/>
                </a:moveTo>
                <a:lnTo>
                  <a:pt x="47244" y="10668"/>
                </a:lnTo>
                <a:lnTo>
                  <a:pt x="47244" y="11212"/>
                </a:lnTo>
                <a:lnTo>
                  <a:pt x="48006" y="11430"/>
                </a:lnTo>
                <a:close/>
              </a:path>
              <a:path w="69850" h="60960">
                <a:moveTo>
                  <a:pt x="51816" y="13563"/>
                </a:moveTo>
                <a:lnTo>
                  <a:pt x="51816" y="12954"/>
                </a:lnTo>
                <a:lnTo>
                  <a:pt x="51054" y="12954"/>
                </a:lnTo>
                <a:lnTo>
                  <a:pt x="51816" y="13563"/>
                </a:lnTo>
                <a:close/>
              </a:path>
              <a:path w="69850" h="60960">
                <a:moveTo>
                  <a:pt x="58674" y="50673"/>
                </a:moveTo>
                <a:lnTo>
                  <a:pt x="58674" y="33528"/>
                </a:lnTo>
                <a:lnTo>
                  <a:pt x="56388" y="38862"/>
                </a:lnTo>
                <a:lnTo>
                  <a:pt x="56388" y="38100"/>
                </a:lnTo>
                <a:lnTo>
                  <a:pt x="53340" y="41910"/>
                </a:lnTo>
                <a:lnTo>
                  <a:pt x="54102" y="41910"/>
                </a:lnTo>
                <a:lnTo>
                  <a:pt x="54102" y="53848"/>
                </a:lnTo>
                <a:lnTo>
                  <a:pt x="55626" y="52578"/>
                </a:lnTo>
                <a:lnTo>
                  <a:pt x="56388" y="52578"/>
                </a:lnTo>
                <a:lnTo>
                  <a:pt x="58674" y="50673"/>
                </a:lnTo>
                <a:close/>
              </a:path>
              <a:path w="69850" h="60960">
                <a:moveTo>
                  <a:pt x="54864" y="16002"/>
                </a:moveTo>
                <a:lnTo>
                  <a:pt x="54102" y="15240"/>
                </a:lnTo>
                <a:lnTo>
                  <a:pt x="54440" y="15663"/>
                </a:lnTo>
                <a:lnTo>
                  <a:pt x="54864" y="16002"/>
                </a:lnTo>
                <a:close/>
              </a:path>
              <a:path w="69850" h="60960">
                <a:moveTo>
                  <a:pt x="54440" y="15663"/>
                </a:moveTo>
                <a:lnTo>
                  <a:pt x="54102" y="15240"/>
                </a:lnTo>
                <a:lnTo>
                  <a:pt x="54102" y="15392"/>
                </a:lnTo>
                <a:lnTo>
                  <a:pt x="54440" y="15663"/>
                </a:lnTo>
                <a:close/>
              </a:path>
              <a:path w="69850" h="60960">
                <a:moveTo>
                  <a:pt x="54864" y="16192"/>
                </a:moveTo>
                <a:lnTo>
                  <a:pt x="54864" y="16002"/>
                </a:lnTo>
                <a:lnTo>
                  <a:pt x="54440" y="15663"/>
                </a:lnTo>
                <a:lnTo>
                  <a:pt x="54864" y="16192"/>
                </a:lnTo>
                <a:close/>
              </a:path>
              <a:path w="69850" h="60960">
                <a:moveTo>
                  <a:pt x="59436" y="50038"/>
                </a:moveTo>
                <a:lnTo>
                  <a:pt x="59436" y="29718"/>
                </a:lnTo>
                <a:lnTo>
                  <a:pt x="57912" y="35052"/>
                </a:lnTo>
                <a:lnTo>
                  <a:pt x="58674" y="33528"/>
                </a:lnTo>
                <a:lnTo>
                  <a:pt x="58674" y="50673"/>
                </a:lnTo>
                <a:lnTo>
                  <a:pt x="59436" y="50038"/>
                </a:lnTo>
                <a:close/>
              </a:path>
              <a:path w="69850" h="60960">
                <a:moveTo>
                  <a:pt x="64770" y="43434"/>
                </a:moveTo>
                <a:lnTo>
                  <a:pt x="64770" y="12954"/>
                </a:lnTo>
                <a:lnTo>
                  <a:pt x="61722" y="9144"/>
                </a:lnTo>
                <a:lnTo>
                  <a:pt x="60960" y="9144"/>
                </a:lnTo>
                <a:lnTo>
                  <a:pt x="60960" y="48006"/>
                </a:lnTo>
                <a:lnTo>
                  <a:pt x="64770" y="43434"/>
                </a:lnTo>
                <a:close/>
              </a:path>
              <a:path w="69850" h="60960">
                <a:moveTo>
                  <a:pt x="68580" y="32004"/>
                </a:moveTo>
                <a:lnTo>
                  <a:pt x="68580" y="22098"/>
                </a:lnTo>
                <a:lnTo>
                  <a:pt x="67818" y="19050"/>
                </a:lnTo>
                <a:lnTo>
                  <a:pt x="66294" y="16002"/>
                </a:lnTo>
                <a:lnTo>
                  <a:pt x="64770" y="13716"/>
                </a:lnTo>
                <a:lnTo>
                  <a:pt x="64770" y="42672"/>
                </a:lnTo>
                <a:lnTo>
                  <a:pt x="67056" y="38100"/>
                </a:lnTo>
                <a:lnTo>
                  <a:pt x="67056" y="37338"/>
                </a:lnTo>
                <a:lnTo>
                  <a:pt x="67818" y="37338"/>
                </a:lnTo>
                <a:lnTo>
                  <a:pt x="68580" y="32004"/>
                </a:lnTo>
                <a:close/>
              </a:path>
              <a:path w="69850" h="60960">
                <a:moveTo>
                  <a:pt x="69342" y="25908"/>
                </a:moveTo>
                <a:lnTo>
                  <a:pt x="69342" y="25146"/>
                </a:lnTo>
                <a:lnTo>
                  <a:pt x="68580" y="25146"/>
                </a:lnTo>
                <a:lnTo>
                  <a:pt x="68580" y="31242"/>
                </a:lnTo>
                <a:lnTo>
                  <a:pt x="69342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3" name="object 32">
            <a:extLst>
              <a:ext uri="{FF2B5EF4-FFF2-40B4-BE49-F238E27FC236}">
                <a16:creationId xmlns:a16="http://schemas.microsoft.com/office/drawing/2014/main" id="{7D521A9A-6F7B-41D6-9A20-21B346B37B2B}"/>
              </a:ext>
            </a:extLst>
          </p:cNvPr>
          <p:cNvSpPr/>
          <p:nvPr/>
        </p:nvSpPr>
        <p:spPr>
          <a:xfrm>
            <a:off x="7708791" y="3955449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19050" y="15906"/>
                </a:moveTo>
                <a:lnTo>
                  <a:pt x="19050" y="5238"/>
                </a:lnTo>
                <a:lnTo>
                  <a:pt x="18288" y="5238"/>
                </a:lnTo>
                <a:lnTo>
                  <a:pt x="13716" y="8286"/>
                </a:lnTo>
                <a:lnTo>
                  <a:pt x="12954" y="8286"/>
                </a:lnTo>
                <a:lnTo>
                  <a:pt x="12954" y="9048"/>
                </a:lnTo>
                <a:lnTo>
                  <a:pt x="9144" y="12858"/>
                </a:lnTo>
                <a:lnTo>
                  <a:pt x="8382" y="12858"/>
                </a:lnTo>
                <a:lnTo>
                  <a:pt x="5334" y="17430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762" y="28098"/>
                </a:lnTo>
                <a:lnTo>
                  <a:pt x="0" y="28860"/>
                </a:lnTo>
                <a:lnTo>
                  <a:pt x="7620" y="50196"/>
                </a:lnTo>
                <a:lnTo>
                  <a:pt x="7620" y="50958"/>
                </a:lnTo>
                <a:lnTo>
                  <a:pt x="8382" y="50958"/>
                </a:lnTo>
                <a:lnTo>
                  <a:pt x="9144" y="51568"/>
                </a:lnTo>
                <a:lnTo>
                  <a:pt x="9144" y="33432"/>
                </a:lnTo>
                <a:lnTo>
                  <a:pt x="9906" y="31908"/>
                </a:lnTo>
                <a:lnTo>
                  <a:pt x="9906" y="31146"/>
                </a:lnTo>
                <a:lnTo>
                  <a:pt x="10668" y="25812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9869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59054">
                <a:moveTo>
                  <a:pt x="14260" y="43774"/>
                </a:moveTo>
                <a:lnTo>
                  <a:pt x="12954" y="41814"/>
                </a:lnTo>
                <a:lnTo>
                  <a:pt x="11430" y="40290"/>
                </a:lnTo>
                <a:lnTo>
                  <a:pt x="9906" y="37242"/>
                </a:lnTo>
                <a:lnTo>
                  <a:pt x="9906" y="35718"/>
                </a:lnTo>
                <a:lnTo>
                  <a:pt x="9144" y="33432"/>
                </a:lnTo>
                <a:lnTo>
                  <a:pt x="9144" y="51568"/>
                </a:lnTo>
                <a:lnTo>
                  <a:pt x="12192" y="54006"/>
                </a:lnTo>
                <a:lnTo>
                  <a:pt x="12954" y="54006"/>
                </a:lnTo>
                <a:lnTo>
                  <a:pt x="13716" y="54387"/>
                </a:lnTo>
                <a:lnTo>
                  <a:pt x="13716" y="43338"/>
                </a:lnTo>
                <a:lnTo>
                  <a:pt x="14260" y="43774"/>
                </a:lnTo>
                <a:close/>
              </a:path>
              <a:path w="68579" h="59054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59054">
                <a:moveTo>
                  <a:pt x="14478" y="44100"/>
                </a:moveTo>
                <a:lnTo>
                  <a:pt x="14260" y="43774"/>
                </a:lnTo>
                <a:lnTo>
                  <a:pt x="13716" y="43338"/>
                </a:lnTo>
                <a:lnTo>
                  <a:pt x="14478" y="44100"/>
                </a:lnTo>
                <a:close/>
              </a:path>
              <a:path w="68579" h="59054">
                <a:moveTo>
                  <a:pt x="14478" y="54768"/>
                </a:moveTo>
                <a:lnTo>
                  <a:pt x="14478" y="44100"/>
                </a:lnTo>
                <a:lnTo>
                  <a:pt x="13716" y="43338"/>
                </a:lnTo>
                <a:lnTo>
                  <a:pt x="13716" y="54387"/>
                </a:lnTo>
                <a:lnTo>
                  <a:pt x="14478" y="54768"/>
                </a:lnTo>
                <a:close/>
              </a:path>
              <a:path w="68579" h="59054">
                <a:moveTo>
                  <a:pt x="17526" y="56292"/>
                </a:moveTo>
                <a:lnTo>
                  <a:pt x="17526" y="46386"/>
                </a:lnTo>
                <a:lnTo>
                  <a:pt x="14260" y="43774"/>
                </a:lnTo>
                <a:lnTo>
                  <a:pt x="14478" y="44100"/>
                </a:lnTo>
                <a:lnTo>
                  <a:pt x="14478" y="54768"/>
                </a:lnTo>
                <a:lnTo>
                  <a:pt x="17526" y="56292"/>
                </a:lnTo>
                <a:close/>
              </a:path>
              <a:path w="68579" h="59054">
                <a:moveTo>
                  <a:pt x="16002" y="18954"/>
                </a:moveTo>
                <a:lnTo>
                  <a:pt x="15240" y="19716"/>
                </a:lnTo>
                <a:lnTo>
                  <a:pt x="15240" y="19869"/>
                </a:lnTo>
                <a:lnTo>
                  <a:pt x="16002" y="18954"/>
                </a:lnTo>
                <a:close/>
              </a:path>
              <a:path w="68579" h="59054">
                <a:moveTo>
                  <a:pt x="21336" y="47910"/>
                </a:moveTo>
                <a:lnTo>
                  <a:pt x="16764" y="45624"/>
                </a:lnTo>
                <a:lnTo>
                  <a:pt x="17526" y="46386"/>
                </a:lnTo>
                <a:lnTo>
                  <a:pt x="17526" y="56292"/>
                </a:lnTo>
                <a:lnTo>
                  <a:pt x="18288" y="57054"/>
                </a:lnTo>
                <a:lnTo>
                  <a:pt x="20574" y="57381"/>
                </a:lnTo>
                <a:lnTo>
                  <a:pt x="20574" y="47910"/>
                </a:lnTo>
                <a:lnTo>
                  <a:pt x="21336" y="47910"/>
                </a:lnTo>
                <a:close/>
              </a:path>
              <a:path w="68579" h="59054">
                <a:moveTo>
                  <a:pt x="68580" y="30384"/>
                </a:moveTo>
                <a:lnTo>
                  <a:pt x="68580" y="24288"/>
                </a:lnTo>
                <a:lnTo>
                  <a:pt x="67818" y="20478"/>
                </a:lnTo>
                <a:lnTo>
                  <a:pt x="67056" y="18192"/>
                </a:lnTo>
                <a:lnTo>
                  <a:pt x="66294" y="15144"/>
                </a:lnTo>
                <a:lnTo>
                  <a:pt x="64770" y="12858"/>
                </a:lnTo>
                <a:lnTo>
                  <a:pt x="64770" y="12096"/>
                </a:lnTo>
                <a:lnTo>
                  <a:pt x="61722" y="8286"/>
                </a:lnTo>
                <a:lnTo>
                  <a:pt x="60198" y="8286"/>
                </a:lnTo>
                <a:lnTo>
                  <a:pt x="56388" y="5238"/>
                </a:lnTo>
                <a:lnTo>
                  <a:pt x="56388" y="4476"/>
                </a:lnTo>
                <a:lnTo>
                  <a:pt x="55626" y="4476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908" y="2190"/>
                </a:lnTo>
                <a:lnTo>
                  <a:pt x="25146" y="2190"/>
                </a:lnTo>
                <a:lnTo>
                  <a:pt x="19050" y="4476"/>
                </a:lnTo>
                <a:lnTo>
                  <a:pt x="19050" y="16668"/>
                </a:lnTo>
                <a:lnTo>
                  <a:pt x="22860" y="14128"/>
                </a:lnTo>
                <a:lnTo>
                  <a:pt x="22860" y="13620"/>
                </a:lnTo>
                <a:lnTo>
                  <a:pt x="28194" y="11620"/>
                </a:lnTo>
                <a:lnTo>
                  <a:pt x="28194" y="11334"/>
                </a:lnTo>
                <a:lnTo>
                  <a:pt x="32766" y="10028"/>
                </a:lnTo>
                <a:lnTo>
                  <a:pt x="32766" y="9810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588"/>
                </a:lnTo>
                <a:lnTo>
                  <a:pt x="51816" y="12858"/>
                </a:lnTo>
                <a:lnTo>
                  <a:pt x="51816" y="13468"/>
                </a:lnTo>
                <a:lnTo>
                  <a:pt x="54102" y="15297"/>
                </a:lnTo>
                <a:lnTo>
                  <a:pt x="54102" y="15144"/>
                </a:lnTo>
                <a:lnTo>
                  <a:pt x="57150" y="18192"/>
                </a:lnTo>
                <a:lnTo>
                  <a:pt x="57150" y="18573"/>
                </a:lnTo>
                <a:lnTo>
                  <a:pt x="57912" y="19716"/>
                </a:lnTo>
                <a:lnTo>
                  <a:pt x="58674" y="21240"/>
                </a:lnTo>
                <a:lnTo>
                  <a:pt x="58674" y="23526"/>
                </a:lnTo>
                <a:lnTo>
                  <a:pt x="59340" y="24860"/>
                </a:lnTo>
                <a:lnTo>
                  <a:pt x="59436" y="24288"/>
                </a:lnTo>
                <a:lnTo>
                  <a:pt x="59436" y="47021"/>
                </a:lnTo>
                <a:lnTo>
                  <a:pt x="60198" y="46386"/>
                </a:lnTo>
                <a:lnTo>
                  <a:pt x="60198" y="45624"/>
                </a:lnTo>
                <a:lnTo>
                  <a:pt x="64008" y="41814"/>
                </a:lnTo>
                <a:lnTo>
                  <a:pt x="64008" y="41052"/>
                </a:lnTo>
                <a:lnTo>
                  <a:pt x="66294" y="36480"/>
                </a:lnTo>
                <a:lnTo>
                  <a:pt x="67056" y="35718"/>
                </a:lnTo>
                <a:lnTo>
                  <a:pt x="67056" y="34956"/>
                </a:lnTo>
                <a:lnTo>
                  <a:pt x="68580" y="30384"/>
                </a:lnTo>
                <a:close/>
              </a:path>
              <a:path w="68579" h="59054">
                <a:moveTo>
                  <a:pt x="30480" y="58578"/>
                </a:moveTo>
                <a:lnTo>
                  <a:pt x="30480" y="49434"/>
                </a:lnTo>
                <a:lnTo>
                  <a:pt x="29718" y="49434"/>
                </a:lnTo>
                <a:lnTo>
                  <a:pt x="25146" y="48672"/>
                </a:lnTo>
                <a:lnTo>
                  <a:pt x="20574" y="47910"/>
                </a:lnTo>
                <a:lnTo>
                  <a:pt x="20574" y="57381"/>
                </a:lnTo>
                <a:lnTo>
                  <a:pt x="23622" y="57816"/>
                </a:lnTo>
                <a:lnTo>
                  <a:pt x="24384" y="58578"/>
                </a:lnTo>
                <a:lnTo>
                  <a:pt x="30480" y="58578"/>
                </a:lnTo>
                <a:close/>
              </a:path>
              <a:path w="68579" h="59054">
                <a:moveTo>
                  <a:pt x="23622" y="13620"/>
                </a:moveTo>
                <a:lnTo>
                  <a:pt x="22860" y="13620"/>
                </a:lnTo>
                <a:lnTo>
                  <a:pt x="22860" y="14128"/>
                </a:lnTo>
                <a:lnTo>
                  <a:pt x="23622" y="13620"/>
                </a:lnTo>
                <a:close/>
              </a:path>
              <a:path w="68579" h="59054">
                <a:moveTo>
                  <a:pt x="25908" y="48672"/>
                </a:moveTo>
                <a:lnTo>
                  <a:pt x="25146" y="48563"/>
                </a:lnTo>
                <a:lnTo>
                  <a:pt x="25908" y="48672"/>
                </a:lnTo>
                <a:close/>
              </a:path>
              <a:path w="68579" h="59054">
                <a:moveTo>
                  <a:pt x="28956" y="11334"/>
                </a:moveTo>
                <a:lnTo>
                  <a:pt x="28194" y="11334"/>
                </a:lnTo>
                <a:lnTo>
                  <a:pt x="28194" y="11620"/>
                </a:lnTo>
                <a:lnTo>
                  <a:pt x="28956" y="11334"/>
                </a:lnTo>
                <a:close/>
              </a:path>
              <a:path w="68579" h="59054">
                <a:moveTo>
                  <a:pt x="30124" y="49383"/>
                </a:moveTo>
                <a:lnTo>
                  <a:pt x="29718" y="49325"/>
                </a:lnTo>
                <a:lnTo>
                  <a:pt x="30124" y="49383"/>
                </a:lnTo>
                <a:close/>
              </a:path>
              <a:path w="68579" h="59054">
                <a:moveTo>
                  <a:pt x="35814" y="58578"/>
                </a:moveTo>
                <a:lnTo>
                  <a:pt x="35814" y="48672"/>
                </a:lnTo>
                <a:lnTo>
                  <a:pt x="30124" y="49383"/>
                </a:lnTo>
                <a:lnTo>
                  <a:pt x="30480" y="49434"/>
                </a:lnTo>
                <a:lnTo>
                  <a:pt x="30480" y="58578"/>
                </a:lnTo>
                <a:lnTo>
                  <a:pt x="35814" y="58578"/>
                </a:lnTo>
                <a:close/>
              </a:path>
              <a:path w="68579" h="59054">
                <a:moveTo>
                  <a:pt x="33528" y="9810"/>
                </a:moveTo>
                <a:lnTo>
                  <a:pt x="32766" y="9810"/>
                </a:lnTo>
                <a:lnTo>
                  <a:pt x="32766" y="10028"/>
                </a:lnTo>
                <a:lnTo>
                  <a:pt x="33528" y="9810"/>
                </a:lnTo>
                <a:close/>
              </a:path>
              <a:path w="68579" h="59054">
                <a:moveTo>
                  <a:pt x="41148" y="47148"/>
                </a:moveTo>
                <a:lnTo>
                  <a:pt x="35052" y="48672"/>
                </a:lnTo>
                <a:lnTo>
                  <a:pt x="35814" y="48672"/>
                </a:lnTo>
                <a:lnTo>
                  <a:pt x="35814" y="58578"/>
                </a:lnTo>
                <a:lnTo>
                  <a:pt x="36576" y="58578"/>
                </a:lnTo>
                <a:lnTo>
                  <a:pt x="36576" y="57816"/>
                </a:lnTo>
                <a:lnTo>
                  <a:pt x="37338" y="57816"/>
                </a:lnTo>
                <a:lnTo>
                  <a:pt x="40386" y="57054"/>
                </a:lnTo>
                <a:lnTo>
                  <a:pt x="40386" y="47910"/>
                </a:lnTo>
                <a:lnTo>
                  <a:pt x="41148" y="47148"/>
                </a:lnTo>
                <a:close/>
              </a:path>
              <a:path w="68579" h="59054">
                <a:moveTo>
                  <a:pt x="45720" y="44862"/>
                </a:moveTo>
                <a:lnTo>
                  <a:pt x="40386" y="47910"/>
                </a:lnTo>
                <a:lnTo>
                  <a:pt x="40386" y="57054"/>
                </a:lnTo>
                <a:lnTo>
                  <a:pt x="43434" y="56292"/>
                </a:lnTo>
                <a:lnTo>
                  <a:pt x="44196" y="56292"/>
                </a:lnTo>
                <a:lnTo>
                  <a:pt x="44958" y="55966"/>
                </a:lnTo>
                <a:lnTo>
                  <a:pt x="44958" y="45624"/>
                </a:lnTo>
                <a:lnTo>
                  <a:pt x="45720" y="44862"/>
                </a:lnTo>
                <a:close/>
              </a:path>
              <a:path w="68579" h="59054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59054">
                <a:moveTo>
                  <a:pt x="50292" y="54006"/>
                </a:moveTo>
                <a:lnTo>
                  <a:pt x="50292" y="42576"/>
                </a:lnTo>
                <a:lnTo>
                  <a:pt x="44958" y="45624"/>
                </a:lnTo>
                <a:lnTo>
                  <a:pt x="44958" y="55966"/>
                </a:lnTo>
                <a:lnTo>
                  <a:pt x="49530" y="54006"/>
                </a:lnTo>
                <a:lnTo>
                  <a:pt x="50292" y="54006"/>
                </a:lnTo>
                <a:close/>
              </a:path>
              <a:path w="68579" h="59054">
                <a:moveTo>
                  <a:pt x="48006" y="11588"/>
                </a:moveTo>
                <a:lnTo>
                  <a:pt x="48006" y="11334"/>
                </a:lnTo>
                <a:lnTo>
                  <a:pt x="47244" y="11334"/>
                </a:lnTo>
                <a:lnTo>
                  <a:pt x="48006" y="11588"/>
                </a:lnTo>
                <a:close/>
              </a:path>
              <a:path w="68579" h="59054">
                <a:moveTo>
                  <a:pt x="53340" y="51212"/>
                </a:moveTo>
                <a:lnTo>
                  <a:pt x="53340" y="39528"/>
                </a:lnTo>
                <a:lnTo>
                  <a:pt x="49530" y="42576"/>
                </a:lnTo>
                <a:lnTo>
                  <a:pt x="50292" y="42576"/>
                </a:lnTo>
                <a:lnTo>
                  <a:pt x="50292" y="53244"/>
                </a:lnTo>
                <a:lnTo>
                  <a:pt x="53340" y="51212"/>
                </a:lnTo>
                <a:close/>
              </a:path>
              <a:path w="68579" h="59054">
                <a:moveTo>
                  <a:pt x="51816" y="13468"/>
                </a:moveTo>
                <a:lnTo>
                  <a:pt x="51816" y="12858"/>
                </a:lnTo>
                <a:lnTo>
                  <a:pt x="51054" y="12858"/>
                </a:lnTo>
                <a:lnTo>
                  <a:pt x="51816" y="13468"/>
                </a:lnTo>
                <a:close/>
              </a:path>
              <a:path w="68579" h="59054">
                <a:moveTo>
                  <a:pt x="56388" y="49561"/>
                </a:moveTo>
                <a:lnTo>
                  <a:pt x="56388" y="35718"/>
                </a:lnTo>
                <a:lnTo>
                  <a:pt x="52578" y="39528"/>
                </a:lnTo>
                <a:lnTo>
                  <a:pt x="53340" y="39528"/>
                </a:lnTo>
                <a:lnTo>
                  <a:pt x="53340" y="51212"/>
                </a:lnTo>
                <a:lnTo>
                  <a:pt x="54864" y="50196"/>
                </a:lnTo>
                <a:lnTo>
                  <a:pt x="55626" y="50196"/>
                </a:lnTo>
                <a:lnTo>
                  <a:pt x="56388" y="49561"/>
                </a:lnTo>
                <a:close/>
              </a:path>
              <a:path w="68579" h="59054">
                <a:moveTo>
                  <a:pt x="54864" y="15906"/>
                </a:moveTo>
                <a:lnTo>
                  <a:pt x="54102" y="15144"/>
                </a:lnTo>
                <a:lnTo>
                  <a:pt x="54102" y="15297"/>
                </a:lnTo>
                <a:lnTo>
                  <a:pt x="54864" y="15906"/>
                </a:lnTo>
                <a:close/>
              </a:path>
              <a:path w="68579" h="59054">
                <a:moveTo>
                  <a:pt x="59436" y="47021"/>
                </a:moveTo>
                <a:lnTo>
                  <a:pt x="59436" y="25050"/>
                </a:lnTo>
                <a:lnTo>
                  <a:pt x="59340" y="24860"/>
                </a:lnTo>
                <a:lnTo>
                  <a:pt x="58674" y="28860"/>
                </a:lnTo>
                <a:lnTo>
                  <a:pt x="58674" y="28098"/>
                </a:lnTo>
                <a:lnTo>
                  <a:pt x="57912" y="32670"/>
                </a:lnTo>
                <a:lnTo>
                  <a:pt x="57912" y="31908"/>
                </a:lnTo>
                <a:lnTo>
                  <a:pt x="55626" y="36480"/>
                </a:lnTo>
                <a:lnTo>
                  <a:pt x="56388" y="35718"/>
                </a:lnTo>
                <a:lnTo>
                  <a:pt x="56388" y="49561"/>
                </a:lnTo>
                <a:lnTo>
                  <a:pt x="59436" y="47021"/>
                </a:lnTo>
                <a:close/>
              </a:path>
              <a:path w="68579" h="59054">
                <a:moveTo>
                  <a:pt x="57150" y="18573"/>
                </a:moveTo>
                <a:lnTo>
                  <a:pt x="57150" y="18192"/>
                </a:lnTo>
                <a:lnTo>
                  <a:pt x="56388" y="17430"/>
                </a:lnTo>
                <a:lnTo>
                  <a:pt x="57150" y="18573"/>
                </a:lnTo>
                <a:close/>
              </a:path>
              <a:path w="68579" h="59054">
                <a:moveTo>
                  <a:pt x="59436" y="25050"/>
                </a:moveTo>
                <a:lnTo>
                  <a:pt x="59436" y="24288"/>
                </a:lnTo>
                <a:lnTo>
                  <a:pt x="59340" y="24860"/>
                </a:lnTo>
                <a:lnTo>
                  <a:pt x="59436" y="25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5" name="object 33">
            <a:extLst>
              <a:ext uri="{FF2B5EF4-FFF2-40B4-BE49-F238E27FC236}">
                <a16:creationId xmlns:a16="http://schemas.microsoft.com/office/drawing/2014/main" id="{9547238B-1FE7-4FC6-8FA3-715BEA570F1A}"/>
              </a:ext>
            </a:extLst>
          </p:cNvPr>
          <p:cNvSpPr/>
          <p:nvPr/>
        </p:nvSpPr>
        <p:spPr>
          <a:xfrm>
            <a:off x="4476399" y="2954385"/>
            <a:ext cx="69476" cy="58271"/>
          </a:xfrm>
          <a:custGeom>
            <a:avLst/>
            <a:gdLst/>
            <a:ahLst/>
            <a:cxnLst/>
            <a:rect l="l" t="t" r="r" b="b"/>
            <a:pathLst>
              <a:path w="59054" h="49529">
                <a:moveTo>
                  <a:pt x="58531" y="24610"/>
                </a:moveTo>
                <a:lnTo>
                  <a:pt x="57673" y="14894"/>
                </a:lnTo>
                <a:lnTo>
                  <a:pt x="52613" y="6977"/>
                </a:lnTo>
                <a:lnTo>
                  <a:pt x="44053" y="1845"/>
                </a:lnTo>
                <a:lnTo>
                  <a:pt x="33349" y="0"/>
                </a:lnTo>
                <a:lnTo>
                  <a:pt x="21859" y="1940"/>
                </a:lnTo>
                <a:lnTo>
                  <a:pt x="11239" y="7477"/>
                </a:lnTo>
                <a:lnTo>
                  <a:pt x="3762" y="15370"/>
                </a:lnTo>
                <a:lnTo>
                  <a:pt x="0" y="24550"/>
                </a:lnTo>
                <a:lnTo>
                  <a:pt x="523" y="33944"/>
                </a:lnTo>
                <a:lnTo>
                  <a:pt x="5917" y="42183"/>
                </a:lnTo>
                <a:lnTo>
                  <a:pt x="14525" y="47279"/>
                </a:lnTo>
                <a:lnTo>
                  <a:pt x="25276" y="48946"/>
                </a:lnTo>
                <a:lnTo>
                  <a:pt x="37099" y="46898"/>
                </a:lnTo>
                <a:lnTo>
                  <a:pt x="47386" y="41469"/>
                </a:lnTo>
                <a:lnTo>
                  <a:pt x="54816" y="33754"/>
                </a:lnTo>
                <a:lnTo>
                  <a:pt x="58531" y="24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7" name="object 34">
            <a:extLst>
              <a:ext uri="{FF2B5EF4-FFF2-40B4-BE49-F238E27FC236}">
                <a16:creationId xmlns:a16="http://schemas.microsoft.com/office/drawing/2014/main" id="{5D42448F-E108-4D0C-941F-FC0704B39298}"/>
              </a:ext>
            </a:extLst>
          </p:cNvPr>
          <p:cNvSpPr/>
          <p:nvPr/>
        </p:nvSpPr>
        <p:spPr>
          <a:xfrm>
            <a:off x="4470739" y="2948727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68580" y="25037"/>
                </a:moveTo>
                <a:lnTo>
                  <a:pt x="68580" y="24275"/>
                </a:lnTo>
                <a:lnTo>
                  <a:pt x="67056" y="18179"/>
                </a:lnTo>
                <a:lnTo>
                  <a:pt x="65532" y="15131"/>
                </a:lnTo>
                <a:lnTo>
                  <a:pt x="64770" y="12845"/>
                </a:lnTo>
                <a:lnTo>
                  <a:pt x="64008" y="12845"/>
                </a:lnTo>
                <a:lnTo>
                  <a:pt x="64008" y="12083"/>
                </a:lnTo>
                <a:lnTo>
                  <a:pt x="60960" y="9035"/>
                </a:lnTo>
                <a:lnTo>
                  <a:pt x="60960" y="8273"/>
                </a:lnTo>
                <a:lnTo>
                  <a:pt x="60198" y="8273"/>
                </a:lnTo>
                <a:lnTo>
                  <a:pt x="56388" y="5225"/>
                </a:lnTo>
                <a:lnTo>
                  <a:pt x="55626" y="4463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5225"/>
                </a:lnTo>
                <a:lnTo>
                  <a:pt x="18288" y="5225"/>
                </a:lnTo>
                <a:lnTo>
                  <a:pt x="12954" y="8273"/>
                </a:lnTo>
                <a:lnTo>
                  <a:pt x="12954" y="9035"/>
                </a:lnTo>
                <a:lnTo>
                  <a:pt x="8382" y="12845"/>
                </a:lnTo>
                <a:lnTo>
                  <a:pt x="7620" y="12845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3513"/>
                </a:lnTo>
                <a:lnTo>
                  <a:pt x="0" y="28085"/>
                </a:lnTo>
                <a:lnTo>
                  <a:pt x="9144" y="52164"/>
                </a:lnTo>
                <a:lnTo>
                  <a:pt x="9144" y="31133"/>
                </a:lnTo>
                <a:lnTo>
                  <a:pt x="9906" y="28466"/>
                </a:lnTo>
                <a:lnTo>
                  <a:pt x="9906" y="27323"/>
                </a:lnTo>
                <a:lnTo>
                  <a:pt x="10668" y="25799"/>
                </a:lnTo>
                <a:lnTo>
                  <a:pt x="10668" y="26180"/>
                </a:lnTo>
                <a:lnTo>
                  <a:pt x="12192" y="23894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lnTo>
                  <a:pt x="19050" y="16219"/>
                </a:lnTo>
                <a:lnTo>
                  <a:pt x="22860" y="14042"/>
                </a:lnTo>
                <a:lnTo>
                  <a:pt x="22860" y="13607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051"/>
                </a:lnTo>
                <a:lnTo>
                  <a:pt x="47244" y="11321"/>
                </a:lnTo>
                <a:lnTo>
                  <a:pt x="47244" y="11575"/>
                </a:lnTo>
                <a:lnTo>
                  <a:pt x="51054" y="12845"/>
                </a:lnTo>
                <a:lnTo>
                  <a:pt x="51054" y="13454"/>
                </a:lnTo>
                <a:lnTo>
                  <a:pt x="53340" y="15283"/>
                </a:lnTo>
                <a:lnTo>
                  <a:pt x="53340" y="15131"/>
                </a:lnTo>
                <a:lnTo>
                  <a:pt x="57150" y="18179"/>
                </a:lnTo>
                <a:lnTo>
                  <a:pt x="57150" y="19703"/>
                </a:lnTo>
                <a:lnTo>
                  <a:pt x="57912" y="21227"/>
                </a:lnTo>
                <a:lnTo>
                  <a:pt x="58674" y="23513"/>
                </a:lnTo>
                <a:lnTo>
                  <a:pt x="58674" y="47135"/>
                </a:lnTo>
                <a:lnTo>
                  <a:pt x="60198" y="45611"/>
                </a:lnTo>
                <a:lnTo>
                  <a:pt x="63246" y="41801"/>
                </a:lnTo>
                <a:lnTo>
                  <a:pt x="63246" y="41039"/>
                </a:lnTo>
                <a:lnTo>
                  <a:pt x="64008" y="41039"/>
                </a:lnTo>
                <a:lnTo>
                  <a:pt x="66294" y="36467"/>
                </a:lnTo>
                <a:lnTo>
                  <a:pt x="66294" y="35705"/>
                </a:lnTo>
                <a:lnTo>
                  <a:pt x="67818" y="30371"/>
                </a:lnTo>
                <a:lnTo>
                  <a:pt x="67818" y="29609"/>
                </a:lnTo>
                <a:lnTo>
                  <a:pt x="68580" y="25037"/>
                </a:lnTo>
                <a:close/>
              </a:path>
              <a:path w="68579" h="59054">
                <a:moveTo>
                  <a:pt x="17526" y="56279"/>
                </a:moveTo>
                <a:lnTo>
                  <a:pt x="17526" y="46373"/>
                </a:lnTo>
                <a:lnTo>
                  <a:pt x="13716" y="43325"/>
                </a:lnTo>
                <a:lnTo>
                  <a:pt x="13716" y="44087"/>
                </a:lnTo>
                <a:lnTo>
                  <a:pt x="12192" y="41801"/>
                </a:lnTo>
                <a:lnTo>
                  <a:pt x="9144" y="35705"/>
                </a:lnTo>
                <a:lnTo>
                  <a:pt x="9144" y="52164"/>
                </a:lnTo>
                <a:lnTo>
                  <a:pt x="11430" y="53993"/>
                </a:lnTo>
                <a:lnTo>
                  <a:pt x="12192" y="53993"/>
                </a:lnTo>
                <a:lnTo>
                  <a:pt x="12192" y="54755"/>
                </a:lnTo>
                <a:lnTo>
                  <a:pt x="17526" y="56279"/>
                </a:lnTo>
                <a:close/>
              </a:path>
              <a:path w="68579" h="59054">
                <a:moveTo>
                  <a:pt x="10668" y="25799"/>
                </a:moveTo>
                <a:lnTo>
                  <a:pt x="9906" y="27323"/>
                </a:lnTo>
                <a:lnTo>
                  <a:pt x="10477" y="26465"/>
                </a:lnTo>
                <a:lnTo>
                  <a:pt x="10668" y="25799"/>
                </a:lnTo>
                <a:close/>
              </a:path>
              <a:path w="68579" h="59054">
                <a:moveTo>
                  <a:pt x="10477" y="26465"/>
                </a:moveTo>
                <a:lnTo>
                  <a:pt x="9906" y="27323"/>
                </a:lnTo>
                <a:lnTo>
                  <a:pt x="9906" y="28466"/>
                </a:lnTo>
                <a:lnTo>
                  <a:pt x="10477" y="26465"/>
                </a:lnTo>
                <a:close/>
              </a:path>
              <a:path w="68579" h="59054">
                <a:moveTo>
                  <a:pt x="10668" y="26180"/>
                </a:moveTo>
                <a:lnTo>
                  <a:pt x="10668" y="25799"/>
                </a:lnTo>
                <a:lnTo>
                  <a:pt x="10477" y="26465"/>
                </a:lnTo>
                <a:lnTo>
                  <a:pt x="10668" y="26180"/>
                </a:lnTo>
                <a:close/>
              </a:path>
              <a:path w="68579" h="59054">
                <a:moveTo>
                  <a:pt x="12954" y="22751"/>
                </a:moveTo>
                <a:lnTo>
                  <a:pt x="12192" y="23513"/>
                </a:lnTo>
                <a:lnTo>
                  <a:pt x="12192" y="23894"/>
                </a:lnTo>
                <a:lnTo>
                  <a:pt x="12954" y="22751"/>
                </a:lnTo>
                <a:close/>
              </a:path>
              <a:path w="68579" h="59054">
                <a:moveTo>
                  <a:pt x="21336" y="47897"/>
                </a:moveTo>
                <a:lnTo>
                  <a:pt x="16764" y="45611"/>
                </a:lnTo>
                <a:lnTo>
                  <a:pt x="17526" y="46373"/>
                </a:lnTo>
                <a:lnTo>
                  <a:pt x="17526" y="57041"/>
                </a:lnTo>
                <a:lnTo>
                  <a:pt x="18288" y="57041"/>
                </a:lnTo>
                <a:lnTo>
                  <a:pt x="20574" y="57422"/>
                </a:lnTo>
                <a:lnTo>
                  <a:pt x="20574" y="47897"/>
                </a:lnTo>
                <a:lnTo>
                  <a:pt x="21336" y="47897"/>
                </a:lnTo>
                <a:close/>
              </a:path>
              <a:path w="68579" h="59054">
                <a:moveTo>
                  <a:pt x="19050" y="16219"/>
                </a:moveTo>
                <a:lnTo>
                  <a:pt x="19050" y="15893"/>
                </a:lnTo>
                <a:lnTo>
                  <a:pt x="18288" y="16655"/>
                </a:lnTo>
                <a:lnTo>
                  <a:pt x="19050" y="16219"/>
                </a:lnTo>
                <a:close/>
              </a:path>
              <a:path w="68579" h="59054">
                <a:moveTo>
                  <a:pt x="25146" y="48659"/>
                </a:moveTo>
                <a:lnTo>
                  <a:pt x="20574" y="47897"/>
                </a:lnTo>
                <a:lnTo>
                  <a:pt x="20574" y="57422"/>
                </a:lnTo>
                <a:lnTo>
                  <a:pt x="22860" y="57803"/>
                </a:lnTo>
                <a:lnTo>
                  <a:pt x="23622" y="58565"/>
                </a:lnTo>
                <a:lnTo>
                  <a:pt x="24384" y="58565"/>
                </a:lnTo>
                <a:lnTo>
                  <a:pt x="24384" y="48659"/>
                </a:lnTo>
                <a:lnTo>
                  <a:pt x="25146" y="48659"/>
                </a:lnTo>
                <a:close/>
              </a:path>
              <a:path w="68579" h="59054">
                <a:moveTo>
                  <a:pt x="23622" y="13607"/>
                </a:moveTo>
                <a:lnTo>
                  <a:pt x="22860" y="13607"/>
                </a:lnTo>
                <a:lnTo>
                  <a:pt x="22860" y="14042"/>
                </a:lnTo>
                <a:lnTo>
                  <a:pt x="23622" y="13607"/>
                </a:lnTo>
                <a:close/>
              </a:path>
              <a:path w="68579" h="59054">
                <a:moveTo>
                  <a:pt x="30480" y="58565"/>
                </a:moveTo>
                <a:lnTo>
                  <a:pt x="30480" y="49421"/>
                </a:lnTo>
                <a:lnTo>
                  <a:pt x="29718" y="49421"/>
                </a:lnTo>
                <a:lnTo>
                  <a:pt x="24384" y="48659"/>
                </a:lnTo>
                <a:lnTo>
                  <a:pt x="24384" y="58565"/>
                </a:lnTo>
                <a:lnTo>
                  <a:pt x="30480" y="58565"/>
                </a:lnTo>
                <a:close/>
              </a:path>
              <a:path w="68579" h="59054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59054">
                <a:moveTo>
                  <a:pt x="30073" y="49370"/>
                </a:moveTo>
                <a:lnTo>
                  <a:pt x="29718" y="49325"/>
                </a:lnTo>
                <a:lnTo>
                  <a:pt x="30073" y="49370"/>
                </a:lnTo>
                <a:close/>
              </a:path>
              <a:path w="68579" h="59054">
                <a:moveTo>
                  <a:pt x="35052" y="58565"/>
                </a:moveTo>
                <a:lnTo>
                  <a:pt x="35052" y="48659"/>
                </a:lnTo>
                <a:lnTo>
                  <a:pt x="30073" y="49370"/>
                </a:lnTo>
                <a:lnTo>
                  <a:pt x="30480" y="49421"/>
                </a:lnTo>
                <a:lnTo>
                  <a:pt x="30480" y="58565"/>
                </a:lnTo>
                <a:lnTo>
                  <a:pt x="35052" y="58565"/>
                </a:lnTo>
                <a:close/>
              </a:path>
              <a:path w="68579" h="59054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59054">
                <a:moveTo>
                  <a:pt x="40386" y="47135"/>
                </a:moveTo>
                <a:lnTo>
                  <a:pt x="34290" y="48659"/>
                </a:lnTo>
                <a:lnTo>
                  <a:pt x="35052" y="48659"/>
                </a:lnTo>
                <a:lnTo>
                  <a:pt x="35052" y="58565"/>
                </a:lnTo>
                <a:lnTo>
                  <a:pt x="36576" y="58565"/>
                </a:lnTo>
                <a:lnTo>
                  <a:pt x="36576" y="57803"/>
                </a:lnTo>
                <a:lnTo>
                  <a:pt x="39624" y="57041"/>
                </a:lnTo>
                <a:lnTo>
                  <a:pt x="39624" y="47897"/>
                </a:lnTo>
                <a:lnTo>
                  <a:pt x="40386" y="47135"/>
                </a:lnTo>
                <a:close/>
              </a:path>
              <a:path w="68579" h="59054">
                <a:moveTo>
                  <a:pt x="45720" y="55299"/>
                </a:moveTo>
                <a:lnTo>
                  <a:pt x="45720" y="45611"/>
                </a:lnTo>
                <a:lnTo>
                  <a:pt x="39624" y="47897"/>
                </a:lnTo>
                <a:lnTo>
                  <a:pt x="39624" y="57041"/>
                </a:lnTo>
                <a:lnTo>
                  <a:pt x="42672" y="56279"/>
                </a:lnTo>
                <a:lnTo>
                  <a:pt x="43434" y="56279"/>
                </a:lnTo>
                <a:lnTo>
                  <a:pt x="45720" y="55299"/>
                </a:lnTo>
                <a:close/>
              </a:path>
              <a:path w="68579" h="59054">
                <a:moveTo>
                  <a:pt x="43434" y="10051"/>
                </a:moveTo>
                <a:lnTo>
                  <a:pt x="43434" y="9797"/>
                </a:lnTo>
                <a:lnTo>
                  <a:pt x="42672" y="9797"/>
                </a:lnTo>
                <a:lnTo>
                  <a:pt x="43434" y="10051"/>
                </a:lnTo>
                <a:close/>
              </a:path>
              <a:path w="68579" h="59054">
                <a:moveTo>
                  <a:pt x="49530" y="42563"/>
                </a:moveTo>
                <a:lnTo>
                  <a:pt x="44958" y="45611"/>
                </a:lnTo>
                <a:lnTo>
                  <a:pt x="45720" y="45611"/>
                </a:lnTo>
                <a:lnTo>
                  <a:pt x="45720" y="55299"/>
                </a:lnTo>
                <a:lnTo>
                  <a:pt x="48768" y="53993"/>
                </a:lnTo>
                <a:lnTo>
                  <a:pt x="48768" y="43325"/>
                </a:lnTo>
                <a:lnTo>
                  <a:pt x="49530" y="42563"/>
                </a:lnTo>
                <a:close/>
              </a:path>
              <a:path w="68579" h="59054">
                <a:moveTo>
                  <a:pt x="47244" y="11575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575"/>
                </a:lnTo>
                <a:close/>
              </a:path>
              <a:path w="68579" h="59054">
                <a:moveTo>
                  <a:pt x="53340" y="51271"/>
                </a:moveTo>
                <a:lnTo>
                  <a:pt x="53340" y="39515"/>
                </a:lnTo>
                <a:lnTo>
                  <a:pt x="48768" y="43325"/>
                </a:lnTo>
                <a:lnTo>
                  <a:pt x="48768" y="53993"/>
                </a:lnTo>
                <a:lnTo>
                  <a:pt x="49530" y="53993"/>
                </a:lnTo>
                <a:lnTo>
                  <a:pt x="53340" y="51271"/>
                </a:lnTo>
                <a:close/>
              </a:path>
              <a:path w="68579" h="59054">
                <a:moveTo>
                  <a:pt x="51054" y="13454"/>
                </a:moveTo>
                <a:lnTo>
                  <a:pt x="51054" y="12845"/>
                </a:lnTo>
                <a:lnTo>
                  <a:pt x="50292" y="12845"/>
                </a:lnTo>
                <a:lnTo>
                  <a:pt x="51054" y="13454"/>
                </a:lnTo>
                <a:close/>
              </a:path>
              <a:path w="68579" h="59054">
                <a:moveTo>
                  <a:pt x="57912" y="47897"/>
                </a:moveTo>
                <a:lnTo>
                  <a:pt x="57912" y="31895"/>
                </a:lnTo>
                <a:lnTo>
                  <a:pt x="55626" y="36467"/>
                </a:lnTo>
                <a:lnTo>
                  <a:pt x="55626" y="35705"/>
                </a:lnTo>
                <a:lnTo>
                  <a:pt x="52578" y="39515"/>
                </a:lnTo>
                <a:lnTo>
                  <a:pt x="53340" y="39515"/>
                </a:lnTo>
                <a:lnTo>
                  <a:pt x="53340" y="51271"/>
                </a:lnTo>
                <a:lnTo>
                  <a:pt x="54864" y="50183"/>
                </a:lnTo>
                <a:lnTo>
                  <a:pt x="55626" y="50183"/>
                </a:lnTo>
                <a:lnTo>
                  <a:pt x="57912" y="47897"/>
                </a:lnTo>
                <a:close/>
              </a:path>
              <a:path w="68579" h="59054">
                <a:moveTo>
                  <a:pt x="54102" y="15893"/>
                </a:moveTo>
                <a:lnTo>
                  <a:pt x="53340" y="15131"/>
                </a:lnTo>
                <a:lnTo>
                  <a:pt x="53340" y="15283"/>
                </a:lnTo>
                <a:lnTo>
                  <a:pt x="54102" y="15893"/>
                </a:lnTo>
                <a:close/>
              </a:path>
              <a:path w="68579" h="59054">
                <a:moveTo>
                  <a:pt x="57150" y="19703"/>
                </a:moveTo>
                <a:lnTo>
                  <a:pt x="57150" y="18179"/>
                </a:lnTo>
                <a:lnTo>
                  <a:pt x="56388" y="18179"/>
                </a:lnTo>
                <a:lnTo>
                  <a:pt x="57150" y="19703"/>
                </a:lnTo>
                <a:close/>
              </a:path>
              <a:path w="68579" h="59054">
                <a:moveTo>
                  <a:pt x="58674" y="47135"/>
                </a:moveTo>
                <a:lnTo>
                  <a:pt x="58674" y="28085"/>
                </a:lnTo>
                <a:lnTo>
                  <a:pt x="57150" y="32657"/>
                </a:lnTo>
                <a:lnTo>
                  <a:pt x="57912" y="31895"/>
                </a:lnTo>
                <a:lnTo>
                  <a:pt x="57912" y="47897"/>
                </a:lnTo>
                <a:lnTo>
                  <a:pt x="58674" y="47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9" name="object 35">
            <a:extLst>
              <a:ext uri="{FF2B5EF4-FFF2-40B4-BE49-F238E27FC236}">
                <a16:creationId xmlns:a16="http://schemas.microsoft.com/office/drawing/2014/main" id="{EC12D4E6-3788-46C0-BC3D-6FF89950414B}"/>
              </a:ext>
            </a:extLst>
          </p:cNvPr>
          <p:cNvSpPr/>
          <p:nvPr/>
        </p:nvSpPr>
        <p:spPr>
          <a:xfrm>
            <a:off x="5351073" y="2268179"/>
            <a:ext cx="74407" cy="672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1" name="object 36">
            <a:extLst>
              <a:ext uri="{FF2B5EF4-FFF2-40B4-BE49-F238E27FC236}">
                <a16:creationId xmlns:a16="http://schemas.microsoft.com/office/drawing/2014/main" id="{92D57C0E-6B16-492D-AF76-6106180827F4}"/>
              </a:ext>
            </a:extLst>
          </p:cNvPr>
          <p:cNvSpPr/>
          <p:nvPr/>
        </p:nvSpPr>
        <p:spPr>
          <a:xfrm>
            <a:off x="5668424" y="4838359"/>
            <a:ext cx="82475" cy="761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3" name="object 37">
            <a:extLst>
              <a:ext uri="{FF2B5EF4-FFF2-40B4-BE49-F238E27FC236}">
                <a16:creationId xmlns:a16="http://schemas.microsoft.com/office/drawing/2014/main" id="{5A2129D7-CA18-47C5-A33F-9A0EEC413F01}"/>
              </a:ext>
            </a:extLst>
          </p:cNvPr>
          <p:cNvSpPr/>
          <p:nvPr/>
        </p:nvSpPr>
        <p:spPr>
          <a:xfrm>
            <a:off x="4462671" y="3496342"/>
            <a:ext cx="83087" cy="681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5" name="object 38">
            <a:extLst>
              <a:ext uri="{FF2B5EF4-FFF2-40B4-BE49-F238E27FC236}">
                <a16:creationId xmlns:a16="http://schemas.microsoft.com/office/drawing/2014/main" id="{5DD2FAB9-0320-403E-B56A-F83C7555350D}"/>
              </a:ext>
            </a:extLst>
          </p:cNvPr>
          <p:cNvSpPr/>
          <p:nvPr/>
        </p:nvSpPr>
        <p:spPr>
          <a:xfrm>
            <a:off x="5911367" y="1487351"/>
            <a:ext cx="74407" cy="672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7" name="object 39">
            <a:extLst>
              <a:ext uri="{FF2B5EF4-FFF2-40B4-BE49-F238E27FC236}">
                <a16:creationId xmlns:a16="http://schemas.microsoft.com/office/drawing/2014/main" id="{5FAFE461-7A59-4212-9D5E-C0AD49DEF3AB}"/>
              </a:ext>
            </a:extLst>
          </p:cNvPr>
          <p:cNvSpPr/>
          <p:nvPr/>
        </p:nvSpPr>
        <p:spPr>
          <a:xfrm>
            <a:off x="7045401" y="3543857"/>
            <a:ext cx="82280" cy="7978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9" name="object 40">
            <a:extLst>
              <a:ext uri="{FF2B5EF4-FFF2-40B4-BE49-F238E27FC236}">
                <a16:creationId xmlns:a16="http://schemas.microsoft.com/office/drawing/2014/main" id="{F7EA7389-F541-44F1-8397-06E03EE0BB5C}"/>
              </a:ext>
            </a:extLst>
          </p:cNvPr>
          <p:cNvSpPr/>
          <p:nvPr/>
        </p:nvSpPr>
        <p:spPr>
          <a:xfrm>
            <a:off x="5943641" y="3470345"/>
            <a:ext cx="74407" cy="681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1" name="object 41">
            <a:extLst>
              <a:ext uri="{FF2B5EF4-FFF2-40B4-BE49-F238E27FC236}">
                <a16:creationId xmlns:a16="http://schemas.microsoft.com/office/drawing/2014/main" id="{17CA2C48-5E93-491F-8DEE-FE1B5ADC45F1}"/>
              </a:ext>
            </a:extLst>
          </p:cNvPr>
          <p:cNvSpPr/>
          <p:nvPr/>
        </p:nvSpPr>
        <p:spPr>
          <a:xfrm>
            <a:off x="7412955" y="2630351"/>
            <a:ext cx="74407" cy="6723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3" name="object 42">
            <a:extLst>
              <a:ext uri="{FF2B5EF4-FFF2-40B4-BE49-F238E27FC236}">
                <a16:creationId xmlns:a16="http://schemas.microsoft.com/office/drawing/2014/main" id="{F42F9D23-8FC2-4CCE-9C5A-8753462D5DE5}"/>
              </a:ext>
            </a:extLst>
          </p:cNvPr>
          <p:cNvSpPr/>
          <p:nvPr/>
        </p:nvSpPr>
        <p:spPr>
          <a:xfrm>
            <a:off x="4436673" y="1440735"/>
            <a:ext cx="70224" cy="56029"/>
          </a:xfrm>
          <a:custGeom>
            <a:avLst/>
            <a:gdLst/>
            <a:ahLst/>
            <a:cxnLst/>
            <a:rect l="l" t="t" r="r" b="b"/>
            <a:pathLst>
              <a:path w="59689" h="47625">
                <a:moveTo>
                  <a:pt x="59435" y="28194"/>
                </a:moveTo>
                <a:lnTo>
                  <a:pt x="58269" y="18645"/>
                </a:lnTo>
                <a:lnTo>
                  <a:pt x="52958" y="10096"/>
                </a:lnTo>
                <a:lnTo>
                  <a:pt x="44219" y="3548"/>
                </a:lnTo>
                <a:lnTo>
                  <a:pt x="32765" y="0"/>
                </a:lnTo>
                <a:lnTo>
                  <a:pt x="21109" y="202"/>
                </a:lnTo>
                <a:lnTo>
                  <a:pt x="10953" y="3905"/>
                </a:lnTo>
                <a:lnTo>
                  <a:pt x="3512" y="10608"/>
                </a:lnTo>
                <a:lnTo>
                  <a:pt x="0" y="19812"/>
                </a:lnTo>
                <a:lnTo>
                  <a:pt x="833" y="29241"/>
                </a:lnTo>
                <a:lnTo>
                  <a:pt x="6095" y="37528"/>
                </a:lnTo>
                <a:lnTo>
                  <a:pt x="14787" y="43815"/>
                </a:lnTo>
                <a:lnTo>
                  <a:pt x="25907" y="47244"/>
                </a:lnTo>
                <a:lnTo>
                  <a:pt x="37897" y="47053"/>
                </a:lnTo>
                <a:lnTo>
                  <a:pt x="48101" y="43434"/>
                </a:lnTo>
                <a:lnTo>
                  <a:pt x="55590" y="36957"/>
                </a:lnTo>
                <a:lnTo>
                  <a:pt x="59435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5" name="object 43">
            <a:extLst>
              <a:ext uri="{FF2B5EF4-FFF2-40B4-BE49-F238E27FC236}">
                <a16:creationId xmlns:a16="http://schemas.microsoft.com/office/drawing/2014/main" id="{F64C98B9-E2F7-43A8-9FCE-AAD04E25CB45}"/>
              </a:ext>
            </a:extLst>
          </p:cNvPr>
          <p:cNvSpPr/>
          <p:nvPr/>
        </p:nvSpPr>
        <p:spPr>
          <a:xfrm>
            <a:off x="4430397" y="1434461"/>
            <a:ext cx="82176" cy="68728"/>
          </a:xfrm>
          <a:custGeom>
            <a:avLst/>
            <a:gdLst/>
            <a:ahLst/>
            <a:cxnLst/>
            <a:rect l="l" t="t" r="r" b="b"/>
            <a:pathLst>
              <a:path w="69850" h="58419">
                <a:moveTo>
                  <a:pt x="4572" y="41148"/>
                </a:moveTo>
                <a:lnTo>
                  <a:pt x="4572" y="13716"/>
                </a:lnTo>
                <a:lnTo>
                  <a:pt x="2286" y="17526"/>
                </a:lnTo>
                <a:lnTo>
                  <a:pt x="2286" y="18288"/>
                </a:lnTo>
                <a:lnTo>
                  <a:pt x="1524" y="18288"/>
                </a:lnTo>
                <a:lnTo>
                  <a:pt x="0" y="24384"/>
                </a:lnTo>
                <a:lnTo>
                  <a:pt x="0" y="30480"/>
                </a:lnTo>
                <a:lnTo>
                  <a:pt x="1524" y="35052"/>
                </a:lnTo>
                <a:lnTo>
                  <a:pt x="1524" y="36576"/>
                </a:lnTo>
                <a:lnTo>
                  <a:pt x="3810" y="41148"/>
                </a:lnTo>
                <a:lnTo>
                  <a:pt x="4572" y="41148"/>
                </a:lnTo>
                <a:close/>
              </a:path>
              <a:path w="69850" h="58419">
                <a:moveTo>
                  <a:pt x="32004" y="10001"/>
                </a:moveTo>
                <a:lnTo>
                  <a:pt x="32004" y="762"/>
                </a:lnTo>
                <a:lnTo>
                  <a:pt x="25146" y="762"/>
                </a:lnTo>
                <a:lnTo>
                  <a:pt x="19812" y="2286"/>
                </a:lnTo>
                <a:lnTo>
                  <a:pt x="19050" y="3048"/>
                </a:lnTo>
                <a:lnTo>
                  <a:pt x="14478" y="5334"/>
                </a:lnTo>
                <a:lnTo>
                  <a:pt x="13716" y="5334"/>
                </a:lnTo>
                <a:lnTo>
                  <a:pt x="9144" y="8382"/>
                </a:lnTo>
                <a:lnTo>
                  <a:pt x="8382" y="9144"/>
                </a:lnTo>
                <a:lnTo>
                  <a:pt x="5334" y="12954"/>
                </a:lnTo>
                <a:lnTo>
                  <a:pt x="4572" y="12954"/>
                </a:lnTo>
                <a:lnTo>
                  <a:pt x="4572" y="41910"/>
                </a:lnTo>
                <a:lnTo>
                  <a:pt x="7620" y="45720"/>
                </a:lnTo>
                <a:lnTo>
                  <a:pt x="7620" y="46482"/>
                </a:lnTo>
                <a:lnTo>
                  <a:pt x="8382" y="46482"/>
                </a:lnTo>
                <a:lnTo>
                  <a:pt x="9906" y="47701"/>
                </a:lnTo>
                <a:lnTo>
                  <a:pt x="9906" y="23622"/>
                </a:lnTo>
                <a:lnTo>
                  <a:pt x="10668" y="21336"/>
                </a:lnTo>
                <a:lnTo>
                  <a:pt x="10668" y="22860"/>
                </a:lnTo>
                <a:lnTo>
                  <a:pt x="12192" y="19812"/>
                </a:lnTo>
                <a:lnTo>
                  <a:pt x="12192" y="19050"/>
                </a:lnTo>
                <a:lnTo>
                  <a:pt x="14478" y="16192"/>
                </a:lnTo>
                <a:lnTo>
                  <a:pt x="14478" y="16002"/>
                </a:lnTo>
                <a:lnTo>
                  <a:pt x="15240" y="15240"/>
                </a:lnTo>
                <a:lnTo>
                  <a:pt x="15240" y="15494"/>
                </a:lnTo>
                <a:lnTo>
                  <a:pt x="19050" y="12954"/>
                </a:lnTo>
                <a:lnTo>
                  <a:pt x="19050" y="13335"/>
                </a:lnTo>
                <a:lnTo>
                  <a:pt x="22098" y="11811"/>
                </a:lnTo>
                <a:lnTo>
                  <a:pt x="22098" y="11430"/>
                </a:lnTo>
                <a:lnTo>
                  <a:pt x="26670" y="10776"/>
                </a:lnTo>
                <a:lnTo>
                  <a:pt x="32004" y="10001"/>
                </a:lnTo>
                <a:close/>
              </a:path>
              <a:path w="69850" h="58419">
                <a:moveTo>
                  <a:pt x="12192" y="49530"/>
                </a:moveTo>
                <a:lnTo>
                  <a:pt x="12192" y="36576"/>
                </a:lnTo>
                <a:lnTo>
                  <a:pt x="10668" y="32004"/>
                </a:lnTo>
                <a:lnTo>
                  <a:pt x="10668" y="33528"/>
                </a:lnTo>
                <a:lnTo>
                  <a:pt x="9906" y="28194"/>
                </a:lnTo>
                <a:lnTo>
                  <a:pt x="9906" y="47701"/>
                </a:lnTo>
                <a:lnTo>
                  <a:pt x="12192" y="49530"/>
                </a:lnTo>
                <a:close/>
              </a:path>
              <a:path w="69850" h="58419">
                <a:moveTo>
                  <a:pt x="12954" y="18288"/>
                </a:moveTo>
                <a:lnTo>
                  <a:pt x="12192" y="19050"/>
                </a:lnTo>
                <a:lnTo>
                  <a:pt x="12192" y="19812"/>
                </a:lnTo>
                <a:lnTo>
                  <a:pt x="12954" y="18288"/>
                </a:lnTo>
                <a:close/>
              </a:path>
              <a:path w="69850" h="58419">
                <a:moveTo>
                  <a:pt x="15240" y="39624"/>
                </a:moveTo>
                <a:lnTo>
                  <a:pt x="12192" y="35814"/>
                </a:lnTo>
                <a:lnTo>
                  <a:pt x="12192" y="50292"/>
                </a:lnTo>
                <a:lnTo>
                  <a:pt x="12954" y="50292"/>
                </a:lnTo>
                <a:lnTo>
                  <a:pt x="14478" y="51308"/>
                </a:lnTo>
                <a:lnTo>
                  <a:pt x="14478" y="38862"/>
                </a:lnTo>
                <a:lnTo>
                  <a:pt x="15240" y="39624"/>
                </a:lnTo>
                <a:close/>
              </a:path>
              <a:path w="69850" h="58419">
                <a:moveTo>
                  <a:pt x="15240" y="15240"/>
                </a:moveTo>
                <a:lnTo>
                  <a:pt x="14478" y="16002"/>
                </a:lnTo>
                <a:lnTo>
                  <a:pt x="14804" y="15784"/>
                </a:lnTo>
                <a:lnTo>
                  <a:pt x="15240" y="15240"/>
                </a:lnTo>
                <a:close/>
              </a:path>
              <a:path w="69850" h="58419">
                <a:moveTo>
                  <a:pt x="14804" y="15784"/>
                </a:moveTo>
                <a:lnTo>
                  <a:pt x="14478" y="16002"/>
                </a:lnTo>
                <a:lnTo>
                  <a:pt x="14478" y="16192"/>
                </a:lnTo>
                <a:lnTo>
                  <a:pt x="14804" y="15784"/>
                </a:lnTo>
                <a:close/>
              </a:path>
              <a:path w="69850" h="58419">
                <a:moveTo>
                  <a:pt x="18288" y="53340"/>
                </a:moveTo>
                <a:lnTo>
                  <a:pt x="18288" y="42672"/>
                </a:lnTo>
                <a:lnTo>
                  <a:pt x="14478" y="38862"/>
                </a:lnTo>
                <a:lnTo>
                  <a:pt x="14478" y="51308"/>
                </a:lnTo>
                <a:lnTo>
                  <a:pt x="17526" y="53340"/>
                </a:lnTo>
                <a:lnTo>
                  <a:pt x="18288" y="53340"/>
                </a:lnTo>
                <a:close/>
              </a:path>
              <a:path w="69850" h="58419">
                <a:moveTo>
                  <a:pt x="15240" y="15494"/>
                </a:moveTo>
                <a:lnTo>
                  <a:pt x="15240" y="15240"/>
                </a:lnTo>
                <a:lnTo>
                  <a:pt x="14804" y="15784"/>
                </a:lnTo>
                <a:lnTo>
                  <a:pt x="15240" y="15494"/>
                </a:lnTo>
                <a:close/>
              </a:path>
              <a:path w="69850" h="58419">
                <a:moveTo>
                  <a:pt x="22860" y="44958"/>
                </a:moveTo>
                <a:lnTo>
                  <a:pt x="17526" y="41910"/>
                </a:lnTo>
                <a:lnTo>
                  <a:pt x="18288" y="42672"/>
                </a:lnTo>
                <a:lnTo>
                  <a:pt x="18288" y="53340"/>
                </a:lnTo>
                <a:lnTo>
                  <a:pt x="22098" y="54972"/>
                </a:lnTo>
                <a:lnTo>
                  <a:pt x="22098" y="44958"/>
                </a:lnTo>
                <a:lnTo>
                  <a:pt x="22860" y="44958"/>
                </a:lnTo>
                <a:close/>
              </a:path>
              <a:path w="69850" h="58419">
                <a:moveTo>
                  <a:pt x="19050" y="13335"/>
                </a:moveTo>
                <a:lnTo>
                  <a:pt x="19050" y="12954"/>
                </a:lnTo>
                <a:lnTo>
                  <a:pt x="18288" y="13716"/>
                </a:lnTo>
                <a:lnTo>
                  <a:pt x="19050" y="13335"/>
                </a:lnTo>
                <a:close/>
              </a:path>
              <a:path w="69850" h="58419">
                <a:moveTo>
                  <a:pt x="22860" y="11430"/>
                </a:moveTo>
                <a:lnTo>
                  <a:pt x="22098" y="11430"/>
                </a:lnTo>
                <a:lnTo>
                  <a:pt x="22098" y="11811"/>
                </a:lnTo>
                <a:lnTo>
                  <a:pt x="22860" y="11430"/>
                </a:lnTo>
                <a:close/>
              </a:path>
              <a:path w="69850" h="58419">
                <a:moveTo>
                  <a:pt x="27432" y="56388"/>
                </a:moveTo>
                <a:lnTo>
                  <a:pt x="27432" y="47244"/>
                </a:lnTo>
                <a:lnTo>
                  <a:pt x="22098" y="44958"/>
                </a:lnTo>
                <a:lnTo>
                  <a:pt x="22098" y="54972"/>
                </a:lnTo>
                <a:lnTo>
                  <a:pt x="23622" y="55626"/>
                </a:lnTo>
                <a:lnTo>
                  <a:pt x="24384" y="55626"/>
                </a:lnTo>
                <a:lnTo>
                  <a:pt x="27432" y="56388"/>
                </a:lnTo>
                <a:close/>
              </a:path>
              <a:path w="69850" h="58419">
                <a:moveTo>
                  <a:pt x="27432" y="10668"/>
                </a:moveTo>
                <a:lnTo>
                  <a:pt x="26670" y="10668"/>
                </a:lnTo>
                <a:lnTo>
                  <a:pt x="27432" y="10668"/>
                </a:lnTo>
                <a:close/>
              </a:path>
              <a:path w="69850" h="58419">
                <a:moveTo>
                  <a:pt x="32766" y="48006"/>
                </a:moveTo>
                <a:lnTo>
                  <a:pt x="26670" y="46482"/>
                </a:lnTo>
                <a:lnTo>
                  <a:pt x="27432" y="47244"/>
                </a:lnTo>
                <a:lnTo>
                  <a:pt x="27432" y="56388"/>
                </a:lnTo>
                <a:lnTo>
                  <a:pt x="30480" y="57150"/>
                </a:lnTo>
                <a:lnTo>
                  <a:pt x="32004" y="57245"/>
                </a:lnTo>
                <a:lnTo>
                  <a:pt x="32004" y="48006"/>
                </a:lnTo>
                <a:lnTo>
                  <a:pt x="32766" y="48006"/>
                </a:lnTo>
                <a:close/>
              </a:path>
              <a:path w="69850" h="58419">
                <a:moveTo>
                  <a:pt x="57912" y="22860"/>
                </a:moveTo>
                <a:lnTo>
                  <a:pt x="57150" y="21336"/>
                </a:lnTo>
                <a:lnTo>
                  <a:pt x="57150" y="7620"/>
                </a:lnTo>
                <a:lnTo>
                  <a:pt x="51816" y="5334"/>
                </a:lnTo>
                <a:lnTo>
                  <a:pt x="51816" y="4572"/>
                </a:lnTo>
                <a:lnTo>
                  <a:pt x="45720" y="2286"/>
                </a:lnTo>
                <a:lnTo>
                  <a:pt x="44958" y="2286"/>
                </a:lnTo>
                <a:lnTo>
                  <a:pt x="39624" y="762"/>
                </a:lnTo>
                <a:lnTo>
                  <a:pt x="32766" y="762"/>
                </a:lnTo>
                <a:lnTo>
                  <a:pt x="32004" y="0"/>
                </a:lnTo>
                <a:lnTo>
                  <a:pt x="32004" y="9906"/>
                </a:lnTo>
                <a:lnTo>
                  <a:pt x="37338" y="10572"/>
                </a:lnTo>
                <a:lnTo>
                  <a:pt x="37338" y="9906"/>
                </a:lnTo>
                <a:lnTo>
                  <a:pt x="43434" y="11430"/>
                </a:lnTo>
                <a:lnTo>
                  <a:pt x="43434" y="11756"/>
                </a:lnTo>
                <a:lnTo>
                  <a:pt x="47244" y="13389"/>
                </a:lnTo>
                <a:lnTo>
                  <a:pt x="47244" y="12954"/>
                </a:lnTo>
                <a:lnTo>
                  <a:pt x="51054" y="15494"/>
                </a:lnTo>
                <a:lnTo>
                  <a:pt x="51054" y="15240"/>
                </a:lnTo>
                <a:lnTo>
                  <a:pt x="54864" y="19050"/>
                </a:lnTo>
                <a:lnTo>
                  <a:pt x="54864" y="18287"/>
                </a:lnTo>
                <a:lnTo>
                  <a:pt x="57912" y="22860"/>
                </a:lnTo>
                <a:close/>
              </a:path>
              <a:path w="69850" h="58419">
                <a:moveTo>
                  <a:pt x="32385" y="9953"/>
                </a:moveTo>
                <a:lnTo>
                  <a:pt x="32004" y="9906"/>
                </a:lnTo>
                <a:lnTo>
                  <a:pt x="32385" y="9953"/>
                </a:lnTo>
                <a:close/>
              </a:path>
              <a:path w="69850" h="58419">
                <a:moveTo>
                  <a:pt x="42672" y="57258"/>
                </a:moveTo>
                <a:lnTo>
                  <a:pt x="42672" y="48006"/>
                </a:lnTo>
                <a:lnTo>
                  <a:pt x="32004" y="48006"/>
                </a:lnTo>
                <a:lnTo>
                  <a:pt x="32004" y="57245"/>
                </a:lnTo>
                <a:lnTo>
                  <a:pt x="37338" y="57912"/>
                </a:lnTo>
                <a:lnTo>
                  <a:pt x="38862" y="57803"/>
                </a:lnTo>
                <a:lnTo>
                  <a:pt x="42672" y="57258"/>
                </a:lnTo>
                <a:close/>
              </a:path>
              <a:path w="69850" h="58419">
                <a:moveTo>
                  <a:pt x="32766" y="10001"/>
                </a:moveTo>
                <a:lnTo>
                  <a:pt x="32385" y="9953"/>
                </a:lnTo>
                <a:lnTo>
                  <a:pt x="32766" y="10001"/>
                </a:lnTo>
                <a:close/>
              </a:path>
              <a:path w="69850" h="58419">
                <a:moveTo>
                  <a:pt x="38100" y="10668"/>
                </a:moveTo>
                <a:lnTo>
                  <a:pt x="37338" y="9906"/>
                </a:lnTo>
                <a:lnTo>
                  <a:pt x="37338" y="10572"/>
                </a:lnTo>
                <a:lnTo>
                  <a:pt x="38100" y="10668"/>
                </a:lnTo>
                <a:close/>
              </a:path>
              <a:path w="69850" h="58419">
                <a:moveTo>
                  <a:pt x="47244" y="56496"/>
                </a:moveTo>
                <a:lnTo>
                  <a:pt x="47244" y="46482"/>
                </a:lnTo>
                <a:lnTo>
                  <a:pt x="41910" y="48006"/>
                </a:lnTo>
                <a:lnTo>
                  <a:pt x="42672" y="48006"/>
                </a:lnTo>
                <a:lnTo>
                  <a:pt x="42672" y="57258"/>
                </a:lnTo>
                <a:lnTo>
                  <a:pt x="44958" y="57150"/>
                </a:lnTo>
                <a:lnTo>
                  <a:pt x="47244" y="56496"/>
                </a:lnTo>
                <a:close/>
              </a:path>
              <a:path w="69850" h="58419">
                <a:moveTo>
                  <a:pt x="43434" y="11756"/>
                </a:moveTo>
                <a:lnTo>
                  <a:pt x="43434" y="11430"/>
                </a:lnTo>
                <a:lnTo>
                  <a:pt x="42672" y="11430"/>
                </a:lnTo>
                <a:lnTo>
                  <a:pt x="43434" y="11756"/>
                </a:lnTo>
                <a:close/>
              </a:path>
              <a:path w="69850" h="58419">
                <a:moveTo>
                  <a:pt x="51816" y="44196"/>
                </a:moveTo>
                <a:lnTo>
                  <a:pt x="46482" y="46482"/>
                </a:lnTo>
                <a:lnTo>
                  <a:pt x="47244" y="46482"/>
                </a:lnTo>
                <a:lnTo>
                  <a:pt x="47244" y="56496"/>
                </a:lnTo>
                <a:lnTo>
                  <a:pt x="50292" y="55626"/>
                </a:lnTo>
                <a:lnTo>
                  <a:pt x="51054" y="55626"/>
                </a:lnTo>
                <a:lnTo>
                  <a:pt x="51054" y="44958"/>
                </a:lnTo>
                <a:lnTo>
                  <a:pt x="51816" y="44196"/>
                </a:lnTo>
                <a:close/>
              </a:path>
              <a:path w="69850" h="58419">
                <a:moveTo>
                  <a:pt x="48006" y="13716"/>
                </a:moveTo>
                <a:lnTo>
                  <a:pt x="47244" y="12954"/>
                </a:lnTo>
                <a:lnTo>
                  <a:pt x="47244" y="13389"/>
                </a:lnTo>
                <a:lnTo>
                  <a:pt x="48006" y="13716"/>
                </a:lnTo>
                <a:close/>
              </a:path>
              <a:path w="69850" h="58419">
                <a:moveTo>
                  <a:pt x="51816" y="16002"/>
                </a:moveTo>
                <a:lnTo>
                  <a:pt x="51054" y="15240"/>
                </a:lnTo>
                <a:lnTo>
                  <a:pt x="51054" y="15494"/>
                </a:lnTo>
                <a:lnTo>
                  <a:pt x="51816" y="16002"/>
                </a:lnTo>
                <a:close/>
              </a:path>
              <a:path w="69850" h="58419">
                <a:moveTo>
                  <a:pt x="54864" y="41910"/>
                </a:moveTo>
                <a:lnTo>
                  <a:pt x="51054" y="44958"/>
                </a:lnTo>
                <a:lnTo>
                  <a:pt x="51054" y="55626"/>
                </a:lnTo>
                <a:lnTo>
                  <a:pt x="54102" y="54102"/>
                </a:lnTo>
                <a:lnTo>
                  <a:pt x="54102" y="42672"/>
                </a:lnTo>
                <a:lnTo>
                  <a:pt x="54864" y="41910"/>
                </a:lnTo>
                <a:close/>
              </a:path>
              <a:path w="69850" h="58419">
                <a:moveTo>
                  <a:pt x="57912" y="51358"/>
                </a:moveTo>
                <a:lnTo>
                  <a:pt x="57912" y="38862"/>
                </a:lnTo>
                <a:lnTo>
                  <a:pt x="54102" y="42672"/>
                </a:lnTo>
                <a:lnTo>
                  <a:pt x="54102" y="54102"/>
                </a:lnTo>
                <a:lnTo>
                  <a:pt x="55626" y="53340"/>
                </a:lnTo>
                <a:lnTo>
                  <a:pt x="56388" y="52578"/>
                </a:lnTo>
                <a:lnTo>
                  <a:pt x="57912" y="51358"/>
                </a:lnTo>
                <a:close/>
              </a:path>
              <a:path w="69850" h="58419">
                <a:moveTo>
                  <a:pt x="69748" y="36537"/>
                </a:moveTo>
                <a:lnTo>
                  <a:pt x="69430" y="31762"/>
                </a:lnTo>
                <a:lnTo>
                  <a:pt x="69342" y="25146"/>
                </a:lnTo>
                <a:lnTo>
                  <a:pt x="68580" y="22860"/>
                </a:lnTo>
                <a:lnTo>
                  <a:pt x="68580" y="22098"/>
                </a:lnTo>
                <a:lnTo>
                  <a:pt x="67818" y="22098"/>
                </a:lnTo>
                <a:lnTo>
                  <a:pt x="65532" y="17526"/>
                </a:lnTo>
                <a:lnTo>
                  <a:pt x="65532" y="16764"/>
                </a:lnTo>
                <a:lnTo>
                  <a:pt x="62484" y="12954"/>
                </a:lnTo>
                <a:lnTo>
                  <a:pt x="57912" y="8382"/>
                </a:lnTo>
                <a:lnTo>
                  <a:pt x="57150" y="8382"/>
                </a:lnTo>
                <a:lnTo>
                  <a:pt x="57150" y="21336"/>
                </a:lnTo>
                <a:lnTo>
                  <a:pt x="59436" y="25908"/>
                </a:lnTo>
                <a:lnTo>
                  <a:pt x="59436" y="25146"/>
                </a:lnTo>
                <a:lnTo>
                  <a:pt x="60198" y="27432"/>
                </a:lnTo>
                <a:lnTo>
                  <a:pt x="60198" y="33340"/>
                </a:lnTo>
                <a:lnTo>
                  <a:pt x="60934" y="32346"/>
                </a:lnTo>
                <a:lnTo>
                  <a:pt x="60934" y="49530"/>
                </a:lnTo>
                <a:lnTo>
                  <a:pt x="60960" y="48768"/>
                </a:lnTo>
                <a:lnTo>
                  <a:pt x="64770" y="45720"/>
                </a:lnTo>
                <a:lnTo>
                  <a:pt x="64770" y="44958"/>
                </a:lnTo>
                <a:lnTo>
                  <a:pt x="66294" y="42672"/>
                </a:lnTo>
                <a:lnTo>
                  <a:pt x="69748" y="36537"/>
                </a:lnTo>
                <a:close/>
              </a:path>
              <a:path w="69850" h="58419">
                <a:moveTo>
                  <a:pt x="60934" y="49530"/>
                </a:moveTo>
                <a:lnTo>
                  <a:pt x="60934" y="32346"/>
                </a:lnTo>
                <a:lnTo>
                  <a:pt x="57912" y="38100"/>
                </a:lnTo>
                <a:lnTo>
                  <a:pt x="57150" y="39624"/>
                </a:lnTo>
                <a:lnTo>
                  <a:pt x="57912" y="38862"/>
                </a:lnTo>
                <a:lnTo>
                  <a:pt x="57912" y="51358"/>
                </a:lnTo>
                <a:lnTo>
                  <a:pt x="60096" y="49611"/>
                </a:lnTo>
                <a:lnTo>
                  <a:pt x="60934" y="49530"/>
                </a:lnTo>
                <a:close/>
              </a:path>
              <a:path w="69850" h="58419">
                <a:moveTo>
                  <a:pt x="60198" y="33340"/>
                </a:moveTo>
                <a:lnTo>
                  <a:pt x="60198" y="27432"/>
                </a:lnTo>
                <a:lnTo>
                  <a:pt x="60096" y="33477"/>
                </a:lnTo>
                <a:lnTo>
                  <a:pt x="60198" y="3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7" name="object 44">
            <a:extLst>
              <a:ext uri="{FF2B5EF4-FFF2-40B4-BE49-F238E27FC236}">
                <a16:creationId xmlns:a16="http://schemas.microsoft.com/office/drawing/2014/main" id="{B2E2AC90-2BE6-4EE0-9F39-1F0D694E3ABC}"/>
              </a:ext>
            </a:extLst>
          </p:cNvPr>
          <p:cNvSpPr/>
          <p:nvPr/>
        </p:nvSpPr>
        <p:spPr>
          <a:xfrm>
            <a:off x="6990719" y="2521880"/>
            <a:ext cx="74407" cy="6723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9" name="object 45">
            <a:extLst>
              <a:ext uri="{FF2B5EF4-FFF2-40B4-BE49-F238E27FC236}">
                <a16:creationId xmlns:a16="http://schemas.microsoft.com/office/drawing/2014/main" id="{F37E24E7-619E-4E53-913C-54BC47E4A2CF}"/>
              </a:ext>
            </a:extLst>
          </p:cNvPr>
          <p:cNvSpPr/>
          <p:nvPr/>
        </p:nvSpPr>
        <p:spPr>
          <a:xfrm>
            <a:off x="6828457" y="4216210"/>
            <a:ext cx="74705" cy="79935"/>
          </a:xfrm>
          <a:custGeom>
            <a:avLst/>
            <a:gdLst/>
            <a:ahLst/>
            <a:cxnLst/>
            <a:rect l="l" t="t" r="r" b="b"/>
            <a:pathLst>
              <a:path w="63500" h="67945">
                <a:moveTo>
                  <a:pt x="18573" y="14287"/>
                </a:moveTo>
                <a:lnTo>
                  <a:pt x="18287" y="14478"/>
                </a:lnTo>
                <a:lnTo>
                  <a:pt x="18287" y="3810"/>
                </a:lnTo>
                <a:lnTo>
                  <a:pt x="17525" y="3810"/>
                </a:lnTo>
                <a:lnTo>
                  <a:pt x="12953" y="6858"/>
                </a:lnTo>
                <a:lnTo>
                  <a:pt x="7619" y="12192"/>
                </a:lnTo>
                <a:lnTo>
                  <a:pt x="4571" y="16764"/>
                </a:lnTo>
                <a:lnTo>
                  <a:pt x="4571" y="17526"/>
                </a:lnTo>
                <a:lnTo>
                  <a:pt x="2285" y="22098"/>
                </a:lnTo>
                <a:lnTo>
                  <a:pt x="2285" y="22860"/>
                </a:lnTo>
                <a:lnTo>
                  <a:pt x="1523" y="22860"/>
                </a:lnTo>
                <a:lnTo>
                  <a:pt x="0" y="28956"/>
                </a:lnTo>
                <a:lnTo>
                  <a:pt x="0" y="36576"/>
                </a:lnTo>
                <a:lnTo>
                  <a:pt x="761" y="42672"/>
                </a:lnTo>
                <a:lnTo>
                  <a:pt x="761" y="43434"/>
                </a:lnTo>
                <a:lnTo>
                  <a:pt x="3047" y="48768"/>
                </a:lnTo>
                <a:lnTo>
                  <a:pt x="3047" y="49530"/>
                </a:lnTo>
                <a:lnTo>
                  <a:pt x="5333" y="54102"/>
                </a:lnTo>
                <a:lnTo>
                  <a:pt x="6095" y="54102"/>
                </a:lnTo>
                <a:lnTo>
                  <a:pt x="6095" y="54864"/>
                </a:lnTo>
                <a:lnTo>
                  <a:pt x="9143" y="57912"/>
                </a:lnTo>
                <a:lnTo>
                  <a:pt x="9143" y="35052"/>
                </a:lnTo>
                <a:lnTo>
                  <a:pt x="9239" y="35814"/>
                </a:lnTo>
                <a:lnTo>
                  <a:pt x="9905" y="30480"/>
                </a:lnTo>
                <a:lnTo>
                  <a:pt x="9905" y="31242"/>
                </a:lnTo>
                <a:lnTo>
                  <a:pt x="10667" y="25146"/>
                </a:lnTo>
                <a:lnTo>
                  <a:pt x="10667" y="26670"/>
                </a:lnTo>
                <a:lnTo>
                  <a:pt x="12953" y="21336"/>
                </a:lnTo>
                <a:lnTo>
                  <a:pt x="12953" y="22098"/>
                </a:lnTo>
                <a:lnTo>
                  <a:pt x="15239" y="18669"/>
                </a:lnTo>
                <a:lnTo>
                  <a:pt x="15239" y="18288"/>
                </a:lnTo>
                <a:lnTo>
                  <a:pt x="18573" y="14287"/>
                </a:lnTo>
                <a:close/>
              </a:path>
              <a:path w="63500" h="67945">
                <a:moveTo>
                  <a:pt x="9239" y="35814"/>
                </a:moveTo>
                <a:lnTo>
                  <a:pt x="9143" y="35052"/>
                </a:lnTo>
                <a:lnTo>
                  <a:pt x="9143" y="36576"/>
                </a:lnTo>
                <a:lnTo>
                  <a:pt x="9239" y="35814"/>
                </a:lnTo>
                <a:close/>
              </a:path>
              <a:path w="63500" h="67945">
                <a:moveTo>
                  <a:pt x="9905" y="58674"/>
                </a:moveTo>
                <a:lnTo>
                  <a:pt x="9905" y="41148"/>
                </a:lnTo>
                <a:lnTo>
                  <a:pt x="9239" y="35814"/>
                </a:lnTo>
                <a:lnTo>
                  <a:pt x="9143" y="36576"/>
                </a:lnTo>
                <a:lnTo>
                  <a:pt x="9143" y="57912"/>
                </a:lnTo>
                <a:lnTo>
                  <a:pt x="9905" y="58674"/>
                </a:lnTo>
                <a:close/>
              </a:path>
              <a:path w="63500" h="67945">
                <a:moveTo>
                  <a:pt x="16763" y="52577"/>
                </a:moveTo>
                <a:lnTo>
                  <a:pt x="13715" y="48768"/>
                </a:lnTo>
                <a:lnTo>
                  <a:pt x="13715" y="49530"/>
                </a:lnTo>
                <a:lnTo>
                  <a:pt x="11429" y="44958"/>
                </a:lnTo>
                <a:lnTo>
                  <a:pt x="11429" y="45720"/>
                </a:lnTo>
                <a:lnTo>
                  <a:pt x="9905" y="40386"/>
                </a:lnTo>
                <a:lnTo>
                  <a:pt x="9905" y="59436"/>
                </a:lnTo>
                <a:lnTo>
                  <a:pt x="14477" y="63246"/>
                </a:lnTo>
                <a:lnTo>
                  <a:pt x="15239" y="63246"/>
                </a:lnTo>
                <a:lnTo>
                  <a:pt x="16001" y="63681"/>
                </a:lnTo>
                <a:lnTo>
                  <a:pt x="16001" y="52577"/>
                </a:lnTo>
                <a:lnTo>
                  <a:pt x="16763" y="52577"/>
                </a:lnTo>
                <a:close/>
              </a:path>
              <a:path w="63500" h="67945">
                <a:moveTo>
                  <a:pt x="16001" y="17526"/>
                </a:moveTo>
                <a:lnTo>
                  <a:pt x="15239" y="18288"/>
                </a:lnTo>
                <a:lnTo>
                  <a:pt x="15239" y="18669"/>
                </a:lnTo>
                <a:lnTo>
                  <a:pt x="16001" y="17526"/>
                </a:lnTo>
                <a:close/>
              </a:path>
              <a:path w="63500" h="67945">
                <a:moveTo>
                  <a:pt x="20573" y="66294"/>
                </a:moveTo>
                <a:lnTo>
                  <a:pt x="20573" y="55626"/>
                </a:lnTo>
                <a:lnTo>
                  <a:pt x="16001" y="52577"/>
                </a:lnTo>
                <a:lnTo>
                  <a:pt x="16001" y="63681"/>
                </a:lnTo>
                <a:lnTo>
                  <a:pt x="20573" y="66294"/>
                </a:lnTo>
                <a:close/>
              </a:path>
              <a:path w="63500" h="67945">
                <a:moveTo>
                  <a:pt x="53339" y="27432"/>
                </a:moveTo>
                <a:lnTo>
                  <a:pt x="53339" y="8381"/>
                </a:lnTo>
                <a:lnTo>
                  <a:pt x="48767" y="5333"/>
                </a:lnTo>
                <a:lnTo>
                  <a:pt x="48767" y="4571"/>
                </a:lnTo>
                <a:lnTo>
                  <a:pt x="48005" y="4571"/>
                </a:lnTo>
                <a:lnTo>
                  <a:pt x="43433" y="2285"/>
                </a:lnTo>
                <a:lnTo>
                  <a:pt x="42671" y="1523"/>
                </a:lnTo>
                <a:lnTo>
                  <a:pt x="36575" y="0"/>
                </a:lnTo>
                <a:lnTo>
                  <a:pt x="29717" y="0"/>
                </a:lnTo>
                <a:lnTo>
                  <a:pt x="24383" y="762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8287" y="14478"/>
                </a:lnTo>
                <a:lnTo>
                  <a:pt x="19049" y="13716"/>
                </a:lnTo>
                <a:lnTo>
                  <a:pt x="19049" y="13970"/>
                </a:lnTo>
                <a:lnTo>
                  <a:pt x="22859" y="11430"/>
                </a:lnTo>
                <a:lnTo>
                  <a:pt x="22859" y="11811"/>
                </a:lnTo>
                <a:lnTo>
                  <a:pt x="26669" y="9906"/>
                </a:lnTo>
                <a:lnTo>
                  <a:pt x="26669" y="10450"/>
                </a:lnTo>
                <a:lnTo>
                  <a:pt x="30479" y="9361"/>
                </a:lnTo>
                <a:lnTo>
                  <a:pt x="30479" y="9144"/>
                </a:lnTo>
                <a:lnTo>
                  <a:pt x="33527" y="9144"/>
                </a:lnTo>
                <a:lnTo>
                  <a:pt x="35813" y="9906"/>
                </a:lnTo>
                <a:lnTo>
                  <a:pt x="37337" y="9906"/>
                </a:lnTo>
                <a:lnTo>
                  <a:pt x="39623" y="10668"/>
                </a:lnTo>
                <a:lnTo>
                  <a:pt x="39623" y="10994"/>
                </a:lnTo>
                <a:lnTo>
                  <a:pt x="42671" y="12300"/>
                </a:lnTo>
                <a:lnTo>
                  <a:pt x="44195" y="12954"/>
                </a:lnTo>
                <a:lnTo>
                  <a:pt x="44195" y="13462"/>
                </a:lnTo>
                <a:lnTo>
                  <a:pt x="46481" y="15367"/>
                </a:lnTo>
                <a:lnTo>
                  <a:pt x="46481" y="15240"/>
                </a:lnTo>
                <a:lnTo>
                  <a:pt x="50291" y="19050"/>
                </a:lnTo>
                <a:lnTo>
                  <a:pt x="50291" y="20066"/>
                </a:lnTo>
                <a:lnTo>
                  <a:pt x="51815" y="23622"/>
                </a:lnTo>
                <a:lnTo>
                  <a:pt x="51815" y="22098"/>
                </a:lnTo>
                <a:lnTo>
                  <a:pt x="53339" y="27432"/>
                </a:lnTo>
                <a:close/>
              </a:path>
              <a:path w="63500" h="67945">
                <a:moveTo>
                  <a:pt x="19049" y="13716"/>
                </a:moveTo>
                <a:lnTo>
                  <a:pt x="18287" y="14478"/>
                </a:lnTo>
                <a:lnTo>
                  <a:pt x="18573" y="14287"/>
                </a:lnTo>
                <a:lnTo>
                  <a:pt x="19049" y="13716"/>
                </a:lnTo>
                <a:close/>
              </a:path>
              <a:path w="63500" h="67945">
                <a:moveTo>
                  <a:pt x="19049" y="13970"/>
                </a:moveTo>
                <a:lnTo>
                  <a:pt x="19049" y="13716"/>
                </a:lnTo>
                <a:lnTo>
                  <a:pt x="18573" y="14287"/>
                </a:lnTo>
                <a:lnTo>
                  <a:pt x="19049" y="13970"/>
                </a:lnTo>
                <a:close/>
              </a:path>
              <a:path w="63500" h="67945">
                <a:moveTo>
                  <a:pt x="37337" y="67273"/>
                </a:moveTo>
                <a:lnTo>
                  <a:pt x="37337" y="57912"/>
                </a:lnTo>
                <a:lnTo>
                  <a:pt x="32003" y="58674"/>
                </a:lnTo>
                <a:lnTo>
                  <a:pt x="28193" y="58674"/>
                </a:lnTo>
                <a:lnTo>
                  <a:pt x="23621" y="57150"/>
                </a:lnTo>
                <a:lnTo>
                  <a:pt x="19811" y="54864"/>
                </a:lnTo>
                <a:lnTo>
                  <a:pt x="20573" y="55626"/>
                </a:lnTo>
                <a:lnTo>
                  <a:pt x="20573" y="66294"/>
                </a:lnTo>
                <a:lnTo>
                  <a:pt x="26669" y="67818"/>
                </a:lnTo>
                <a:lnTo>
                  <a:pt x="33527" y="67818"/>
                </a:lnTo>
                <a:lnTo>
                  <a:pt x="37337" y="67273"/>
                </a:lnTo>
                <a:close/>
              </a:path>
              <a:path w="63500" h="67945">
                <a:moveTo>
                  <a:pt x="22859" y="11811"/>
                </a:moveTo>
                <a:lnTo>
                  <a:pt x="22859" y="11430"/>
                </a:lnTo>
                <a:lnTo>
                  <a:pt x="22097" y="12192"/>
                </a:lnTo>
                <a:lnTo>
                  <a:pt x="22859" y="11811"/>
                </a:lnTo>
                <a:close/>
              </a:path>
              <a:path w="63500" h="67945">
                <a:moveTo>
                  <a:pt x="26669" y="10450"/>
                </a:moveTo>
                <a:lnTo>
                  <a:pt x="26669" y="9906"/>
                </a:lnTo>
                <a:lnTo>
                  <a:pt x="25907" y="10668"/>
                </a:lnTo>
                <a:lnTo>
                  <a:pt x="26669" y="10450"/>
                </a:lnTo>
                <a:close/>
              </a:path>
              <a:path w="63500" h="67945">
                <a:moveTo>
                  <a:pt x="31241" y="9144"/>
                </a:moveTo>
                <a:lnTo>
                  <a:pt x="30479" y="9144"/>
                </a:lnTo>
                <a:lnTo>
                  <a:pt x="30479" y="9361"/>
                </a:lnTo>
                <a:lnTo>
                  <a:pt x="31241" y="9144"/>
                </a:lnTo>
                <a:close/>
              </a:path>
              <a:path w="63500" h="67945">
                <a:moveTo>
                  <a:pt x="41147" y="55626"/>
                </a:moveTo>
                <a:lnTo>
                  <a:pt x="36575" y="57912"/>
                </a:lnTo>
                <a:lnTo>
                  <a:pt x="37337" y="57912"/>
                </a:lnTo>
                <a:lnTo>
                  <a:pt x="37337" y="67273"/>
                </a:lnTo>
                <a:lnTo>
                  <a:pt x="38861" y="67056"/>
                </a:lnTo>
                <a:lnTo>
                  <a:pt x="40385" y="67056"/>
                </a:lnTo>
                <a:lnTo>
                  <a:pt x="40385" y="56388"/>
                </a:lnTo>
                <a:lnTo>
                  <a:pt x="41147" y="55626"/>
                </a:lnTo>
                <a:close/>
              </a:path>
              <a:path w="63500" h="67945">
                <a:moveTo>
                  <a:pt x="39623" y="10994"/>
                </a:moveTo>
                <a:lnTo>
                  <a:pt x="39623" y="10668"/>
                </a:lnTo>
                <a:lnTo>
                  <a:pt x="38861" y="10668"/>
                </a:lnTo>
                <a:lnTo>
                  <a:pt x="39623" y="10994"/>
                </a:lnTo>
                <a:close/>
              </a:path>
              <a:path w="63500" h="67945">
                <a:moveTo>
                  <a:pt x="44957" y="53340"/>
                </a:moveTo>
                <a:lnTo>
                  <a:pt x="40385" y="56388"/>
                </a:lnTo>
                <a:lnTo>
                  <a:pt x="40385" y="67056"/>
                </a:lnTo>
                <a:lnTo>
                  <a:pt x="44195" y="65151"/>
                </a:lnTo>
                <a:lnTo>
                  <a:pt x="44195" y="54102"/>
                </a:lnTo>
                <a:lnTo>
                  <a:pt x="44957" y="53340"/>
                </a:lnTo>
                <a:close/>
              </a:path>
              <a:path w="63500" h="67945">
                <a:moveTo>
                  <a:pt x="44195" y="12954"/>
                </a:moveTo>
                <a:lnTo>
                  <a:pt x="42671" y="12192"/>
                </a:lnTo>
                <a:lnTo>
                  <a:pt x="42940" y="12416"/>
                </a:lnTo>
                <a:lnTo>
                  <a:pt x="44195" y="12954"/>
                </a:lnTo>
                <a:close/>
              </a:path>
              <a:path w="63500" h="67945">
                <a:moveTo>
                  <a:pt x="42940" y="12416"/>
                </a:moveTo>
                <a:lnTo>
                  <a:pt x="42671" y="12192"/>
                </a:lnTo>
                <a:lnTo>
                  <a:pt x="42940" y="12416"/>
                </a:lnTo>
                <a:close/>
              </a:path>
              <a:path w="63500" h="67945">
                <a:moveTo>
                  <a:pt x="44195" y="13462"/>
                </a:moveTo>
                <a:lnTo>
                  <a:pt x="44195" y="12954"/>
                </a:lnTo>
                <a:lnTo>
                  <a:pt x="42940" y="12416"/>
                </a:lnTo>
                <a:lnTo>
                  <a:pt x="44195" y="13462"/>
                </a:lnTo>
                <a:close/>
              </a:path>
              <a:path w="63500" h="67945">
                <a:moveTo>
                  <a:pt x="48005" y="62484"/>
                </a:moveTo>
                <a:lnTo>
                  <a:pt x="48005" y="50292"/>
                </a:lnTo>
                <a:lnTo>
                  <a:pt x="44195" y="54102"/>
                </a:lnTo>
                <a:lnTo>
                  <a:pt x="44195" y="65151"/>
                </a:lnTo>
                <a:lnTo>
                  <a:pt x="44957" y="64770"/>
                </a:lnTo>
                <a:lnTo>
                  <a:pt x="45719" y="64769"/>
                </a:lnTo>
                <a:lnTo>
                  <a:pt x="45719" y="64008"/>
                </a:lnTo>
                <a:lnTo>
                  <a:pt x="48005" y="62484"/>
                </a:lnTo>
                <a:close/>
              </a:path>
              <a:path w="63500" h="67945">
                <a:moveTo>
                  <a:pt x="47243" y="16001"/>
                </a:moveTo>
                <a:lnTo>
                  <a:pt x="46481" y="15240"/>
                </a:lnTo>
                <a:lnTo>
                  <a:pt x="46481" y="15367"/>
                </a:lnTo>
                <a:lnTo>
                  <a:pt x="47243" y="16001"/>
                </a:lnTo>
                <a:close/>
              </a:path>
              <a:path w="63500" h="67945">
                <a:moveTo>
                  <a:pt x="51053" y="60960"/>
                </a:moveTo>
                <a:lnTo>
                  <a:pt x="51053" y="46482"/>
                </a:lnTo>
                <a:lnTo>
                  <a:pt x="47243" y="51054"/>
                </a:lnTo>
                <a:lnTo>
                  <a:pt x="48005" y="50292"/>
                </a:lnTo>
                <a:lnTo>
                  <a:pt x="48005" y="62484"/>
                </a:lnTo>
                <a:lnTo>
                  <a:pt x="50291" y="60960"/>
                </a:lnTo>
                <a:lnTo>
                  <a:pt x="51053" y="60960"/>
                </a:lnTo>
                <a:close/>
              </a:path>
              <a:path w="63500" h="67945">
                <a:moveTo>
                  <a:pt x="50291" y="20066"/>
                </a:moveTo>
                <a:lnTo>
                  <a:pt x="50291" y="19050"/>
                </a:lnTo>
                <a:lnTo>
                  <a:pt x="49529" y="18288"/>
                </a:lnTo>
                <a:lnTo>
                  <a:pt x="50291" y="20066"/>
                </a:lnTo>
                <a:close/>
              </a:path>
              <a:path w="63500" h="67945">
                <a:moveTo>
                  <a:pt x="54101" y="57911"/>
                </a:moveTo>
                <a:lnTo>
                  <a:pt x="54101" y="36576"/>
                </a:lnTo>
                <a:lnTo>
                  <a:pt x="52577" y="42672"/>
                </a:lnTo>
                <a:lnTo>
                  <a:pt x="52577" y="41910"/>
                </a:lnTo>
                <a:lnTo>
                  <a:pt x="50291" y="47244"/>
                </a:lnTo>
                <a:lnTo>
                  <a:pt x="51053" y="46482"/>
                </a:lnTo>
                <a:lnTo>
                  <a:pt x="51053" y="60960"/>
                </a:lnTo>
                <a:lnTo>
                  <a:pt x="54101" y="57911"/>
                </a:lnTo>
                <a:close/>
              </a:path>
              <a:path w="63500" h="67945">
                <a:moveTo>
                  <a:pt x="63245" y="38862"/>
                </a:moveTo>
                <a:lnTo>
                  <a:pt x="63245" y="31242"/>
                </a:lnTo>
                <a:lnTo>
                  <a:pt x="62483" y="25908"/>
                </a:lnTo>
                <a:lnTo>
                  <a:pt x="62483" y="25145"/>
                </a:lnTo>
                <a:lnTo>
                  <a:pt x="60959" y="19811"/>
                </a:lnTo>
                <a:lnTo>
                  <a:pt x="60959" y="19049"/>
                </a:lnTo>
                <a:lnTo>
                  <a:pt x="60197" y="19049"/>
                </a:lnTo>
                <a:lnTo>
                  <a:pt x="60197" y="18287"/>
                </a:lnTo>
                <a:lnTo>
                  <a:pt x="57911" y="13716"/>
                </a:lnTo>
                <a:lnTo>
                  <a:pt x="57149" y="13716"/>
                </a:lnTo>
                <a:lnTo>
                  <a:pt x="57149" y="12954"/>
                </a:lnTo>
                <a:lnTo>
                  <a:pt x="54101" y="9143"/>
                </a:lnTo>
                <a:lnTo>
                  <a:pt x="53339" y="9143"/>
                </a:lnTo>
                <a:lnTo>
                  <a:pt x="53339" y="26670"/>
                </a:lnTo>
                <a:lnTo>
                  <a:pt x="54051" y="32359"/>
                </a:lnTo>
                <a:lnTo>
                  <a:pt x="54101" y="32004"/>
                </a:lnTo>
                <a:lnTo>
                  <a:pt x="54101" y="57911"/>
                </a:lnTo>
                <a:lnTo>
                  <a:pt x="54863" y="57150"/>
                </a:lnTo>
                <a:lnTo>
                  <a:pt x="54863" y="56388"/>
                </a:lnTo>
                <a:lnTo>
                  <a:pt x="55625" y="56388"/>
                </a:lnTo>
                <a:lnTo>
                  <a:pt x="58673" y="51816"/>
                </a:lnTo>
                <a:lnTo>
                  <a:pt x="58673" y="51053"/>
                </a:lnTo>
                <a:lnTo>
                  <a:pt x="61721" y="45720"/>
                </a:lnTo>
                <a:lnTo>
                  <a:pt x="61721" y="44958"/>
                </a:lnTo>
                <a:lnTo>
                  <a:pt x="63245" y="38862"/>
                </a:lnTo>
                <a:close/>
              </a:path>
              <a:path w="63500" h="67945">
                <a:moveTo>
                  <a:pt x="54101" y="36576"/>
                </a:moveTo>
                <a:lnTo>
                  <a:pt x="54101" y="32766"/>
                </a:lnTo>
                <a:lnTo>
                  <a:pt x="54051" y="32359"/>
                </a:lnTo>
                <a:lnTo>
                  <a:pt x="53339" y="37338"/>
                </a:lnTo>
                <a:lnTo>
                  <a:pt x="54101" y="36576"/>
                </a:lnTo>
                <a:close/>
              </a:path>
              <a:path w="63500" h="67945">
                <a:moveTo>
                  <a:pt x="54101" y="32766"/>
                </a:moveTo>
                <a:lnTo>
                  <a:pt x="54101" y="32004"/>
                </a:lnTo>
                <a:lnTo>
                  <a:pt x="54051" y="32359"/>
                </a:lnTo>
                <a:lnTo>
                  <a:pt x="54101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1" name="object 46">
            <a:extLst>
              <a:ext uri="{FF2B5EF4-FFF2-40B4-BE49-F238E27FC236}">
                <a16:creationId xmlns:a16="http://schemas.microsoft.com/office/drawing/2014/main" id="{4C05D0CD-CCC8-4FD8-9655-25ACC6AC4627}"/>
              </a:ext>
            </a:extLst>
          </p:cNvPr>
          <p:cNvSpPr/>
          <p:nvPr/>
        </p:nvSpPr>
        <p:spPr>
          <a:xfrm>
            <a:off x="4919871" y="2826681"/>
            <a:ext cx="83252" cy="7978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3" name="object 47">
            <a:extLst>
              <a:ext uri="{FF2B5EF4-FFF2-40B4-BE49-F238E27FC236}">
                <a16:creationId xmlns:a16="http://schemas.microsoft.com/office/drawing/2014/main" id="{7A380BCB-B596-40AB-BF78-494319E12DDE}"/>
              </a:ext>
            </a:extLst>
          </p:cNvPr>
          <p:cNvSpPr/>
          <p:nvPr/>
        </p:nvSpPr>
        <p:spPr>
          <a:xfrm>
            <a:off x="6273542" y="4852703"/>
            <a:ext cx="74407" cy="6723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5" name="object 48">
            <a:extLst>
              <a:ext uri="{FF2B5EF4-FFF2-40B4-BE49-F238E27FC236}">
                <a16:creationId xmlns:a16="http://schemas.microsoft.com/office/drawing/2014/main" id="{BC1A7BEF-5B5C-444E-BA03-AE1109A4B971}"/>
              </a:ext>
            </a:extLst>
          </p:cNvPr>
          <p:cNvSpPr/>
          <p:nvPr/>
        </p:nvSpPr>
        <p:spPr>
          <a:xfrm>
            <a:off x="5914954" y="4404468"/>
            <a:ext cx="74407" cy="6723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7" name="object 49">
            <a:extLst>
              <a:ext uri="{FF2B5EF4-FFF2-40B4-BE49-F238E27FC236}">
                <a16:creationId xmlns:a16="http://schemas.microsoft.com/office/drawing/2014/main" id="{C34C725F-4864-401C-9513-8930D231F0AA}"/>
              </a:ext>
            </a:extLst>
          </p:cNvPr>
          <p:cNvSpPr/>
          <p:nvPr/>
        </p:nvSpPr>
        <p:spPr>
          <a:xfrm>
            <a:off x="4122012" y="3059762"/>
            <a:ext cx="75304" cy="8068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9" name="object 50">
            <a:extLst>
              <a:ext uri="{FF2B5EF4-FFF2-40B4-BE49-F238E27FC236}">
                <a16:creationId xmlns:a16="http://schemas.microsoft.com/office/drawing/2014/main" id="{7D8066A2-8316-4D37-BAAA-FCA95B9A5F4D}"/>
              </a:ext>
            </a:extLst>
          </p:cNvPr>
          <p:cNvSpPr/>
          <p:nvPr/>
        </p:nvSpPr>
        <p:spPr>
          <a:xfrm>
            <a:off x="5171779" y="1935587"/>
            <a:ext cx="74407" cy="7082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1" name="object 51">
            <a:extLst>
              <a:ext uri="{FF2B5EF4-FFF2-40B4-BE49-F238E27FC236}">
                <a16:creationId xmlns:a16="http://schemas.microsoft.com/office/drawing/2014/main" id="{737AB75B-392C-44D1-AB79-FDCBB4F464E3}"/>
              </a:ext>
            </a:extLst>
          </p:cNvPr>
          <p:cNvSpPr/>
          <p:nvPr/>
        </p:nvSpPr>
        <p:spPr>
          <a:xfrm>
            <a:off x="5924813" y="3806520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60197" y="28194"/>
                </a:moveTo>
                <a:lnTo>
                  <a:pt x="60197" y="8382"/>
                </a:lnTo>
                <a:lnTo>
                  <a:pt x="59435" y="8382"/>
                </a:lnTo>
                <a:lnTo>
                  <a:pt x="54863" y="5334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3433" y="762"/>
                </a:lnTo>
                <a:lnTo>
                  <a:pt x="41909" y="666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859" y="3048"/>
                </a:lnTo>
                <a:lnTo>
                  <a:pt x="22097" y="3048"/>
                </a:lnTo>
                <a:lnTo>
                  <a:pt x="16763" y="5334"/>
                </a:lnTo>
                <a:lnTo>
                  <a:pt x="16001" y="5334"/>
                </a:lnTo>
                <a:lnTo>
                  <a:pt x="16001" y="6096"/>
                </a:lnTo>
                <a:lnTo>
                  <a:pt x="11429" y="9144"/>
                </a:lnTo>
                <a:lnTo>
                  <a:pt x="6095" y="14478"/>
                </a:lnTo>
                <a:lnTo>
                  <a:pt x="3809" y="18288"/>
                </a:lnTo>
                <a:lnTo>
                  <a:pt x="3047" y="19050"/>
                </a:lnTo>
                <a:lnTo>
                  <a:pt x="761" y="24384"/>
                </a:lnTo>
                <a:lnTo>
                  <a:pt x="761" y="25146"/>
                </a:lnTo>
                <a:lnTo>
                  <a:pt x="0" y="29718"/>
                </a:lnTo>
                <a:lnTo>
                  <a:pt x="0" y="37338"/>
                </a:lnTo>
                <a:lnTo>
                  <a:pt x="761" y="40386"/>
                </a:lnTo>
                <a:lnTo>
                  <a:pt x="2285" y="42672"/>
                </a:lnTo>
                <a:lnTo>
                  <a:pt x="2285" y="43434"/>
                </a:lnTo>
                <a:lnTo>
                  <a:pt x="5333" y="48006"/>
                </a:lnTo>
                <a:lnTo>
                  <a:pt x="5333" y="48768"/>
                </a:lnTo>
                <a:lnTo>
                  <a:pt x="9143" y="52578"/>
                </a:lnTo>
                <a:lnTo>
                  <a:pt x="9143" y="32004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4384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256"/>
                </a:lnTo>
                <a:lnTo>
                  <a:pt x="20573" y="14224"/>
                </a:lnTo>
                <a:lnTo>
                  <a:pt x="20573" y="13716"/>
                </a:lnTo>
                <a:lnTo>
                  <a:pt x="25907" y="11430"/>
                </a:lnTo>
                <a:lnTo>
                  <a:pt x="25907" y="11906"/>
                </a:lnTo>
                <a:lnTo>
                  <a:pt x="31241" y="9906"/>
                </a:lnTo>
                <a:lnTo>
                  <a:pt x="31241" y="10572"/>
                </a:lnTo>
                <a:lnTo>
                  <a:pt x="35813" y="10001"/>
                </a:lnTo>
                <a:lnTo>
                  <a:pt x="41909" y="9906"/>
                </a:lnTo>
                <a:lnTo>
                  <a:pt x="41909" y="10123"/>
                </a:lnTo>
                <a:lnTo>
                  <a:pt x="46481" y="11430"/>
                </a:lnTo>
                <a:lnTo>
                  <a:pt x="46481" y="11811"/>
                </a:lnTo>
                <a:lnTo>
                  <a:pt x="49529" y="13335"/>
                </a:lnTo>
                <a:lnTo>
                  <a:pt x="49529" y="12954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911" y="20574"/>
                </a:lnTo>
                <a:lnTo>
                  <a:pt x="58673" y="22098"/>
                </a:lnTo>
                <a:lnTo>
                  <a:pt x="59435" y="24384"/>
                </a:lnTo>
                <a:lnTo>
                  <a:pt x="59435" y="26670"/>
                </a:lnTo>
                <a:lnTo>
                  <a:pt x="60197" y="28194"/>
                </a:lnTo>
                <a:close/>
              </a:path>
              <a:path w="69850" h="60960">
                <a:moveTo>
                  <a:pt x="9905" y="52578"/>
                </a:moveTo>
                <a:lnTo>
                  <a:pt x="9905" y="35052"/>
                </a:lnTo>
                <a:lnTo>
                  <a:pt x="9143" y="32766"/>
                </a:lnTo>
                <a:lnTo>
                  <a:pt x="9143" y="52578"/>
                </a:lnTo>
                <a:lnTo>
                  <a:pt x="9905" y="52578"/>
                </a:lnTo>
                <a:close/>
              </a:path>
              <a:path w="69850" h="60960">
                <a:moveTo>
                  <a:pt x="15566" y="45175"/>
                </a:moveTo>
                <a:lnTo>
                  <a:pt x="12953" y="41910"/>
                </a:lnTo>
                <a:lnTo>
                  <a:pt x="12953" y="42672"/>
                </a:lnTo>
                <a:lnTo>
                  <a:pt x="10667" y="38862"/>
                </a:lnTo>
                <a:lnTo>
                  <a:pt x="9905" y="36576"/>
                </a:lnTo>
                <a:lnTo>
                  <a:pt x="9905" y="53340"/>
                </a:lnTo>
                <a:lnTo>
                  <a:pt x="14477" y="56388"/>
                </a:lnTo>
                <a:lnTo>
                  <a:pt x="15239" y="56388"/>
                </a:lnTo>
                <a:lnTo>
                  <a:pt x="15239" y="44958"/>
                </a:lnTo>
                <a:lnTo>
                  <a:pt x="15566" y="45175"/>
                </a:lnTo>
                <a:close/>
              </a:path>
              <a:path w="69850" h="60960">
                <a:moveTo>
                  <a:pt x="12191" y="22860"/>
                </a:moveTo>
                <a:lnTo>
                  <a:pt x="11429" y="23622"/>
                </a:lnTo>
                <a:lnTo>
                  <a:pt x="11429" y="24384"/>
                </a:lnTo>
                <a:lnTo>
                  <a:pt x="12191" y="22860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6001" y="45720"/>
                </a:moveTo>
                <a:lnTo>
                  <a:pt x="15566" y="45175"/>
                </a:lnTo>
                <a:lnTo>
                  <a:pt x="15239" y="44958"/>
                </a:lnTo>
                <a:lnTo>
                  <a:pt x="16001" y="45720"/>
                </a:lnTo>
                <a:close/>
              </a:path>
              <a:path w="69850" h="60960">
                <a:moveTo>
                  <a:pt x="16001" y="56769"/>
                </a:moveTo>
                <a:lnTo>
                  <a:pt x="16001" y="45720"/>
                </a:lnTo>
                <a:lnTo>
                  <a:pt x="15239" y="44958"/>
                </a:lnTo>
                <a:lnTo>
                  <a:pt x="15239" y="56388"/>
                </a:lnTo>
                <a:lnTo>
                  <a:pt x="16001" y="56769"/>
                </a:lnTo>
                <a:close/>
              </a:path>
              <a:path w="69850" h="60960">
                <a:moveTo>
                  <a:pt x="19811" y="48006"/>
                </a:moveTo>
                <a:lnTo>
                  <a:pt x="15566" y="45175"/>
                </a:lnTo>
                <a:lnTo>
                  <a:pt x="16001" y="45720"/>
                </a:lnTo>
                <a:lnTo>
                  <a:pt x="16001" y="56769"/>
                </a:lnTo>
                <a:lnTo>
                  <a:pt x="19049" y="58293"/>
                </a:lnTo>
                <a:lnTo>
                  <a:pt x="19049" y="48006"/>
                </a:lnTo>
                <a:lnTo>
                  <a:pt x="19811" y="48006"/>
                </a:lnTo>
                <a:close/>
              </a:path>
              <a:path w="69850" h="60960">
                <a:moveTo>
                  <a:pt x="17525" y="16256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256"/>
                </a:lnTo>
                <a:close/>
              </a:path>
              <a:path w="69850" h="60960">
                <a:moveTo>
                  <a:pt x="23621" y="59544"/>
                </a:moveTo>
                <a:lnTo>
                  <a:pt x="23621" y="50292"/>
                </a:lnTo>
                <a:lnTo>
                  <a:pt x="19049" y="48006"/>
                </a:lnTo>
                <a:lnTo>
                  <a:pt x="19049" y="58293"/>
                </a:lnTo>
                <a:lnTo>
                  <a:pt x="19811" y="58674"/>
                </a:lnTo>
                <a:lnTo>
                  <a:pt x="20573" y="58674"/>
                </a:lnTo>
                <a:lnTo>
                  <a:pt x="23621" y="59544"/>
                </a:lnTo>
                <a:close/>
              </a:path>
              <a:path w="69850" h="60960">
                <a:moveTo>
                  <a:pt x="21335" y="13716"/>
                </a:moveTo>
                <a:lnTo>
                  <a:pt x="20573" y="13716"/>
                </a:lnTo>
                <a:lnTo>
                  <a:pt x="20573" y="14224"/>
                </a:lnTo>
                <a:lnTo>
                  <a:pt x="21335" y="13716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3621" y="50292"/>
                </a:lnTo>
                <a:lnTo>
                  <a:pt x="23621" y="59544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906"/>
                </a:moveTo>
                <a:lnTo>
                  <a:pt x="25907" y="11430"/>
                </a:lnTo>
                <a:lnTo>
                  <a:pt x="25145" y="12192"/>
                </a:lnTo>
                <a:lnTo>
                  <a:pt x="25907" y="11906"/>
                </a:lnTo>
                <a:close/>
              </a:path>
              <a:path w="69850" h="60960">
                <a:moveTo>
                  <a:pt x="38861" y="60293"/>
                </a:moveTo>
                <a:lnTo>
                  <a:pt x="38861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lnTo>
                  <a:pt x="38861" y="60293"/>
                </a:lnTo>
                <a:close/>
              </a:path>
              <a:path w="69850" h="60960">
                <a:moveTo>
                  <a:pt x="31241" y="10572"/>
                </a:moveTo>
                <a:lnTo>
                  <a:pt x="31241" y="9906"/>
                </a:lnTo>
                <a:lnTo>
                  <a:pt x="30479" y="10668"/>
                </a:lnTo>
                <a:lnTo>
                  <a:pt x="31241" y="10572"/>
                </a:lnTo>
                <a:close/>
              </a:path>
              <a:path w="69850" h="60960">
                <a:moveTo>
                  <a:pt x="36575" y="9906"/>
                </a:moveTo>
                <a:lnTo>
                  <a:pt x="35813" y="9906"/>
                </a:lnTo>
                <a:lnTo>
                  <a:pt x="36575" y="9906"/>
                </a:lnTo>
                <a:close/>
              </a:path>
              <a:path w="69850" h="60960">
                <a:moveTo>
                  <a:pt x="44195" y="59245"/>
                </a:moveTo>
                <a:lnTo>
                  <a:pt x="44195" y="49530"/>
                </a:lnTo>
                <a:lnTo>
                  <a:pt x="38099" y="51054"/>
                </a:lnTo>
                <a:lnTo>
                  <a:pt x="38861" y="51054"/>
                </a:lnTo>
                <a:lnTo>
                  <a:pt x="38861" y="60293"/>
                </a:lnTo>
                <a:lnTo>
                  <a:pt x="40385" y="60198"/>
                </a:lnTo>
                <a:lnTo>
                  <a:pt x="44195" y="59245"/>
                </a:lnTo>
                <a:close/>
              </a:path>
              <a:path w="69850" h="60960">
                <a:moveTo>
                  <a:pt x="41909" y="10123"/>
                </a:moveTo>
                <a:lnTo>
                  <a:pt x="41909" y="9906"/>
                </a:lnTo>
                <a:lnTo>
                  <a:pt x="41147" y="9906"/>
                </a:lnTo>
                <a:lnTo>
                  <a:pt x="41909" y="10123"/>
                </a:lnTo>
                <a:close/>
              </a:path>
              <a:path w="69850" h="60960">
                <a:moveTo>
                  <a:pt x="48767" y="57258"/>
                </a:moveTo>
                <a:lnTo>
                  <a:pt x="48767" y="47244"/>
                </a:lnTo>
                <a:lnTo>
                  <a:pt x="43433" y="49530"/>
                </a:lnTo>
                <a:lnTo>
                  <a:pt x="44195" y="49530"/>
                </a:lnTo>
                <a:lnTo>
                  <a:pt x="44195" y="59245"/>
                </a:lnTo>
                <a:lnTo>
                  <a:pt x="46481" y="58674"/>
                </a:lnTo>
                <a:lnTo>
                  <a:pt x="47243" y="58674"/>
                </a:lnTo>
                <a:lnTo>
                  <a:pt x="47243" y="57912"/>
                </a:lnTo>
                <a:lnTo>
                  <a:pt x="48767" y="57258"/>
                </a:lnTo>
                <a:close/>
              </a:path>
              <a:path w="69850" h="60960">
                <a:moveTo>
                  <a:pt x="46481" y="11811"/>
                </a:moveTo>
                <a:lnTo>
                  <a:pt x="46481" y="11430"/>
                </a:lnTo>
                <a:lnTo>
                  <a:pt x="45719" y="11430"/>
                </a:lnTo>
                <a:lnTo>
                  <a:pt x="46481" y="11811"/>
                </a:lnTo>
                <a:close/>
              </a:path>
              <a:path w="69850" h="60960">
                <a:moveTo>
                  <a:pt x="52577" y="44196"/>
                </a:moveTo>
                <a:lnTo>
                  <a:pt x="48005" y="47244"/>
                </a:lnTo>
                <a:lnTo>
                  <a:pt x="48767" y="47244"/>
                </a:lnTo>
                <a:lnTo>
                  <a:pt x="48767" y="57258"/>
                </a:lnTo>
                <a:lnTo>
                  <a:pt x="51815" y="55952"/>
                </a:lnTo>
                <a:lnTo>
                  <a:pt x="51815" y="44958"/>
                </a:lnTo>
                <a:lnTo>
                  <a:pt x="52577" y="44196"/>
                </a:lnTo>
                <a:close/>
              </a:path>
              <a:path w="69850" h="60960">
                <a:moveTo>
                  <a:pt x="50291" y="13716"/>
                </a:moveTo>
                <a:lnTo>
                  <a:pt x="49529" y="12954"/>
                </a:lnTo>
                <a:lnTo>
                  <a:pt x="49529" y="13335"/>
                </a:lnTo>
                <a:lnTo>
                  <a:pt x="50291" y="13716"/>
                </a:lnTo>
                <a:close/>
              </a:path>
              <a:path w="69850" h="60960">
                <a:moveTo>
                  <a:pt x="55625" y="53721"/>
                </a:moveTo>
                <a:lnTo>
                  <a:pt x="55625" y="41148"/>
                </a:lnTo>
                <a:lnTo>
                  <a:pt x="51815" y="44958"/>
                </a:lnTo>
                <a:lnTo>
                  <a:pt x="51815" y="55952"/>
                </a:lnTo>
                <a:lnTo>
                  <a:pt x="52577" y="55626"/>
                </a:lnTo>
                <a:lnTo>
                  <a:pt x="53339" y="55626"/>
                </a:lnTo>
                <a:lnTo>
                  <a:pt x="55625" y="53721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910"/>
                </a:lnTo>
                <a:lnTo>
                  <a:pt x="55625" y="41148"/>
                </a:lnTo>
                <a:lnTo>
                  <a:pt x="55625" y="53721"/>
                </a:lnTo>
                <a:lnTo>
                  <a:pt x="57911" y="51816"/>
                </a:lnTo>
                <a:close/>
              </a:path>
              <a:path w="69850" h="60960">
                <a:moveTo>
                  <a:pt x="69710" y="27686"/>
                </a:moveTo>
                <a:lnTo>
                  <a:pt x="68491" y="20345"/>
                </a:lnTo>
                <a:lnTo>
                  <a:pt x="65531" y="15240"/>
                </a:lnTo>
                <a:lnTo>
                  <a:pt x="64007" y="12954"/>
                </a:lnTo>
                <a:lnTo>
                  <a:pt x="60197" y="9144"/>
                </a:lnTo>
                <a:lnTo>
                  <a:pt x="60197" y="30480"/>
                </a:lnTo>
                <a:lnTo>
                  <a:pt x="59435" y="32004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816"/>
                </a:lnTo>
                <a:lnTo>
                  <a:pt x="58673" y="51816"/>
                </a:lnTo>
                <a:lnTo>
                  <a:pt x="62483" y="48006"/>
                </a:lnTo>
                <a:lnTo>
                  <a:pt x="62483" y="47244"/>
                </a:lnTo>
                <a:lnTo>
                  <a:pt x="65531" y="42672"/>
                </a:lnTo>
                <a:lnTo>
                  <a:pt x="66293" y="42672"/>
                </a:lnTo>
                <a:lnTo>
                  <a:pt x="66293" y="41910"/>
                </a:lnTo>
                <a:lnTo>
                  <a:pt x="67817" y="37338"/>
                </a:lnTo>
                <a:lnTo>
                  <a:pt x="68579" y="36576"/>
                </a:lnTo>
                <a:lnTo>
                  <a:pt x="69341" y="33528"/>
                </a:lnTo>
                <a:lnTo>
                  <a:pt x="69710" y="2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3" name="object 52">
            <a:extLst>
              <a:ext uri="{FF2B5EF4-FFF2-40B4-BE49-F238E27FC236}">
                <a16:creationId xmlns:a16="http://schemas.microsoft.com/office/drawing/2014/main" id="{4891010D-C2E7-4A98-9B4F-BD87B793A76D}"/>
              </a:ext>
            </a:extLst>
          </p:cNvPr>
          <p:cNvSpPr/>
          <p:nvPr/>
        </p:nvSpPr>
        <p:spPr>
          <a:xfrm>
            <a:off x="3750873" y="2294176"/>
            <a:ext cx="81579" cy="812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5" name="object 53">
            <a:extLst>
              <a:ext uri="{FF2B5EF4-FFF2-40B4-BE49-F238E27FC236}">
                <a16:creationId xmlns:a16="http://schemas.microsoft.com/office/drawing/2014/main" id="{E6B62E47-614B-4AF1-88DD-9FC6BCE7E3D6}"/>
              </a:ext>
            </a:extLst>
          </p:cNvPr>
          <p:cNvSpPr/>
          <p:nvPr/>
        </p:nvSpPr>
        <p:spPr>
          <a:xfrm>
            <a:off x="5435342" y="4609761"/>
            <a:ext cx="83431" cy="7709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7" name="object 54">
            <a:extLst>
              <a:ext uri="{FF2B5EF4-FFF2-40B4-BE49-F238E27FC236}">
                <a16:creationId xmlns:a16="http://schemas.microsoft.com/office/drawing/2014/main" id="{1B540913-F879-4F06-8A8F-36776786D712}"/>
              </a:ext>
            </a:extLst>
          </p:cNvPr>
          <p:cNvSpPr/>
          <p:nvPr/>
        </p:nvSpPr>
        <p:spPr>
          <a:xfrm>
            <a:off x="7040024" y="4268203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11429" y="22860"/>
                </a:moveTo>
                <a:lnTo>
                  <a:pt x="11429" y="9144"/>
                </a:lnTo>
                <a:lnTo>
                  <a:pt x="10667" y="9144"/>
                </a:lnTo>
                <a:lnTo>
                  <a:pt x="6095" y="13716"/>
                </a:lnTo>
                <a:lnTo>
                  <a:pt x="3047" y="18288"/>
                </a:lnTo>
                <a:lnTo>
                  <a:pt x="3047" y="19050"/>
                </a:lnTo>
                <a:lnTo>
                  <a:pt x="761" y="23622"/>
                </a:lnTo>
                <a:lnTo>
                  <a:pt x="761" y="24384"/>
                </a:lnTo>
                <a:lnTo>
                  <a:pt x="0" y="29718"/>
                </a:lnTo>
                <a:lnTo>
                  <a:pt x="0" y="36576"/>
                </a:lnTo>
                <a:lnTo>
                  <a:pt x="1523" y="42672"/>
                </a:lnTo>
                <a:lnTo>
                  <a:pt x="2285" y="42672"/>
                </a:lnTo>
                <a:lnTo>
                  <a:pt x="2285" y="43434"/>
                </a:lnTo>
                <a:lnTo>
                  <a:pt x="4571" y="47244"/>
                </a:lnTo>
                <a:lnTo>
                  <a:pt x="9143" y="51816"/>
                </a:lnTo>
                <a:lnTo>
                  <a:pt x="9143" y="31242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2860"/>
                </a:lnTo>
                <a:close/>
              </a:path>
              <a:path w="69850" h="60960">
                <a:moveTo>
                  <a:pt x="12953" y="42672"/>
                </a:moveTo>
                <a:lnTo>
                  <a:pt x="10667" y="38100"/>
                </a:lnTo>
                <a:lnTo>
                  <a:pt x="10667" y="38862"/>
                </a:lnTo>
                <a:lnTo>
                  <a:pt x="9143" y="34290"/>
                </a:lnTo>
                <a:lnTo>
                  <a:pt x="9143" y="52578"/>
                </a:lnTo>
                <a:lnTo>
                  <a:pt x="9905" y="52578"/>
                </a:lnTo>
                <a:lnTo>
                  <a:pt x="12191" y="54406"/>
                </a:lnTo>
                <a:lnTo>
                  <a:pt x="12191" y="41910"/>
                </a:lnTo>
                <a:lnTo>
                  <a:pt x="12953" y="42672"/>
                </a:lnTo>
                <a:close/>
              </a:path>
              <a:path w="69850" h="60960">
                <a:moveTo>
                  <a:pt x="59435" y="24384"/>
                </a:moveTo>
                <a:lnTo>
                  <a:pt x="59435" y="7620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8005" y="1524"/>
                </a:lnTo>
                <a:lnTo>
                  <a:pt x="42671" y="762"/>
                </a:lnTo>
                <a:lnTo>
                  <a:pt x="41147" y="653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097" y="2286"/>
                </a:lnTo>
                <a:lnTo>
                  <a:pt x="16763" y="5334"/>
                </a:lnTo>
                <a:lnTo>
                  <a:pt x="16001" y="5334"/>
                </a:lnTo>
                <a:lnTo>
                  <a:pt x="11429" y="8382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129"/>
                </a:lnTo>
                <a:lnTo>
                  <a:pt x="21335" y="12954"/>
                </a:lnTo>
                <a:lnTo>
                  <a:pt x="21335" y="13389"/>
                </a:lnTo>
                <a:lnTo>
                  <a:pt x="25145" y="11756"/>
                </a:lnTo>
                <a:lnTo>
                  <a:pt x="25145" y="11430"/>
                </a:lnTo>
                <a:lnTo>
                  <a:pt x="30479" y="10096"/>
                </a:lnTo>
                <a:lnTo>
                  <a:pt x="30479" y="9906"/>
                </a:lnTo>
                <a:lnTo>
                  <a:pt x="35813" y="9239"/>
                </a:lnTo>
                <a:lnTo>
                  <a:pt x="41147" y="9906"/>
                </a:lnTo>
                <a:lnTo>
                  <a:pt x="41147" y="10123"/>
                </a:lnTo>
                <a:lnTo>
                  <a:pt x="44957" y="11212"/>
                </a:lnTo>
                <a:lnTo>
                  <a:pt x="44957" y="10668"/>
                </a:lnTo>
                <a:lnTo>
                  <a:pt x="50291" y="12954"/>
                </a:lnTo>
                <a:lnTo>
                  <a:pt x="50291" y="13462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149" y="20574"/>
                </a:lnTo>
                <a:lnTo>
                  <a:pt x="58673" y="22098"/>
                </a:lnTo>
                <a:lnTo>
                  <a:pt x="59435" y="24384"/>
                </a:lnTo>
                <a:close/>
              </a:path>
              <a:path w="69850" h="60960">
                <a:moveTo>
                  <a:pt x="16001" y="57041"/>
                </a:moveTo>
                <a:lnTo>
                  <a:pt x="16001" y="45720"/>
                </a:lnTo>
                <a:lnTo>
                  <a:pt x="12191" y="41910"/>
                </a:lnTo>
                <a:lnTo>
                  <a:pt x="12191" y="54406"/>
                </a:lnTo>
                <a:lnTo>
                  <a:pt x="13715" y="55626"/>
                </a:lnTo>
                <a:lnTo>
                  <a:pt x="14477" y="55626"/>
                </a:lnTo>
                <a:lnTo>
                  <a:pt x="14477" y="56388"/>
                </a:lnTo>
                <a:lnTo>
                  <a:pt x="16001" y="57041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9354" y="47701"/>
                </a:moveTo>
                <a:lnTo>
                  <a:pt x="15239" y="44958"/>
                </a:lnTo>
                <a:lnTo>
                  <a:pt x="16001" y="45720"/>
                </a:lnTo>
                <a:lnTo>
                  <a:pt x="16001" y="57041"/>
                </a:lnTo>
                <a:lnTo>
                  <a:pt x="18287" y="58020"/>
                </a:lnTo>
                <a:lnTo>
                  <a:pt x="18287" y="47244"/>
                </a:lnTo>
                <a:lnTo>
                  <a:pt x="19354" y="47701"/>
                </a:lnTo>
                <a:close/>
              </a:path>
              <a:path w="69850" h="60960">
                <a:moveTo>
                  <a:pt x="17525" y="16129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129"/>
                </a:lnTo>
                <a:close/>
              </a:path>
              <a:path w="69850" h="60960">
                <a:moveTo>
                  <a:pt x="19811" y="48006"/>
                </a:moveTo>
                <a:lnTo>
                  <a:pt x="19354" y="47701"/>
                </a:lnTo>
                <a:lnTo>
                  <a:pt x="18287" y="47244"/>
                </a:lnTo>
                <a:lnTo>
                  <a:pt x="19811" y="48006"/>
                </a:lnTo>
                <a:close/>
              </a:path>
              <a:path w="69850" h="60960">
                <a:moveTo>
                  <a:pt x="19811" y="58674"/>
                </a:moveTo>
                <a:lnTo>
                  <a:pt x="19811" y="48006"/>
                </a:lnTo>
                <a:lnTo>
                  <a:pt x="18287" y="47244"/>
                </a:lnTo>
                <a:lnTo>
                  <a:pt x="18287" y="58020"/>
                </a:lnTo>
                <a:lnTo>
                  <a:pt x="19811" y="58674"/>
                </a:lnTo>
                <a:close/>
              </a:path>
              <a:path w="69850" h="60960">
                <a:moveTo>
                  <a:pt x="23621" y="49530"/>
                </a:moveTo>
                <a:lnTo>
                  <a:pt x="19354" y="47701"/>
                </a:lnTo>
                <a:lnTo>
                  <a:pt x="19811" y="48006"/>
                </a:lnTo>
                <a:lnTo>
                  <a:pt x="19811" y="58674"/>
                </a:lnTo>
                <a:lnTo>
                  <a:pt x="20573" y="58674"/>
                </a:lnTo>
                <a:lnTo>
                  <a:pt x="22859" y="59327"/>
                </a:lnTo>
                <a:lnTo>
                  <a:pt x="22859" y="49530"/>
                </a:lnTo>
                <a:lnTo>
                  <a:pt x="23621" y="49530"/>
                </a:lnTo>
                <a:close/>
              </a:path>
              <a:path w="69850" h="60960">
                <a:moveTo>
                  <a:pt x="21335" y="13389"/>
                </a:moveTo>
                <a:lnTo>
                  <a:pt x="21335" y="12954"/>
                </a:lnTo>
                <a:lnTo>
                  <a:pt x="20573" y="13716"/>
                </a:lnTo>
                <a:lnTo>
                  <a:pt x="21335" y="13389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2859" y="59327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430"/>
                </a:moveTo>
                <a:lnTo>
                  <a:pt x="25145" y="11430"/>
                </a:lnTo>
                <a:lnTo>
                  <a:pt x="25145" y="11756"/>
                </a:lnTo>
                <a:lnTo>
                  <a:pt x="25907" y="11430"/>
                </a:lnTo>
                <a:close/>
              </a:path>
              <a:path w="69850" h="60960">
                <a:moveTo>
                  <a:pt x="33527" y="60960"/>
                </a:moveTo>
                <a:lnTo>
                  <a:pt x="33527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close/>
              </a:path>
              <a:path w="69850" h="60960">
                <a:moveTo>
                  <a:pt x="31241" y="9906"/>
                </a:moveTo>
                <a:lnTo>
                  <a:pt x="30479" y="9906"/>
                </a:lnTo>
                <a:lnTo>
                  <a:pt x="30479" y="10096"/>
                </a:lnTo>
                <a:lnTo>
                  <a:pt x="31241" y="9906"/>
                </a:lnTo>
                <a:close/>
              </a:path>
              <a:path w="69850" h="60960">
                <a:moveTo>
                  <a:pt x="43433" y="48768"/>
                </a:moveTo>
                <a:lnTo>
                  <a:pt x="38099" y="51054"/>
                </a:lnTo>
                <a:lnTo>
                  <a:pt x="38099" y="50387"/>
                </a:lnTo>
                <a:lnTo>
                  <a:pt x="32765" y="51054"/>
                </a:lnTo>
                <a:lnTo>
                  <a:pt x="33527" y="51054"/>
                </a:lnTo>
                <a:lnTo>
                  <a:pt x="33527" y="60960"/>
                </a:lnTo>
                <a:lnTo>
                  <a:pt x="38099" y="60388"/>
                </a:lnTo>
                <a:lnTo>
                  <a:pt x="38099" y="51054"/>
                </a:lnTo>
                <a:lnTo>
                  <a:pt x="38861" y="50292"/>
                </a:lnTo>
                <a:lnTo>
                  <a:pt x="38861" y="60293"/>
                </a:lnTo>
                <a:lnTo>
                  <a:pt x="40385" y="60198"/>
                </a:lnTo>
                <a:lnTo>
                  <a:pt x="42671" y="59340"/>
                </a:lnTo>
                <a:lnTo>
                  <a:pt x="42671" y="49530"/>
                </a:lnTo>
                <a:lnTo>
                  <a:pt x="43433" y="48768"/>
                </a:lnTo>
                <a:close/>
              </a:path>
              <a:path w="69850" h="60960">
                <a:moveTo>
                  <a:pt x="36169" y="9194"/>
                </a:moveTo>
                <a:lnTo>
                  <a:pt x="35813" y="9144"/>
                </a:lnTo>
                <a:lnTo>
                  <a:pt x="36169" y="9194"/>
                </a:lnTo>
                <a:close/>
              </a:path>
              <a:path w="69850" h="60960">
                <a:moveTo>
                  <a:pt x="36575" y="9252"/>
                </a:moveTo>
                <a:lnTo>
                  <a:pt x="36169" y="9194"/>
                </a:lnTo>
                <a:lnTo>
                  <a:pt x="36575" y="9252"/>
                </a:lnTo>
                <a:close/>
              </a:path>
              <a:path w="69850" h="60960">
                <a:moveTo>
                  <a:pt x="41147" y="10123"/>
                </a:moveTo>
                <a:lnTo>
                  <a:pt x="41147" y="9906"/>
                </a:lnTo>
                <a:lnTo>
                  <a:pt x="40385" y="9906"/>
                </a:lnTo>
                <a:lnTo>
                  <a:pt x="41147" y="10123"/>
                </a:lnTo>
                <a:close/>
              </a:path>
              <a:path w="69850" h="60960">
                <a:moveTo>
                  <a:pt x="48005" y="57585"/>
                </a:moveTo>
                <a:lnTo>
                  <a:pt x="48005" y="47244"/>
                </a:lnTo>
                <a:lnTo>
                  <a:pt x="42671" y="49530"/>
                </a:lnTo>
                <a:lnTo>
                  <a:pt x="42671" y="59340"/>
                </a:lnTo>
                <a:lnTo>
                  <a:pt x="46481" y="57912"/>
                </a:lnTo>
                <a:lnTo>
                  <a:pt x="47243" y="57912"/>
                </a:lnTo>
                <a:lnTo>
                  <a:pt x="48005" y="57585"/>
                </a:lnTo>
                <a:close/>
              </a:path>
              <a:path w="69850" h="60960">
                <a:moveTo>
                  <a:pt x="45719" y="11430"/>
                </a:moveTo>
                <a:lnTo>
                  <a:pt x="44957" y="10668"/>
                </a:lnTo>
                <a:lnTo>
                  <a:pt x="44957" y="11212"/>
                </a:lnTo>
                <a:lnTo>
                  <a:pt x="45719" y="11430"/>
                </a:lnTo>
                <a:close/>
              </a:path>
              <a:path w="69850" h="60960">
                <a:moveTo>
                  <a:pt x="55625" y="53122"/>
                </a:moveTo>
                <a:lnTo>
                  <a:pt x="55625" y="40386"/>
                </a:lnTo>
                <a:lnTo>
                  <a:pt x="51815" y="44958"/>
                </a:lnTo>
                <a:lnTo>
                  <a:pt x="51815" y="44196"/>
                </a:lnTo>
                <a:lnTo>
                  <a:pt x="47243" y="47244"/>
                </a:lnTo>
                <a:lnTo>
                  <a:pt x="48005" y="47244"/>
                </a:lnTo>
                <a:lnTo>
                  <a:pt x="48005" y="57585"/>
                </a:lnTo>
                <a:lnTo>
                  <a:pt x="52577" y="55626"/>
                </a:lnTo>
                <a:lnTo>
                  <a:pt x="52577" y="54864"/>
                </a:lnTo>
                <a:lnTo>
                  <a:pt x="55625" y="53122"/>
                </a:lnTo>
                <a:close/>
              </a:path>
              <a:path w="69850" h="60960">
                <a:moveTo>
                  <a:pt x="50291" y="13462"/>
                </a:moveTo>
                <a:lnTo>
                  <a:pt x="50291" y="12954"/>
                </a:lnTo>
                <a:lnTo>
                  <a:pt x="49529" y="12954"/>
                </a:lnTo>
                <a:lnTo>
                  <a:pt x="50291" y="13462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148"/>
                </a:lnTo>
                <a:lnTo>
                  <a:pt x="55625" y="40386"/>
                </a:lnTo>
                <a:lnTo>
                  <a:pt x="55625" y="53122"/>
                </a:lnTo>
                <a:lnTo>
                  <a:pt x="57911" y="51816"/>
                </a:lnTo>
                <a:close/>
              </a:path>
              <a:path w="69850" h="60960">
                <a:moveTo>
                  <a:pt x="69341" y="29718"/>
                </a:moveTo>
                <a:lnTo>
                  <a:pt x="69341" y="26670"/>
                </a:lnTo>
                <a:lnTo>
                  <a:pt x="67055" y="17526"/>
                </a:lnTo>
                <a:lnTo>
                  <a:pt x="64007" y="12954"/>
                </a:lnTo>
                <a:lnTo>
                  <a:pt x="64007" y="12192"/>
                </a:lnTo>
                <a:lnTo>
                  <a:pt x="63245" y="12192"/>
                </a:lnTo>
                <a:lnTo>
                  <a:pt x="60197" y="8382"/>
                </a:lnTo>
                <a:lnTo>
                  <a:pt x="59435" y="8382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054"/>
                </a:lnTo>
                <a:lnTo>
                  <a:pt x="61721" y="47244"/>
                </a:lnTo>
                <a:lnTo>
                  <a:pt x="62483" y="47244"/>
                </a:lnTo>
                <a:lnTo>
                  <a:pt x="62483" y="46482"/>
                </a:lnTo>
                <a:lnTo>
                  <a:pt x="65531" y="42672"/>
                </a:lnTo>
                <a:lnTo>
                  <a:pt x="65531" y="41910"/>
                </a:lnTo>
                <a:lnTo>
                  <a:pt x="66293" y="41910"/>
                </a:lnTo>
                <a:lnTo>
                  <a:pt x="67817" y="36576"/>
                </a:lnTo>
                <a:lnTo>
                  <a:pt x="68579" y="35814"/>
                </a:lnTo>
                <a:lnTo>
                  <a:pt x="68579" y="32766"/>
                </a:lnTo>
                <a:lnTo>
                  <a:pt x="69341" y="29718"/>
                </a:lnTo>
                <a:close/>
              </a:path>
              <a:path w="69850" h="60960">
                <a:moveTo>
                  <a:pt x="59435" y="33528"/>
                </a:moveTo>
                <a:lnTo>
                  <a:pt x="59435" y="32004"/>
                </a:lnTo>
                <a:lnTo>
                  <a:pt x="58673" y="34290"/>
                </a:lnTo>
                <a:lnTo>
                  <a:pt x="59435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9" name="object 55">
            <a:extLst>
              <a:ext uri="{FF2B5EF4-FFF2-40B4-BE49-F238E27FC236}">
                <a16:creationId xmlns:a16="http://schemas.microsoft.com/office/drawing/2014/main" id="{D92F9B85-FF9E-43CB-BE7D-CC54D64D107B}"/>
              </a:ext>
            </a:extLst>
          </p:cNvPr>
          <p:cNvSpPr txBox="1"/>
          <p:nvPr/>
        </p:nvSpPr>
        <p:spPr>
          <a:xfrm>
            <a:off x="8294555" y="1771591"/>
            <a:ext cx="3252695" cy="396828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2471" i="1" spc="-71" dirty="0">
                <a:latin typeface="Tahoma"/>
                <a:cs typeface="Tahoma"/>
              </a:rPr>
              <a:t>f(x,</a:t>
            </a:r>
            <a:r>
              <a:rPr sz="2471" i="1" spc="-71" dirty="0">
                <a:solidFill>
                  <a:srgbClr val="00CC00"/>
                </a:solidFill>
                <a:latin typeface="Tahoma"/>
                <a:cs typeface="Tahoma"/>
              </a:rPr>
              <a:t>w,b</a:t>
            </a:r>
            <a:r>
              <a:rPr sz="2471" i="1" spc="-71" dirty="0">
                <a:latin typeface="Tahoma"/>
                <a:cs typeface="Tahoma"/>
              </a:rPr>
              <a:t>) </a:t>
            </a:r>
            <a:r>
              <a:rPr sz="2471" i="1" spc="-95" dirty="0">
                <a:latin typeface="Tahoma"/>
                <a:cs typeface="Tahoma"/>
              </a:rPr>
              <a:t>= </a:t>
            </a:r>
            <a:r>
              <a:rPr sz="2471" i="1" spc="-65" dirty="0">
                <a:latin typeface="Tahoma"/>
                <a:cs typeface="Tahoma"/>
              </a:rPr>
              <a:t>sign(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w </a:t>
            </a:r>
            <a:r>
              <a:rPr sz="2471" i="1" spc="-65" dirty="0">
                <a:latin typeface="Tahoma"/>
                <a:cs typeface="Tahoma"/>
              </a:rPr>
              <a:t>x </a:t>
            </a:r>
            <a:r>
              <a:rPr sz="2471" i="1" spc="-95" dirty="0">
                <a:solidFill>
                  <a:srgbClr val="00CC00"/>
                </a:solidFill>
                <a:latin typeface="Tahoma"/>
                <a:cs typeface="Tahoma"/>
              </a:rPr>
              <a:t>+</a:t>
            </a:r>
            <a:r>
              <a:rPr sz="2471" i="1" spc="41" dirty="0">
                <a:solidFill>
                  <a:srgbClr val="00CC00"/>
                </a:solidFill>
                <a:latin typeface="Tahoma"/>
                <a:cs typeface="Tahoma"/>
              </a:rPr>
              <a:t> 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b</a:t>
            </a:r>
            <a:r>
              <a:rPr sz="2471" i="1" spc="-65" dirty="0">
                <a:latin typeface="Tahoma"/>
                <a:cs typeface="Tahoma"/>
              </a:rPr>
              <a:t>)</a:t>
            </a:r>
            <a:endParaRPr sz="2471" dirty="0">
              <a:latin typeface="Tahoma"/>
              <a:cs typeface="Tahoma"/>
            </a:endParaRPr>
          </a:p>
        </p:txBody>
      </p:sp>
      <p:sp>
        <p:nvSpPr>
          <p:cNvPr id="111" name="object 56">
            <a:extLst>
              <a:ext uri="{FF2B5EF4-FFF2-40B4-BE49-F238E27FC236}">
                <a16:creationId xmlns:a16="http://schemas.microsoft.com/office/drawing/2014/main" id="{0E909A38-DAB9-49AA-9E6C-1507A5AB6C6E}"/>
              </a:ext>
            </a:extLst>
          </p:cNvPr>
          <p:cNvSpPr txBox="1"/>
          <p:nvPr/>
        </p:nvSpPr>
        <p:spPr>
          <a:xfrm>
            <a:off x="8433440" y="3467658"/>
            <a:ext cx="2351741" cy="1100593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 marR="5977">
              <a:spcBef>
                <a:spcPts val="112"/>
              </a:spcBef>
            </a:pPr>
            <a:r>
              <a:rPr sz="2353" b="1" spc="-5" dirty="0">
                <a:latin typeface="Tahoma"/>
                <a:cs typeface="Tahoma"/>
              </a:rPr>
              <a:t>How would</a:t>
            </a:r>
            <a:r>
              <a:rPr sz="2353" b="1" spc="-76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you  </a:t>
            </a:r>
            <a:r>
              <a:rPr sz="2353" b="1" spc="-12" dirty="0">
                <a:latin typeface="Tahoma"/>
                <a:cs typeface="Tahoma"/>
              </a:rPr>
              <a:t>classify </a:t>
            </a:r>
            <a:r>
              <a:rPr sz="2353" b="1" spc="-5" dirty="0">
                <a:latin typeface="Tahoma"/>
                <a:cs typeface="Tahoma"/>
              </a:rPr>
              <a:t>this  </a:t>
            </a:r>
            <a:r>
              <a:rPr sz="2353" b="1" spc="-12" dirty="0">
                <a:latin typeface="Tahoma"/>
                <a:cs typeface="Tahoma"/>
              </a:rPr>
              <a:t>data?</a:t>
            </a:r>
            <a:endParaRPr sz="2353">
              <a:latin typeface="Tahoma"/>
              <a:cs typeface="Tahoma"/>
            </a:endParaRPr>
          </a:p>
        </p:txBody>
      </p:sp>
      <p:sp>
        <p:nvSpPr>
          <p:cNvPr id="113" name="object 57">
            <a:extLst>
              <a:ext uri="{FF2B5EF4-FFF2-40B4-BE49-F238E27FC236}">
                <a16:creationId xmlns:a16="http://schemas.microsoft.com/office/drawing/2014/main" id="{979715C8-F48E-4A36-ADD6-765FC1DB4E3A}"/>
              </a:ext>
            </a:extLst>
          </p:cNvPr>
          <p:cNvSpPr/>
          <p:nvPr/>
        </p:nvSpPr>
        <p:spPr>
          <a:xfrm>
            <a:off x="4798307" y="1168173"/>
            <a:ext cx="1590280" cy="4343740"/>
          </a:xfrm>
          <a:custGeom>
            <a:avLst/>
            <a:gdLst/>
            <a:ahLst/>
            <a:cxnLst/>
            <a:rect l="l" t="t" r="r" b="b"/>
            <a:pathLst>
              <a:path w="1459229" h="4042410">
                <a:moveTo>
                  <a:pt x="1459230" y="3810"/>
                </a:moveTo>
                <a:lnTo>
                  <a:pt x="1447800" y="0"/>
                </a:lnTo>
                <a:lnTo>
                  <a:pt x="0" y="4038600"/>
                </a:lnTo>
                <a:lnTo>
                  <a:pt x="11430" y="4042410"/>
                </a:lnTo>
                <a:lnTo>
                  <a:pt x="1459230" y="3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5" name="object 58">
            <a:extLst>
              <a:ext uri="{FF2B5EF4-FFF2-40B4-BE49-F238E27FC236}">
                <a16:creationId xmlns:a16="http://schemas.microsoft.com/office/drawing/2014/main" id="{F0107804-A3C8-4B9C-81F8-1C0D8BBD68DE}"/>
              </a:ext>
            </a:extLst>
          </p:cNvPr>
          <p:cNvSpPr/>
          <p:nvPr/>
        </p:nvSpPr>
        <p:spPr>
          <a:xfrm>
            <a:off x="5108131" y="4225174"/>
            <a:ext cx="101300" cy="1013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7" name="object 59">
            <a:extLst>
              <a:ext uri="{FF2B5EF4-FFF2-40B4-BE49-F238E27FC236}">
                <a16:creationId xmlns:a16="http://schemas.microsoft.com/office/drawing/2014/main" id="{80B1EC07-C1B6-455A-8453-1DCED1E36C97}"/>
              </a:ext>
            </a:extLst>
          </p:cNvPr>
          <p:cNvSpPr/>
          <p:nvPr/>
        </p:nvSpPr>
        <p:spPr>
          <a:xfrm>
            <a:off x="3853967" y="1267716"/>
            <a:ext cx="3685988" cy="3596341"/>
          </a:xfrm>
          <a:custGeom>
            <a:avLst/>
            <a:gdLst/>
            <a:ahLst/>
            <a:cxnLst/>
            <a:rect l="l" t="t" r="r" b="b"/>
            <a:pathLst>
              <a:path w="3133090" h="3056890">
                <a:moveTo>
                  <a:pt x="3132581" y="8381"/>
                </a:moveTo>
                <a:lnTo>
                  <a:pt x="3124199" y="0"/>
                </a:lnTo>
                <a:lnTo>
                  <a:pt x="0" y="3048000"/>
                </a:lnTo>
                <a:lnTo>
                  <a:pt x="8381" y="3056382"/>
                </a:lnTo>
                <a:lnTo>
                  <a:pt x="3132581" y="83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9" name="object 60">
            <a:extLst>
              <a:ext uri="{FF2B5EF4-FFF2-40B4-BE49-F238E27FC236}">
                <a16:creationId xmlns:a16="http://schemas.microsoft.com/office/drawing/2014/main" id="{B15D1EEF-4511-40A0-968A-33778F4DFB96}"/>
              </a:ext>
            </a:extLst>
          </p:cNvPr>
          <p:cNvSpPr/>
          <p:nvPr/>
        </p:nvSpPr>
        <p:spPr>
          <a:xfrm>
            <a:off x="5940320" y="5555267"/>
            <a:ext cx="1972235" cy="806824"/>
          </a:xfrm>
          <a:custGeom>
            <a:avLst/>
            <a:gdLst/>
            <a:ahLst/>
            <a:cxnLst/>
            <a:rect l="l" t="t" r="r" b="b"/>
            <a:pathLst>
              <a:path w="1676400" h="685800">
                <a:moveTo>
                  <a:pt x="1676400" y="342899"/>
                </a:moveTo>
                <a:lnTo>
                  <a:pt x="1666446" y="289963"/>
                </a:lnTo>
                <a:lnTo>
                  <a:pt x="1637574" y="239550"/>
                </a:lnTo>
                <a:lnTo>
                  <a:pt x="1591269" y="192277"/>
                </a:lnTo>
                <a:lnTo>
                  <a:pt x="1529016" y="148760"/>
                </a:lnTo>
                <a:lnTo>
                  <a:pt x="1492373" y="128602"/>
                </a:lnTo>
                <a:lnTo>
                  <a:pt x="1452300" y="109614"/>
                </a:lnTo>
                <a:lnTo>
                  <a:pt x="1408983" y="91874"/>
                </a:lnTo>
                <a:lnTo>
                  <a:pt x="1362607" y="75457"/>
                </a:lnTo>
                <a:lnTo>
                  <a:pt x="1313357" y="60442"/>
                </a:lnTo>
                <a:lnTo>
                  <a:pt x="1261420" y="46905"/>
                </a:lnTo>
                <a:lnTo>
                  <a:pt x="1206981" y="34923"/>
                </a:lnTo>
                <a:lnTo>
                  <a:pt x="1150225" y="24573"/>
                </a:lnTo>
                <a:lnTo>
                  <a:pt x="1091339" y="15932"/>
                </a:lnTo>
                <a:lnTo>
                  <a:pt x="1030508" y="9077"/>
                </a:lnTo>
                <a:lnTo>
                  <a:pt x="967917" y="4085"/>
                </a:lnTo>
                <a:lnTo>
                  <a:pt x="903752" y="1034"/>
                </a:lnTo>
                <a:lnTo>
                  <a:pt x="838200" y="0"/>
                </a:lnTo>
                <a:lnTo>
                  <a:pt x="772745" y="1034"/>
                </a:lnTo>
                <a:lnTo>
                  <a:pt x="708660" y="4085"/>
                </a:lnTo>
                <a:lnTo>
                  <a:pt x="646131" y="9077"/>
                </a:lnTo>
                <a:lnTo>
                  <a:pt x="585345" y="15932"/>
                </a:lnTo>
                <a:lnTo>
                  <a:pt x="526490" y="24573"/>
                </a:lnTo>
                <a:lnTo>
                  <a:pt x="469751" y="34923"/>
                </a:lnTo>
                <a:lnTo>
                  <a:pt x="415318" y="46905"/>
                </a:lnTo>
                <a:lnTo>
                  <a:pt x="363376" y="60442"/>
                </a:lnTo>
                <a:lnTo>
                  <a:pt x="314112" y="75457"/>
                </a:lnTo>
                <a:lnTo>
                  <a:pt x="267715" y="91874"/>
                </a:lnTo>
                <a:lnTo>
                  <a:pt x="224370" y="109614"/>
                </a:lnTo>
                <a:lnTo>
                  <a:pt x="184266" y="128602"/>
                </a:lnTo>
                <a:lnTo>
                  <a:pt x="147588" y="148760"/>
                </a:lnTo>
                <a:lnTo>
                  <a:pt x="114525" y="170010"/>
                </a:lnTo>
                <a:lnTo>
                  <a:pt x="59990" y="215482"/>
                </a:lnTo>
                <a:lnTo>
                  <a:pt x="22157" y="264402"/>
                </a:lnTo>
                <a:lnTo>
                  <a:pt x="2524" y="316154"/>
                </a:lnTo>
                <a:lnTo>
                  <a:pt x="0" y="342900"/>
                </a:lnTo>
                <a:lnTo>
                  <a:pt x="2524" y="369744"/>
                </a:lnTo>
                <a:lnTo>
                  <a:pt x="22157" y="421637"/>
                </a:lnTo>
                <a:lnTo>
                  <a:pt x="59990" y="470633"/>
                </a:lnTo>
                <a:lnTo>
                  <a:pt x="114525" y="516128"/>
                </a:lnTo>
                <a:lnTo>
                  <a:pt x="147588" y="537373"/>
                </a:lnTo>
                <a:lnTo>
                  <a:pt x="184266" y="557517"/>
                </a:lnTo>
                <a:lnTo>
                  <a:pt x="224370" y="576483"/>
                </a:lnTo>
                <a:lnTo>
                  <a:pt x="267715" y="594197"/>
                </a:lnTo>
                <a:lnTo>
                  <a:pt x="314112" y="610581"/>
                </a:lnTo>
                <a:lnTo>
                  <a:pt x="363376" y="625562"/>
                </a:lnTo>
                <a:lnTo>
                  <a:pt x="415318" y="639063"/>
                </a:lnTo>
                <a:lnTo>
                  <a:pt x="469751" y="651010"/>
                </a:lnTo>
                <a:lnTo>
                  <a:pt x="526490" y="661325"/>
                </a:lnTo>
                <a:lnTo>
                  <a:pt x="585345" y="669934"/>
                </a:lnTo>
                <a:lnTo>
                  <a:pt x="646131" y="676762"/>
                </a:lnTo>
                <a:lnTo>
                  <a:pt x="708660" y="681733"/>
                </a:lnTo>
                <a:lnTo>
                  <a:pt x="772745" y="684770"/>
                </a:lnTo>
                <a:lnTo>
                  <a:pt x="838200" y="685800"/>
                </a:lnTo>
                <a:lnTo>
                  <a:pt x="903752" y="684770"/>
                </a:lnTo>
                <a:lnTo>
                  <a:pt x="967917" y="681733"/>
                </a:lnTo>
                <a:lnTo>
                  <a:pt x="1030508" y="676762"/>
                </a:lnTo>
                <a:lnTo>
                  <a:pt x="1091339" y="669934"/>
                </a:lnTo>
                <a:lnTo>
                  <a:pt x="1150225" y="661325"/>
                </a:lnTo>
                <a:lnTo>
                  <a:pt x="1206981" y="651010"/>
                </a:lnTo>
                <a:lnTo>
                  <a:pt x="1261420" y="639063"/>
                </a:lnTo>
                <a:lnTo>
                  <a:pt x="1313357" y="625562"/>
                </a:lnTo>
                <a:lnTo>
                  <a:pt x="1362607" y="610581"/>
                </a:lnTo>
                <a:lnTo>
                  <a:pt x="1408983" y="594197"/>
                </a:lnTo>
                <a:lnTo>
                  <a:pt x="1452300" y="576483"/>
                </a:lnTo>
                <a:lnTo>
                  <a:pt x="1492373" y="557517"/>
                </a:lnTo>
                <a:lnTo>
                  <a:pt x="1529016" y="537373"/>
                </a:lnTo>
                <a:lnTo>
                  <a:pt x="1562043" y="516128"/>
                </a:lnTo>
                <a:lnTo>
                  <a:pt x="1616508" y="470633"/>
                </a:lnTo>
                <a:lnTo>
                  <a:pt x="1654282" y="421637"/>
                </a:lnTo>
                <a:lnTo>
                  <a:pt x="1673880" y="369744"/>
                </a:lnTo>
                <a:lnTo>
                  <a:pt x="1676400" y="342899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1" name="object 61">
            <a:extLst>
              <a:ext uri="{FF2B5EF4-FFF2-40B4-BE49-F238E27FC236}">
                <a16:creationId xmlns:a16="http://schemas.microsoft.com/office/drawing/2014/main" id="{AEBF9075-A128-461C-B9D6-5E7060C4363C}"/>
              </a:ext>
            </a:extLst>
          </p:cNvPr>
          <p:cNvSpPr/>
          <p:nvPr/>
        </p:nvSpPr>
        <p:spPr>
          <a:xfrm>
            <a:off x="5948267" y="5549888"/>
            <a:ext cx="1984188" cy="818776"/>
          </a:xfrm>
          <a:custGeom>
            <a:avLst/>
            <a:gdLst/>
            <a:ahLst/>
            <a:cxnLst/>
            <a:rect l="l" t="t" r="r" b="b"/>
            <a:pathLst>
              <a:path w="1686560" h="695959">
                <a:moveTo>
                  <a:pt x="1686306" y="347472"/>
                </a:moveTo>
                <a:lnTo>
                  <a:pt x="1676400" y="293370"/>
                </a:lnTo>
                <a:lnTo>
                  <a:pt x="1657956" y="258992"/>
                </a:lnTo>
                <a:lnTo>
                  <a:pt x="1633688" y="227182"/>
                </a:lnTo>
                <a:lnTo>
                  <a:pt x="1604170" y="197858"/>
                </a:lnTo>
                <a:lnTo>
                  <a:pt x="1569976" y="170940"/>
                </a:lnTo>
                <a:lnTo>
                  <a:pt x="1531680" y="146345"/>
                </a:lnTo>
                <a:lnTo>
                  <a:pt x="1489855" y="123994"/>
                </a:lnTo>
                <a:lnTo>
                  <a:pt x="1445076" y="103806"/>
                </a:lnTo>
                <a:lnTo>
                  <a:pt x="1397917" y="85699"/>
                </a:lnTo>
                <a:lnTo>
                  <a:pt x="1348951" y="69593"/>
                </a:lnTo>
                <a:lnTo>
                  <a:pt x="1298752" y="55406"/>
                </a:lnTo>
                <a:lnTo>
                  <a:pt x="1247895" y="43058"/>
                </a:lnTo>
                <a:lnTo>
                  <a:pt x="1196954" y="32468"/>
                </a:lnTo>
                <a:lnTo>
                  <a:pt x="1146502" y="23555"/>
                </a:lnTo>
                <a:lnTo>
                  <a:pt x="1097113" y="16238"/>
                </a:lnTo>
                <a:lnTo>
                  <a:pt x="1049361" y="10436"/>
                </a:lnTo>
                <a:lnTo>
                  <a:pt x="1003820" y="6069"/>
                </a:lnTo>
                <a:lnTo>
                  <a:pt x="961065" y="3054"/>
                </a:lnTo>
                <a:lnTo>
                  <a:pt x="921669" y="1312"/>
                </a:lnTo>
                <a:lnTo>
                  <a:pt x="886206" y="762"/>
                </a:lnTo>
                <a:lnTo>
                  <a:pt x="842772" y="0"/>
                </a:lnTo>
                <a:lnTo>
                  <a:pt x="800100" y="762"/>
                </a:lnTo>
                <a:lnTo>
                  <a:pt x="764750" y="1288"/>
                </a:lnTo>
                <a:lnTo>
                  <a:pt x="725411" y="3017"/>
                </a:lnTo>
                <a:lnTo>
                  <a:pt x="682665" y="6029"/>
                </a:lnTo>
                <a:lnTo>
                  <a:pt x="637093" y="10405"/>
                </a:lnTo>
                <a:lnTo>
                  <a:pt x="589277" y="16223"/>
                </a:lnTo>
                <a:lnTo>
                  <a:pt x="539798" y="23565"/>
                </a:lnTo>
                <a:lnTo>
                  <a:pt x="489238" y="32511"/>
                </a:lnTo>
                <a:lnTo>
                  <a:pt x="438179" y="43140"/>
                </a:lnTo>
                <a:lnTo>
                  <a:pt x="387202" y="55534"/>
                </a:lnTo>
                <a:lnTo>
                  <a:pt x="336888" y="69771"/>
                </a:lnTo>
                <a:lnTo>
                  <a:pt x="287820" y="85933"/>
                </a:lnTo>
                <a:lnTo>
                  <a:pt x="240579" y="104100"/>
                </a:lnTo>
                <a:lnTo>
                  <a:pt x="195747" y="124352"/>
                </a:lnTo>
                <a:lnTo>
                  <a:pt x="153905" y="146768"/>
                </a:lnTo>
                <a:lnTo>
                  <a:pt x="115635" y="171430"/>
                </a:lnTo>
                <a:lnTo>
                  <a:pt x="81518" y="198417"/>
                </a:lnTo>
                <a:lnTo>
                  <a:pt x="52137" y="227809"/>
                </a:lnTo>
                <a:lnTo>
                  <a:pt x="28072" y="259687"/>
                </a:lnTo>
                <a:lnTo>
                  <a:pt x="9905" y="294132"/>
                </a:lnTo>
                <a:lnTo>
                  <a:pt x="0" y="348234"/>
                </a:lnTo>
                <a:lnTo>
                  <a:pt x="1524" y="366522"/>
                </a:lnTo>
                <a:lnTo>
                  <a:pt x="4572" y="384048"/>
                </a:lnTo>
                <a:lnTo>
                  <a:pt x="9906" y="402336"/>
                </a:lnTo>
                <a:lnTo>
                  <a:pt x="9906" y="347472"/>
                </a:lnTo>
                <a:lnTo>
                  <a:pt x="10667" y="330708"/>
                </a:lnTo>
                <a:lnTo>
                  <a:pt x="37767" y="262312"/>
                </a:lnTo>
                <a:lnTo>
                  <a:pt x="62803" y="230107"/>
                </a:lnTo>
                <a:lnTo>
                  <a:pt x="93527" y="200483"/>
                </a:lnTo>
                <a:lnTo>
                  <a:pt x="129306" y="173357"/>
                </a:lnTo>
                <a:lnTo>
                  <a:pt x="169510" y="148646"/>
                </a:lnTo>
                <a:lnTo>
                  <a:pt x="213507" y="126267"/>
                </a:lnTo>
                <a:lnTo>
                  <a:pt x="260667" y="106138"/>
                </a:lnTo>
                <a:lnTo>
                  <a:pt x="310359" y="88175"/>
                </a:lnTo>
                <a:lnTo>
                  <a:pt x="361951" y="72296"/>
                </a:lnTo>
                <a:lnTo>
                  <a:pt x="414812" y="58418"/>
                </a:lnTo>
                <a:lnTo>
                  <a:pt x="468311" y="46459"/>
                </a:lnTo>
                <a:lnTo>
                  <a:pt x="521817" y="36335"/>
                </a:lnTo>
                <a:lnTo>
                  <a:pt x="574698" y="27963"/>
                </a:lnTo>
                <a:lnTo>
                  <a:pt x="626325" y="21262"/>
                </a:lnTo>
                <a:lnTo>
                  <a:pt x="676347" y="16126"/>
                </a:lnTo>
                <a:lnTo>
                  <a:pt x="723286" y="12537"/>
                </a:lnTo>
                <a:lnTo>
                  <a:pt x="767359" y="10349"/>
                </a:lnTo>
                <a:lnTo>
                  <a:pt x="806387" y="9526"/>
                </a:lnTo>
                <a:lnTo>
                  <a:pt x="809365" y="9519"/>
                </a:lnTo>
                <a:lnTo>
                  <a:pt x="842772" y="9897"/>
                </a:lnTo>
                <a:lnTo>
                  <a:pt x="886206" y="9906"/>
                </a:lnTo>
                <a:lnTo>
                  <a:pt x="928878" y="11430"/>
                </a:lnTo>
                <a:lnTo>
                  <a:pt x="963676" y="12637"/>
                </a:lnTo>
                <a:lnTo>
                  <a:pt x="1003055" y="15236"/>
                </a:lnTo>
                <a:lnTo>
                  <a:pt x="1046466" y="19326"/>
                </a:lnTo>
                <a:lnTo>
                  <a:pt x="1093005" y="24969"/>
                </a:lnTo>
                <a:lnTo>
                  <a:pt x="1142006" y="32255"/>
                </a:lnTo>
                <a:lnTo>
                  <a:pt x="1192741" y="41263"/>
                </a:lnTo>
                <a:lnTo>
                  <a:pt x="1244503" y="52081"/>
                </a:lnTo>
                <a:lnTo>
                  <a:pt x="1296564" y="64792"/>
                </a:lnTo>
                <a:lnTo>
                  <a:pt x="1348182" y="79476"/>
                </a:lnTo>
                <a:lnTo>
                  <a:pt x="1398629" y="96214"/>
                </a:lnTo>
                <a:lnTo>
                  <a:pt x="1447176" y="115089"/>
                </a:lnTo>
                <a:lnTo>
                  <a:pt x="1493093" y="136183"/>
                </a:lnTo>
                <a:lnTo>
                  <a:pt x="1535654" y="159578"/>
                </a:lnTo>
                <a:lnTo>
                  <a:pt x="1574128" y="185356"/>
                </a:lnTo>
                <a:lnTo>
                  <a:pt x="1607787" y="213599"/>
                </a:lnTo>
                <a:lnTo>
                  <a:pt x="1635903" y="244390"/>
                </a:lnTo>
                <a:lnTo>
                  <a:pt x="1657746" y="277811"/>
                </a:lnTo>
                <a:lnTo>
                  <a:pt x="1672589" y="313944"/>
                </a:lnTo>
                <a:lnTo>
                  <a:pt x="1676400" y="348234"/>
                </a:lnTo>
                <a:lnTo>
                  <a:pt x="1676400" y="396589"/>
                </a:lnTo>
                <a:lnTo>
                  <a:pt x="1684782" y="365760"/>
                </a:lnTo>
                <a:lnTo>
                  <a:pt x="1686306" y="347472"/>
                </a:lnTo>
                <a:close/>
              </a:path>
              <a:path w="1686560" h="695959">
                <a:moveTo>
                  <a:pt x="1676400" y="396589"/>
                </a:moveTo>
                <a:lnTo>
                  <a:pt x="1676400" y="348234"/>
                </a:lnTo>
                <a:lnTo>
                  <a:pt x="1675638" y="364998"/>
                </a:lnTo>
                <a:lnTo>
                  <a:pt x="1672589" y="381762"/>
                </a:lnTo>
                <a:lnTo>
                  <a:pt x="1657672" y="417934"/>
                </a:lnTo>
                <a:lnTo>
                  <a:pt x="1635775" y="451381"/>
                </a:lnTo>
                <a:lnTo>
                  <a:pt x="1607626" y="482188"/>
                </a:lnTo>
                <a:lnTo>
                  <a:pt x="1573951" y="510437"/>
                </a:lnTo>
                <a:lnTo>
                  <a:pt x="1535476" y="536212"/>
                </a:lnTo>
                <a:lnTo>
                  <a:pt x="1492927" y="559598"/>
                </a:lnTo>
                <a:lnTo>
                  <a:pt x="1447030" y="580678"/>
                </a:lnTo>
                <a:lnTo>
                  <a:pt x="1398511" y="599535"/>
                </a:lnTo>
                <a:lnTo>
                  <a:pt x="1348097" y="616253"/>
                </a:lnTo>
                <a:lnTo>
                  <a:pt x="1296513" y="630916"/>
                </a:lnTo>
                <a:lnTo>
                  <a:pt x="1244486" y="643607"/>
                </a:lnTo>
                <a:lnTo>
                  <a:pt x="1192727" y="654413"/>
                </a:lnTo>
                <a:lnTo>
                  <a:pt x="1141966" y="663416"/>
                </a:lnTo>
                <a:lnTo>
                  <a:pt x="1092948" y="670696"/>
                </a:lnTo>
                <a:lnTo>
                  <a:pt x="1046401" y="676338"/>
                </a:lnTo>
                <a:lnTo>
                  <a:pt x="1003055" y="680425"/>
                </a:lnTo>
                <a:lnTo>
                  <a:pt x="963676" y="683041"/>
                </a:lnTo>
                <a:lnTo>
                  <a:pt x="886206" y="685800"/>
                </a:lnTo>
                <a:lnTo>
                  <a:pt x="842772" y="685800"/>
                </a:lnTo>
                <a:lnTo>
                  <a:pt x="806387" y="686028"/>
                </a:lnTo>
                <a:lnTo>
                  <a:pt x="767359" y="685126"/>
                </a:lnTo>
                <a:lnTo>
                  <a:pt x="722625" y="682928"/>
                </a:lnTo>
                <a:lnTo>
                  <a:pt x="676064" y="679410"/>
                </a:lnTo>
                <a:lnTo>
                  <a:pt x="627869" y="674551"/>
                </a:lnTo>
                <a:lnTo>
                  <a:pt x="577742" y="668184"/>
                </a:lnTo>
                <a:lnTo>
                  <a:pt x="526514" y="660259"/>
                </a:lnTo>
                <a:lnTo>
                  <a:pt x="474735" y="650695"/>
                </a:lnTo>
                <a:lnTo>
                  <a:pt x="422954" y="639413"/>
                </a:lnTo>
                <a:lnTo>
                  <a:pt x="371721" y="626333"/>
                </a:lnTo>
                <a:lnTo>
                  <a:pt x="321585" y="611375"/>
                </a:lnTo>
                <a:lnTo>
                  <a:pt x="273095" y="594459"/>
                </a:lnTo>
                <a:lnTo>
                  <a:pt x="226801" y="575506"/>
                </a:lnTo>
                <a:lnTo>
                  <a:pt x="183251" y="554435"/>
                </a:lnTo>
                <a:lnTo>
                  <a:pt x="142997" y="531167"/>
                </a:lnTo>
                <a:lnTo>
                  <a:pt x="106585" y="505622"/>
                </a:lnTo>
                <a:lnTo>
                  <a:pt x="74567" y="477721"/>
                </a:lnTo>
                <a:lnTo>
                  <a:pt x="47491" y="447382"/>
                </a:lnTo>
                <a:lnTo>
                  <a:pt x="25908" y="414528"/>
                </a:lnTo>
                <a:lnTo>
                  <a:pt x="10668" y="364998"/>
                </a:lnTo>
                <a:lnTo>
                  <a:pt x="9906" y="347472"/>
                </a:lnTo>
                <a:lnTo>
                  <a:pt x="9906" y="402336"/>
                </a:lnTo>
                <a:lnTo>
                  <a:pt x="39353" y="452211"/>
                </a:lnTo>
                <a:lnTo>
                  <a:pt x="66454" y="482812"/>
                </a:lnTo>
                <a:lnTo>
                  <a:pt x="98327" y="510982"/>
                </a:lnTo>
                <a:lnTo>
                  <a:pt x="134472" y="536801"/>
                </a:lnTo>
                <a:lnTo>
                  <a:pt x="174392" y="560348"/>
                </a:lnTo>
                <a:lnTo>
                  <a:pt x="217584" y="581703"/>
                </a:lnTo>
                <a:lnTo>
                  <a:pt x="263551" y="600944"/>
                </a:lnTo>
                <a:lnTo>
                  <a:pt x="311792" y="618152"/>
                </a:lnTo>
                <a:lnTo>
                  <a:pt x="361951" y="633443"/>
                </a:lnTo>
                <a:lnTo>
                  <a:pt x="413099" y="646785"/>
                </a:lnTo>
                <a:lnTo>
                  <a:pt x="465165" y="658369"/>
                </a:lnTo>
                <a:lnTo>
                  <a:pt x="517507" y="668237"/>
                </a:lnTo>
                <a:lnTo>
                  <a:pt x="569624" y="676469"/>
                </a:lnTo>
                <a:lnTo>
                  <a:pt x="621019" y="683143"/>
                </a:lnTo>
                <a:lnTo>
                  <a:pt x="671189" y="688340"/>
                </a:lnTo>
                <a:lnTo>
                  <a:pt x="719637" y="692139"/>
                </a:lnTo>
                <a:lnTo>
                  <a:pt x="764750" y="694560"/>
                </a:lnTo>
                <a:lnTo>
                  <a:pt x="809365" y="695861"/>
                </a:lnTo>
                <a:lnTo>
                  <a:pt x="849646" y="695942"/>
                </a:lnTo>
                <a:lnTo>
                  <a:pt x="886206" y="694944"/>
                </a:lnTo>
                <a:lnTo>
                  <a:pt x="970788" y="691896"/>
                </a:lnTo>
                <a:lnTo>
                  <a:pt x="1043268" y="686399"/>
                </a:lnTo>
                <a:lnTo>
                  <a:pt x="1085971" y="681390"/>
                </a:lnTo>
                <a:lnTo>
                  <a:pt x="1131949" y="674762"/>
                </a:lnTo>
                <a:lnTo>
                  <a:pt x="1180424" y="666433"/>
                </a:lnTo>
                <a:lnTo>
                  <a:pt x="1230621" y="656321"/>
                </a:lnTo>
                <a:lnTo>
                  <a:pt x="1281764" y="644343"/>
                </a:lnTo>
                <a:lnTo>
                  <a:pt x="1333076" y="630416"/>
                </a:lnTo>
                <a:lnTo>
                  <a:pt x="1383782" y="614457"/>
                </a:lnTo>
                <a:lnTo>
                  <a:pt x="1433105" y="596384"/>
                </a:lnTo>
                <a:lnTo>
                  <a:pt x="1480270" y="576114"/>
                </a:lnTo>
                <a:lnTo>
                  <a:pt x="1524499" y="553564"/>
                </a:lnTo>
                <a:lnTo>
                  <a:pt x="1565018" y="528652"/>
                </a:lnTo>
                <a:lnTo>
                  <a:pt x="1601049" y="501295"/>
                </a:lnTo>
                <a:lnTo>
                  <a:pt x="1631817" y="471409"/>
                </a:lnTo>
                <a:lnTo>
                  <a:pt x="1656546" y="438914"/>
                </a:lnTo>
                <a:lnTo>
                  <a:pt x="1674460" y="403725"/>
                </a:lnTo>
                <a:lnTo>
                  <a:pt x="1676400" y="3965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3" name="object 62">
            <a:extLst>
              <a:ext uri="{FF2B5EF4-FFF2-40B4-BE49-F238E27FC236}">
                <a16:creationId xmlns:a16="http://schemas.microsoft.com/office/drawing/2014/main" id="{52AB66D1-9DD8-41D2-855D-E4F6F330CD79}"/>
              </a:ext>
            </a:extLst>
          </p:cNvPr>
          <p:cNvSpPr txBox="1"/>
          <p:nvPr/>
        </p:nvSpPr>
        <p:spPr>
          <a:xfrm>
            <a:off x="6275778" y="5694010"/>
            <a:ext cx="1329017" cy="521267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56887" marR="5977" indent="-142692">
              <a:spcBef>
                <a:spcPts val="112"/>
              </a:spcBef>
            </a:pPr>
            <a:r>
              <a:rPr sz="1647" b="1" spc="-12" dirty="0">
                <a:latin typeface="Arial"/>
                <a:cs typeface="Arial"/>
              </a:rPr>
              <a:t>Misclassified  </a:t>
            </a:r>
            <a:r>
              <a:rPr sz="1647" b="1" spc="-5" dirty="0">
                <a:latin typeface="Arial"/>
                <a:cs typeface="Arial"/>
              </a:rPr>
              <a:t>to +1</a:t>
            </a:r>
            <a:r>
              <a:rPr sz="1647" b="1" spc="-65" dirty="0">
                <a:latin typeface="Arial"/>
                <a:cs typeface="Arial"/>
              </a:rPr>
              <a:t> </a:t>
            </a:r>
            <a:r>
              <a:rPr sz="1647" b="1" spc="-5" dirty="0">
                <a:latin typeface="Arial"/>
                <a:cs typeface="Arial"/>
              </a:rPr>
              <a:t>class</a:t>
            </a:r>
            <a:endParaRPr sz="1647" dirty="0">
              <a:latin typeface="Arial"/>
              <a:cs typeface="Arial"/>
            </a:endParaRPr>
          </a:p>
        </p:txBody>
      </p:sp>
      <p:sp>
        <p:nvSpPr>
          <p:cNvPr id="125" name="object 63">
            <a:extLst>
              <a:ext uri="{FF2B5EF4-FFF2-40B4-BE49-F238E27FC236}">
                <a16:creationId xmlns:a16="http://schemas.microsoft.com/office/drawing/2014/main" id="{517EA054-7555-4CC8-ACFB-FD594B22C59E}"/>
              </a:ext>
            </a:extLst>
          </p:cNvPr>
          <p:cNvSpPr/>
          <p:nvPr/>
        </p:nvSpPr>
        <p:spPr>
          <a:xfrm>
            <a:off x="5071374" y="4409847"/>
            <a:ext cx="850153" cy="1575547"/>
          </a:xfrm>
          <a:custGeom>
            <a:avLst/>
            <a:gdLst/>
            <a:ahLst/>
            <a:cxnLst/>
            <a:rect l="l" t="t" r="r" b="b"/>
            <a:pathLst>
              <a:path w="722629" h="1339215">
                <a:moveTo>
                  <a:pt x="76199" y="75438"/>
                </a:moveTo>
                <a:lnTo>
                  <a:pt x="35813" y="0"/>
                </a:lnTo>
                <a:lnTo>
                  <a:pt x="0" y="77724"/>
                </a:lnTo>
                <a:lnTo>
                  <a:pt x="32765" y="76741"/>
                </a:lnTo>
                <a:lnTo>
                  <a:pt x="32765" y="64008"/>
                </a:lnTo>
                <a:lnTo>
                  <a:pt x="42671" y="64008"/>
                </a:lnTo>
                <a:lnTo>
                  <a:pt x="43137" y="76429"/>
                </a:lnTo>
                <a:lnTo>
                  <a:pt x="76199" y="75438"/>
                </a:lnTo>
                <a:close/>
              </a:path>
              <a:path w="722629" h="1339215">
                <a:moveTo>
                  <a:pt x="43137" y="76429"/>
                </a:moveTo>
                <a:lnTo>
                  <a:pt x="42671" y="64008"/>
                </a:lnTo>
                <a:lnTo>
                  <a:pt x="32765" y="64008"/>
                </a:lnTo>
                <a:lnTo>
                  <a:pt x="33237" y="76726"/>
                </a:lnTo>
                <a:lnTo>
                  <a:pt x="43137" y="76429"/>
                </a:lnTo>
                <a:close/>
              </a:path>
              <a:path w="722629" h="1339215">
                <a:moveTo>
                  <a:pt x="33237" y="76726"/>
                </a:moveTo>
                <a:lnTo>
                  <a:pt x="32765" y="64008"/>
                </a:lnTo>
                <a:lnTo>
                  <a:pt x="32765" y="76741"/>
                </a:lnTo>
                <a:lnTo>
                  <a:pt x="33237" y="76726"/>
                </a:lnTo>
                <a:close/>
              </a:path>
              <a:path w="722629" h="1339215">
                <a:moveTo>
                  <a:pt x="722376" y="1328928"/>
                </a:moveTo>
                <a:lnTo>
                  <a:pt x="644637" y="1317727"/>
                </a:lnTo>
                <a:lnTo>
                  <a:pt x="600834" y="1301548"/>
                </a:lnTo>
                <a:lnTo>
                  <a:pt x="559087" y="1279827"/>
                </a:lnTo>
                <a:lnTo>
                  <a:pt x="519522" y="1253523"/>
                </a:lnTo>
                <a:lnTo>
                  <a:pt x="482262" y="1223595"/>
                </a:lnTo>
                <a:lnTo>
                  <a:pt x="447434" y="1191003"/>
                </a:lnTo>
                <a:lnTo>
                  <a:pt x="415162" y="1156706"/>
                </a:lnTo>
                <a:lnTo>
                  <a:pt x="385571" y="1121664"/>
                </a:lnTo>
                <a:lnTo>
                  <a:pt x="358139" y="1085088"/>
                </a:lnTo>
                <a:lnTo>
                  <a:pt x="330707" y="1045464"/>
                </a:lnTo>
                <a:lnTo>
                  <a:pt x="304387" y="1003797"/>
                </a:lnTo>
                <a:lnTo>
                  <a:pt x="279355" y="960836"/>
                </a:lnTo>
                <a:lnTo>
                  <a:pt x="255606" y="916691"/>
                </a:lnTo>
                <a:lnTo>
                  <a:pt x="233133" y="871470"/>
                </a:lnTo>
                <a:lnTo>
                  <a:pt x="211933" y="825283"/>
                </a:lnTo>
                <a:lnTo>
                  <a:pt x="191998" y="778239"/>
                </a:lnTo>
                <a:lnTo>
                  <a:pt x="173324" y="730447"/>
                </a:lnTo>
                <a:lnTo>
                  <a:pt x="155905" y="682018"/>
                </a:lnTo>
                <a:lnTo>
                  <a:pt x="139736" y="633060"/>
                </a:lnTo>
                <a:lnTo>
                  <a:pt x="124811" y="583682"/>
                </a:lnTo>
                <a:lnTo>
                  <a:pt x="111124" y="533995"/>
                </a:lnTo>
                <a:lnTo>
                  <a:pt x="98670" y="484107"/>
                </a:lnTo>
                <a:lnTo>
                  <a:pt x="87444" y="434127"/>
                </a:lnTo>
                <a:lnTo>
                  <a:pt x="77439" y="384166"/>
                </a:lnTo>
                <a:lnTo>
                  <a:pt x="68651" y="334332"/>
                </a:lnTo>
                <a:lnTo>
                  <a:pt x="61074" y="284735"/>
                </a:lnTo>
                <a:lnTo>
                  <a:pt x="54702" y="235485"/>
                </a:lnTo>
                <a:lnTo>
                  <a:pt x="49529" y="186690"/>
                </a:lnTo>
                <a:lnTo>
                  <a:pt x="44957" y="124968"/>
                </a:lnTo>
                <a:lnTo>
                  <a:pt x="43137" y="76429"/>
                </a:lnTo>
                <a:lnTo>
                  <a:pt x="33237" y="76726"/>
                </a:lnTo>
                <a:lnTo>
                  <a:pt x="35051" y="125730"/>
                </a:lnTo>
                <a:lnTo>
                  <a:pt x="40385" y="188214"/>
                </a:lnTo>
                <a:lnTo>
                  <a:pt x="45462" y="236698"/>
                </a:lnTo>
                <a:lnTo>
                  <a:pt x="51752" y="285753"/>
                </a:lnTo>
                <a:lnTo>
                  <a:pt x="59262" y="335256"/>
                </a:lnTo>
                <a:lnTo>
                  <a:pt x="67999" y="385088"/>
                </a:lnTo>
                <a:lnTo>
                  <a:pt x="77968" y="435129"/>
                </a:lnTo>
                <a:lnTo>
                  <a:pt x="89177" y="485259"/>
                </a:lnTo>
                <a:lnTo>
                  <a:pt x="101630" y="535358"/>
                </a:lnTo>
                <a:lnTo>
                  <a:pt x="115336" y="585306"/>
                </a:lnTo>
                <a:lnTo>
                  <a:pt x="130299" y="634983"/>
                </a:lnTo>
                <a:lnTo>
                  <a:pt x="146527" y="684268"/>
                </a:lnTo>
                <a:lnTo>
                  <a:pt x="164026" y="733042"/>
                </a:lnTo>
                <a:lnTo>
                  <a:pt x="182801" y="781185"/>
                </a:lnTo>
                <a:lnTo>
                  <a:pt x="202860" y="828576"/>
                </a:lnTo>
                <a:lnTo>
                  <a:pt x="224209" y="875096"/>
                </a:lnTo>
                <a:lnTo>
                  <a:pt x="246854" y="920624"/>
                </a:lnTo>
                <a:lnTo>
                  <a:pt x="270801" y="965041"/>
                </a:lnTo>
                <a:lnTo>
                  <a:pt x="296057" y="1008226"/>
                </a:lnTo>
                <a:lnTo>
                  <a:pt x="322627" y="1050060"/>
                </a:lnTo>
                <a:lnTo>
                  <a:pt x="350519" y="1090422"/>
                </a:lnTo>
                <a:lnTo>
                  <a:pt x="378713" y="1127760"/>
                </a:lnTo>
                <a:lnTo>
                  <a:pt x="407669" y="1162050"/>
                </a:lnTo>
                <a:lnTo>
                  <a:pt x="439783" y="1196768"/>
                </a:lnTo>
                <a:lnTo>
                  <a:pt x="475101" y="1230170"/>
                </a:lnTo>
                <a:lnTo>
                  <a:pt x="513333" y="1261087"/>
                </a:lnTo>
                <a:lnTo>
                  <a:pt x="554190" y="1288352"/>
                </a:lnTo>
                <a:lnTo>
                  <a:pt x="597382" y="1310796"/>
                </a:lnTo>
                <a:lnTo>
                  <a:pt x="642618" y="1327251"/>
                </a:lnTo>
                <a:lnTo>
                  <a:pt x="689609" y="1336548"/>
                </a:lnTo>
                <a:lnTo>
                  <a:pt x="721613" y="1338834"/>
                </a:lnTo>
                <a:lnTo>
                  <a:pt x="722376" y="13289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7" name="object 64">
            <a:extLst>
              <a:ext uri="{FF2B5EF4-FFF2-40B4-BE49-F238E27FC236}">
                <a16:creationId xmlns:a16="http://schemas.microsoft.com/office/drawing/2014/main" id="{15178A0D-19F4-484B-872E-54BD6ED8A817}"/>
              </a:ext>
            </a:extLst>
          </p:cNvPr>
          <p:cNvSpPr txBox="1"/>
          <p:nvPr/>
        </p:nvSpPr>
        <p:spPr>
          <a:xfrm>
            <a:off x="8860758" y="39763"/>
            <a:ext cx="1497105" cy="34088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117" b="1" dirty="0">
                <a:latin typeface="Arial"/>
                <a:cs typeface="Arial"/>
              </a:rPr>
              <a:t>Parameters</a:t>
            </a:r>
            <a:endParaRPr sz="211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5441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66F0-1849-4E68-9C59-183258EE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10" y="131291"/>
            <a:ext cx="5207805" cy="707823"/>
          </a:xfrm>
        </p:spPr>
        <p:txBody>
          <a:bodyPr/>
          <a:lstStyle/>
          <a:p>
            <a:r>
              <a:rPr lang="en-US" dirty="0"/>
              <a:t>Classifier Margin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00EC9B7-F438-4497-B533-F16358111106}"/>
              </a:ext>
            </a:extLst>
          </p:cNvPr>
          <p:cNvSpPr/>
          <p:nvPr/>
        </p:nvSpPr>
        <p:spPr>
          <a:xfrm>
            <a:off x="7744219" y="604181"/>
            <a:ext cx="1898276" cy="784412"/>
          </a:xfrm>
          <a:custGeom>
            <a:avLst/>
            <a:gdLst/>
            <a:ahLst/>
            <a:cxnLst/>
            <a:rect l="l" t="t" r="r" b="b"/>
            <a:pathLst>
              <a:path w="1613534" h="666750">
                <a:moveTo>
                  <a:pt x="1613153" y="666750"/>
                </a:moveTo>
                <a:lnTo>
                  <a:pt x="1613153" y="0"/>
                </a:lnTo>
                <a:lnTo>
                  <a:pt x="0" y="0"/>
                </a:lnTo>
                <a:lnTo>
                  <a:pt x="0" y="666750"/>
                </a:lnTo>
                <a:lnTo>
                  <a:pt x="6096" y="666750"/>
                </a:lnTo>
                <a:lnTo>
                  <a:pt x="6096" y="12954"/>
                </a:lnTo>
                <a:lnTo>
                  <a:pt x="12954" y="6096"/>
                </a:lnTo>
                <a:lnTo>
                  <a:pt x="12954" y="12954"/>
                </a:lnTo>
                <a:lnTo>
                  <a:pt x="1600200" y="12953"/>
                </a:lnTo>
                <a:lnTo>
                  <a:pt x="1600200" y="6095"/>
                </a:lnTo>
                <a:lnTo>
                  <a:pt x="1606296" y="12953"/>
                </a:lnTo>
                <a:lnTo>
                  <a:pt x="1606296" y="666750"/>
                </a:lnTo>
                <a:lnTo>
                  <a:pt x="1613153" y="666750"/>
                </a:lnTo>
                <a:close/>
              </a:path>
              <a:path w="1613534" h="666750">
                <a:moveTo>
                  <a:pt x="12954" y="12954"/>
                </a:moveTo>
                <a:lnTo>
                  <a:pt x="12954" y="6096"/>
                </a:lnTo>
                <a:lnTo>
                  <a:pt x="6096" y="12954"/>
                </a:lnTo>
                <a:lnTo>
                  <a:pt x="12954" y="12954"/>
                </a:lnTo>
                <a:close/>
              </a:path>
              <a:path w="1613534" h="666750">
                <a:moveTo>
                  <a:pt x="12954" y="653795"/>
                </a:moveTo>
                <a:lnTo>
                  <a:pt x="12954" y="12954"/>
                </a:lnTo>
                <a:lnTo>
                  <a:pt x="6096" y="12954"/>
                </a:lnTo>
                <a:lnTo>
                  <a:pt x="6096" y="653795"/>
                </a:lnTo>
                <a:lnTo>
                  <a:pt x="12954" y="653795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6096" y="653795"/>
                </a:lnTo>
                <a:lnTo>
                  <a:pt x="12954" y="660654"/>
                </a:lnTo>
                <a:lnTo>
                  <a:pt x="12954" y="666750"/>
                </a:lnTo>
                <a:lnTo>
                  <a:pt x="1600200" y="666750"/>
                </a:lnTo>
                <a:lnTo>
                  <a:pt x="1600200" y="660654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2954" y="666750"/>
                </a:moveTo>
                <a:lnTo>
                  <a:pt x="12954" y="660654"/>
                </a:lnTo>
                <a:lnTo>
                  <a:pt x="6096" y="653795"/>
                </a:lnTo>
                <a:lnTo>
                  <a:pt x="6096" y="666750"/>
                </a:lnTo>
                <a:lnTo>
                  <a:pt x="12954" y="666750"/>
                </a:lnTo>
                <a:close/>
              </a:path>
              <a:path w="1613534" h="666750">
                <a:moveTo>
                  <a:pt x="1606296" y="12953"/>
                </a:moveTo>
                <a:lnTo>
                  <a:pt x="1600200" y="6095"/>
                </a:lnTo>
                <a:lnTo>
                  <a:pt x="1600200" y="12953"/>
                </a:lnTo>
                <a:lnTo>
                  <a:pt x="1606296" y="12953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1606296" y="12953"/>
                </a:lnTo>
                <a:lnTo>
                  <a:pt x="1600200" y="12953"/>
                </a:lnTo>
                <a:lnTo>
                  <a:pt x="1600200" y="653795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606296" y="666750"/>
                </a:moveTo>
                <a:lnTo>
                  <a:pt x="1606296" y="653795"/>
                </a:lnTo>
                <a:lnTo>
                  <a:pt x="1600200" y="660654"/>
                </a:lnTo>
                <a:lnTo>
                  <a:pt x="1600200" y="666750"/>
                </a:lnTo>
                <a:lnTo>
                  <a:pt x="1606296" y="666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86A2141-6AE9-4C59-97C7-DF8DEF91899C}"/>
              </a:ext>
            </a:extLst>
          </p:cNvPr>
          <p:cNvSpPr txBox="1"/>
          <p:nvPr/>
        </p:nvSpPr>
        <p:spPr>
          <a:xfrm>
            <a:off x="8589591" y="639651"/>
            <a:ext cx="206188" cy="688763"/>
          </a:xfrm>
          <a:prstGeom prst="rect">
            <a:avLst/>
          </a:prstGeom>
        </p:spPr>
        <p:txBody>
          <a:bodyPr vert="horz" wrap="square" lIns="0" tIns="747" rIns="0" bIns="0" rtlCol="0">
            <a:spAutoFit/>
          </a:bodyPr>
          <a:lstStyle/>
          <a:p>
            <a:pPr>
              <a:spcBef>
                <a:spcPts val="5"/>
              </a:spcBef>
            </a:pPr>
            <a:r>
              <a:rPr sz="4471" b="1" i="1" spc="-95" dirty="0">
                <a:latin typeface="Tahoma"/>
                <a:cs typeface="Tahoma"/>
              </a:rPr>
              <a:t>f</a:t>
            </a:r>
            <a:endParaRPr sz="4471">
              <a:latin typeface="Tahoma"/>
              <a:cs typeface="Tahoma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AE4C1E0D-0BBD-445B-A9B2-CE1148F6632C}"/>
              </a:ext>
            </a:extLst>
          </p:cNvPr>
          <p:cNvSpPr/>
          <p:nvPr/>
        </p:nvSpPr>
        <p:spPr>
          <a:xfrm>
            <a:off x="6137745" y="908085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7"/>
                </a:moveTo>
                <a:lnTo>
                  <a:pt x="1308353" y="32003"/>
                </a:lnTo>
                <a:lnTo>
                  <a:pt x="0" y="32003"/>
                </a:lnTo>
                <a:lnTo>
                  <a:pt x="0" y="44957"/>
                </a:lnTo>
                <a:lnTo>
                  <a:pt x="1308353" y="44957"/>
                </a:lnTo>
                <a:close/>
              </a:path>
              <a:path w="1371600" h="76200">
                <a:moveTo>
                  <a:pt x="1371600" y="38099"/>
                </a:moveTo>
                <a:lnTo>
                  <a:pt x="1295400" y="0"/>
                </a:lnTo>
                <a:lnTo>
                  <a:pt x="1295400" y="32003"/>
                </a:lnTo>
                <a:lnTo>
                  <a:pt x="1308353" y="32003"/>
                </a:lnTo>
                <a:lnTo>
                  <a:pt x="1308353" y="69722"/>
                </a:lnTo>
                <a:lnTo>
                  <a:pt x="1371600" y="38099"/>
                </a:lnTo>
                <a:close/>
              </a:path>
              <a:path w="1371600" h="76200">
                <a:moveTo>
                  <a:pt x="1308353" y="69722"/>
                </a:moveTo>
                <a:lnTo>
                  <a:pt x="1308353" y="44957"/>
                </a:lnTo>
                <a:lnTo>
                  <a:pt x="1295400" y="44957"/>
                </a:lnTo>
                <a:lnTo>
                  <a:pt x="1295400" y="76199"/>
                </a:lnTo>
                <a:lnTo>
                  <a:pt x="1308353" y="69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B89F2E33-EF0C-42E6-B7CF-A19426937855}"/>
              </a:ext>
            </a:extLst>
          </p:cNvPr>
          <p:cNvSpPr/>
          <p:nvPr/>
        </p:nvSpPr>
        <p:spPr>
          <a:xfrm>
            <a:off x="9633981" y="908085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7"/>
                </a:moveTo>
                <a:lnTo>
                  <a:pt x="1308353" y="32003"/>
                </a:lnTo>
                <a:lnTo>
                  <a:pt x="0" y="32003"/>
                </a:lnTo>
                <a:lnTo>
                  <a:pt x="0" y="44957"/>
                </a:lnTo>
                <a:lnTo>
                  <a:pt x="1308353" y="44957"/>
                </a:lnTo>
                <a:close/>
              </a:path>
              <a:path w="1371600" h="76200">
                <a:moveTo>
                  <a:pt x="1371600" y="38099"/>
                </a:moveTo>
                <a:lnTo>
                  <a:pt x="1295400" y="0"/>
                </a:lnTo>
                <a:lnTo>
                  <a:pt x="1295400" y="32003"/>
                </a:lnTo>
                <a:lnTo>
                  <a:pt x="1308353" y="32003"/>
                </a:lnTo>
                <a:lnTo>
                  <a:pt x="1308353" y="69722"/>
                </a:lnTo>
                <a:lnTo>
                  <a:pt x="1371600" y="38099"/>
                </a:lnTo>
                <a:close/>
              </a:path>
              <a:path w="1371600" h="76200">
                <a:moveTo>
                  <a:pt x="1308353" y="69722"/>
                </a:moveTo>
                <a:lnTo>
                  <a:pt x="1308353" y="44957"/>
                </a:lnTo>
                <a:lnTo>
                  <a:pt x="1295400" y="44957"/>
                </a:lnTo>
                <a:lnTo>
                  <a:pt x="1295400" y="76199"/>
                </a:lnTo>
                <a:lnTo>
                  <a:pt x="1308353" y="69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1207E38C-C973-450E-90F8-59935CCE230D}"/>
              </a:ext>
            </a:extLst>
          </p:cNvPr>
          <p:cNvSpPr/>
          <p:nvPr/>
        </p:nvSpPr>
        <p:spPr>
          <a:xfrm>
            <a:off x="421216" y="2939053"/>
            <a:ext cx="83027" cy="80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2FBC03CD-56A6-4434-9503-12E1A4F17AA5}"/>
              </a:ext>
            </a:extLst>
          </p:cNvPr>
          <p:cNvSpPr/>
          <p:nvPr/>
        </p:nvSpPr>
        <p:spPr>
          <a:xfrm>
            <a:off x="3622256" y="1204992"/>
            <a:ext cx="44824" cy="4123765"/>
          </a:xfrm>
          <a:custGeom>
            <a:avLst/>
            <a:gdLst/>
            <a:ahLst/>
            <a:cxnLst/>
            <a:rect l="l" t="t" r="r" b="b"/>
            <a:pathLst>
              <a:path w="38100" h="3505200">
                <a:moveTo>
                  <a:pt x="0" y="3505200"/>
                </a:moveTo>
                <a:lnTo>
                  <a:pt x="38100" y="3505200"/>
                </a:lnTo>
                <a:lnTo>
                  <a:pt x="38100" y="0"/>
                </a:lnTo>
                <a:lnTo>
                  <a:pt x="0" y="0"/>
                </a:lnTo>
                <a:lnTo>
                  <a:pt x="0" y="35052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B1DC9888-02AD-4C9F-B9A0-D0C0FBF32A55}"/>
              </a:ext>
            </a:extLst>
          </p:cNvPr>
          <p:cNvSpPr/>
          <p:nvPr/>
        </p:nvSpPr>
        <p:spPr>
          <a:xfrm>
            <a:off x="5185031" y="4700021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64008" y="45720"/>
                </a:moveTo>
                <a:lnTo>
                  <a:pt x="64008" y="12192"/>
                </a:lnTo>
                <a:lnTo>
                  <a:pt x="63246" y="12192"/>
                </a:lnTo>
                <a:lnTo>
                  <a:pt x="60198" y="8382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763" y="4572"/>
                </a:lnTo>
                <a:lnTo>
                  <a:pt x="16001" y="4572"/>
                </a:lnTo>
                <a:lnTo>
                  <a:pt x="16001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6095" y="12954"/>
                </a:lnTo>
                <a:lnTo>
                  <a:pt x="3809" y="16764"/>
                </a:lnTo>
                <a:lnTo>
                  <a:pt x="3047" y="16764"/>
                </a:lnTo>
                <a:lnTo>
                  <a:pt x="3047" y="17526"/>
                </a:lnTo>
                <a:lnTo>
                  <a:pt x="2285" y="20574"/>
                </a:lnTo>
                <a:lnTo>
                  <a:pt x="761" y="22860"/>
                </a:lnTo>
                <a:lnTo>
                  <a:pt x="761" y="25908"/>
                </a:lnTo>
                <a:lnTo>
                  <a:pt x="0" y="28956"/>
                </a:lnTo>
                <a:lnTo>
                  <a:pt x="2286" y="38100"/>
                </a:lnTo>
                <a:lnTo>
                  <a:pt x="3048" y="40386"/>
                </a:lnTo>
                <a:lnTo>
                  <a:pt x="3810" y="41148"/>
                </a:lnTo>
                <a:lnTo>
                  <a:pt x="6096" y="44958"/>
                </a:lnTo>
                <a:lnTo>
                  <a:pt x="9906" y="48768"/>
                </a:lnTo>
                <a:lnTo>
                  <a:pt x="9906" y="26670"/>
                </a:lnTo>
                <a:lnTo>
                  <a:pt x="10668" y="25146"/>
                </a:lnTo>
                <a:lnTo>
                  <a:pt x="10668" y="23622"/>
                </a:lnTo>
                <a:lnTo>
                  <a:pt x="11430" y="21336"/>
                </a:lnTo>
                <a:lnTo>
                  <a:pt x="11430" y="22098"/>
                </a:lnTo>
                <a:lnTo>
                  <a:pt x="13716" y="19240"/>
                </a:lnTo>
                <a:lnTo>
                  <a:pt x="13716" y="19050"/>
                </a:lnTo>
                <a:lnTo>
                  <a:pt x="17526" y="15240"/>
                </a:lnTo>
                <a:lnTo>
                  <a:pt x="17526" y="15494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3340" y="15494"/>
                </a:lnTo>
                <a:lnTo>
                  <a:pt x="53340" y="15240"/>
                </a:lnTo>
                <a:lnTo>
                  <a:pt x="57150" y="19050"/>
                </a:lnTo>
                <a:lnTo>
                  <a:pt x="57150" y="19240"/>
                </a:lnTo>
                <a:lnTo>
                  <a:pt x="59436" y="22098"/>
                </a:lnTo>
                <a:lnTo>
                  <a:pt x="59436" y="23622"/>
                </a:lnTo>
                <a:lnTo>
                  <a:pt x="60198" y="25908"/>
                </a:lnTo>
                <a:lnTo>
                  <a:pt x="60198" y="25146"/>
                </a:lnTo>
                <a:lnTo>
                  <a:pt x="60960" y="27432"/>
                </a:lnTo>
                <a:lnTo>
                  <a:pt x="60960" y="48577"/>
                </a:lnTo>
                <a:lnTo>
                  <a:pt x="63246" y="45720"/>
                </a:lnTo>
                <a:lnTo>
                  <a:pt x="64008" y="45720"/>
                </a:lnTo>
                <a:close/>
              </a:path>
              <a:path w="70485" h="57150">
                <a:moveTo>
                  <a:pt x="14139" y="39200"/>
                </a:moveTo>
                <a:lnTo>
                  <a:pt x="11430" y="35814"/>
                </a:lnTo>
                <a:lnTo>
                  <a:pt x="10668" y="34290"/>
                </a:lnTo>
                <a:lnTo>
                  <a:pt x="9906" y="32004"/>
                </a:lnTo>
                <a:lnTo>
                  <a:pt x="9906" y="48768"/>
                </a:lnTo>
                <a:lnTo>
                  <a:pt x="10668" y="49530"/>
                </a:lnTo>
                <a:lnTo>
                  <a:pt x="11430" y="49530"/>
                </a:lnTo>
                <a:lnTo>
                  <a:pt x="13716" y="51054"/>
                </a:lnTo>
                <a:lnTo>
                  <a:pt x="13716" y="38862"/>
                </a:lnTo>
                <a:lnTo>
                  <a:pt x="14139" y="39200"/>
                </a:lnTo>
                <a:close/>
              </a:path>
              <a:path w="70485" h="57150">
                <a:moveTo>
                  <a:pt x="14478" y="18288"/>
                </a:moveTo>
                <a:lnTo>
                  <a:pt x="13716" y="19050"/>
                </a:lnTo>
                <a:lnTo>
                  <a:pt x="13716" y="19240"/>
                </a:lnTo>
                <a:lnTo>
                  <a:pt x="14478" y="18288"/>
                </a:lnTo>
                <a:close/>
              </a:path>
              <a:path w="70485" h="57150">
                <a:moveTo>
                  <a:pt x="14478" y="39624"/>
                </a:moveTo>
                <a:lnTo>
                  <a:pt x="14139" y="39200"/>
                </a:lnTo>
                <a:lnTo>
                  <a:pt x="13716" y="38862"/>
                </a:lnTo>
                <a:lnTo>
                  <a:pt x="14478" y="39624"/>
                </a:lnTo>
                <a:close/>
              </a:path>
              <a:path w="70485" h="57150">
                <a:moveTo>
                  <a:pt x="14478" y="51562"/>
                </a:moveTo>
                <a:lnTo>
                  <a:pt x="14478" y="39624"/>
                </a:lnTo>
                <a:lnTo>
                  <a:pt x="13716" y="38862"/>
                </a:lnTo>
                <a:lnTo>
                  <a:pt x="13716" y="51054"/>
                </a:lnTo>
                <a:lnTo>
                  <a:pt x="14478" y="51562"/>
                </a:lnTo>
                <a:close/>
              </a:path>
              <a:path w="70485" h="57150">
                <a:moveTo>
                  <a:pt x="17526" y="41910"/>
                </a:moveTo>
                <a:lnTo>
                  <a:pt x="14139" y="39200"/>
                </a:lnTo>
                <a:lnTo>
                  <a:pt x="14478" y="39624"/>
                </a:lnTo>
                <a:lnTo>
                  <a:pt x="14478" y="51562"/>
                </a:lnTo>
                <a:lnTo>
                  <a:pt x="16002" y="52578"/>
                </a:lnTo>
                <a:lnTo>
                  <a:pt x="16763" y="53340"/>
                </a:lnTo>
                <a:lnTo>
                  <a:pt x="16763" y="41910"/>
                </a:lnTo>
                <a:lnTo>
                  <a:pt x="17526" y="41910"/>
                </a:lnTo>
                <a:close/>
              </a:path>
              <a:path w="70485" h="57150">
                <a:moveTo>
                  <a:pt x="17526" y="15494"/>
                </a:moveTo>
                <a:lnTo>
                  <a:pt x="17526" y="15240"/>
                </a:lnTo>
                <a:lnTo>
                  <a:pt x="16763" y="16002"/>
                </a:lnTo>
                <a:lnTo>
                  <a:pt x="17526" y="15494"/>
                </a:lnTo>
                <a:close/>
              </a:path>
              <a:path w="70485" h="57150">
                <a:moveTo>
                  <a:pt x="21336" y="54864"/>
                </a:moveTo>
                <a:lnTo>
                  <a:pt x="21336" y="44958"/>
                </a:lnTo>
                <a:lnTo>
                  <a:pt x="16763" y="41910"/>
                </a:lnTo>
                <a:lnTo>
                  <a:pt x="16763" y="53340"/>
                </a:lnTo>
                <a:lnTo>
                  <a:pt x="21336" y="54864"/>
                </a:lnTo>
                <a:close/>
              </a:path>
              <a:path w="70485" h="57150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57150">
                <a:moveTo>
                  <a:pt x="25146" y="46482"/>
                </a:moveTo>
                <a:lnTo>
                  <a:pt x="20574" y="44196"/>
                </a:lnTo>
                <a:lnTo>
                  <a:pt x="21336" y="44958"/>
                </a:lnTo>
                <a:lnTo>
                  <a:pt x="21336" y="54864"/>
                </a:lnTo>
                <a:lnTo>
                  <a:pt x="22098" y="55626"/>
                </a:lnTo>
                <a:lnTo>
                  <a:pt x="24384" y="56197"/>
                </a:lnTo>
                <a:lnTo>
                  <a:pt x="24384" y="46482"/>
                </a:lnTo>
                <a:lnTo>
                  <a:pt x="25146" y="46482"/>
                </a:lnTo>
                <a:close/>
              </a:path>
              <a:path w="70485" h="57150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57150">
                <a:moveTo>
                  <a:pt x="35814" y="57150"/>
                </a:moveTo>
                <a:lnTo>
                  <a:pt x="35814" y="48006"/>
                </a:lnTo>
                <a:lnTo>
                  <a:pt x="35052" y="48006"/>
                </a:lnTo>
                <a:lnTo>
                  <a:pt x="29718" y="47244"/>
                </a:lnTo>
                <a:lnTo>
                  <a:pt x="24384" y="46482"/>
                </a:lnTo>
                <a:lnTo>
                  <a:pt x="24384" y="56197"/>
                </a:lnTo>
                <a:lnTo>
                  <a:pt x="28194" y="57150"/>
                </a:lnTo>
                <a:lnTo>
                  <a:pt x="35814" y="57150"/>
                </a:lnTo>
                <a:close/>
              </a:path>
              <a:path w="70485" h="57150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57150">
                <a:moveTo>
                  <a:pt x="30480" y="47244"/>
                </a:moveTo>
                <a:lnTo>
                  <a:pt x="29718" y="47148"/>
                </a:lnTo>
                <a:lnTo>
                  <a:pt x="30480" y="47244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7150"/>
                </a:moveTo>
                <a:lnTo>
                  <a:pt x="41148" y="47244"/>
                </a:lnTo>
                <a:lnTo>
                  <a:pt x="35433" y="47958"/>
                </a:lnTo>
                <a:lnTo>
                  <a:pt x="35814" y="48006"/>
                </a:lnTo>
                <a:lnTo>
                  <a:pt x="35814" y="57150"/>
                </a:lnTo>
                <a:lnTo>
                  <a:pt x="41148" y="57150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56279"/>
                </a:moveTo>
                <a:lnTo>
                  <a:pt x="45720" y="46482"/>
                </a:lnTo>
                <a:lnTo>
                  <a:pt x="40386" y="47244"/>
                </a:lnTo>
                <a:lnTo>
                  <a:pt x="41148" y="47244"/>
                </a:lnTo>
                <a:lnTo>
                  <a:pt x="41148" y="57150"/>
                </a:lnTo>
                <a:lnTo>
                  <a:pt x="42672" y="57150"/>
                </a:lnTo>
                <a:lnTo>
                  <a:pt x="45720" y="56279"/>
                </a:lnTo>
                <a:close/>
              </a:path>
              <a:path w="70485" h="57150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57150">
                <a:moveTo>
                  <a:pt x="50292" y="44196"/>
                </a:moveTo>
                <a:lnTo>
                  <a:pt x="44958" y="46482"/>
                </a:lnTo>
                <a:lnTo>
                  <a:pt x="45720" y="46482"/>
                </a:lnTo>
                <a:lnTo>
                  <a:pt x="45720" y="56279"/>
                </a:lnTo>
                <a:lnTo>
                  <a:pt x="48006" y="55626"/>
                </a:lnTo>
                <a:lnTo>
                  <a:pt x="48768" y="55626"/>
                </a:lnTo>
                <a:lnTo>
                  <a:pt x="48768" y="54864"/>
                </a:lnTo>
                <a:lnTo>
                  <a:pt x="49530" y="54646"/>
                </a:lnTo>
                <a:lnTo>
                  <a:pt x="49530" y="44958"/>
                </a:lnTo>
                <a:lnTo>
                  <a:pt x="50292" y="44196"/>
                </a:lnTo>
                <a:close/>
              </a:path>
              <a:path w="70485" h="57150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57150">
                <a:moveTo>
                  <a:pt x="54102" y="41910"/>
                </a:moveTo>
                <a:lnTo>
                  <a:pt x="49530" y="44958"/>
                </a:lnTo>
                <a:lnTo>
                  <a:pt x="49530" y="54646"/>
                </a:lnTo>
                <a:lnTo>
                  <a:pt x="53340" y="53557"/>
                </a:lnTo>
                <a:lnTo>
                  <a:pt x="53340" y="42672"/>
                </a:lnTo>
                <a:lnTo>
                  <a:pt x="54102" y="41910"/>
                </a:lnTo>
                <a:close/>
              </a:path>
              <a:path w="70485" h="57150">
                <a:moveTo>
                  <a:pt x="54102" y="16002"/>
                </a:moveTo>
                <a:lnTo>
                  <a:pt x="53340" y="15240"/>
                </a:lnTo>
                <a:lnTo>
                  <a:pt x="53340" y="15494"/>
                </a:lnTo>
                <a:lnTo>
                  <a:pt x="54102" y="16002"/>
                </a:lnTo>
                <a:close/>
              </a:path>
              <a:path w="70485" h="57150">
                <a:moveTo>
                  <a:pt x="57150" y="51054"/>
                </a:moveTo>
                <a:lnTo>
                  <a:pt x="57150" y="38862"/>
                </a:lnTo>
                <a:lnTo>
                  <a:pt x="53340" y="42672"/>
                </a:lnTo>
                <a:lnTo>
                  <a:pt x="53340" y="53557"/>
                </a:lnTo>
                <a:lnTo>
                  <a:pt x="54102" y="53340"/>
                </a:lnTo>
                <a:lnTo>
                  <a:pt x="54102" y="52578"/>
                </a:lnTo>
                <a:lnTo>
                  <a:pt x="54864" y="52578"/>
                </a:lnTo>
                <a:lnTo>
                  <a:pt x="57150" y="51054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50"/>
                </a:lnTo>
                <a:lnTo>
                  <a:pt x="56388" y="18288"/>
                </a:lnTo>
                <a:lnTo>
                  <a:pt x="57150" y="19240"/>
                </a:lnTo>
                <a:close/>
              </a:path>
              <a:path w="70485" h="57150">
                <a:moveTo>
                  <a:pt x="59436" y="49530"/>
                </a:moveTo>
                <a:lnTo>
                  <a:pt x="59436" y="35814"/>
                </a:lnTo>
                <a:lnTo>
                  <a:pt x="56388" y="39624"/>
                </a:lnTo>
                <a:lnTo>
                  <a:pt x="57150" y="38862"/>
                </a:lnTo>
                <a:lnTo>
                  <a:pt x="57150" y="51054"/>
                </a:lnTo>
                <a:lnTo>
                  <a:pt x="59436" y="49530"/>
                </a:lnTo>
                <a:close/>
              </a:path>
              <a:path w="70485" h="57150">
                <a:moveTo>
                  <a:pt x="59436" y="23622"/>
                </a:moveTo>
                <a:lnTo>
                  <a:pt x="59436" y="22098"/>
                </a:lnTo>
                <a:lnTo>
                  <a:pt x="58674" y="21336"/>
                </a:lnTo>
                <a:lnTo>
                  <a:pt x="59436" y="23622"/>
                </a:lnTo>
                <a:close/>
              </a:path>
              <a:path w="70485" h="57150">
                <a:moveTo>
                  <a:pt x="60960" y="48577"/>
                </a:moveTo>
                <a:lnTo>
                  <a:pt x="60960" y="28956"/>
                </a:lnTo>
                <a:lnTo>
                  <a:pt x="60198" y="31242"/>
                </a:lnTo>
                <a:lnTo>
                  <a:pt x="60198" y="32004"/>
                </a:lnTo>
                <a:lnTo>
                  <a:pt x="58674" y="36576"/>
                </a:lnTo>
                <a:lnTo>
                  <a:pt x="59436" y="35814"/>
                </a:lnTo>
                <a:lnTo>
                  <a:pt x="59436" y="49530"/>
                </a:lnTo>
                <a:lnTo>
                  <a:pt x="60198" y="49530"/>
                </a:lnTo>
                <a:lnTo>
                  <a:pt x="60960" y="48577"/>
                </a:lnTo>
                <a:close/>
              </a:path>
              <a:path w="70485" h="57150">
                <a:moveTo>
                  <a:pt x="67056" y="41148"/>
                </a:moveTo>
                <a:lnTo>
                  <a:pt x="67056" y="16764"/>
                </a:lnTo>
                <a:lnTo>
                  <a:pt x="64008" y="12954"/>
                </a:lnTo>
                <a:lnTo>
                  <a:pt x="64008" y="44958"/>
                </a:lnTo>
                <a:lnTo>
                  <a:pt x="67056" y="41148"/>
                </a:lnTo>
                <a:close/>
              </a:path>
              <a:path w="70485" h="57150">
                <a:moveTo>
                  <a:pt x="69342" y="35052"/>
                </a:moveTo>
                <a:lnTo>
                  <a:pt x="69342" y="22098"/>
                </a:lnTo>
                <a:lnTo>
                  <a:pt x="67818" y="17526"/>
                </a:lnTo>
                <a:lnTo>
                  <a:pt x="67056" y="17526"/>
                </a:lnTo>
                <a:lnTo>
                  <a:pt x="67056" y="40386"/>
                </a:lnTo>
                <a:lnTo>
                  <a:pt x="67818" y="39624"/>
                </a:lnTo>
                <a:lnTo>
                  <a:pt x="69342" y="35052"/>
                </a:lnTo>
                <a:close/>
              </a:path>
              <a:path w="70485" h="57150">
                <a:moveTo>
                  <a:pt x="70104" y="31242"/>
                </a:moveTo>
                <a:lnTo>
                  <a:pt x="70104" y="25146"/>
                </a:lnTo>
                <a:lnTo>
                  <a:pt x="69342" y="22860"/>
                </a:lnTo>
                <a:lnTo>
                  <a:pt x="69342" y="34290"/>
                </a:lnTo>
                <a:lnTo>
                  <a:pt x="70104" y="31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07C7DBB3-9195-47B5-94C9-2E2F5542E9C8}"/>
              </a:ext>
            </a:extLst>
          </p:cNvPr>
          <p:cNvSpPr/>
          <p:nvPr/>
        </p:nvSpPr>
        <p:spPr>
          <a:xfrm>
            <a:off x="5922827" y="2096671"/>
            <a:ext cx="70971" cy="56776"/>
          </a:xfrm>
          <a:custGeom>
            <a:avLst/>
            <a:gdLst/>
            <a:ahLst/>
            <a:cxnLst/>
            <a:rect l="l" t="t" r="r" b="b"/>
            <a:pathLst>
              <a:path w="60325" h="48260">
                <a:moveTo>
                  <a:pt x="60198" y="23622"/>
                </a:moveTo>
                <a:lnTo>
                  <a:pt x="57912" y="14466"/>
                </a:lnTo>
                <a:lnTo>
                  <a:pt x="51625" y="6953"/>
                </a:lnTo>
                <a:lnTo>
                  <a:pt x="42195" y="1869"/>
                </a:lnTo>
                <a:lnTo>
                  <a:pt x="30480" y="0"/>
                </a:lnTo>
                <a:lnTo>
                  <a:pt x="18645" y="1869"/>
                </a:lnTo>
                <a:lnTo>
                  <a:pt x="8953" y="6953"/>
                </a:lnTo>
                <a:lnTo>
                  <a:pt x="2405" y="14466"/>
                </a:lnTo>
                <a:lnTo>
                  <a:pt x="0" y="23622"/>
                </a:lnTo>
                <a:lnTo>
                  <a:pt x="2405" y="33218"/>
                </a:lnTo>
                <a:lnTo>
                  <a:pt x="8953" y="40957"/>
                </a:lnTo>
                <a:lnTo>
                  <a:pt x="18645" y="46124"/>
                </a:lnTo>
                <a:lnTo>
                  <a:pt x="30480" y="48006"/>
                </a:lnTo>
                <a:lnTo>
                  <a:pt x="42195" y="46124"/>
                </a:lnTo>
                <a:lnTo>
                  <a:pt x="51625" y="40957"/>
                </a:lnTo>
                <a:lnTo>
                  <a:pt x="57912" y="33218"/>
                </a:lnTo>
                <a:lnTo>
                  <a:pt x="6019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3" name="object 11">
            <a:extLst>
              <a:ext uri="{FF2B5EF4-FFF2-40B4-BE49-F238E27FC236}">
                <a16:creationId xmlns:a16="http://schemas.microsoft.com/office/drawing/2014/main" id="{5D9C1D14-6EE9-4934-BF80-5B4C9A723A32}"/>
              </a:ext>
            </a:extLst>
          </p:cNvPr>
          <p:cNvSpPr/>
          <p:nvPr/>
        </p:nvSpPr>
        <p:spPr>
          <a:xfrm>
            <a:off x="5917447" y="2091291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1523" y="19811"/>
                </a:lnTo>
                <a:lnTo>
                  <a:pt x="0" y="25907"/>
                </a:lnTo>
                <a:lnTo>
                  <a:pt x="0" y="32003"/>
                </a:lnTo>
                <a:lnTo>
                  <a:pt x="762" y="35051"/>
                </a:lnTo>
                <a:lnTo>
                  <a:pt x="1524" y="37337"/>
                </a:lnTo>
                <a:lnTo>
                  <a:pt x="3048" y="39623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191"/>
                </a:lnTo>
                <a:lnTo>
                  <a:pt x="63246" y="12191"/>
                </a:lnTo>
                <a:lnTo>
                  <a:pt x="59436" y="8381"/>
                </a:lnTo>
                <a:lnTo>
                  <a:pt x="59436" y="7619"/>
                </a:lnTo>
                <a:lnTo>
                  <a:pt x="58674" y="7619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1910" y="761"/>
                </a:lnTo>
                <a:lnTo>
                  <a:pt x="40386" y="666"/>
                </a:lnTo>
                <a:lnTo>
                  <a:pt x="35052" y="0"/>
                </a:lnTo>
                <a:lnTo>
                  <a:pt x="34290" y="0"/>
                </a:lnTo>
                <a:lnTo>
                  <a:pt x="28956" y="666"/>
                </a:lnTo>
                <a:lnTo>
                  <a:pt x="27432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5239" y="4571"/>
                </a:lnTo>
                <a:lnTo>
                  <a:pt x="10667" y="7619"/>
                </a:lnTo>
                <a:lnTo>
                  <a:pt x="10667" y="8381"/>
                </a:lnTo>
                <a:lnTo>
                  <a:pt x="6857" y="11429"/>
                </a:lnTo>
                <a:lnTo>
                  <a:pt x="6095" y="12191"/>
                </a:lnTo>
                <a:lnTo>
                  <a:pt x="3047" y="16763"/>
                </a:lnTo>
                <a:lnTo>
                  <a:pt x="3048" y="40385"/>
                </a:lnTo>
                <a:lnTo>
                  <a:pt x="6096" y="44195"/>
                </a:lnTo>
                <a:lnTo>
                  <a:pt x="6096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4383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764" y="15239"/>
                </a:lnTo>
                <a:lnTo>
                  <a:pt x="16764" y="15493"/>
                </a:lnTo>
                <a:lnTo>
                  <a:pt x="19812" y="13461"/>
                </a:lnTo>
                <a:lnTo>
                  <a:pt x="19812" y="12953"/>
                </a:lnTo>
                <a:lnTo>
                  <a:pt x="25146" y="10667"/>
                </a:lnTo>
                <a:lnTo>
                  <a:pt x="25146" y="11212"/>
                </a:lnTo>
                <a:lnTo>
                  <a:pt x="28956" y="10123"/>
                </a:lnTo>
                <a:lnTo>
                  <a:pt x="28956" y="9905"/>
                </a:lnTo>
                <a:lnTo>
                  <a:pt x="34290" y="9239"/>
                </a:lnTo>
                <a:lnTo>
                  <a:pt x="40386" y="9905"/>
                </a:lnTo>
                <a:lnTo>
                  <a:pt x="40386" y="10096"/>
                </a:lnTo>
                <a:lnTo>
                  <a:pt x="44958" y="11239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563"/>
                </a:lnTo>
                <a:lnTo>
                  <a:pt x="53340" y="16001"/>
                </a:lnTo>
                <a:lnTo>
                  <a:pt x="53340" y="15239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097"/>
                </a:lnTo>
                <a:lnTo>
                  <a:pt x="58674" y="21335"/>
                </a:lnTo>
                <a:lnTo>
                  <a:pt x="60198" y="25145"/>
                </a:lnTo>
                <a:lnTo>
                  <a:pt x="60198" y="48005"/>
                </a:lnTo>
                <a:lnTo>
                  <a:pt x="63246" y="44957"/>
                </a:lnTo>
                <a:lnTo>
                  <a:pt x="64008" y="44957"/>
                </a:lnTo>
                <a:lnTo>
                  <a:pt x="64008" y="44195"/>
                </a:lnTo>
                <a:lnTo>
                  <a:pt x="67056" y="40385"/>
                </a:lnTo>
                <a:close/>
              </a:path>
              <a:path w="70485" h="57150">
                <a:moveTo>
                  <a:pt x="13716" y="38861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0668" y="49529"/>
                </a:lnTo>
                <a:lnTo>
                  <a:pt x="11430" y="49529"/>
                </a:lnTo>
                <a:lnTo>
                  <a:pt x="12954" y="50749"/>
                </a:lnTo>
                <a:lnTo>
                  <a:pt x="12954" y="38099"/>
                </a:lnTo>
                <a:lnTo>
                  <a:pt x="13716" y="38861"/>
                </a:lnTo>
                <a:close/>
              </a:path>
              <a:path w="7048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70485" h="57150">
                <a:moveTo>
                  <a:pt x="16764" y="52904"/>
                </a:moveTo>
                <a:lnTo>
                  <a:pt x="16764" y="41909"/>
                </a:lnTo>
                <a:lnTo>
                  <a:pt x="12954" y="38099"/>
                </a:lnTo>
                <a:lnTo>
                  <a:pt x="12954" y="50749"/>
                </a:lnTo>
                <a:lnTo>
                  <a:pt x="15240" y="52577"/>
                </a:lnTo>
                <a:lnTo>
                  <a:pt x="16002" y="52577"/>
                </a:lnTo>
                <a:lnTo>
                  <a:pt x="16764" y="52904"/>
                </a:lnTo>
                <a:close/>
              </a:path>
              <a:path w="70485" h="57150">
                <a:moveTo>
                  <a:pt x="16764" y="15493"/>
                </a:moveTo>
                <a:lnTo>
                  <a:pt x="16764" y="15239"/>
                </a:lnTo>
                <a:lnTo>
                  <a:pt x="16002" y="16001"/>
                </a:lnTo>
                <a:lnTo>
                  <a:pt x="16764" y="15493"/>
                </a:lnTo>
                <a:close/>
              </a:path>
              <a:path w="70485" h="57150">
                <a:moveTo>
                  <a:pt x="20574" y="44195"/>
                </a:moveTo>
                <a:lnTo>
                  <a:pt x="16002" y="41147"/>
                </a:lnTo>
                <a:lnTo>
                  <a:pt x="16764" y="41909"/>
                </a:lnTo>
                <a:lnTo>
                  <a:pt x="16764" y="52904"/>
                </a:lnTo>
                <a:lnTo>
                  <a:pt x="19812" y="54210"/>
                </a:lnTo>
                <a:lnTo>
                  <a:pt x="19812" y="44195"/>
                </a:lnTo>
                <a:lnTo>
                  <a:pt x="20574" y="44195"/>
                </a:lnTo>
                <a:close/>
              </a:path>
              <a:path w="70485" h="57150">
                <a:moveTo>
                  <a:pt x="20574" y="12953"/>
                </a:moveTo>
                <a:lnTo>
                  <a:pt x="19812" y="12953"/>
                </a:lnTo>
                <a:lnTo>
                  <a:pt x="19812" y="13461"/>
                </a:lnTo>
                <a:lnTo>
                  <a:pt x="20574" y="12953"/>
                </a:lnTo>
                <a:close/>
              </a:path>
              <a:path w="70485" h="57150">
                <a:moveTo>
                  <a:pt x="25146" y="55734"/>
                </a:moveTo>
                <a:lnTo>
                  <a:pt x="25146" y="46481"/>
                </a:lnTo>
                <a:lnTo>
                  <a:pt x="19812" y="44195"/>
                </a:lnTo>
                <a:lnTo>
                  <a:pt x="19812" y="54210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734"/>
                </a:lnTo>
                <a:close/>
              </a:path>
              <a:path w="70485" h="57150">
                <a:moveTo>
                  <a:pt x="25146" y="11212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12"/>
                </a:lnTo>
                <a:close/>
              </a:path>
              <a:path w="70485" h="57150">
                <a:moveTo>
                  <a:pt x="29718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734"/>
                </a:lnTo>
                <a:lnTo>
                  <a:pt x="27432" y="56387"/>
                </a:lnTo>
                <a:lnTo>
                  <a:pt x="28956" y="56483"/>
                </a:lnTo>
                <a:lnTo>
                  <a:pt x="28956" y="47243"/>
                </a:lnTo>
                <a:lnTo>
                  <a:pt x="29718" y="47243"/>
                </a:lnTo>
                <a:close/>
              </a:path>
              <a:path w="70485" h="57150">
                <a:moveTo>
                  <a:pt x="29718" y="9905"/>
                </a:moveTo>
                <a:lnTo>
                  <a:pt x="28956" y="9905"/>
                </a:lnTo>
                <a:lnTo>
                  <a:pt x="28956" y="10123"/>
                </a:lnTo>
                <a:lnTo>
                  <a:pt x="29718" y="9905"/>
                </a:lnTo>
                <a:close/>
              </a:path>
              <a:path w="70485" h="57150">
                <a:moveTo>
                  <a:pt x="40386" y="56483"/>
                </a:moveTo>
                <a:lnTo>
                  <a:pt x="40386" y="47243"/>
                </a:lnTo>
                <a:lnTo>
                  <a:pt x="28956" y="47243"/>
                </a:lnTo>
                <a:lnTo>
                  <a:pt x="28956" y="56483"/>
                </a:lnTo>
                <a:lnTo>
                  <a:pt x="34290" y="57149"/>
                </a:lnTo>
                <a:lnTo>
                  <a:pt x="35052" y="57149"/>
                </a:lnTo>
                <a:lnTo>
                  <a:pt x="40386" y="56483"/>
                </a:lnTo>
                <a:close/>
              </a:path>
              <a:path w="70485" h="57150">
                <a:moveTo>
                  <a:pt x="34671" y="9191"/>
                </a:moveTo>
                <a:lnTo>
                  <a:pt x="34290" y="9143"/>
                </a:lnTo>
                <a:lnTo>
                  <a:pt x="34671" y="9191"/>
                </a:lnTo>
                <a:close/>
              </a:path>
              <a:path w="70485" h="57150">
                <a:moveTo>
                  <a:pt x="35052" y="9239"/>
                </a:moveTo>
                <a:lnTo>
                  <a:pt x="34671" y="9191"/>
                </a:lnTo>
                <a:lnTo>
                  <a:pt x="35052" y="9239"/>
                </a:lnTo>
                <a:close/>
              </a:path>
              <a:path w="70485" h="57150">
                <a:moveTo>
                  <a:pt x="40386" y="10096"/>
                </a:moveTo>
                <a:lnTo>
                  <a:pt x="40386" y="9905"/>
                </a:lnTo>
                <a:lnTo>
                  <a:pt x="39624" y="9905"/>
                </a:lnTo>
                <a:lnTo>
                  <a:pt x="40386" y="10096"/>
                </a:lnTo>
                <a:close/>
              </a:path>
              <a:path w="70485" h="57150">
                <a:moveTo>
                  <a:pt x="45720" y="45719"/>
                </a:moveTo>
                <a:lnTo>
                  <a:pt x="39624" y="47243"/>
                </a:lnTo>
                <a:lnTo>
                  <a:pt x="40386" y="47243"/>
                </a:lnTo>
                <a:lnTo>
                  <a:pt x="40386" y="56483"/>
                </a:lnTo>
                <a:lnTo>
                  <a:pt x="41910" y="56387"/>
                </a:lnTo>
                <a:lnTo>
                  <a:pt x="44958" y="55625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39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625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563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563"/>
                </a:lnTo>
                <a:close/>
              </a:path>
              <a:path w="70485" h="57150">
                <a:moveTo>
                  <a:pt x="53775" y="41365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3775" y="41365"/>
                </a:lnTo>
                <a:close/>
              </a:path>
              <a:path w="70485" h="57150">
                <a:moveTo>
                  <a:pt x="54102" y="41147"/>
                </a:moveTo>
                <a:lnTo>
                  <a:pt x="53775" y="41365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52577"/>
                </a:moveTo>
                <a:lnTo>
                  <a:pt x="54102" y="41147"/>
                </a:ln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close/>
              </a:path>
              <a:path w="70485" h="57150">
                <a:moveTo>
                  <a:pt x="60198" y="48005"/>
                </a:moveTo>
                <a:lnTo>
                  <a:pt x="60198" y="31241"/>
                </a:lnTo>
                <a:lnTo>
                  <a:pt x="58674" y="35813"/>
                </a:lnTo>
                <a:lnTo>
                  <a:pt x="58674" y="35051"/>
                </a:lnTo>
                <a:lnTo>
                  <a:pt x="56388" y="38861"/>
                </a:lnTo>
                <a:lnTo>
                  <a:pt x="56388" y="38099"/>
                </a:lnTo>
                <a:lnTo>
                  <a:pt x="53775" y="41365"/>
                </a:lnTo>
                <a:lnTo>
                  <a:pt x="54102" y="41147"/>
                </a:lnTo>
                <a:lnTo>
                  <a:pt x="54102" y="52577"/>
                </a:lnTo>
                <a:lnTo>
                  <a:pt x="58674" y="49529"/>
                </a:lnTo>
                <a:lnTo>
                  <a:pt x="59436" y="49529"/>
                </a:lnTo>
                <a:lnTo>
                  <a:pt x="59436" y="48767"/>
                </a:lnTo>
                <a:lnTo>
                  <a:pt x="60198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8580" y="22097"/>
                </a:lnTo>
                <a:lnTo>
                  <a:pt x="67056" y="17525"/>
                </a:lnTo>
                <a:lnTo>
                  <a:pt x="67056" y="39623"/>
                </a:lnTo>
                <a:lnTo>
                  <a:pt x="68580" y="35051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8193"/>
                </a:lnTo>
                <a:lnTo>
                  <a:pt x="69342" y="25145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2">
            <a:extLst>
              <a:ext uri="{FF2B5EF4-FFF2-40B4-BE49-F238E27FC236}">
                <a16:creationId xmlns:a16="http://schemas.microsoft.com/office/drawing/2014/main" id="{34367667-D49E-4EED-8458-0670CF09C949}"/>
              </a:ext>
            </a:extLst>
          </p:cNvPr>
          <p:cNvSpPr/>
          <p:nvPr/>
        </p:nvSpPr>
        <p:spPr>
          <a:xfrm>
            <a:off x="5991855" y="3056789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2285" y="19811"/>
                </a:lnTo>
                <a:lnTo>
                  <a:pt x="761" y="22859"/>
                </a:lnTo>
                <a:lnTo>
                  <a:pt x="761" y="25907"/>
                </a:lnTo>
                <a:lnTo>
                  <a:pt x="0" y="28955"/>
                </a:lnTo>
                <a:lnTo>
                  <a:pt x="1524" y="35051"/>
                </a:lnTo>
                <a:lnTo>
                  <a:pt x="3048" y="39623"/>
                </a:lnTo>
                <a:close/>
              </a:path>
              <a:path w="70485" h="57150">
                <a:moveTo>
                  <a:pt x="59436" y="22097"/>
                </a:moveTo>
                <a:lnTo>
                  <a:pt x="59436" y="7619"/>
                </a:lnTo>
                <a:lnTo>
                  <a:pt x="54864" y="4571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763" y="4571"/>
                </a:lnTo>
                <a:lnTo>
                  <a:pt x="16001" y="4571"/>
                </a:lnTo>
                <a:lnTo>
                  <a:pt x="11429" y="7619"/>
                </a:lnTo>
                <a:lnTo>
                  <a:pt x="6857" y="12191"/>
                </a:lnTo>
                <a:lnTo>
                  <a:pt x="6095" y="12191"/>
                </a:lnTo>
                <a:lnTo>
                  <a:pt x="6095" y="12953"/>
                </a:lnTo>
                <a:lnTo>
                  <a:pt x="3809" y="16763"/>
                </a:lnTo>
                <a:lnTo>
                  <a:pt x="3047" y="16763"/>
                </a:lnTo>
                <a:lnTo>
                  <a:pt x="3048" y="40385"/>
                </a:lnTo>
                <a:lnTo>
                  <a:pt x="3810" y="40385"/>
                </a:lnTo>
                <a:lnTo>
                  <a:pt x="6096" y="44957"/>
                </a:lnTo>
                <a:lnTo>
                  <a:pt x="6858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6669"/>
                </a:lnTo>
                <a:lnTo>
                  <a:pt x="10668" y="24383"/>
                </a:lnTo>
                <a:lnTo>
                  <a:pt x="10668" y="22859"/>
                </a:lnTo>
                <a:lnTo>
                  <a:pt x="11430" y="21335"/>
                </a:lnTo>
                <a:lnTo>
                  <a:pt x="11430" y="22097"/>
                </a:lnTo>
                <a:lnTo>
                  <a:pt x="13716" y="19240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0574" y="13461"/>
                </a:lnTo>
                <a:lnTo>
                  <a:pt x="20574" y="12953"/>
                </a:lnTo>
                <a:lnTo>
                  <a:pt x="25146" y="10667"/>
                </a:lnTo>
                <a:lnTo>
                  <a:pt x="25146" y="1123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4958" y="11212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461"/>
                </a:lnTo>
                <a:lnTo>
                  <a:pt x="53340" y="15493"/>
                </a:lnTo>
                <a:lnTo>
                  <a:pt x="53340" y="15239"/>
                </a:lnTo>
                <a:lnTo>
                  <a:pt x="57150" y="19049"/>
                </a:lnTo>
                <a:lnTo>
                  <a:pt x="57150" y="19240"/>
                </a:lnTo>
                <a:lnTo>
                  <a:pt x="59436" y="22097"/>
                </a:lnTo>
                <a:close/>
              </a:path>
              <a:path w="70485" h="57150">
                <a:moveTo>
                  <a:pt x="14260" y="39297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1430" y="49529"/>
                </a:lnTo>
                <a:lnTo>
                  <a:pt x="13716" y="51053"/>
                </a:lnTo>
                <a:lnTo>
                  <a:pt x="13716" y="38861"/>
                </a:lnTo>
                <a:lnTo>
                  <a:pt x="14260" y="39297"/>
                </a:lnTo>
                <a:close/>
              </a:path>
              <a:path w="70485" h="57150">
                <a:moveTo>
                  <a:pt x="14478" y="18287"/>
                </a:moveTo>
                <a:lnTo>
                  <a:pt x="13716" y="19049"/>
                </a:lnTo>
                <a:lnTo>
                  <a:pt x="13716" y="19240"/>
                </a:lnTo>
                <a:lnTo>
                  <a:pt x="14478" y="18287"/>
                </a:lnTo>
                <a:close/>
              </a:path>
              <a:path w="70485" h="57150">
                <a:moveTo>
                  <a:pt x="14478" y="39623"/>
                </a:moveTo>
                <a:lnTo>
                  <a:pt x="14260" y="39297"/>
                </a:lnTo>
                <a:lnTo>
                  <a:pt x="13716" y="38861"/>
                </a:lnTo>
                <a:lnTo>
                  <a:pt x="14478" y="39623"/>
                </a:lnTo>
                <a:close/>
              </a:path>
              <a:path w="70485" h="57150">
                <a:moveTo>
                  <a:pt x="14478" y="51561"/>
                </a:moveTo>
                <a:lnTo>
                  <a:pt x="14478" y="39623"/>
                </a:lnTo>
                <a:lnTo>
                  <a:pt x="13716" y="38861"/>
                </a:lnTo>
                <a:lnTo>
                  <a:pt x="13716" y="51053"/>
                </a:lnTo>
                <a:lnTo>
                  <a:pt x="14478" y="51561"/>
                </a:lnTo>
                <a:close/>
              </a:path>
              <a:path w="70485" h="57150">
                <a:moveTo>
                  <a:pt x="17526" y="52958"/>
                </a:moveTo>
                <a:lnTo>
                  <a:pt x="17526" y="41909"/>
                </a:lnTo>
                <a:lnTo>
                  <a:pt x="14260" y="39297"/>
                </a:lnTo>
                <a:lnTo>
                  <a:pt x="14478" y="39623"/>
                </a:lnTo>
                <a:lnTo>
                  <a:pt x="14478" y="51561"/>
                </a:lnTo>
                <a:lnTo>
                  <a:pt x="16002" y="52577"/>
                </a:lnTo>
                <a:lnTo>
                  <a:pt x="16763" y="52577"/>
                </a:lnTo>
                <a:lnTo>
                  <a:pt x="17526" y="52958"/>
                </a:lnTo>
                <a:close/>
              </a:path>
              <a:path w="70485" h="57150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57150">
                <a:moveTo>
                  <a:pt x="21336" y="44195"/>
                </a:moveTo>
                <a:lnTo>
                  <a:pt x="16763" y="41147"/>
                </a:lnTo>
                <a:lnTo>
                  <a:pt x="17526" y="41909"/>
                </a:lnTo>
                <a:lnTo>
                  <a:pt x="17526" y="52958"/>
                </a:lnTo>
                <a:lnTo>
                  <a:pt x="20574" y="54482"/>
                </a:lnTo>
                <a:lnTo>
                  <a:pt x="20574" y="44195"/>
                </a:lnTo>
                <a:lnTo>
                  <a:pt x="21336" y="44195"/>
                </a:lnTo>
                <a:close/>
              </a:path>
              <a:path w="70485" h="57150">
                <a:moveTo>
                  <a:pt x="21336" y="12953"/>
                </a:moveTo>
                <a:lnTo>
                  <a:pt x="20574" y="12953"/>
                </a:lnTo>
                <a:lnTo>
                  <a:pt x="20574" y="13461"/>
                </a:lnTo>
                <a:lnTo>
                  <a:pt x="21336" y="12953"/>
                </a:lnTo>
                <a:close/>
              </a:path>
              <a:path w="70485" h="57150">
                <a:moveTo>
                  <a:pt x="25146" y="55625"/>
                </a:moveTo>
                <a:lnTo>
                  <a:pt x="25146" y="46481"/>
                </a:lnTo>
                <a:lnTo>
                  <a:pt x="20574" y="44195"/>
                </a:lnTo>
                <a:lnTo>
                  <a:pt x="20574" y="54482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625"/>
                </a:lnTo>
                <a:close/>
              </a:path>
              <a:path w="70485" h="57150">
                <a:moveTo>
                  <a:pt x="25146" y="11239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39"/>
                </a:lnTo>
                <a:close/>
              </a:path>
              <a:path w="70485" h="57150">
                <a:moveTo>
                  <a:pt x="30480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625"/>
                </a:lnTo>
                <a:lnTo>
                  <a:pt x="28194" y="56387"/>
                </a:lnTo>
                <a:lnTo>
                  <a:pt x="29718" y="56483"/>
                </a:lnTo>
                <a:lnTo>
                  <a:pt x="29718" y="47243"/>
                </a:lnTo>
                <a:lnTo>
                  <a:pt x="30480" y="47243"/>
                </a:lnTo>
                <a:close/>
              </a:path>
              <a:path w="70485" h="57150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57150">
                <a:moveTo>
                  <a:pt x="35814" y="57149"/>
                </a:moveTo>
                <a:lnTo>
                  <a:pt x="35814" y="48005"/>
                </a:lnTo>
                <a:lnTo>
                  <a:pt x="35052" y="48005"/>
                </a:lnTo>
                <a:lnTo>
                  <a:pt x="29718" y="47243"/>
                </a:lnTo>
                <a:lnTo>
                  <a:pt x="29718" y="56483"/>
                </a:lnTo>
                <a:lnTo>
                  <a:pt x="35052" y="57149"/>
                </a:lnTo>
                <a:lnTo>
                  <a:pt x="35814" y="57149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6483"/>
                </a:moveTo>
                <a:lnTo>
                  <a:pt x="41148" y="47243"/>
                </a:lnTo>
                <a:lnTo>
                  <a:pt x="35433" y="47958"/>
                </a:lnTo>
                <a:lnTo>
                  <a:pt x="35814" y="48005"/>
                </a:lnTo>
                <a:lnTo>
                  <a:pt x="35814" y="57149"/>
                </a:lnTo>
                <a:lnTo>
                  <a:pt x="41148" y="56483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45719"/>
                </a:moveTo>
                <a:lnTo>
                  <a:pt x="40386" y="47243"/>
                </a:lnTo>
                <a:lnTo>
                  <a:pt x="41148" y="47243"/>
                </a:lnTo>
                <a:lnTo>
                  <a:pt x="41148" y="56483"/>
                </a:lnTo>
                <a:lnTo>
                  <a:pt x="42672" y="56387"/>
                </a:lnTo>
                <a:lnTo>
                  <a:pt x="44958" y="55734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12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734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461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461"/>
                </a:lnTo>
                <a:close/>
              </a:path>
              <a:path w="70485" h="57150">
                <a:moveTo>
                  <a:pt x="54102" y="41147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16001"/>
                </a:moveTo>
                <a:lnTo>
                  <a:pt x="53340" y="15239"/>
                </a:lnTo>
                <a:lnTo>
                  <a:pt x="53340" y="15493"/>
                </a:lnTo>
                <a:lnTo>
                  <a:pt x="54102" y="16001"/>
                </a:lnTo>
                <a:close/>
              </a:path>
              <a:path w="70485" h="57150">
                <a:moveTo>
                  <a:pt x="56605" y="39297"/>
                </a:move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lnTo>
                  <a:pt x="54864" y="52577"/>
                </a:lnTo>
                <a:lnTo>
                  <a:pt x="56388" y="51561"/>
                </a:lnTo>
                <a:lnTo>
                  <a:pt x="56388" y="39623"/>
                </a:lnTo>
                <a:lnTo>
                  <a:pt x="56605" y="39297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49"/>
                </a:lnTo>
                <a:lnTo>
                  <a:pt x="56388" y="18287"/>
                </a:lnTo>
                <a:lnTo>
                  <a:pt x="57150" y="19240"/>
                </a:lnTo>
                <a:close/>
              </a:path>
              <a:path w="70485" h="57150">
                <a:moveTo>
                  <a:pt x="57150" y="38861"/>
                </a:moveTo>
                <a:lnTo>
                  <a:pt x="56605" y="39297"/>
                </a:lnTo>
                <a:lnTo>
                  <a:pt x="56388" y="39623"/>
                </a:lnTo>
                <a:lnTo>
                  <a:pt x="57150" y="38861"/>
                </a:lnTo>
                <a:close/>
              </a:path>
              <a:path w="70485" h="57150">
                <a:moveTo>
                  <a:pt x="57150" y="51053"/>
                </a:moveTo>
                <a:lnTo>
                  <a:pt x="57150" y="38861"/>
                </a:lnTo>
                <a:lnTo>
                  <a:pt x="56388" y="39623"/>
                </a:lnTo>
                <a:lnTo>
                  <a:pt x="56388" y="51561"/>
                </a:lnTo>
                <a:lnTo>
                  <a:pt x="57150" y="51053"/>
                </a:lnTo>
                <a:close/>
              </a:path>
              <a:path w="70485" h="57150">
                <a:moveTo>
                  <a:pt x="59436" y="49529"/>
                </a:moveTo>
                <a:lnTo>
                  <a:pt x="59436" y="35051"/>
                </a:lnTo>
                <a:lnTo>
                  <a:pt x="56605" y="39297"/>
                </a:lnTo>
                <a:lnTo>
                  <a:pt x="57150" y="38861"/>
                </a:lnTo>
                <a:lnTo>
                  <a:pt x="57150" y="51053"/>
                </a:lnTo>
                <a:lnTo>
                  <a:pt x="59436" y="49529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953"/>
                </a:lnTo>
                <a:lnTo>
                  <a:pt x="64008" y="12191"/>
                </a:lnTo>
                <a:lnTo>
                  <a:pt x="63246" y="12191"/>
                </a:lnTo>
                <a:lnTo>
                  <a:pt x="60198" y="8381"/>
                </a:lnTo>
                <a:lnTo>
                  <a:pt x="59436" y="8381"/>
                </a:lnTo>
                <a:lnTo>
                  <a:pt x="59436" y="22097"/>
                </a:lnTo>
                <a:lnTo>
                  <a:pt x="58674" y="21335"/>
                </a:lnTo>
                <a:lnTo>
                  <a:pt x="60198" y="25907"/>
                </a:lnTo>
                <a:lnTo>
                  <a:pt x="60198" y="24383"/>
                </a:lnTo>
                <a:lnTo>
                  <a:pt x="60960" y="27431"/>
                </a:lnTo>
                <a:lnTo>
                  <a:pt x="60960" y="48005"/>
                </a:lnTo>
                <a:lnTo>
                  <a:pt x="64008" y="44957"/>
                </a:lnTo>
                <a:lnTo>
                  <a:pt x="67056" y="40385"/>
                </a:lnTo>
                <a:close/>
              </a:path>
              <a:path w="70485" h="57150">
                <a:moveTo>
                  <a:pt x="60960" y="48005"/>
                </a:moveTo>
                <a:lnTo>
                  <a:pt x="60960" y="28955"/>
                </a:lnTo>
                <a:lnTo>
                  <a:pt x="60198" y="30479"/>
                </a:lnTo>
                <a:lnTo>
                  <a:pt x="60198" y="32003"/>
                </a:lnTo>
                <a:lnTo>
                  <a:pt x="58674" y="35813"/>
                </a:lnTo>
                <a:lnTo>
                  <a:pt x="59436" y="35051"/>
                </a:lnTo>
                <a:lnTo>
                  <a:pt x="59436" y="48767"/>
                </a:lnTo>
                <a:lnTo>
                  <a:pt x="60198" y="48767"/>
                </a:lnTo>
                <a:lnTo>
                  <a:pt x="60960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7818" y="17525"/>
                </a:lnTo>
                <a:lnTo>
                  <a:pt x="67056" y="17525"/>
                </a:lnTo>
                <a:lnTo>
                  <a:pt x="67056" y="39623"/>
                </a:lnTo>
                <a:lnTo>
                  <a:pt x="67818" y="39623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5145"/>
                </a:lnTo>
                <a:lnTo>
                  <a:pt x="69342" y="22859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13">
            <a:extLst>
              <a:ext uri="{FF2B5EF4-FFF2-40B4-BE49-F238E27FC236}">
                <a16:creationId xmlns:a16="http://schemas.microsoft.com/office/drawing/2014/main" id="{BADA1725-0F39-406D-95CE-F8AB9128BCC6}"/>
              </a:ext>
            </a:extLst>
          </p:cNvPr>
          <p:cNvSpPr/>
          <p:nvPr/>
        </p:nvSpPr>
        <p:spPr>
          <a:xfrm>
            <a:off x="4828235" y="1919171"/>
            <a:ext cx="71717" cy="60512"/>
          </a:xfrm>
          <a:custGeom>
            <a:avLst/>
            <a:gdLst/>
            <a:ahLst/>
            <a:cxnLst/>
            <a:rect l="l" t="t" r="r" b="b"/>
            <a:pathLst>
              <a:path w="60960" h="51435">
                <a:moveTo>
                  <a:pt x="60960" y="25908"/>
                </a:moveTo>
                <a:lnTo>
                  <a:pt x="58554" y="15751"/>
                </a:lnTo>
                <a:lnTo>
                  <a:pt x="52006" y="7524"/>
                </a:lnTo>
                <a:lnTo>
                  <a:pt x="42314" y="2012"/>
                </a:lnTo>
                <a:lnTo>
                  <a:pt x="30480" y="0"/>
                </a:lnTo>
                <a:lnTo>
                  <a:pt x="18645" y="2012"/>
                </a:lnTo>
                <a:lnTo>
                  <a:pt x="8953" y="7524"/>
                </a:lnTo>
                <a:lnTo>
                  <a:pt x="2405" y="15751"/>
                </a:lnTo>
                <a:lnTo>
                  <a:pt x="0" y="25908"/>
                </a:lnTo>
                <a:lnTo>
                  <a:pt x="2405" y="35623"/>
                </a:lnTo>
                <a:lnTo>
                  <a:pt x="8953" y="43624"/>
                </a:lnTo>
                <a:lnTo>
                  <a:pt x="18645" y="49053"/>
                </a:lnTo>
                <a:lnTo>
                  <a:pt x="30480" y="51054"/>
                </a:lnTo>
                <a:lnTo>
                  <a:pt x="42314" y="49053"/>
                </a:lnTo>
                <a:lnTo>
                  <a:pt x="52006" y="43624"/>
                </a:lnTo>
                <a:lnTo>
                  <a:pt x="58554" y="35623"/>
                </a:lnTo>
                <a:lnTo>
                  <a:pt x="6096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14">
            <a:extLst>
              <a:ext uri="{FF2B5EF4-FFF2-40B4-BE49-F238E27FC236}">
                <a16:creationId xmlns:a16="http://schemas.microsoft.com/office/drawing/2014/main" id="{FAA13158-2A1E-46DD-BB3B-050997B80C40}"/>
              </a:ext>
            </a:extLst>
          </p:cNvPr>
          <p:cNvSpPr/>
          <p:nvPr/>
        </p:nvSpPr>
        <p:spPr>
          <a:xfrm>
            <a:off x="4822858" y="1913791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09"/>
                </a:moveTo>
                <a:lnTo>
                  <a:pt x="3047" y="18287"/>
                </a:lnTo>
                <a:lnTo>
                  <a:pt x="1523" y="21335"/>
                </a:lnTo>
                <a:lnTo>
                  <a:pt x="0" y="27431"/>
                </a:lnTo>
                <a:lnTo>
                  <a:pt x="0" y="30479"/>
                </a:lnTo>
                <a:lnTo>
                  <a:pt x="762" y="33527"/>
                </a:lnTo>
                <a:lnTo>
                  <a:pt x="762" y="36575"/>
                </a:lnTo>
                <a:lnTo>
                  <a:pt x="2286" y="39623"/>
                </a:lnTo>
                <a:lnTo>
                  <a:pt x="3048" y="41909"/>
                </a:lnTo>
                <a:close/>
              </a:path>
              <a:path w="70485" h="60325">
                <a:moveTo>
                  <a:pt x="54102" y="16001"/>
                </a:move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6001" y="5333"/>
                </a:lnTo>
                <a:lnTo>
                  <a:pt x="15239" y="5333"/>
                </a:lnTo>
                <a:lnTo>
                  <a:pt x="11429" y="8381"/>
                </a:lnTo>
                <a:lnTo>
                  <a:pt x="10667" y="8381"/>
                </a:lnTo>
                <a:lnTo>
                  <a:pt x="10667" y="9143"/>
                </a:lnTo>
                <a:lnTo>
                  <a:pt x="6857" y="12953"/>
                </a:lnTo>
                <a:lnTo>
                  <a:pt x="6095" y="12953"/>
                </a:lnTo>
                <a:lnTo>
                  <a:pt x="6095" y="13715"/>
                </a:lnTo>
                <a:lnTo>
                  <a:pt x="3047" y="17525"/>
                </a:lnTo>
                <a:lnTo>
                  <a:pt x="3048" y="42671"/>
                </a:lnTo>
                <a:lnTo>
                  <a:pt x="6096" y="47243"/>
                </a:lnTo>
                <a:lnTo>
                  <a:pt x="9906" y="51053"/>
                </a:lnTo>
                <a:lnTo>
                  <a:pt x="9906" y="25907"/>
                </a:lnTo>
                <a:lnTo>
                  <a:pt x="10668" y="24383"/>
                </a:lnTo>
                <a:lnTo>
                  <a:pt x="11430" y="22097"/>
                </a:lnTo>
                <a:lnTo>
                  <a:pt x="11430" y="22859"/>
                </a:lnTo>
                <a:lnTo>
                  <a:pt x="13716" y="18287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1336" y="12953"/>
                </a:lnTo>
                <a:lnTo>
                  <a:pt x="21336" y="13334"/>
                </a:lnTo>
                <a:lnTo>
                  <a:pt x="24384" y="11810"/>
                </a:lnTo>
                <a:lnTo>
                  <a:pt x="24384" y="1142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5720" y="11429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3"/>
                </a:lnTo>
                <a:lnTo>
                  <a:pt x="53340" y="15493"/>
                </a:lnTo>
                <a:lnTo>
                  <a:pt x="53340" y="15239"/>
                </a:lnTo>
                <a:lnTo>
                  <a:pt x="54102" y="16001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7"/>
                </a:lnTo>
                <a:lnTo>
                  <a:pt x="13716" y="41147"/>
                </a:lnTo>
                <a:lnTo>
                  <a:pt x="13716" y="41909"/>
                </a:lnTo>
                <a:lnTo>
                  <a:pt x="11430" y="37337"/>
                </a:lnTo>
                <a:lnTo>
                  <a:pt x="11430" y="38099"/>
                </a:lnTo>
                <a:lnTo>
                  <a:pt x="9906" y="33527"/>
                </a:lnTo>
                <a:lnTo>
                  <a:pt x="9906" y="51053"/>
                </a:lnTo>
                <a:lnTo>
                  <a:pt x="10668" y="51815"/>
                </a:lnTo>
                <a:lnTo>
                  <a:pt x="11430" y="51815"/>
                </a:lnTo>
                <a:lnTo>
                  <a:pt x="15240" y="54863"/>
                </a:lnTo>
                <a:lnTo>
                  <a:pt x="16002" y="55625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60325">
                <a:moveTo>
                  <a:pt x="21336" y="47243"/>
                </a:moveTo>
                <a:lnTo>
                  <a:pt x="16763" y="44195"/>
                </a:lnTo>
                <a:lnTo>
                  <a:pt x="17526" y="44957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3"/>
                </a:lnTo>
                <a:lnTo>
                  <a:pt x="21336" y="47243"/>
                </a:lnTo>
                <a:close/>
              </a:path>
              <a:path w="70485" h="60325">
                <a:moveTo>
                  <a:pt x="21336" y="13334"/>
                </a:moveTo>
                <a:lnTo>
                  <a:pt x="21336" y="12953"/>
                </a:lnTo>
                <a:lnTo>
                  <a:pt x="20574" y="13715"/>
                </a:lnTo>
                <a:lnTo>
                  <a:pt x="21336" y="13334"/>
                </a:lnTo>
                <a:close/>
              </a:path>
              <a:path w="70485" h="60325">
                <a:moveTo>
                  <a:pt x="25146" y="58673"/>
                </a:moveTo>
                <a:lnTo>
                  <a:pt x="25146" y="49529"/>
                </a:lnTo>
                <a:lnTo>
                  <a:pt x="20574" y="47243"/>
                </a:lnTo>
                <a:lnTo>
                  <a:pt x="20574" y="57585"/>
                </a:lnTo>
                <a:lnTo>
                  <a:pt x="21336" y="57911"/>
                </a:lnTo>
                <a:lnTo>
                  <a:pt x="22098" y="57911"/>
                </a:lnTo>
                <a:lnTo>
                  <a:pt x="25146" y="58673"/>
                </a:lnTo>
                <a:close/>
              </a:path>
              <a:path w="70485" h="60325">
                <a:moveTo>
                  <a:pt x="25146" y="11429"/>
                </a:moveTo>
                <a:lnTo>
                  <a:pt x="24384" y="11429"/>
                </a:lnTo>
                <a:lnTo>
                  <a:pt x="24384" y="11810"/>
                </a:lnTo>
                <a:lnTo>
                  <a:pt x="25146" y="11429"/>
                </a:lnTo>
                <a:close/>
              </a:path>
              <a:path w="70485" h="60325">
                <a:moveTo>
                  <a:pt x="30480" y="50291"/>
                </a:moveTo>
                <a:lnTo>
                  <a:pt x="24384" y="48767"/>
                </a:lnTo>
                <a:lnTo>
                  <a:pt x="25146" y="49529"/>
                </a:lnTo>
                <a:lnTo>
                  <a:pt x="25146" y="58673"/>
                </a:lnTo>
                <a:lnTo>
                  <a:pt x="28194" y="59435"/>
                </a:lnTo>
                <a:lnTo>
                  <a:pt x="28956" y="60197"/>
                </a:lnTo>
                <a:lnTo>
                  <a:pt x="29718" y="60197"/>
                </a:lnTo>
                <a:lnTo>
                  <a:pt x="29718" y="50291"/>
                </a:lnTo>
                <a:lnTo>
                  <a:pt x="30480" y="50291"/>
                </a:lnTo>
                <a:close/>
              </a:path>
              <a:path w="70485" h="60325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60325">
                <a:moveTo>
                  <a:pt x="35814" y="60197"/>
                </a:moveTo>
                <a:lnTo>
                  <a:pt x="35814" y="51053"/>
                </a:lnTo>
                <a:lnTo>
                  <a:pt x="35052" y="51053"/>
                </a:lnTo>
                <a:lnTo>
                  <a:pt x="29718" y="50291"/>
                </a:lnTo>
                <a:lnTo>
                  <a:pt x="29718" y="60197"/>
                </a:lnTo>
                <a:lnTo>
                  <a:pt x="35814" y="60197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7"/>
                </a:moveTo>
                <a:lnTo>
                  <a:pt x="41148" y="50291"/>
                </a:lnTo>
                <a:lnTo>
                  <a:pt x="35433" y="51006"/>
                </a:lnTo>
                <a:lnTo>
                  <a:pt x="35814" y="51053"/>
                </a:lnTo>
                <a:lnTo>
                  <a:pt x="35814" y="60197"/>
                </a:lnTo>
                <a:lnTo>
                  <a:pt x="41148" y="60197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7"/>
                </a:moveTo>
                <a:lnTo>
                  <a:pt x="40386" y="50291"/>
                </a:lnTo>
                <a:lnTo>
                  <a:pt x="41148" y="50291"/>
                </a:lnTo>
                <a:lnTo>
                  <a:pt x="41148" y="60197"/>
                </a:lnTo>
                <a:lnTo>
                  <a:pt x="41910" y="60197"/>
                </a:lnTo>
                <a:lnTo>
                  <a:pt x="41910" y="59435"/>
                </a:lnTo>
                <a:lnTo>
                  <a:pt x="42672" y="59435"/>
                </a:lnTo>
                <a:lnTo>
                  <a:pt x="44958" y="58782"/>
                </a:lnTo>
                <a:lnTo>
                  <a:pt x="44958" y="49529"/>
                </a:lnTo>
                <a:lnTo>
                  <a:pt x="45720" y="48767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29"/>
                </a:lnTo>
                <a:lnTo>
                  <a:pt x="44958" y="11429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3"/>
                </a:lnTo>
                <a:lnTo>
                  <a:pt x="44958" y="49529"/>
                </a:lnTo>
                <a:lnTo>
                  <a:pt x="44958" y="58782"/>
                </a:lnTo>
                <a:lnTo>
                  <a:pt x="48006" y="57911"/>
                </a:lnTo>
                <a:lnTo>
                  <a:pt x="48768" y="57911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5"/>
                </a:moveTo>
                <a:lnTo>
                  <a:pt x="49530" y="12953"/>
                </a:lnTo>
                <a:lnTo>
                  <a:pt x="49530" y="13389"/>
                </a:lnTo>
                <a:lnTo>
                  <a:pt x="50292" y="13715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3"/>
                </a:lnTo>
                <a:lnTo>
                  <a:pt x="50292" y="47243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7"/>
                </a:lnTo>
                <a:lnTo>
                  <a:pt x="53775" y="44413"/>
                </a:lnTo>
                <a:close/>
              </a:path>
              <a:path w="70485" h="60325">
                <a:moveTo>
                  <a:pt x="54102" y="16001"/>
                </a:moveTo>
                <a:lnTo>
                  <a:pt x="53340" y="15239"/>
                </a:lnTo>
                <a:lnTo>
                  <a:pt x="53775" y="15784"/>
                </a:lnTo>
                <a:lnTo>
                  <a:pt x="54102" y="16001"/>
                </a:lnTo>
                <a:close/>
              </a:path>
              <a:path w="70485" h="60325">
                <a:moveTo>
                  <a:pt x="53775" y="15784"/>
                </a:moveTo>
                <a:lnTo>
                  <a:pt x="53340" y="15239"/>
                </a:lnTo>
                <a:lnTo>
                  <a:pt x="53340" y="15493"/>
                </a:lnTo>
                <a:lnTo>
                  <a:pt x="53775" y="15784"/>
                </a:lnTo>
                <a:close/>
              </a:path>
              <a:path w="70485" h="60325">
                <a:moveTo>
                  <a:pt x="54102" y="44195"/>
                </a:moveTo>
                <a:lnTo>
                  <a:pt x="53775" y="44413"/>
                </a:lnTo>
                <a:lnTo>
                  <a:pt x="53340" y="44957"/>
                </a:lnTo>
                <a:lnTo>
                  <a:pt x="54102" y="44195"/>
                </a:lnTo>
                <a:close/>
              </a:path>
              <a:path w="70485" h="60325">
                <a:moveTo>
                  <a:pt x="54102" y="55625"/>
                </a:moveTo>
                <a:lnTo>
                  <a:pt x="54102" y="44195"/>
                </a:lnTo>
                <a:lnTo>
                  <a:pt x="53340" y="44957"/>
                </a:lnTo>
                <a:lnTo>
                  <a:pt x="53340" y="55952"/>
                </a:lnTo>
                <a:lnTo>
                  <a:pt x="54102" y="55625"/>
                </a:lnTo>
                <a:close/>
              </a:path>
              <a:path w="70485" h="60325">
                <a:moveTo>
                  <a:pt x="67056" y="42671"/>
                </a:moveTo>
                <a:lnTo>
                  <a:pt x="67056" y="17525"/>
                </a:lnTo>
                <a:lnTo>
                  <a:pt x="64008" y="13715"/>
                </a:lnTo>
                <a:lnTo>
                  <a:pt x="64008" y="12953"/>
                </a:lnTo>
                <a:lnTo>
                  <a:pt x="63246" y="12953"/>
                </a:lnTo>
                <a:lnTo>
                  <a:pt x="60198" y="9143"/>
                </a:lnTo>
                <a:lnTo>
                  <a:pt x="59436" y="8381"/>
                </a:lnTo>
                <a:lnTo>
                  <a:pt x="54864" y="5333"/>
                </a:lnTo>
                <a:lnTo>
                  <a:pt x="54102" y="5333"/>
                </a:lnTo>
                <a:lnTo>
                  <a:pt x="54102" y="16001"/>
                </a:lnTo>
                <a:lnTo>
                  <a:pt x="53775" y="15784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859"/>
                </a:lnTo>
                <a:lnTo>
                  <a:pt x="58674" y="22097"/>
                </a:lnTo>
                <a:lnTo>
                  <a:pt x="60198" y="26669"/>
                </a:lnTo>
                <a:lnTo>
                  <a:pt x="60198" y="51815"/>
                </a:lnTo>
                <a:lnTo>
                  <a:pt x="63246" y="48005"/>
                </a:lnTo>
                <a:lnTo>
                  <a:pt x="64008" y="47243"/>
                </a:lnTo>
                <a:lnTo>
                  <a:pt x="67056" y="42671"/>
                </a:lnTo>
                <a:close/>
              </a:path>
              <a:path w="70485" h="60325">
                <a:moveTo>
                  <a:pt x="60198" y="51815"/>
                </a:moveTo>
                <a:lnTo>
                  <a:pt x="60198" y="33527"/>
                </a:lnTo>
                <a:lnTo>
                  <a:pt x="58674" y="38099"/>
                </a:lnTo>
                <a:lnTo>
                  <a:pt x="58674" y="37337"/>
                </a:lnTo>
                <a:lnTo>
                  <a:pt x="56388" y="41909"/>
                </a:lnTo>
                <a:lnTo>
                  <a:pt x="56388" y="41147"/>
                </a:lnTo>
                <a:lnTo>
                  <a:pt x="53775" y="44413"/>
                </a:lnTo>
                <a:lnTo>
                  <a:pt x="54102" y="44195"/>
                </a:lnTo>
                <a:lnTo>
                  <a:pt x="54102" y="55625"/>
                </a:lnTo>
                <a:lnTo>
                  <a:pt x="54864" y="54863"/>
                </a:lnTo>
                <a:lnTo>
                  <a:pt x="59436" y="51815"/>
                </a:lnTo>
                <a:lnTo>
                  <a:pt x="60198" y="51815"/>
                </a:lnTo>
                <a:close/>
              </a:path>
              <a:path w="70485" h="60325">
                <a:moveTo>
                  <a:pt x="69342" y="37337"/>
                </a:moveTo>
                <a:lnTo>
                  <a:pt x="69342" y="23621"/>
                </a:lnTo>
                <a:lnTo>
                  <a:pt x="67056" y="19049"/>
                </a:lnTo>
                <a:lnTo>
                  <a:pt x="67056" y="41909"/>
                </a:lnTo>
                <a:lnTo>
                  <a:pt x="69342" y="37337"/>
                </a:lnTo>
                <a:close/>
              </a:path>
              <a:path w="70485" h="60325">
                <a:moveTo>
                  <a:pt x="70104" y="32765"/>
                </a:moveTo>
                <a:lnTo>
                  <a:pt x="70104" y="26669"/>
                </a:lnTo>
                <a:lnTo>
                  <a:pt x="69342" y="24383"/>
                </a:lnTo>
                <a:lnTo>
                  <a:pt x="69342" y="36575"/>
                </a:lnTo>
                <a:lnTo>
                  <a:pt x="70104" y="32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FD7F7111-A0D6-4E10-A125-6963E0FA67FE}"/>
              </a:ext>
            </a:extLst>
          </p:cNvPr>
          <p:cNvSpPr/>
          <p:nvPr/>
        </p:nvSpPr>
        <p:spPr>
          <a:xfrm>
            <a:off x="5388530" y="3177815"/>
            <a:ext cx="64247" cy="56776"/>
          </a:xfrm>
          <a:custGeom>
            <a:avLst/>
            <a:gdLst/>
            <a:ahLst/>
            <a:cxnLst/>
            <a:rect l="l" t="t" r="r" b="b"/>
            <a:pathLst>
              <a:path w="54610" h="48260">
                <a:moveTo>
                  <a:pt x="54102" y="24384"/>
                </a:moveTo>
                <a:lnTo>
                  <a:pt x="51970" y="14787"/>
                </a:lnTo>
                <a:lnTo>
                  <a:pt x="46196" y="7048"/>
                </a:lnTo>
                <a:lnTo>
                  <a:pt x="37707" y="1881"/>
                </a:lnTo>
                <a:lnTo>
                  <a:pt x="27432" y="0"/>
                </a:lnTo>
                <a:lnTo>
                  <a:pt x="16716" y="1881"/>
                </a:lnTo>
                <a:lnTo>
                  <a:pt x="8000" y="7048"/>
                </a:lnTo>
                <a:lnTo>
                  <a:pt x="2143" y="14787"/>
                </a:lnTo>
                <a:lnTo>
                  <a:pt x="0" y="24384"/>
                </a:lnTo>
                <a:lnTo>
                  <a:pt x="2143" y="33539"/>
                </a:lnTo>
                <a:lnTo>
                  <a:pt x="8001" y="41052"/>
                </a:lnTo>
                <a:lnTo>
                  <a:pt x="16716" y="46136"/>
                </a:lnTo>
                <a:lnTo>
                  <a:pt x="27432" y="48006"/>
                </a:lnTo>
                <a:lnTo>
                  <a:pt x="37707" y="46136"/>
                </a:lnTo>
                <a:lnTo>
                  <a:pt x="46196" y="41052"/>
                </a:lnTo>
                <a:lnTo>
                  <a:pt x="51970" y="33539"/>
                </a:lnTo>
                <a:lnTo>
                  <a:pt x="54102" y="2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16">
            <a:extLst>
              <a:ext uri="{FF2B5EF4-FFF2-40B4-BE49-F238E27FC236}">
                <a16:creationId xmlns:a16="http://schemas.microsoft.com/office/drawing/2014/main" id="{3A56A0CA-7F4B-4C3B-AF64-7CC150F2E5F2}"/>
              </a:ext>
            </a:extLst>
          </p:cNvPr>
          <p:cNvSpPr/>
          <p:nvPr/>
        </p:nvSpPr>
        <p:spPr>
          <a:xfrm>
            <a:off x="5383151" y="3172436"/>
            <a:ext cx="75453" cy="67235"/>
          </a:xfrm>
          <a:custGeom>
            <a:avLst/>
            <a:gdLst/>
            <a:ahLst/>
            <a:cxnLst/>
            <a:rect l="l" t="t" r="r" b="b"/>
            <a:pathLst>
              <a:path w="64135" h="57150">
                <a:moveTo>
                  <a:pt x="762" y="34289"/>
                </a:moveTo>
                <a:lnTo>
                  <a:pt x="761" y="23621"/>
                </a:lnTo>
                <a:lnTo>
                  <a:pt x="0" y="28193"/>
                </a:lnTo>
                <a:lnTo>
                  <a:pt x="0" y="28955"/>
                </a:lnTo>
                <a:lnTo>
                  <a:pt x="762" y="34289"/>
                </a:lnTo>
                <a:close/>
              </a:path>
              <a:path w="64135" h="57150">
                <a:moveTo>
                  <a:pt x="3048" y="39623"/>
                </a:moveTo>
                <a:lnTo>
                  <a:pt x="3047" y="17525"/>
                </a:lnTo>
                <a:lnTo>
                  <a:pt x="2285" y="17525"/>
                </a:lnTo>
                <a:lnTo>
                  <a:pt x="761" y="22097"/>
                </a:lnTo>
                <a:lnTo>
                  <a:pt x="762" y="35051"/>
                </a:lnTo>
                <a:lnTo>
                  <a:pt x="2286" y="39623"/>
                </a:lnTo>
                <a:lnTo>
                  <a:pt x="3048" y="39623"/>
                </a:lnTo>
                <a:close/>
              </a:path>
              <a:path w="64135" h="57150">
                <a:moveTo>
                  <a:pt x="60960" y="40385"/>
                </a:moveTo>
                <a:lnTo>
                  <a:pt x="60960" y="16763"/>
                </a:lnTo>
                <a:lnTo>
                  <a:pt x="58674" y="12953"/>
                </a:lnTo>
                <a:lnTo>
                  <a:pt x="57912" y="12953"/>
                </a:lnTo>
                <a:lnTo>
                  <a:pt x="57912" y="12191"/>
                </a:lnTo>
                <a:lnTo>
                  <a:pt x="54864" y="8381"/>
                </a:lnTo>
                <a:lnTo>
                  <a:pt x="54038" y="8339"/>
                </a:lnTo>
                <a:lnTo>
                  <a:pt x="49530" y="5333"/>
                </a:lnTo>
                <a:lnTo>
                  <a:pt x="49530" y="4571"/>
                </a:lnTo>
                <a:lnTo>
                  <a:pt x="48768" y="4571"/>
                </a:lnTo>
                <a:lnTo>
                  <a:pt x="44196" y="2285"/>
                </a:lnTo>
                <a:lnTo>
                  <a:pt x="43434" y="2285"/>
                </a:lnTo>
                <a:lnTo>
                  <a:pt x="38862" y="761"/>
                </a:lnTo>
                <a:lnTo>
                  <a:pt x="38100" y="761"/>
                </a:lnTo>
                <a:lnTo>
                  <a:pt x="32004" y="0"/>
                </a:lnTo>
                <a:lnTo>
                  <a:pt x="31242" y="0"/>
                </a:lnTo>
                <a:lnTo>
                  <a:pt x="26670" y="653"/>
                </a:lnTo>
                <a:lnTo>
                  <a:pt x="25145" y="761"/>
                </a:lnTo>
                <a:lnTo>
                  <a:pt x="19811" y="2285"/>
                </a:lnTo>
                <a:lnTo>
                  <a:pt x="19049" y="2285"/>
                </a:lnTo>
                <a:lnTo>
                  <a:pt x="14477" y="4571"/>
                </a:lnTo>
                <a:lnTo>
                  <a:pt x="14477" y="5333"/>
                </a:lnTo>
                <a:lnTo>
                  <a:pt x="13715" y="5333"/>
                </a:lnTo>
                <a:lnTo>
                  <a:pt x="9905" y="8381"/>
                </a:lnTo>
                <a:lnTo>
                  <a:pt x="9143" y="8381"/>
                </a:lnTo>
                <a:lnTo>
                  <a:pt x="6095" y="12191"/>
                </a:lnTo>
                <a:lnTo>
                  <a:pt x="5333" y="12953"/>
                </a:lnTo>
                <a:lnTo>
                  <a:pt x="3047" y="16763"/>
                </a:lnTo>
                <a:lnTo>
                  <a:pt x="3048" y="40385"/>
                </a:lnTo>
                <a:lnTo>
                  <a:pt x="5334" y="44195"/>
                </a:lnTo>
                <a:lnTo>
                  <a:pt x="5334" y="44957"/>
                </a:lnTo>
                <a:lnTo>
                  <a:pt x="6096" y="44957"/>
                </a:lnTo>
                <a:lnTo>
                  <a:pt x="9144" y="48767"/>
                </a:lnTo>
                <a:lnTo>
                  <a:pt x="9906" y="48767"/>
                </a:lnTo>
                <a:lnTo>
                  <a:pt x="9906" y="25145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002" y="15239"/>
                </a:lnTo>
                <a:lnTo>
                  <a:pt x="16002" y="16001"/>
                </a:lnTo>
                <a:lnTo>
                  <a:pt x="19050" y="13563"/>
                </a:lnTo>
                <a:lnTo>
                  <a:pt x="19050" y="12953"/>
                </a:lnTo>
                <a:lnTo>
                  <a:pt x="22860" y="11683"/>
                </a:lnTo>
                <a:lnTo>
                  <a:pt x="22860" y="11429"/>
                </a:lnTo>
                <a:lnTo>
                  <a:pt x="26670" y="10159"/>
                </a:lnTo>
                <a:lnTo>
                  <a:pt x="26670" y="9905"/>
                </a:lnTo>
                <a:lnTo>
                  <a:pt x="36576" y="9905"/>
                </a:lnTo>
                <a:lnTo>
                  <a:pt x="36576" y="10123"/>
                </a:lnTo>
                <a:lnTo>
                  <a:pt x="41148" y="11429"/>
                </a:lnTo>
                <a:lnTo>
                  <a:pt x="41148" y="11683"/>
                </a:lnTo>
                <a:lnTo>
                  <a:pt x="44958" y="12953"/>
                </a:lnTo>
                <a:lnTo>
                  <a:pt x="44958" y="13563"/>
                </a:lnTo>
                <a:lnTo>
                  <a:pt x="47244" y="15392"/>
                </a:lnTo>
                <a:lnTo>
                  <a:pt x="47244" y="15239"/>
                </a:lnTo>
                <a:lnTo>
                  <a:pt x="51053" y="19049"/>
                </a:lnTo>
                <a:lnTo>
                  <a:pt x="51053" y="19557"/>
                </a:lnTo>
                <a:lnTo>
                  <a:pt x="52577" y="22097"/>
                </a:lnTo>
                <a:lnTo>
                  <a:pt x="52577" y="21335"/>
                </a:lnTo>
                <a:lnTo>
                  <a:pt x="54102" y="25145"/>
                </a:lnTo>
                <a:lnTo>
                  <a:pt x="54102" y="48767"/>
                </a:lnTo>
                <a:lnTo>
                  <a:pt x="54864" y="48767"/>
                </a:lnTo>
                <a:lnTo>
                  <a:pt x="57912" y="44957"/>
                </a:lnTo>
                <a:lnTo>
                  <a:pt x="58674" y="44195"/>
                </a:lnTo>
                <a:lnTo>
                  <a:pt x="60960" y="40385"/>
                </a:lnTo>
                <a:close/>
              </a:path>
              <a:path w="64135" h="57150">
                <a:moveTo>
                  <a:pt x="13716" y="39623"/>
                </a:moveTo>
                <a:lnTo>
                  <a:pt x="11430" y="35813"/>
                </a:lnTo>
                <a:lnTo>
                  <a:pt x="11430" y="36575"/>
                </a:lnTo>
                <a:lnTo>
                  <a:pt x="9906" y="32003"/>
                </a:lnTo>
                <a:lnTo>
                  <a:pt x="9906" y="49529"/>
                </a:lnTo>
                <a:lnTo>
                  <a:pt x="12954" y="51968"/>
                </a:lnTo>
                <a:lnTo>
                  <a:pt x="12954" y="38861"/>
                </a:lnTo>
                <a:lnTo>
                  <a:pt x="13716" y="39623"/>
                </a:lnTo>
                <a:close/>
              </a:path>
              <a:path w="6413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64135" h="57150">
                <a:moveTo>
                  <a:pt x="19812" y="54863"/>
                </a:moveTo>
                <a:lnTo>
                  <a:pt x="19812" y="44957"/>
                </a:lnTo>
                <a:lnTo>
                  <a:pt x="16002" y="41909"/>
                </a:lnTo>
                <a:lnTo>
                  <a:pt x="16002" y="42671"/>
                </a:lnTo>
                <a:lnTo>
                  <a:pt x="12954" y="38861"/>
                </a:lnTo>
                <a:lnTo>
                  <a:pt x="12954" y="51968"/>
                </a:lnTo>
                <a:lnTo>
                  <a:pt x="13716" y="52577"/>
                </a:lnTo>
                <a:lnTo>
                  <a:pt x="14478" y="52577"/>
                </a:lnTo>
                <a:lnTo>
                  <a:pt x="19050" y="54863"/>
                </a:lnTo>
                <a:lnTo>
                  <a:pt x="19812" y="54863"/>
                </a:lnTo>
                <a:close/>
              </a:path>
              <a:path w="64135" h="57150">
                <a:moveTo>
                  <a:pt x="19812" y="12953"/>
                </a:moveTo>
                <a:lnTo>
                  <a:pt x="19050" y="12953"/>
                </a:lnTo>
                <a:lnTo>
                  <a:pt x="19050" y="13563"/>
                </a:lnTo>
                <a:lnTo>
                  <a:pt x="19812" y="12953"/>
                </a:lnTo>
                <a:close/>
              </a:path>
              <a:path w="64135" h="57150">
                <a:moveTo>
                  <a:pt x="23622" y="56170"/>
                </a:moveTo>
                <a:lnTo>
                  <a:pt x="23622" y="46481"/>
                </a:lnTo>
                <a:lnTo>
                  <a:pt x="19050" y="44195"/>
                </a:lnTo>
                <a:lnTo>
                  <a:pt x="19812" y="44957"/>
                </a:lnTo>
                <a:lnTo>
                  <a:pt x="19812" y="55625"/>
                </a:lnTo>
                <a:lnTo>
                  <a:pt x="23622" y="56170"/>
                </a:lnTo>
                <a:close/>
              </a:path>
              <a:path w="64135" h="57150">
                <a:moveTo>
                  <a:pt x="23622" y="11429"/>
                </a:moveTo>
                <a:lnTo>
                  <a:pt x="22860" y="11429"/>
                </a:lnTo>
                <a:lnTo>
                  <a:pt x="22860" y="11683"/>
                </a:lnTo>
                <a:lnTo>
                  <a:pt x="23622" y="11429"/>
                </a:lnTo>
                <a:close/>
              </a:path>
              <a:path w="64135" h="57150">
                <a:moveTo>
                  <a:pt x="27432" y="47243"/>
                </a:moveTo>
                <a:lnTo>
                  <a:pt x="22860" y="45719"/>
                </a:lnTo>
                <a:lnTo>
                  <a:pt x="23622" y="46481"/>
                </a:lnTo>
                <a:lnTo>
                  <a:pt x="23622" y="56170"/>
                </a:lnTo>
                <a:lnTo>
                  <a:pt x="25146" y="56387"/>
                </a:lnTo>
                <a:lnTo>
                  <a:pt x="25908" y="56387"/>
                </a:lnTo>
                <a:lnTo>
                  <a:pt x="25908" y="57149"/>
                </a:lnTo>
                <a:lnTo>
                  <a:pt x="26670" y="57149"/>
                </a:lnTo>
                <a:lnTo>
                  <a:pt x="26670" y="47243"/>
                </a:lnTo>
                <a:lnTo>
                  <a:pt x="27432" y="47243"/>
                </a:lnTo>
                <a:close/>
              </a:path>
              <a:path w="64135" h="57150">
                <a:moveTo>
                  <a:pt x="27432" y="9905"/>
                </a:moveTo>
                <a:lnTo>
                  <a:pt x="26670" y="9905"/>
                </a:lnTo>
                <a:lnTo>
                  <a:pt x="26670" y="10159"/>
                </a:lnTo>
                <a:lnTo>
                  <a:pt x="27432" y="9905"/>
                </a:lnTo>
                <a:close/>
              </a:path>
              <a:path w="64135" h="57150">
                <a:moveTo>
                  <a:pt x="32004" y="57149"/>
                </a:moveTo>
                <a:lnTo>
                  <a:pt x="32004" y="48005"/>
                </a:lnTo>
                <a:lnTo>
                  <a:pt x="31242" y="48005"/>
                </a:lnTo>
                <a:lnTo>
                  <a:pt x="26670" y="47243"/>
                </a:lnTo>
                <a:lnTo>
                  <a:pt x="26670" y="57149"/>
                </a:lnTo>
                <a:lnTo>
                  <a:pt x="32004" y="57149"/>
                </a:lnTo>
                <a:close/>
              </a:path>
              <a:path w="64135" h="57150">
                <a:moveTo>
                  <a:pt x="31622" y="47951"/>
                </a:moveTo>
                <a:lnTo>
                  <a:pt x="31242" y="47897"/>
                </a:lnTo>
                <a:lnTo>
                  <a:pt x="31622" y="47951"/>
                </a:lnTo>
                <a:close/>
              </a:path>
              <a:path w="64135" h="57150">
                <a:moveTo>
                  <a:pt x="36576" y="57149"/>
                </a:moveTo>
                <a:lnTo>
                  <a:pt x="36576" y="47243"/>
                </a:lnTo>
                <a:lnTo>
                  <a:pt x="31622" y="47951"/>
                </a:lnTo>
                <a:lnTo>
                  <a:pt x="32004" y="48005"/>
                </a:lnTo>
                <a:lnTo>
                  <a:pt x="32004" y="57149"/>
                </a:lnTo>
                <a:lnTo>
                  <a:pt x="36576" y="57149"/>
                </a:lnTo>
                <a:close/>
              </a:path>
              <a:path w="64135" h="57150">
                <a:moveTo>
                  <a:pt x="36576" y="10123"/>
                </a:moveTo>
                <a:lnTo>
                  <a:pt x="36576" y="9905"/>
                </a:lnTo>
                <a:lnTo>
                  <a:pt x="35814" y="9905"/>
                </a:lnTo>
                <a:lnTo>
                  <a:pt x="36576" y="10123"/>
                </a:lnTo>
                <a:close/>
              </a:path>
              <a:path w="64135" h="57150">
                <a:moveTo>
                  <a:pt x="41148" y="45719"/>
                </a:moveTo>
                <a:lnTo>
                  <a:pt x="35814" y="47243"/>
                </a:lnTo>
                <a:lnTo>
                  <a:pt x="36576" y="47243"/>
                </a:lnTo>
                <a:lnTo>
                  <a:pt x="36576" y="57149"/>
                </a:lnTo>
                <a:lnTo>
                  <a:pt x="38100" y="57149"/>
                </a:lnTo>
                <a:lnTo>
                  <a:pt x="38100" y="56387"/>
                </a:lnTo>
                <a:lnTo>
                  <a:pt x="38862" y="56387"/>
                </a:lnTo>
                <a:lnTo>
                  <a:pt x="40386" y="56133"/>
                </a:lnTo>
                <a:lnTo>
                  <a:pt x="40386" y="46481"/>
                </a:lnTo>
                <a:lnTo>
                  <a:pt x="41148" y="45719"/>
                </a:lnTo>
                <a:close/>
              </a:path>
              <a:path w="64135" h="57150">
                <a:moveTo>
                  <a:pt x="41148" y="11683"/>
                </a:moveTo>
                <a:lnTo>
                  <a:pt x="41148" y="11429"/>
                </a:lnTo>
                <a:lnTo>
                  <a:pt x="40386" y="11429"/>
                </a:lnTo>
                <a:lnTo>
                  <a:pt x="41148" y="11683"/>
                </a:lnTo>
                <a:close/>
              </a:path>
              <a:path w="64135" h="57150">
                <a:moveTo>
                  <a:pt x="44958" y="44195"/>
                </a:moveTo>
                <a:lnTo>
                  <a:pt x="40386" y="46481"/>
                </a:lnTo>
                <a:lnTo>
                  <a:pt x="40386" y="56133"/>
                </a:lnTo>
                <a:lnTo>
                  <a:pt x="43434" y="55625"/>
                </a:lnTo>
                <a:lnTo>
                  <a:pt x="44196" y="54863"/>
                </a:lnTo>
                <a:lnTo>
                  <a:pt x="44196" y="44957"/>
                </a:lnTo>
                <a:lnTo>
                  <a:pt x="44958" y="44195"/>
                </a:lnTo>
                <a:close/>
              </a:path>
              <a:path w="64135" h="57150">
                <a:moveTo>
                  <a:pt x="44958" y="13563"/>
                </a:moveTo>
                <a:lnTo>
                  <a:pt x="44958" y="12953"/>
                </a:lnTo>
                <a:lnTo>
                  <a:pt x="44196" y="12953"/>
                </a:lnTo>
                <a:lnTo>
                  <a:pt x="44958" y="13563"/>
                </a:lnTo>
                <a:close/>
              </a:path>
              <a:path w="64135" h="57150">
                <a:moveTo>
                  <a:pt x="48005" y="41909"/>
                </a:moveTo>
                <a:lnTo>
                  <a:pt x="44196" y="44957"/>
                </a:lnTo>
                <a:lnTo>
                  <a:pt x="44196" y="54863"/>
                </a:lnTo>
                <a:lnTo>
                  <a:pt x="47244" y="53339"/>
                </a:lnTo>
                <a:lnTo>
                  <a:pt x="47244" y="42671"/>
                </a:lnTo>
                <a:lnTo>
                  <a:pt x="48005" y="41909"/>
                </a:lnTo>
                <a:close/>
              </a:path>
              <a:path w="64135" h="57150">
                <a:moveTo>
                  <a:pt x="48005" y="16001"/>
                </a:moveTo>
                <a:lnTo>
                  <a:pt x="47244" y="15239"/>
                </a:lnTo>
                <a:lnTo>
                  <a:pt x="47244" y="15392"/>
                </a:lnTo>
                <a:lnTo>
                  <a:pt x="48005" y="16001"/>
                </a:lnTo>
                <a:close/>
              </a:path>
              <a:path w="64135" h="57150">
                <a:moveTo>
                  <a:pt x="51053" y="51561"/>
                </a:moveTo>
                <a:lnTo>
                  <a:pt x="51053" y="38861"/>
                </a:lnTo>
                <a:lnTo>
                  <a:pt x="47244" y="42671"/>
                </a:lnTo>
                <a:lnTo>
                  <a:pt x="47244" y="53339"/>
                </a:lnTo>
                <a:lnTo>
                  <a:pt x="48768" y="52577"/>
                </a:lnTo>
                <a:lnTo>
                  <a:pt x="49530" y="52577"/>
                </a:lnTo>
                <a:lnTo>
                  <a:pt x="51053" y="51561"/>
                </a:lnTo>
                <a:close/>
              </a:path>
              <a:path w="64135" h="57150">
                <a:moveTo>
                  <a:pt x="51053" y="19557"/>
                </a:moveTo>
                <a:lnTo>
                  <a:pt x="51053" y="19049"/>
                </a:lnTo>
                <a:lnTo>
                  <a:pt x="50292" y="18287"/>
                </a:lnTo>
                <a:lnTo>
                  <a:pt x="51053" y="19557"/>
                </a:lnTo>
                <a:close/>
              </a:path>
              <a:path w="64135" h="57150">
                <a:moveTo>
                  <a:pt x="54102" y="49529"/>
                </a:moveTo>
                <a:lnTo>
                  <a:pt x="54102" y="32003"/>
                </a:lnTo>
                <a:lnTo>
                  <a:pt x="52577" y="36575"/>
                </a:lnTo>
                <a:lnTo>
                  <a:pt x="52577" y="35813"/>
                </a:lnTo>
                <a:lnTo>
                  <a:pt x="50292" y="39623"/>
                </a:lnTo>
                <a:lnTo>
                  <a:pt x="51053" y="38861"/>
                </a:lnTo>
                <a:lnTo>
                  <a:pt x="51053" y="51561"/>
                </a:lnTo>
                <a:lnTo>
                  <a:pt x="54102" y="49529"/>
                </a:lnTo>
                <a:close/>
              </a:path>
              <a:path w="64135" h="57150">
                <a:moveTo>
                  <a:pt x="54102" y="28193"/>
                </a:moveTo>
                <a:lnTo>
                  <a:pt x="54102" y="25145"/>
                </a:lnTo>
                <a:lnTo>
                  <a:pt x="53340" y="24383"/>
                </a:lnTo>
                <a:lnTo>
                  <a:pt x="54038" y="28574"/>
                </a:lnTo>
                <a:lnTo>
                  <a:pt x="54102" y="28193"/>
                </a:lnTo>
                <a:close/>
              </a:path>
              <a:path w="64135" h="57150">
                <a:moveTo>
                  <a:pt x="54102" y="32003"/>
                </a:moveTo>
                <a:lnTo>
                  <a:pt x="54102" y="28955"/>
                </a:lnTo>
                <a:lnTo>
                  <a:pt x="54038" y="28574"/>
                </a:lnTo>
                <a:lnTo>
                  <a:pt x="53340" y="32765"/>
                </a:lnTo>
                <a:lnTo>
                  <a:pt x="54102" y="32003"/>
                </a:lnTo>
                <a:close/>
              </a:path>
              <a:path w="64135" h="57150">
                <a:moveTo>
                  <a:pt x="54102" y="28955"/>
                </a:moveTo>
                <a:lnTo>
                  <a:pt x="54102" y="28193"/>
                </a:lnTo>
                <a:lnTo>
                  <a:pt x="54038" y="28574"/>
                </a:lnTo>
                <a:lnTo>
                  <a:pt x="54102" y="28955"/>
                </a:lnTo>
                <a:close/>
              </a:path>
              <a:path w="64135" h="57150">
                <a:moveTo>
                  <a:pt x="63246" y="35051"/>
                </a:moveTo>
                <a:lnTo>
                  <a:pt x="63246" y="22859"/>
                </a:lnTo>
                <a:lnTo>
                  <a:pt x="62484" y="22097"/>
                </a:lnTo>
                <a:lnTo>
                  <a:pt x="60960" y="17525"/>
                </a:lnTo>
                <a:lnTo>
                  <a:pt x="60960" y="39623"/>
                </a:lnTo>
                <a:lnTo>
                  <a:pt x="62484" y="35051"/>
                </a:lnTo>
                <a:lnTo>
                  <a:pt x="63246" y="35051"/>
                </a:lnTo>
                <a:close/>
              </a:path>
              <a:path w="64135" h="57150">
                <a:moveTo>
                  <a:pt x="64008" y="28955"/>
                </a:moveTo>
                <a:lnTo>
                  <a:pt x="64008" y="28193"/>
                </a:lnTo>
                <a:lnTo>
                  <a:pt x="63246" y="23621"/>
                </a:lnTo>
                <a:lnTo>
                  <a:pt x="63246" y="34289"/>
                </a:lnTo>
                <a:lnTo>
                  <a:pt x="64008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17">
            <a:extLst>
              <a:ext uri="{FF2B5EF4-FFF2-40B4-BE49-F238E27FC236}">
                <a16:creationId xmlns:a16="http://schemas.microsoft.com/office/drawing/2014/main" id="{FF8777DC-246D-4030-929D-D67542A7A5BC}"/>
              </a:ext>
            </a:extLst>
          </p:cNvPr>
          <p:cNvSpPr/>
          <p:nvPr/>
        </p:nvSpPr>
        <p:spPr>
          <a:xfrm>
            <a:off x="4177172" y="2275380"/>
            <a:ext cx="82475" cy="806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18">
            <a:extLst>
              <a:ext uri="{FF2B5EF4-FFF2-40B4-BE49-F238E27FC236}">
                <a16:creationId xmlns:a16="http://schemas.microsoft.com/office/drawing/2014/main" id="{D2C327BB-87C0-42E0-933C-05B2AE0AF22E}"/>
              </a:ext>
            </a:extLst>
          </p:cNvPr>
          <p:cNvSpPr/>
          <p:nvPr/>
        </p:nvSpPr>
        <p:spPr>
          <a:xfrm>
            <a:off x="6817505" y="3620672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10"/>
                </a:moveTo>
                <a:lnTo>
                  <a:pt x="3047" y="18288"/>
                </a:lnTo>
                <a:lnTo>
                  <a:pt x="1523" y="21336"/>
                </a:lnTo>
                <a:lnTo>
                  <a:pt x="0" y="27432"/>
                </a:lnTo>
                <a:lnTo>
                  <a:pt x="0" y="30480"/>
                </a:lnTo>
                <a:lnTo>
                  <a:pt x="762" y="33528"/>
                </a:lnTo>
                <a:lnTo>
                  <a:pt x="762" y="36576"/>
                </a:lnTo>
                <a:lnTo>
                  <a:pt x="2286" y="39624"/>
                </a:lnTo>
                <a:lnTo>
                  <a:pt x="3048" y="41910"/>
                </a:lnTo>
                <a:close/>
              </a:path>
              <a:path w="70485" h="60325">
                <a:moveTo>
                  <a:pt x="6096" y="47244"/>
                </a:moveTo>
                <a:lnTo>
                  <a:pt x="6095" y="13716"/>
                </a:lnTo>
                <a:lnTo>
                  <a:pt x="3047" y="17526"/>
                </a:lnTo>
                <a:lnTo>
                  <a:pt x="3048" y="42672"/>
                </a:lnTo>
                <a:lnTo>
                  <a:pt x="6096" y="47244"/>
                </a:lnTo>
                <a:close/>
              </a:path>
              <a:path w="70485" h="60325">
                <a:moveTo>
                  <a:pt x="54102" y="16002"/>
                </a:move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001" y="4572"/>
                </a:lnTo>
                <a:lnTo>
                  <a:pt x="16001" y="5334"/>
                </a:lnTo>
                <a:lnTo>
                  <a:pt x="15239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10667" y="9144"/>
                </a:lnTo>
                <a:lnTo>
                  <a:pt x="6857" y="12954"/>
                </a:lnTo>
                <a:lnTo>
                  <a:pt x="6095" y="12954"/>
                </a:lnTo>
                <a:lnTo>
                  <a:pt x="6096" y="48006"/>
                </a:lnTo>
                <a:lnTo>
                  <a:pt x="6858" y="48006"/>
                </a:lnTo>
                <a:lnTo>
                  <a:pt x="9906" y="51054"/>
                </a:lnTo>
                <a:lnTo>
                  <a:pt x="9906" y="25908"/>
                </a:lnTo>
                <a:lnTo>
                  <a:pt x="10668" y="24384"/>
                </a:lnTo>
                <a:lnTo>
                  <a:pt x="11430" y="22098"/>
                </a:lnTo>
                <a:lnTo>
                  <a:pt x="11430" y="22860"/>
                </a:lnTo>
                <a:lnTo>
                  <a:pt x="13716" y="19050"/>
                </a:lnTo>
                <a:lnTo>
                  <a:pt x="13716" y="19812"/>
                </a:lnTo>
                <a:lnTo>
                  <a:pt x="16763" y="16764"/>
                </a:lnTo>
                <a:lnTo>
                  <a:pt x="16763" y="16002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4102" y="16002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8"/>
                </a:lnTo>
                <a:lnTo>
                  <a:pt x="13716" y="41148"/>
                </a:lnTo>
                <a:lnTo>
                  <a:pt x="13716" y="41910"/>
                </a:lnTo>
                <a:lnTo>
                  <a:pt x="11430" y="37338"/>
                </a:lnTo>
                <a:lnTo>
                  <a:pt x="11430" y="38100"/>
                </a:lnTo>
                <a:lnTo>
                  <a:pt x="10668" y="35814"/>
                </a:lnTo>
                <a:lnTo>
                  <a:pt x="9906" y="34290"/>
                </a:lnTo>
                <a:lnTo>
                  <a:pt x="9906" y="51054"/>
                </a:lnTo>
                <a:lnTo>
                  <a:pt x="11430" y="52578"/>
                </a:lnTo>
                <a:lnTo>
                  <a:pt x="15240" y="55626"/>
                </a:lnTo>
                <a:lnTo>
                  <a:pt x="16002" y="55626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6002"/>
                </a:moveTo>
                <a:lnTo>
                  <a:pt x="16763" y="16002"/>
                </a:lnTo>
                <a:lnTo>
                  <a:pt x="16763" y="16764"/>
                </a:lnTo>
                <a:lnTo>
                  <a:pt x="17526" y="16002"/>
                </a:lnTo>
                <a:close/>
              </a:path>
              <a:path w="70485" h="60325">
                <a:moveTo>
                  <a:pt x="21336" y="47244"/>
                </a:moveTo>
                <a:lnTo>
                  <a:pt x="16763" y="44196"/>
                </a:lnTo>
                <a:lnTo>
                  <a:pt x="17526" y="44958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4"/>
                </a:lnTo>
                <a:lnTo>
                  <a:pt x="21336" y="47244"/>
                </a:lnTo>
                <a:close/>
              </a:path>
              <a:path w="70485" h="60325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60325">
                <a:moveTo>
                  <a:pt x="25146" y="59436"/>
                </a:moveTo>
                <a:lnTo>
                  <a:pt x="25146" y="49530"/>
                </a:lnTo>
                <a:lnTo>
                  <a:pt x="20574" y="47244"/>
                </a:lnTo>
                <a:lnTo>
                  <a:pt x="20574" y="57585"/>
                </a:lnTo>
                <a:lnTo>
                  <a:pt x="21336" y="57912"/>
                </a:lnTo>
                <a:lnTo>
                  <a:pt x="22098" y="57912"/>
                </a:lnTo>
                <a:lnTo>
                  <a:pt x="22098" y="58674"/>
                </a:lnTo>
                <a:lnTo>
                  <a:pt x="25146" y="59436"/>
                </a:lnTo>
                <a:close/>
              </a:path>
              <a:path w="70485" h="60325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60325">
                <a:moveTo>
                  <a:pt x="30480" y="50292"/>
                </a:moveTo>
                <a:lnTo>
                  <a:pt x="24384" y="48768"/>
                </a:lnTo>
                <a:lnTo>
                  <a:pt x="25146" y="49530"/>
                </a:lnTo>
                <a:lnTo>
                  <a:pt x="25146" y="59436"/>
                </a:lnTo>
                <a:lnTo>
                  <a:pt x="28194" y="60198"/>
                </a:lnTo>
                <a:lnTo>
                  <a:pt x="29718" y="60198"/>
                </a:lnTo>
                <a:lnTo>
                  <a:pt x="29718" y="50292"/>
                </a:lnTo>
                <a:lnTo>
                  <a:pt x="30480" y="50292"/>
                </a:lnTo>
                <a:close/>
              </a:path>
              <a:path w="70485" h="60325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60325">
                <a:moveTo>
                  <a:pt x="35814" y="60198"/>
                </a:moveTo>
                <a:lnTo>
                  <a:pt x="35814" y="51054"/>
                </a:lnTo>
                <a:lnTo>
                  <a:pt x="35052" y="51054"/>
                </a:lnTo>
                <a:lnTo>
                  <a:pt x="29718" y="50292"/>
                </a:lnTo>
                <a:lnTo>
                  <a:pt x="29718" y="60198"/>
                </a:lnTo>
                <a:lnTo>
                  <a:pt x="35814" y="60198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8"/>
                </a:moveTo>
                <a:lnTo>
                  <a:pt x="41148" y="50292"/>
                </a:lnTo>
                <a:lnTo>
                  <a:pt x="35433" y="51006"/>
                </a:lnTo>
                <a:lnTo>
                  <a:pt x="35814" y="51054"/>
                </a:lnTo>
                <a:lnTo>
                  <a:pt x="35814" y="60198"/>
                </a:lnTo>
                <a:lnTo>
                  <a:pt x="41148" y="60198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8"/>
                </a:moveTo>
                <a:lnTo>
                  <a:pt x="40386" y="50292"/>
                </a:lnTo>
                <a:lnTo>
                  <a:pt x="41148" y="50292"/>
                </a:lnTo>
                <a:lnTo>
                  <a:pt x="41148" y="60198"/>
                </a:lnTo>
                <a:lnTo>
                  <a:pt x="42672" y="60198"/>
                </a:lnTo>
                <a:lnTo>
                  <a:pt x="44958" y="59544"/>
                </a:lnTo>
                <a:lnTo>
                  <a:pt x="44958" y="49530"/>
                </a:lnTo>
                <a:lnTo>
                  <a:pt x="45720" y="48768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4"/>
                </a:lnTo>
                <a:lnTo>
                  <a:pt x="44958" y="49530"/>
                </a:lnTo>
                <a:lnTo>
                  <a:pt x="44958" y="59544"/>
                </a:lnTo>
                <a:lnTo>
                  <a:pt x="48006" y="58674"/>
                </a:lnTo>
                <a:lnTo>
                  <a:pt x="48006" y="57912"/>
                </a:lnTo>
                <a:lnTo>
                  <a:pt x="48768" y="57912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4"/>
                </a:lnTo>
                <a:lnTo>
                  <a:pt x="50292" y="47244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8"/>
                </a:lnTo>
                <a:lnTo>
                  <a:pt x="53775" y="44413"/>
                </a:lnTo>
                <a:close/>
              </a:path>
              <a:path w="70485" h="60325">
                <a:moveTo>
                  <a:pt x="64008" y="48006"/>
                </a:moveTo>
                <a:lnTo>
                  <a:pt x="64008" y="12954"/>
                </a:lnTo>
                <a:lnTo>
                  <a:pt x="63246" y="12954"/>
                </a:lnTo>
                <a:lnTo>
                  <a:pt x="60198" y="9144"/>
                </a:lnTo>
                <a:lnTo>
                  <a:pt x="59436" y="9144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5334"/>
                </a:lnTo>
                <a:lnTo>
                  <a:pt x="54102" y="16002"/>
                </a:lnTo>
                <a:lnTo>
                  <a:pt x="53340" y="16002"/>
                </a:lnTo>
                <a:lnTo>
                  <a:pt x="56388" y="19812"/>
                </a:lnTo>
                <a:lnTo>
                  <a:pt x="56388" y="19050"/>
                </a:lnTo>
                <a:lnTo>
                  <a:pt x="58674" y="22860"/>
                </a:lnTo>
                <a:lnTo>
                  <a:pt x="58674" y="22098"/>
                </a:lnTo>
                <a:lnTo>
                  <a:pt x="60198" y="26670"/>
                </a:lnTo>
                <a:lnTo>
                  <a:pt x="60198" y="51816"/>
                </a:lnTo>
                <a:lnTo>
                  <a:pt x="63246" y="48006"/>
                </a:lnTo>
                <a:lnTo>
                  <a:pt x="64008" y="48006"/>
                </a:lnTo>
                <a:close/>
              </a:path>
              <a:path w="70485" h="60325">
                <a:moveTo>
                  <a:pt x="54102" y="44196"/>
                </a:moveTo>
                <a:lnTo>
                  <a:pt x="53775" y="44413"/>
                </a:lnTo>
                <a:lnTo>
                  <a:pt x="53340" y="44958"/>
                </a:lnTo>
                <a:lnTo>
                  <a:pt x="54102" y="44196"/>
                </a:lnTo>
                <a:close/>
              </a:path>
              <a:path w="70485" h="60325">
                <a:moveTo>
                  <a:pt x="54102" y="55626"/>
                </a:moveTo>
                <a:lnTo>
                  <a:pt x="54102" y="44196"/>
                </a:lnTo>
                <a:lnTo>
                  <a:pt x="53340" y="44958"/>
                </a:lnTo>
                <a:lnTo>
                  <a:pt x="53340" y="55952"/>
                </a:lnTo>
                <a:lnTo>
                  <a:pt x="54102" y="55626"/>
                </a:lnTo>
                <a:close/>
              </a:path>
              <a:path w="70485" h="60325">
                <a:moveTo>
                  <a:pt x="60198" y="51816"/>
                </a:moveTo>
                <a:lnTo>
                  <a:pt x="60198" y="33528"/>
                </a:lnTo>
                <a:lnTo>
                  <a:pt x="58674" y="38862"/>
                </a:lnTo>
                <a:lnTo>
                  <a:pt x="58674" y="37338"/>
                </a:lnTo>
                <a:lnTo>
                  <a:pt x="56388" y="41910"/>
                </a:lnTo>
                <a:lnTo>
                  <a:pt x="56388" y="41148"/>
                </a:lnTo>
                <a:lnTo>
                  <a:pt x="53775" y="44413"/>
                </a:lnTo>
                <a:lnTo>
                  <a:pt x="54102" y="44196"/>
                </a:lnTo>
                <a:lnTo>
                  <a:pt x="54102" y="55626"/>
                </a:lnTo>
                <a:lnTo>
                  <a:pt x="54864" y="55626"/>
                </a:lnTo>
                <a:lnTo>
                  <a:pt x="59436" y="52578"/>
                </a:lnTo>
                <a:lnTo>
                  <a:pt x="59436" y="51816"/>
                </a:lnTo>
                <a:lnTo>
                  <a:pt x="60198" y="51816"/>
                </a:lnTo>
                <a:close/>
              </a:path>
              <a:path w="70485" h="60325">
                <a:moveTo>
                  <a:pt x="67056" y="42672"/>
                </a:moveTo>
                <a:lnTo>
                  <a:pt x="67056" y="17526"/>
                </a:lnTo>
                <a:lnTo>
                  <a:pt x="64008" y="13716"/>
                </a:lnTo>
                <a:lnTo>
                  <a:pt x="64008" y="47244"/>
                </a:lnTo>
                <a:lnTo>
                  <a:pt x="67056" y="42672"/>
                </a:lnTo>
                <a:close/>
              </a:path>
              <a:path w="70485" h="60325">
                <a:moveTo>
                  <a:pt x="69342" y="37338"/>
                </a:moveTo>
                <a:lnTo>
                  <a:pt x="69342" y="23622"/>
                </a:lnTo>
                <a:lnTo>
                  <a:pt x="67056" y="19050"/>
                </a:lnTo>
                <a:lnTo>
                  <a:pt x="67056" y="41910"/>
                </a:lnTo>
                <a:lnTo>
                  <a:pt x="69342" y="37338"/>
                </a:lnTo>
                <a:close/>
              </a:path>
              <a:path w="70485" h="60325">
                <a:moveTo>
                  <a:pt x="70104" y="33528"/>
                </a:moveTo>
                <a:lnTo>
                  <a:pt x="70104" y="26670"/>
                </a:lnTo>
                <a:lnTo>
                  <a:pt x="69342" y="24384"/>
                </a:lnTo>
                <a:lnTo>
                  <a:pt x="69342" y="36576"/>
                </a:lnTo>
                <a:lnTo>
                  <a:pt x="7010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2D2D4355-92AF-4D0F-9A70-1E8E5762D50B}"/>
              </a:ext>
            </a:extLst>
          </p:cNvPr>
          <p:cNvSpPr/>
          <p:nvPr/>
        </p:nvSpPr>
        <p:spPr>
          <a:xfrm>
            <a:off x="5385841" y="4007050"/>
            <a:ext cx="73511" cy="681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689A3903-F6E7-4AA1-8670-89B553505F0D}"/>
              </a:ext>
            </a:extLst>
          </p:cNvPr>
          <p:cNvSpPr/>
          <p:nvPr/>
        </p:nvSpPr>
        <p:spPr>
          <a:xfrm>
            <a:off x="7042517" y="4126409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893"/>
                </a:moveTo>
                <a:lnTo>
                  <a:pt x="18288" y="15893"/>
                </a:lnTo>
                <a:lnTo>
                  <a:pt x="18288" y="5225"/>
                </a:lnTo>
                <a:lnTo>
                  <a:pt x="12954" y="8273"/>
                </a:lnTo>
                <a:lnTo>
                  <a:pt x="8382" y="12845"/>
                </a:lnTo>
                <a:lnTo>
                  <a:pt x="7620" y="12845"/>
                </a:lnTo>
                <a:lnTo>
                  <a:pt x="7620" y="13607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4275"/>
                </a:lnTo>
                <a:lnTo>
                  <a:pt x="0" y="28847"/>
                </a:lnTo>
                <a:lnTo>
                  <a:pt x="0" y="35705"/>
                </a:lnTo>
                <a:lnTo>
                  <a:pt x="2286" y="44849"/>
                </a:lnTo>
                <a:lnTo>
                  <a:pt x="3810" y="47897"/>
                </a:lnTo>
                <a:lnTo>
                  <a:pt x="6096" y="50183"/>
                </a:lnTo>
                <a:lnTo>
                  <a:pt x="7620" y="52469"/>
                </a:lnTo>
                <a:lnTo>
                  <a:pt x="8382" y="52469"/>
                </a:lnTo>
                <a:lnTo>
                  <a:pt x="9144" y="53078"/>
                </a:lnTo>
                <a:lnTo>
                  <a:pt x="9144" y="31133"/>
                </a:lnTo>
                <a:lnTo>
                  <a:pt x="10668" y="26561"/>
                </a:lnTo>
                <a:lnTo>
                  <a:pt x="10668" y="27323"/>
                </a:lnTo>
                <a:lnTo>
                  <a:pt x="12192" y="24275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close/>
              </a:path>
              <a:path w="68579" h="62229">
                <a:moveTo>
                  <a:pt x="9906" y="30371"/>
                </a:moveTo>
                <a:lnTo>
                  <a:pt x="9144" y="31133"/>
                </a:lnTo>
                <a:lnTo>
                  <a:pt x="9144" y="32657"/>
                </a:lnTo>
                <a:lnTo>
                  <a:pt x="9906" y="30371"/>
                </a:lnTo>
                <a:close/>
              </a:path>
              <a:path w="68579" h="62229">
                <a:moveTo>
                  <a:pt x="18288" y="58565"/>
                </a:moveTo>
                <a:lnTo>
                  <a:pt x="18288" y="48659"/>
                </a:lnTo>
                <a:lnTo>
                  <a:pt x="14478" y="44849"/>
                </a:lnTo>
                <a:lnTo>
                  <a:pt x="14478" y="45611"/>
                </a:lnTo>
                <a:lnTo>
                  <a:pt x="12954" y="44087"/>
                </a:lnTo>
                <a:lnTo>
                  <a:pt x="12192" y="41801"/>
                </a:lnTo>
                <a:lnTo>
                  <a:pt x="10668" y="40277"/>
                </a:lnTo>
                <a:lnTo>
                  <a:pt x="9906" y="38753"/>
                </a:lnTo>
                <a:lnTo>
                  <a:pt x="9906" y="36467"/>
                </a:lnTo>
                <a:lnTo>
                  <a:pt x="9144" y="34943"/>
                </a:lnTo>
                <a:lnTo>
                  <a:pt x="9144" y="53078"/>
                </a:lnTo>
                <a:lnTo>
                  <a:pt x="12192" y="55517"/>
                </a:lnTo>
                <a:lnTo>
                  <a:pt x="12192" y="56279"/>
                </a:lnTo>
                <a:lnTo>
                  <a:pt x="12954" y="56279"/>
                </a:lnTo>
                <a:lnTo>
                  <a:pt x="17526" y="58565"/>
                </a:lnTo>
                <a:lnTo>
                  <a:pt x="18288" y="58565"/>
                </a:lnTo>
                <a:close/>
              </a:path>
              <a:path w="68579" h="62229">
                <a:moveTo>
                  <a:pt x="12954" y="22751"/>
                </a:moveTo>
                <a:lnTo>
                  <a:pt x="12192" y="23513"/>
                </a:lnTo>
                <a:lnTo>
                  <a:pt x="12192" y="24275"/>
                </a:lnTo>
                <a:lnTo>
                  <a:pt x="12954" y="22751"/>
                </a:lnTo>
                <a:close/>
              </a:path>
              <a:path w="68579" h="62229">
                <a:moveTo>
                  <a:pt x="22098" y="50183"/>
                </a:moveTo>
                <a:lnTo>
                  <a:pt x="17526" y="47897"/>
                </a:lnTo>
                <a:lnTo>
                  <a:pt x="18288" y="48659"/>
                </a:lnTo>
                <a:lnTo>
                  <a:pt x="18288" y="59327"/>
                </a:lnTo>
                <a:lnTo>
                  <a:pt x="21336" y="60198"/>
                </a:lnTo>
                <a:lnTo>
                  <a:pt x="21336" y="50183"/>
                </a:lnTo>
                <a:lnTo>
                  <a:pt x="22098" y="50183"/>
                </a:lnTo>
                <a:close/>
              </a:path>
              <a:path w="68579" h="62229">
                <a:moveTo>
                  <a:pt x="60960" y="48659"/>
                </a:moveTo>
                <a:lnTo>
                  <a:pt x="60960" y="9035"/>
                </a:lnTo>
                <a:lnTo>
                  <a:pt x="60198" y="9035"/>
                </a:lnTo>
                <a:lnTo>
                  <a:pt x="56388" y="5225"/>
                </a:lnTo>
                <a:lnTo>
                  <a:pt x="55626" y="5225"/>
                </a:lnTo>
                <a:lnTo>
                  <a:pt x="51054" y="2939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4463"/>
                </a:lnTo>
                <a:lnTo>
                  <a:pt x="18288" y="4463"/>
                </a:lnTo>
                <a:lnTo>
                  <a:pt x="18288" y="15893"/>
                </a:lnTo>
                <a:lnTo>
                  <a:pt x="23622" y="12845"/>
                </a:lnTo>
                <a:lnTo>
                  <a:pt x="23622" y="13280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232"/>
                </a:lnTo>
                <a:lnTo>
                  <a:pt x="47244" y="11321"/>
                </a:lnTo>
                <a:lnTo>
                  <a:pt x="47244" y="11702"/>
                </a:lnTo>
                <a:lnTo>
                  <a:pt x="50292" y="13226"/>
                </a:lnTo>
                <a:lnTo>
                  <a:pt x="50292" y="12845"/>
                </a:lnTo>
                <a:lnTo>
                  <a:pt x="54102" y="15385"/>
                </a:lnTo>
                <a:lnTo>
                  <a:pt x="54102" y="15131"/>
                </a:lnTo>
                <a:lnTo>
                  <a:pt x="54864" y="15893"/>
                </a:lnTo>
                <a:lnTo>
                  <a:pt x="54864" y="16274"/>
                </a:lnTo>
                <a:lnTo>
                  <a:pt x="57150" y="19703"/>
                </a:lnTo>
                <a:lnTo>
                  <a:pt x="57150" y="20084"/>
                </a:lnTo>
                <a:lnTo>
                  <a:pt x="57912" y="21227"/>
                </a:lnTo>
                <a:lnTo>
                  <a:pt x="58674" y="22751"/>
                </a:lnTo>
                <a:lnTo>
                  <a:pt x="58674" y="25037"/>
                </a:lnTo>
                <a:lnTo>
                  <a:pt x="59436" y="26561"/>
                </a:lnTo>
                <a:lnTo>
                  <a:pt x="59436" y="49421"/>
                </a:lnTo>
                <a:lnTo>
                  <a:pt x="60198" y="48659"/>
                </a:lnTo>
                <a:lnTo>
                  <a:pt x="60960" y="48659"/>
                </a:lnTo>
                <a:close/>
              </a:path>
              <a:path w="68579" h="62229">
                <a:moveTo>
                  <a:pt x="26670" y="61136"/>
                </a:moveTo>
                <a:lnTo>
                  <a:pt x="26670" y="51707"/>
                </a:lnTo>
                <a:lnTo>
                  <a:pt x="21336" y="50183"/>
                </a:lnTo>
                <a:lnTo>
                  <a:pt x="21336" y="60198"/>
                </a:lnTo>
                <a:lnTo>
                  <a:pt x="23622" y="60851"/>
                </a:lnTo>
                <a:lnTo>
                  <a:pt x="25146" y="60946"/>
                </a:lnTo>
                <a:lnTo>
                  <a:pt x="26670" y="61136"/>
                </a:lnTo>
                <a:close/>
              </a:path>
              <a:path w="68579" h="62229">
                <a:moveTo>
                  <a:pt x="23622" y="13280"/>
                </a:moveTo>
                <a:lnTo>
                  <a:pt x="23622" y="12845"/>
                </a:lnTo>
                <a:lnTo>
                  <a:pt x="22860" y="13607"/>
                </a:lnTo>
                <a:lnTo>
                  <a:pt x="23622" y="13280"/>
                </a:lnTo>
                <a:close/>
              </a:path>
              <a:path w="68579" h="62229">
                <a:moveTo>
                  <a:pt x="36576" y="60851"/>
                </a:moveTo>
                <a:lnTo>
                  <a:pt x="36576" y="51707"/>
                </a:lnTo>
                <a:lnTo>
                  <a:pt x="30480" y="51707"/>
                </a:lnTo>
                <a:lnTo>
                  <a:pt x="25908" y="50945"/>
                </a:lnTo>
                <a:lnTo>
                  <a:pt x="26670" y="51707"/>
                </a:lnTo>
                <a:lnTo>
                  <a:pt x="26670" y="61136"/>
                </a:lnTo>
                <a:lnTo>
                  <a:pt x="30480" y="61613"/>
                </a:lnTo>
                <a:lnTo>
                  <a:pt x="32004" y="61504"/>
                </a:lnTo>
                <a:lnTo>
                  <a:pt x="36576" y="60851"/>
                </a:lnTo>
                <a:close/>
              </a:path>
              <a:path w="68579" h="62229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62229">
                <a:moveTo>
                  <a:pt x="31242" y="51707"/>
                </a:moveTo>
                <a:lnTo>
                  <a:pt x="30480" y="51598"/>
                </a:lnTo>
                <a:lnTo>
                  <a:pt x="31242" y="51707"/>
                </a:lnTo>
                <a:close/>
              </a:path>
              <a:path w="68579" h="62229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62229">
                <a:moveTo>
                  <a:pt x="41148" y="59898"/>
                </a:moveTo>
                <a:lnTo>
                  <a:pt x="41148" y="50183"/>
                </a:lnTo>
                <a:lnTo>
                  <a:pt x="35052" y="51707"/>
                </a:lnTo>
                <a:lnTo>
                  <a:pt x="36576" y="51707"/>
                </a:lnTo>
                <a:lnTo>
                  <a:pt x="36576" y="60851"/>
                </a:lnTo>
                <a:lnTo>
                  <a:pt x="37338" y="60851"/>
                </a:lnTo>
                <a:lnTo>
                  <a:pt x="41148" y="59898"/>
                </a:lnTo>
                <a:close/>
              </a:path>
              <a:path w="68579" h="62229">
                <a:moveTo>
                  <a:pt x="46482" y="47897"/>
                </a:moveTo>
                <a:lnTo>
                  <a:pt x="40386" y="50183"/>
                </a:lnTo>
                <a:lnTo>
                  <a:pt x="41148" y="50183"/>
                </a:lnTo>
                <a:lnTo>
                  <a:pt x="41148" y="59898"/>
                </a:lnTo>
                <a:lnTo>
                  <a:pt x="43434" y="59327"/>
                </a:lnTo>
                <a:lnTo>
                  <a:pt x="44196" y="59327"/>
                </a:lnTo>
                <a:lnTo>
                  <a:pt x="45720" y="58565"/>
                </a:lnTo>
                <a:lnTo>
                  <a:pt x="45720" y="48659"/>
                </a:lnTo>
                <a:lnTo>
                  <a:pt x="46482" y="47897"/>
                </a:lnTo>
                <a:close/>
              </a:path>
              <a:path w="68579" h="62229">
                <a:moveTo>
                  <a:pt x="43434" y="10232"/>
                </a:moveTo>
                <a:lnTo>
                  <a:pt x="43434" y="9797"/>
                </a:lnTo>
                <a:lnTo>
                  <a:pt x="41910" y="9797"/>
                </a:lnTo>
                <a:lnTo>
                  <a:pt x="43434" y="10232"/>
                </a:lnTo>
                <a:close/>
              </a:path>
              <a:path w="68579" h="62229">
                <a:moveTo>
                  <a:pt x="50292" y="44849"/>
                </a:moveTo>
                <a:lnTo>
                  <a:pt x="45720" y="48659"/>
                </a:lnTo>
                <a:lnTo>
                  <a:pt x="45720" y="58565"/>
                </a:lnTo>
                <a:lnTo>
                  <a:pt x="49530" y="56660"/>
                </a:lnTo>
                <a:lnTo>
                  <a:pt x="49530" y="45611"/>
                </a:lnTo>
                <a:lnTo>
                  <a:pt x="50292" y="44849"/>
                </a:lnTo>
                <a:close/>
              </a:path>
              <a:path w="68579" h="62229">
                <a:moveTo>
                  <a:pt x="47244" y="11702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702"/>
                </a:lnTo>
                <a:close/>
              </a:path>
              <a:path w="68579" h="62229">
                <a:moveTo>
                  <a:pt x="53530" y="42277"/>
                </a:moveTo>
                <a:lnTo>
                  <a:pt x="49530" y="45611"/>
                </a:lnTo>
                <a:lnTo>
                  <a:pt x="49530" y="56660"/>
                </a:lnTo>
                <a:lnTo>
                  <a:pt x="50292" y="56279"/>
                </a:lnTo>
                <a:lnTo>
                  <a:pt x="51054" y="56279"/>
                </a:lnTo>
                <a:lnTo>
                  <a:pt x="53340" y="54755"/>
                </a:lnTo>
                <a:lnTo>
                  <a:pt x="53340" y="42563"/>
                </a:lnTo>
                <a:lnTo>
                  <a:pt x="53530" y="42277"/>
                </a:lnTo>
                <a:close/>
              </a:path>
              <a:path w="68579" h="62229">
                <a:moveTo>
                  <a:pt x="51054" y="13607"/>
                </a:moveTo>
                <a:lnTo>
                  <a:pt x="50292" y="12845"/>
                </a:lnTo>
                <a:lnTo>
                  <a:pt x="50292" y="13226"/>
                </a:lnTo>
                <a:lnTo>
                  <a:pt x="51054" y="13607"/>
                </a:lnTo>
                <a:close/>
              </a:path>
              <a:path w="68579" h="62229">
                <a:moveTo>
                  <a:pt x="54102" y="41801"/>
                </a:moveTo>
                <a:lnTo>
                  <a:pt x="53530" y="42277"/>
                </a:lnTo>
                <a:lnTo>
                  <a:pt x="53340" y="42563"/>
                </a:lnTo>
                <a:lnTo>
                  <a:pt x="54102" y="41801"/>
                </a:lnTo>
                <a:close/>
              </a:path>
              <a:path w="68579" h="62229">
                <a:moveTo>
                  <a:pt x="54102" y="54247"/>
                </a:moveTo>
                <a:lnTo>
                  <a:pt x="54102" y="41801"/>
                </a:lnTo>
                <a:lnTo>
                  <a:pt x="53340" y="42563"/>
                </a:lnTo>
                <a:lnTo>
                  <a:pt x="53340" y="54755"/>
                </a:lnTo>
                <a:lnTo>
                  <a:pt x="54102" y="54247"/>
                </a:lnTo>
                <a:close/>
              </a:path>
              <a:path w="68579" h="62229">
                <a:moveTo>
                  <a:pt x="58674" y="50183"/>
                </a:moveTo>
                <a:lnTo>
                  <a:pt x="58674" y="34181"/>
                </a:lnTo>
                <a:lnTo>
                  <a:pt x="56388" y="38753"/>
                </a:lnTo>
                <a:lnTo>
                  <a:pt x="56388" y="37991"/>
                </a:lnTo>
                <a:lnTo>
                  <a:pt x="53530" y="42277"/>
                </a:lnTo>
                <a:lnTo>
                  <a:pt x="54102" y="41801"/>
                </a:lnTo>
                <a:lnTo>
                  <a:pt x="54102" y="54247"/>
                </a:lnTo>
                <a:lnTo>
                  <a:pt x="55626" y="53231"/>
                </a:lnTo>
                <a:lnTo>
                  <a:pt x="58674" y="50183"/>
                </a:lnTo>
                <a:close/>
              </a:path>
              <a:path w="68579" h="62229">
                <a:moveTo>
                  <a:pt x="54864" y="15893"/>
                </a:moveTo>
                <a:lnTo>
                  <a:pt x="54102" y="15131"/>
                </a:lnTo>
                <a:lnTo>
                  <a:pt x="54406" y="15588"/>
                </a:lnTo>
                <a:lnTo>
                  <a:pt x="54864" y="15893"/>
                </a:lnTo>
                <a:close/>
              </a:path>
              <a:path w="68579" h="62229">
                <a:moveTo>
                  <a:pt x="54406" y="15588"/>
                </a:moveTo>
                <a:lnTo>
                  <a:pt x="54102" y="15131"/>
                </a:lnTo>
                <a:lnTo>
                  <a:pt x="54102" y="15385"/>
                </a:lnTo>
                <a:lnTo>
                  <a:pt x="54406" y="15588"/>
                </a:lnTo>
                <a:close/>
              </a:path>
              <a:path w="68579" h="62229">
                <a:moveTo>
                  <a:pt x="54864" y="16274"/>
                </a:moveTo>
                <a:lnTo>
                  <a:pt x="54864" y="15893"/>
                </a:lnTo>
                <a:lnTo>
                  <a:pt x="54406" y="15588"/>
                </a:lnTo>
                <a:lnTo>
                  <a:pt x="54864" y="16274"/>
                </a:lnTo>
                <a:close/>
              </a:path>
              <a:path w="68579" h="62229">
                <a:moveTo>
                  <a:pt x="57150" y="20084"/>
                </a:moveTo>
                <a:lnTo>
                  <a:pt x="57150" y="19703"/>
                </a:lnTo>
                <a:lnTo>
                  <a:pt x="56388" y="18941"/>
                </a:lnTo>
                <a:lnTo>
                  <a:pt x="57150" y="20084"/>
                </a:lnTo>
                <a:close/>
              </a:path>
              <a:path w="68579" h="62229">
                <a:moveTo>
                  <a:pt x="59436" y="49421"/>
                </a:moveTo>
                <a:lnTo>
                  <a:pt x="59436" y="30371"/>
                </a:lnTo>
                <a:lnTo>
                  <a:pt x="57912" y="34943"/>
                </a:lnTo>
                <a:lnTo>
                  <a:pt x="58674" y="34181"/>
                </a:lnTo>
                <a:lnTo>
                  <a:pt x="58674" y="50183"/>
                </a:lnTo>
                <a:lnTo>
                  <a:pt x="59436" y="49421"/>
                </a:lnTo>
                <a:close/>
              </a:path>
              <a:path w="68579" h="62229">
                <a:moveTo>
                  <a:pt x="64770" y="43325"/>
                </a:moveTo>
                <a:lnTo>
                  <a:pt x="64770" y="13607"/>
                </a:lnTo>
                <a:lnTo>
                  <a:pt x="60960" y="9797"/>
                </a:lnTo>
                <a:lnTo>
                  <a:pt x="60960" y="47897"/>
                </a:lnTo>
                <a:lnTo>
                  <a:pt x="64008" y="44087"/>
                </a:lnTo>
                <a:lnTo>
                  <a:pt x="64008" y="43325"/>
                </a:lnTo>
                <a:lnTo>
                  <a:pt x="64770" y="43325"/>
                </a:lnTo>
                <a:close/>
              </a:path>
              <a:path w="68579" h="62229">
                <a:moveTo>
                  <a:pt x="68580" y="32657"/>
                </a:moveTo>
                <a:lnTo>
                  <a:pt x="68580" y="21989"/>
                </a:lnTo>
                <a:lnTo>
                  <a:pt x="67056" y="18941"/>
                </a:lnTo>
                <a:lnTo>
                  <a:pt x="66294" y="16655"/>
                </a:lnTo>
                <a:lnTo>
                  <a:pt x="64770" y="14369"/>
                </a:lnTo>
                <a:lnTo>
                  <a:pt x="64770" y="42563"/>
                </a:lnTo>
                <a:lnTo>
                  <a:pt x="67056" y="37991"/>
                </a:lnTo>
                <a:lnTo>
                  <a:pt x="67056" y="37229"/>
                </a:lnTo>
                <a:lnTo>
                  <a:pt x="68580" y="32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1">
            <a:extLst>
              <a:ext uri="{FF2B5EF4-FFF2-40B4-BE49-F238E27FC236}">
                <a16:creationId xmlns:a16="http://schemas.microsoft.com/office/drawing/2014/main" id="{F6D9E5A8-A246-48B0-AA9E-88ACA3B83233}"/>
              </a:ext>
            </a:extLst>
          </p:cNvPr>
          <p:cNvSpPr/>
          <p:nvPr/>
        </p:nvSpPr>
        <p:spPr>
          <a:xfrm>
            <a:off x="4267717" y="1736598"/>
            <a:ext cx="80681" cy="726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2">
            <a:extLst>
              <a:ext uri="{FF2B5EF4-FFF2-40B4-BE49-F238E27FC236}">
                <a16:creationId xmlns:a16="http://schemas.microsoft.com/office/drawing/2014/main" id="{59A1A541-D309-44BE-94BE-4BAD3FDFFE4F}"/>
              </a:ext>
            </a:extLst>
          </p:cNvPr>
          <p:cNvSpPr/>
          <p:nvPr/>
        </p:nvSpPr>
        <p:spPr>
          <a:xfrm>
            <a:off x="6354924" y="2996728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8382" y="51816"/>
                </a:moveTo>
                <a:lnTo>
                  <a:pt x="8382" y="12954"/>
                </a:lnTo>
                <a:lnTo>
                  <a:pt x="4572" y="17526"/>
                </a:lnTo>
                <a:lnTo>
                  <a:pt x="4572" y="18288"/>
                </a:lnTo>
                <a:lnTo>
                  <a:pt x="2286" y="22860"/>
                </a:lnTo>
                <a:lnTo>
                  <a:pt x="1524" y="23622"/>
                </a:lnTo>
                <a:lnTo>
                  <a:pt x="762" y="28956"/>
                </a:lnTo>
                <a:lnTo>
                  <a:pt x="0" y="29718"/>
                </a:lnTo>
                <a:lnTo>
                  <a:pt x="0" y="35814"/>
                </a:lnTo>
                <a:lnTo>
                  <a:pt x="1524" y="41910"/>
                </a:lnTo>
                <a:lnTo>
                  <a:pt x="3048" y="44958"/>
                </a:lnTo>
                <a:lnTo>
                  <a:pt x="4572" y="47244"/>
                </a:lnTo>
                <a:lnTo>
                  <a:pt x="6096" y="50292"/>
                </a:lnTo>
                <a:lnTo>
                  <a:pt x="7620" y="51816"/>
                </a:lnTo>
                <a:lnTo>
                  <a:pt x="8382" y="51816"/>
                </a:lnTo>
                <a:close/>
              </a:path>
              <a:path w="69850" h="60960">
                <a:moveTo>
                  <a:pt x="60960" y="48768"/>
                </a:moveTo>
                <a:lnTo>
                  <a:pt x="60960" y="8382"/>
                </a:lnTo>
                <a:lnTo>
                  <a:pt x="56388" y="5334"/>
                </a:lnTo>
                <a:lnTo>
                  <a:pt x="56388" y="4572"/>
                </a:lnTo>
                <a:lnTo>
                  <a:pt x="55626" y="4572"/>
                </a:lnTo>
                <a:lnTo>
                  <a:pt x="51054" y="2286"/>
                </a:lnTo>
                <a:lnTo>
                  <a:pt x="50292" y="2286"/>
                </a:lnTo>
                <a:lnTo>
                  <a:pt x="44958" y="762"/>
                </a:lnTo>
                <a:lnTo>
                  <a:pt x="44196" y="0"/>
                </a:lnTo>
                <a:lnTo>
                  <a:pt x="30886" y="88"/>
                </a:lnTo>
                <a:lnTo>
                  <a:pt x="25146" y="1524"/>
                </a:lnTo>
                <a:lnTo>
                  <a:pt x="24384" y="2286"/>
                </a:lnTo>
                <a:lnTo>
                  <a:pt x="19050" y="4572"/>
                </a:lnTo>
                <a:lnTo>
                  <a:pt x="18288" y="4572"/>
                </a:lnTo>
                <a:lnTo>
                  <a:pt x="13716" y="8382"/>
                </a:lnTo>
                <a:lnTo>
                  <a:pt x="12954" y="8382"/>
                </a:lnTo>
                <a:lnTo>
                  <a:pt x="8382" y="12192"/>
                </a:lnTo>
                <a:lnTo>
                  <a:pt x="8382" y="52578"/>
                </a:lnTo>
                <a:lnTo>
                  <a:pt x="9906" y="53797"/>
                </a:lnTo>
                <a:lnTo>
                  <a:pt x="9906" y="31242"/>
                </a:lnTo>
                <a:lnTo>
                  <a:pt x="10668" y="25908"/>
                </a:lnTo>
                <a:lnTo>
                  <a:pt x="10668" y="27432"/>
                </a:lnTo>
                <a:lnTo>
                  <a:pt x="12192" y="23876"/>
                </a:lnTo>
                <a:lnTo>
                  <a:pt x="12192" y="22860"/>
                </a:lnTo>
                <a:lnTo>
                  <a:pt x="15240" y="19812"/>
                </a:lnTo>
                <a:lnTo>
                  <a:pt x="15240" y="19050"/>
                </a:lnTo>
                <a:lnTo>
                  <a:pt x="19050" y="15240"/>
                </a:lnTo>
                <a:lnTo>
                  <a:pt x="19050" y="15566"/>
                </a:lnTo>
                <a:lnTo>
                  <a:pt x="22860" y="13389"/>
                </a:lnTo>
                <a:lnTo>
                  <a:pt x="22860" y="12954"/>
                </a:lnTo>
                <a:lnTo>
                  <a:pt x="27432" y="10994"/>
                </a:lnTo>
                <a:lnTo>
                  <a:pt x="27432" y="10668"/>
                </a:lnTo>
                <a:lnTo>
                  <a:pt x="32766" y="10001"/>
                </a:lnTo>
                <a:lnTo>
                  <a:pt x="38100" y="9239"/>
                </a:lnTo>
                <a:lnTo>
                  <a:pt x="43434" y="9906"/>
                </a:lnTo>
                <a:lnTo>
                  <a:pt x="43434" y="10123"/>
                </a:lnTo>
                <a:lnTo>
                  <a:pt x="47244" y="11212"/>
                </a:lnTo>
                <a:lnTo>
                  <a:pt x="47244" y="10668"/>
                </a:lnTo>
                <a:lnTo>
                  <a:pt x="51816" y="12954"/>
                </a:lnTo>
                <a:lnTo>
                  <a:pt x="51816" y="13563"/>
                </a:lnTo>
                <a:lnTo>
                  <a:pt x="54102" y="15392"/>
                </a:lnTo>
                <a:lnTo>
                  <a:pt x="54102" y="15240"/>
                </a:lnTo>
                <a:lnTo>
                  <a:pt x="54864" y="16002"/>
                </a:lnTo>
                <a:lnTo>
                  <a:pt x="54864" y="16192"/>
                </a:lnTo>
                <a:lnTo>
                  <a:pt x="57150" y="19050"/>
                </a:lnTo>
                <a:lnTo>
                  <a:pt x="57150" y="18288"/>
                </a:lnTo>
                <a:lnTo>
                  <a:pt x="58674" y="22860"/>
                </a:lnTo>
                <a:lnTo>
                  <a:pt x="59436" y="24384"/>
                </a:lnTo>
                <a:lnTo>
                  <a:pt x="59436" y="50038"/>
                </a:lnTo>
                <a:lnTo>
                  <a:pt x="60960" y="48768"/>
                </a:lnTo>
                <a:close/>
              </a:path>
              <a:path w="69850" h="60960">
                <a:moveTo>
                  <a:pt x="15240" y="57367"/>
                </a:moveTo>
                <a:lnTo>
                  <a:pt x="15240" y="45720"/>
                </a:lnTo>
                <a:lnTo>
                  <a:pt x="12954" y="43434"/>
                </a:lnTo>
                <a:lnTo>
                  <a:pt x="11430" y="40386"/>
                </a:lnTo>
                <a:lnTo>
                  <a:pt x="10668" y="38100"/>
                </a:lnTo>
                <a:lnTo>
                  <a:pt x="9906" y="36576"/>
                </a:lnTo>
                <a:lnTo>
                  <a:pt x="9906" y="53797"/>
                </a:lnTo>
                <a:lnTo>
                  <a:pt x="12192" y="55626"/>
                </a:lnTo>
                <a:lnTo>
                  <a:pt x="12954" y="55626"/>
                </a:lnTo>
                <a:lnTo>
                  <a:pt x="12954" y="56388"/>
                </a:lnTo>
                <a:lnTo>
                  <a:pt x="15240" y="57367"/>
                </a:lnTo>
                <a:close/>
              </a:path>
              <a:path w="69850" h="60960">
                <a:moveTo>
                  <a:pt x="12954" y="22098"/>
                </a:moveTo>
                <a:lnTo>
                  <a:pt x="12192" y="22860"/>
                </a:lnTo>
                <a:lnTo>
                  <a:pt x="12192" y="23876"/>
                </a:lnTo>
                <a:lnTo>
                  <a:pt x="12954" y="22098"/>
                </a:lnTo>
                <a:close/>
              </a:path>
              <a:path w="69850" h="60960">
                <a:moveTo>
                  <a:pt x="18288" y="48006"/>
                </a:moveTo>
                <a:lnTo>
                  <a:pt x="14478" y="44958"/>
                </a:lnTo>
                <a:lnTo>
                  <a:pt x="15240" y="45720"/>
                </a:lnTo>
                <a:lnTo>
                  <a:pt x="15240" y="57367"/>
                </a:lnTo>
                <a:lnTo>
                  <a:pt x="17526" y="58347"/>
                </a:lnTo>
                <a:lnTo>
                  <a:pt x="17526" y="48006"/>
                </a:lnTo>
                <a:lnTo>
                  <a:pt x="18288" y="48006"/>
                </a:lnTo>
                <a:close/>
              </a:path>
              <a:path w="69850" h="60960">
                <a:moveTo>
                  <a:pt x="16002" y="19050"/>
                </a:moveTo>
                <a:lnTo>
                  <a:pt x="15240" y="19050"/>
                </a:lnTo>
                <a:lnTo>
                  <a:pt x="15240" y="19812"/>
                </a:lnTo>
                <a:lnTo>
                  <a:pt x="16002" y="19050"/>
                </a:lnTo>
                <a:close/>
              </a:path>
              <a:path w="69850" h="60960">
                <a:moveTo>
                  <a:pt x="22098" y="59544"/>
                </a:moveTo>
                <a:lnTo>
                  <a:pt x="22098" y="50292"/>
                </a:lnTo>
                <a:lnTo>
                  <a:pt x="17526" y="48006"/>
                </a:lnTo>
                <a:lnTo>
                  <a:pt x="17526" y="58347"/>
                </a:lnTo>
                <a:lnTo>
                  <a:pt x="18288" y="58674"/>
                </a:lnTo>
                <a:lnTo>
                  <a:pt x="19050" y="58674"/>
                </a:lnTo>
                <a:lnTo>
                  <a:pt x="22098" y="59544"/>
                </a:lnTo>
                <a:close/>
              </a:path>
              <a:path w="69850" h="60960">
                <a:moveTo>
                  <a:pt x="19050" y="15566"/>
                </a:moveTo>
                <a:lnTo>
                  <a:pt x="19050" y="15240"/>
                </a:lnTo>
                <a:lnTo>
                  <a:pt x="18288" y="16002"/>
                </a:lnTo>
                <a:lnTo>
                  <a:pt x="19050" y="15566"/>
                </a:lnTo>
                <a:close/>
              </a:path>
              <a:path w="69850" h="60960">
                <a:moveTo>
                  <a:pt x="26670" y="51054"/>
                </a:moveTo>
                <a:lnTo>
                  <a:pt x="21336" y="49530"/>
                </a:lnTo>
                <a:lnTo>
                  <a:pt x="22098" y="50292"/>
                </a:lnTo>
                <a:lnTo>
                  <a:pt x="22098" y="59544"/>
                </a:lnTo>
                <a:lnTo>
                  <a:pt x="24384" y="60198"/>
                </a:lnTo>
                <a:lnTo>
                  <a:pt x="25908" y="60306"/>
                </a:lnTo>
                <a:lnTo>
                  <a:pt x="25908" y="51054"/>
                </a:lnTo>
                <a:lnTo>
                  <a:pt x="26670" y="51054"/>
                </a:lnTo>
                <a:close/>
              </a:path>
              <a:path w="69850" h="60960">
                <a:moveTo>
                  <a:pt x="23622" y="12954"/>
                </a:moveTo>
                <a:lnTo>
                  <a:pt x="22860" y="12954"/>
                </a:lnTo>
                <a:lnTo>
                  <a:pt x="22860" y="13389"/>
                </a:lnTo>
                <a:lnTo>
                  <a:pt x="23622" y="12954"/>
                </a:lnTo>
                <a:close/>
              </a:path>
              <a:path w="69850" h="60960">
                <a:moveTo>
                  <a:pt x="31242" y="60960"/>
                </a:moveTo>
                <a:lnTo>
                  <a:pt x="31242" y="51816"/>
                </a:lnTo>
                <a:lnTo>
                  <a:pt x="30480" y="51816"/>
                </a:lnTo>
                <a:lnTo>
                  <a:pt x="25908" y="51054"/>
                </a:lnTo>
                <a:lnTo>
                  <a:pt x="25908" y="60306"/>
                </a:lnTo>
                <a:lnTo>
                  <a:pt x="30480" y="60960"/>
                </a:lnTo>
                <a:lnTo>
                  <a:pt x="31242" y="60960"/>
                </a:lnTo>
                <a:close/>
              </a:path>
              <a:path w="69850" h="60960">
                <a:moveTo>
                  <a:pt x="28194" y="10668"/>
                </a:moveTo>
                <a:lnTo>
                  <a:pt x="27432" y="10668"/>
                </a:lnTo>
                <a:lnTo>
                  <a:pt x="27432" y="10994"/>
                </a:lnTo>
                <a:lnTo>
                  <a:pt x="28194" y="10668"/>
                </a:lnTo>
                <a:close/>
              </a:path>
              <a:path w="69850" h="60960">
                <a:moveTo>
                  <a:pt x="30886" y="51765"/>
                </a:moveTo>
                <a:lnTo>
                  <a:pt x="30480" y="51707"/>
                </a:lnTo>
                <a:lnTo>
                  <a:pt x="30886" y="51765"/>
                </a:lnTo>
                <a:close/>
              </a:path>
              <a:path w="69850" h="60960">
                <a:moveTo>
                  <a:pt x="36576" y="60960"/>
                </a:moveTo>
                <a:lnTo>
                  <a:pt x="36576" y="51054"/>
                </a:lnTo>
                <a:lnTo>
                  <a:pt x="30886" y="51765"/>
                </a:lnTo>
                <a:lnTo>
                  <a:pt x="31242" y="51816"/>
                </a:lnTo>
                <a:lnTo>
                  <a:pt x="31242" y="60960"/>
                </a:lnTo>
                <a:lnTo>
                  <a:pt x="36576" y="60960"/>
                </a:lnTo>
                <a:close/>
              </a:path>
              <a:path w="69850" h="60960">
                <a:moveTo>
                  <a:pt x="33528" y="9906"/>
                </a:moveTo>
                <a:lnTo>
                  <a:pt x="32766" y="9906"/>
                </a:lnTo>
                <a:lnTo>
                  <a:pt x="33528" y="9906"/>
                </a:lnTo>
                <a:close/>
              </a:path>
              <a:path w="69850" h="60960">
                <a:moveTo>
                  <a:pt x="41910" y="49530"/>
                </a:moveTo>
                <a:lnTo>
                  <a:pt x="35814" y="51054"/>
                </a:lnTo>
                <a:lnTo>
                  <a:pt x="36576" y="51054"/>
                </a:lnTo>
                <a:lnTo>
                  <a:pt x="36576" y="60960"/>
                </a:lnTo>
                <a:lnTo>
                  <a:pt x="38455" y="60871"/>
                </a:lnTo>
                <a:lnTo>
                  <a:pt x="41148" y="60198"/>
                </a:lnTo>
                <a:lnTo>
                  <a:pt x="41148" y="50292"/>
                </a:lnTo>
                <a:lnTo>
                  <a:pt x="41910" y="49530"/>
                </a:lnTo>
                <a:close/>
              </a:path>
              <a:path w="69850" h="60960">
                <a:moveTo>
                  <a:pt x="38455" y="9194"/>
                </a:moveTo>
                <a:lnTo>
                  <a:pt x="38100" y="9144"/>
                </a:lnTo>
                <a:lnTo>
                  <a:pt x="38455" y="9194"/>
                </a:lnTo>
                <a:close/>
              </a:path>
              <a:path w="69850" h="60960">
                <a:moveTo>
                  <a:pt x="38862" y="9252"/>
                </a:moveTo>
                <a:lnTo>
                  <a:pt x="38455" y="9194"/>
                </a:lnTo>
                <a:lnTo>
                  <a:pt x="38862" y="9252"/>
                </a:lnTo>
                <a:close/>
              </a:path>
              <a:path w="69850" h="60960">
                <a:moveTo>
                  <a:pt x="46482" y="58020"/>
                </a:moveTo>
                <a:lnTo>
                  <a:pt x="46482" y="48006"/>
                </a:lnTo>
                <a:lnTo>
                  <a:pt x="41148" y="50292"/>
                </a:lnTo>
                <a:lnTo>
                  <a:pt x="41148" y="60198"/>
                </a:lnTo>
                <a:lnTo>
                  <a:pt x="44196" y="59436"/>
                </a:lnTo>
                <a:lnTo>
                  <a:pt x="44196" y="58674"/>
                </a:lnTo>
                <a:lnTo>
                  <a:pt x="44958" y="58674"/>
                </a:lnTo>
                <a:lnTo>
                  <a:pt x="46482" y="58020"/>
                </a:lnTo>
                <a:close/>
              </a:path>
              <a:path w="69850" h="60960">
                <a:moveTo>
                  <a:pt x="43434" y="10123"/>
                </a:moveTo>
                <a:lnTo>
                  <a:pt x="43434" y="9906"/>
                </a:lnTo>
                <a:lnTo>
                  <a:pt x="42672" y="9906"/>
                </a:lnTo>
                <a:lnTo>
                  <a:pt x="43434" y="10123"/>
                </a:lnTo>
                <a:close/>
              </a:path>
              <a:path w="69850" h="60960">
                <a:moveTo>
                  <a:pt x="54102" y="53848"/>
                </a:moveTo>
                <a:lnTo>
                  <a:pt x="54102" y="41910"/>
                </a:lnTo>
                <a:lnTo>
                  <a:pt x="50292" y="45720"/>
                </a:lnTo>
                <a:lnTo>
                  <a:pt x="50292" y="44958"/>
                </a:lnTo>
                <a:lnTo>
                  <a:pt x="45720" y="48006"/>
                </a:lnTo>
                <a:lnTo>
                  <a:pt x="46482" y="48006"/>
                </a:lnTo>
                <a:lnTo>
                  <a:pt x="46482" y="58020"/>
                </a:lnTo>
                <a:lnTo>
                  <a:pt x="50292" y="56388"/>
                </a:lnTo>
                <a:lnTo>
                  <a:pt x="51054" y="56388"/>
                </a:lnTo>
                <a:lnTo>
                  <a:pt x="54102" y="53848"/>
                </a:lnTo>
                <a:close/>
              </a:path>
              <a:path w="69850" h="60960">
                <a:moveTo>
                  <a:pt x="48006" y="11430"/>
                </a:moveTo>
                <a:lnTo>
                  <a:pt x="47244" y="10668"/>
                </a:lnTo>
                <a:lnTo>
                  <a:pt x="47244" y="11212"/>
                </a:lnTo>
                <a:lnTo>
                  <a:pt x="48006" y="11430"/>
                </a:lnTo>
                <a:close/>
              </a:path>
              <a:path w="69850" h="60960">
                <a:moveTo>
                  <a:pt x="51816" y="13563"/>
                </a:moveTo>
                <a:lnTo>
                  <a:pt x="51816" y="12954"/>
                </a:lnTo>
                <a:lnTo>
                  <a:pt x="51054" y="12954"/>
                </a:lnTo>
                <a:lnTo>
                  <a:pt x="51816" y="13563"/>
                </a:lnTo>
                <a:close/>
              </a:path>
              <a:path w="69850" h="60960">
                <a:moveTo>
                  <a:pt x="58674" y="50673"/>
                </a:moveTo>
                <a:lnTo>
                  <a:pt x="58674" y="33528"/>
                </a:lnTo>
                <a:lnTo>
                  <a:pt x="56388" y="38862"/>
                </a:lnTo>
                <a:lnTo>
                  <a:pt x="56388" y="38100"/>
                </a:lnTo>
                <a:lnTo>
                  <a:pt x="53340" y="41910"/>
                </a:lnTo>
                <a:lnTo>
                  <a:pt x="54102" y="41910"/>
                </a:lnTo>
                <a:lnTo>
                  <a:pt x="54102" y="53848"/>
                </a:lnTo>
                <a:lnTo>
                  <a:pt x="55626" y="52578"/>
                </a:lnTo>
                <a:lnTo>
                  <a:pt x="56388" y="52578"/>
                </a:lnTo>
                <a:lnTo>
                  <a:pt x="58674" y="50673"/>
                </a:lnTo>
                <a:close/>
              </a:path>
              <a:path w="69850" h="60960">
                <a:moveTo>
                  <a:pt x="54864" y="16002"/>
                </a:moveTo>
                <a:lnTo>
                  <a:pt x="54102" y="15240"/>
                </a:lnTo>
                <a:lnTo>
                  <a:pt x="54440" y="15663"/>
                </a:lnTo>
                <a:lnTo>
                  <a:pt x="54864" y="16002"/>
                </a:lnTo>
                <a:close/>
              </a:path>
              <a:path w="69850" h="60960">
                <a:moveTo>
                  <a:pt x="54440" y="15663"/>
                </a:moveTo>
                <a:lnTo>
                  <a:pt x="54102" y="15240"/>
                </a:lnTo>
                <a:lnTo>
                  <a:pt x="54102" y="15392"/>
                </a:lnTo>
                <a:lnTo>
                  <a:pt x="54440" y="15663"/>
                </a:lnTo>
                <a:close/>
              </a:path>
              <a:path w="69850" h="60960">
                <a:moveTo>
                  <a:pt x="54864" y="16192"/>
                </a:moveTo>
                <a:lnTo>
                  <a:pt x="54864" y="16002"/>
                </a:lnTo>
                <a:lnTo>
                  <a:pt x="54440" y="15663"/>
                </a:lnTo>
                <a:lnTo>
                  <a:pt x="54864" y="16192"/>
                </a:lnTo>
                <a:close/>
              </a:path>
              <a:path w="69850" h="60960">
                <a:moveTo>
                  <a:pt x="59436" y="50038"/>
                </a:moveTo>
                <a:lnTo>
                  <a:pt x="59436" y="29718"/>
                </a:lnTo>
                <a:lnTo>
                  <a:pt x="57912" y="35052"/>
                </a:lnTo>
                <a:lnTo>
                  <a:pt x="58674" y="33528"/>
                </a:lnTo>
                <a:lnTo>
                  <a:pt x="58674" y="50673"/>
                </a:lnTo>
                <a:lnTo>
                  <a:pt x="59436" y="50038"/>
                </a:lnTo>
                <a:close/>
              </a:path>
              <a:path w="69850" h="60960">
                <a:moveTo>
                  <a:pt x="64770" y="43434"/>
                </a:moveTo>
                <a:lnTo>
                  <a:pt x="64770" y="12954"/>
                </a:lnTo>
                <a:lnTo>
                  <a:pt x="61722" y="9144"/>
                </a:lnTo>
                <a:lnTo>
                  <a:pt x="60960" y="9144"/>
                </a:lnTo>
                <a:lnTo>
                  <a:pt x="60960" y="48006"/>
                </a:lnTo>
                <a:lnTo>
                  <a:pt x="64770" y="43434"/>
                </a:lnTo>
                <a:close/>
              </a:path>
              <a:path w="69850" h="60960">
                <a:moveTo>
                  <a:pt x="68580" y="32004"/>
                </a:moveTo>
                <a:lnTo>
                  <a:pt x="68580" y="22098"/>
                </a:lnTo>
                <a:lnTo>
                  <a:pt x="67818" y="19050"/>
                </a:lnTo>
                <a:lnTo>
                  <a:pt x="66294" y="16002"/>
                </a:lnTo>
                <a:lnTo>
                  <a:pt x="64770" y="13716"/>
                </a:lnTo>
                <a:lnTo>
                  <a:pt x="64770" y="42672"/>
                </a:lnTo>
                <a:lnTo>
                  <a:pt x="67056" y="38100"/>
                </a:lnTo>
                <a:lnTo>
                  <a:pt x="67056" y="37338"/>
                </a:lnTo>
                <a:lnTo>
                  <a:pt x="67818" y="37338"/>
                </a:lnTo>
                <a:lnTo>
                  <a:pt x="68580" y="32004"/>
                </a:lnTo>
                <a:close/>
              </a:path>
              <a:path w="69850" h="60960">
                <a:moveTo>
                  <a:pt x="69342" y="25908"/>
                </a:moveTo>
                <a:lnTo>
                  <a:pt x="69342" y="25146"/>
                </a:lnTo>
                <a:lnTo>
                  <a:pt x="68580" y="25146"/>
                </a:lnTo>
                <a:lnTo>
                  <a:pt x="68580" y="31242"/>
                </a:lnTo>
                <a:lnTo>
                  <a:pt x="69342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3">
            <a:extLst>
              <a:ext uri="{FF2B5EF4-FFF2-40B4-BE49-F238E27FC236}">
                <a16:creationId xmlns:a16="http://schemas.microsoft.com/office/drawing/2014/main" id="{80C25312-7D61-4E02-BF67-5894BF7C1EFE}"/>
              </a:ext>
            </a:extLst>
          </p:cNvPr>
          <p:cNvSpPr/>
          <p:nvPr/>
        </p:nvSpPr>
        <p:spPr>
          <a:xfrm>
            <a:off x="4262618" y="2887177"/>
            <a:ext cx="69476" cy="58271"/>
          </a:xfrm>
          <a:custGeom>
            <a:avLst/>
            <a:gdLst/>
            <a:ahLst/>
            <a:cxnLst/>
            <a:rect l="l" t="t" r="r" b="b"/>
            <a:pathLst>
              <a:path w="59054" h="49529">
                <a:moveTo>
                  <a:pt x="58531" y="24610"/>
                </a:moveTo>
                <a:lnTo>
                  <a:pt x="57673" y="14894"/>
                </a:lnTo>
                <a:lnTo>
                  <a:pt x="52613" y="6977"/>
                </a:lnTo>
                <a:lnTo>
                  <a:pt x="44053" y="1845"/>
                </a:lnTo>
                <a:lnTo>
                  <a:pt x="33349" y="0"/>
                </a:lnTo>
                <a:lnTo>
                  <a:pt x="21859" y="1940"/>
                </a:lnTo>
                <a:lnTo>
                  <a:pt x="11239" y="7477"/>
                </a:lnTo>
                <a:lnTo>
                  <a:pt x="3762" y="15370"/>
                </a:lnTo>
                <a:lnTo>
                  <a:pt x="0" y="24550"/>
                </a:lnTo>
                <a:lnTo>
                  <a:pt x="523" y="33944"/>
                </a:lnTo>
                <a:lnTo>
                  <a:pt x="5917" y="42183"/>
                </a:lnTo>
                <a:lnTo>
                  <a:pt x="14525" y="47279"/>
                </a:lnTo>
                <a:lnTo>
                  <a:pt x="25276" y="48946"/>
                </a:lnTo>
                <a:lnTo>
                  <a:pt x="37099" y="46898"/>
                </a:lnTo>
                <a:lnTo>
                  <a:pt x="47386" y="41469"/>
                </a:lnTo>
                <a:lnTo>
                  <a:pt x="54816" y="33754"/>
                </a:lnTo>
                <a:lnTo>
                  <a:pt x="58531" y="24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24">
            <a:extLst>
              <a:ext uri="{FF2B5EF4-FFF2-40B4-BE49-F238E27FC236}">
                <a16:creationId xmlns:a16="http://schemas.microsoft.com/office/drawing/2014/main" id="{CA62980A-D8D1-4774-A901-FC652D49AAB5}"/>
              </a:ext>
            </a:extLst>
          </p:cNvPr>
          <p:cNvSpPr/>
          <p:nvPr/>
        </p:nvSpPr>
        <p:spPr>
          <a:xfrm>
            <a:off x="4256957" y="2881521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68580" y="25037"/>
                </a:moveTo>
                <a:lnTo>
                  <a:pt x="68580" y="24275"/>
                </a:lnTo>
                <a:lnTo>
                  <a:pt x="67056" y="18179"/>
                </a:lnTo>
                <a:lnTo>
                  <a:pt x="65532" y="15131"/>
                </a:lnTo>
                <a:lnTo>
                  <a:pt x="64770" y="12845"/>
                </a:lnTo>
                <a:lnTo>
                  <a:pt x="64008" y="12845"/>
                </a:lnTo>
                <a:lnTo>
                  <a:pt x="64008" y="12083"/>
                </a:lnTo>
                <a:lnTo>
                  <a:pt x="60960" y="9035"/>
                </a:lnTo>
                <a:lnTo>
                  <a:pt x="60960" y="8273"/>
                </a:lnTo>
                <a:lnTo>
                  <a:pt x="60198" y="8273"/>
                </a:lnTo>
                <a:lnTo>
                  <a:pt x="56388" y="5225"/>
                </a:lnTo>
                <a:lnTo>
                  <a:pt x="55626" y="4463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5225"/>
                </a:lnTo>
                <a:lnTo>
                  <a:pt x="18288" y="5225"/>
                </a:lnTo>
                <a:lnTo>
                  <a:pt x="12954" y="8273"/>
                </a:lnTo>
                <a:lnTo>
                  <a:pt x="12954" y="9035"/>
                </a:lnTo>
                <a:lnTo>
                  <a:pt x="8382" y="12845"/>
                </a:lnTo>
                <a:lnTo>
                  <a:pt x="7620" y="12845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3513"/>
                </a:lnTo>
                <a:lnTo>
                  <a:pt x="0" y="28085"/>
                </a:lnTo>
                <a:lnTo>
                  <a:pt x="9144" y="52164"/>
                </a:lnTo>
                <a:lnTo>
                  <a:pt x="9144" y="31133"/>
                </a:lnTo>
                <a:lnTo>
                  <a:pt x="9906" y="28466"/>
                </a:lnTo>
                <a:lnTo>
                  <a:pt x="9906" y="27323"/>
                </a:lnTo>
                <a:lnTo>
                  <a:pt x="10668" y="25799"/>
                </a:lnTo>
                <a:lnTo>
                  <a:pt x="10668" y="26180"/>
                </a:lnTo>
                <a:lnTo>
                  <a:pt x="12192" y="23894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lnTo>
                  <a:pt x="19050" y="16219"/>
                </a:lnTo>
                <a:lnTo>
                  <a:pt x="22860" y="14042"/>
                </a:lnTo>
                <a:lnTo>
                  <a:pt x="22860" y="13607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051"/>
                </a:lnTo>
                <a:lnTo>
                  <a:pt x="47244" y="11321"/>
                </a:lnTo>
                <a:lnTo>
                  <a:pt x="47244" y="11575"/>
                </a:lnTo>
                <a:lnTo>
                  <a:pt x="51054" y="12845"/>
                </a:lnTo>
                <a:lnTo>
                  <a:pt x="51054" y="13454"/>
                </a:lnTo>
                <a:lnTo>
                  <a:pt x="53340" y="15283"/>
                </a:lnTo>
                <a:lnTo>
                  <a:pt x="53340" y="15131"/>
                </a:lnTo>
                <a:lnTo>
                  <a:pt x="57150" y="18179"/>
                </a:lnTo>
                <a:lnTo>
                  <a:pt x="57150" y="19703"/>
                </a:lnTo>
                <a:lnTo>
                  <a:pt x="57912" y="21227"/>
                </a:lnTo>
                <a:lnTo>
                  <a:pt x="58674" y="23513"/>
                </a:lnTo>
                <a:lnTo>
                  <a:pt x="58674" y="47135"/>
                </a:lnTo>
                <a:lnTo>
                  <a:pt x="60198" y="45611"/>
                </a:lnTo>
                <a:lnTo>
                  <a:pt x="63246" y="41801"/>
                </a:lnTo>
                <a:lnTo>
                  <a:pt x="63246" y="41039"/>
                </a:lnTo>
                <a:lnTo>
                  <a:pt x="64008" y="41039"/>
                </a:lnTo>
                <a:lnTo>
                  <a:pt x="66294" y="36467"/>
                </a:lnTo>
                <a:lnTo>
                  <a:pt x="66294" y="35705"/>
                </a:lnTo>
                <a:lnTo>
                  <a:pt x="67818" y="30371"/>
                </a:lnTo>
                <a:lnTo>
                  <a:pt x="67818" y="29609"/>
                </a:lnTo>
                <a:lnTo>
                  <a:pt x="68580" y="25037"/>
                </a:lnTo>
                <a:close/>
              </a:path>
              <a:path w="68579" h="59054">
                <a:moveTo>
                  <a:pt x="17526" y="56279"/>
                </a:moveTo>
                <a:lnTo>
                  <a:pt x="17526" y="46373"/>
                </a:lnTo>
                <a:lnTo>
                  <a:pt x="13716" y="43325"/>
                </a:lnTo>
                <a:lnTo>
                  <a:pt x="13716" y="44087"/>
                </a:lnTo>
                <a:lnTo>
                  <a:pt x="12192" y="41801"/>
                </a:lnTo>
                <a:lnTo>
                  <a:pt x="9144" y="35705"/>
                </a:lnTo>
                <a:lnTo>
                  <a:pt x="9144" y="52164"/>
                </a:lnTo>
                <a:lnTo>
                  <a:pt x="11430" y="53993"/>
                </a:lnTo>
                <a:lnTo>
                  <a:pt x="12192" y="53993"/>
                </a:lnTo>
                <a:lnTo>
                  <a:pt x="12192" y="54755"/>
                </a:lnTo>
                <a:lnTo>
                  <a:pt x="17526" y="56279"/>
                </a:lnTo>
                <a:close/>
              </a:path>
              <a:path w="68579" h="59054">
                <a:moveTo>
                  <a:pt x="10668" y="25799"/>
                </a:moveTo>
                <a:lnTo>
                  <a:pt x="9906" y="27323"/>
                </a:lnTo>
                <a:lnTo>
                  <a:pt x="10477" y="26465"/>
                </a:lnTo>
                <a:lnTo>
                  <a:pt x="10668" y="25799"/>
                </a:lnTo>
                <a:close/>
              </a:path>
              <a:path w="68579" h="59054">
                <a:moveTo>
                  <a:pt x="10477" y="26465"/>
                </a:moveTo>
                <a:lnTo>
                  <a:pt x="9906" y="27323"/>
                </a:lnTo>
                <a:lnTo>
                  <a:pt x="9906" y="28466"/>
                </a:lnTo>
                <a:lnTo>
                  <a:pt x="10477" y="26465"/>
                </a:lnTo>
                <a:close/>
              </a:path>
              <a:path w="68579" h="59054">
                <a:moveTo>
                  <a:pt x="10668" y="26180"/>
                </a:moveTo>
                <a:lnTo>
                  <a:pt x="10668" y="25799"/>
                </a:lnTo>
                <a:lnTo>
                  <a:pt x="10477" y="26465"/>
                </a:lnTo>
                <a:lnTo>
                  <a:pt x="10668" y="26180"/>
                </a:lnTo>
                <a:close/>
              </a:path>
              <a:path w="68579" h="59054">
                <a:moveTo>
                  <a:pt x="12954" y="22751"/>
                </a:moveTo>
                <a:lnTo>
                  <a:pt x="12192" y="23513"/>
                </a:lnTo>
                <a:lnTo>
                  <a:pt x="12192" y="23894"/>
                </a:lnTo>
                <a:lnTo>
                  <a:pt x="12954" y="22751"/>
                </a:lnTo>
                <a:close/>
              </a:path>
              <a:path w="68579" h="59054">
                <a:moveTo>
                  <a:pt x="21336" y="47897"/>
                </a:moveTo>
                <a:lnTo>
                  <a:pt x="16764" y="45611"/>
                </a:lnTo>
                <a:lnTo>
                  <a:pt x="17526" y="46373"/>
                </a:lnTo>
                <a:lnTo>
                  <a:pt x="17526" y="57041"/>
                </a:lnTo>
                <a:lnTo>
                  <a:pt x="18288" y="57041"/>
                </a:lnTo>
                <a:lnTo>
                  <a:pt x="20574" y="57422"/>
                </a:lnTo>
                <a:lnTo>
                  <a:pt x="20574" y="47897"/>
                </a:lnTo>
                <a:lnTo>
                  <a:pt x="21336" y="47897"/>
                </a:lnTo>
                <a:close/>
              </a:path>
              <a:path w="68579" h="59054">
                <a:moveTo>
                  <a:pt x="19050" y="16219"/>
                </a:moveTo>
                <a:lnTo>
                  <a:pt x="19050" y="15893"/>
                </a:lnTo>
                <a:lnTo>
                  <a:pt x="18288" y="16655"/>
                </a:lnTo>
                <a:lnTo>
                  <a:pt x="19050" y="16219"/>
                </a:lnTo>
                <a:close/>
              </a:path>
              <a:path w="68579" h="59054">
                <a:moveTo>
                  <a:pt x="25146" y="48659"/>
                </a:moveTo>
                <a:lnTo>
                  <a:pt x="20574" y="47897"/>
                </a:lnTo>
                <a:lnTo>
                  <a:pt x="20574" y="57422"/>
                </a:lnTo>
                <a:lnTo>
                  <a:pt x="22860" y="57803"/>
                </a:lnTo>
                <a:lnTo>
                  <a:pt x="23622" y="58565"/>
                </a:lnTo>
                <a:lnTo>
                  <a:pt x="24384" y="58565"/>
                </a:lnTo>
                <a:lnTo>
                  <a:pt x="24384" y="48659"/>
                </a:lnTo>
                <a:lnTo>
                  <a:pt x="25146" y="48659"/>
                </a:lnTo>
                <a:close/>
              </a:path>
              <a:path w="68579" h="59054">
                <a:moveTo>
                  <a:pt x="23622" y="13607"/>
                </a:moveTo>
                <a:lnTo>
                  <a:pt x="22860" y="13607"/>
                </a:lnTo>
                <a:lnTo>
                  <a:pt x="22860" y="14042"/>
                </a:lnTo>
                <a:lnTo>
                  <a:pt x="23622" y="13607"/>
                </a:lnTo>
                <a:close/>
              </a:path>
              <a:path w="68579" h="59054">
                <a:moveTo>
                  <a:pt x="30480" y="58565"/>
                </a:moveTo>
                <a:lnTo>
                  <a:pt x="30480" y="49421"/>
                </a:lnTo>
                <a:lnTo>
                  <a:pt x="29718" y="49421"/>
                </a:lnTo>
                <a:lnTo>
                  <a:pt x="24384" y="48659"/>
                </a:lnTo>
                <a:lnTo>
                  <a:pt x="24384" y="58565"/>
                </a:lnTo>
                <a:lnTo>
                  <a:pt x="30480" y="58565"/>
                </a:lnTo>
                <a:close/>
              </a:path>
              <a:path w="68579" h="59054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59054">
                <a:moveTo>
                  <a:pt x="30073" y="49370"/>
                </a:moveTo>
                <a:lnTo>
                  <a:pt x="29718" y="49325"/>
                </a:lnTo>
                <a:lnTo>
                  <a:pt x="30073" y="49370"/>
                </a:lnTo>
                <a:close/>
              </a:path>
              <a:path w="68579" h="59054">
                <a:moveTo>
                  <a:pt x="35052" y="58565"/>
                </a:moveTo>
                <a:lnTo>
                  <a:pt x="35052" y="48659"/>
                </a:lnTo>
                <a:lnTo>
                  <a:pt x="30073" y="49370"/>
                </a:lnTo>
                <a:lnTo>
                  <a:pt x="30480" y="49421"/>
                </a:lnTo>
                <a:lnTo>
                  <a:pt x="30480" y="58565"/>
                </a:lnTo>
                <a:lnTo>
                  <a:pt x="35052" y="58565"/>
                </a:lnTo>
                <a:close/>
              </a:path>
              <a:path w="68579" h="59054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59054">
                <a:moveTo>
                  <a:pt x="40386" y="47135"/>
                </a:moveTo>
                <a:lnTo>
                  <a:pt x="34290" y="48659"/>
                </a:lnTo>
                <a:lnTo>
                  <a:pt x="35052" y="48659"/>
                </a:lnTo>
                <a:lnTo>
                  <a:pt x="35052" y="58565"/>
                </a:lnTo>
                <a:lnTo>
                  <a:pt x="36576" y="58565"/>
                </a:lnTo>
                <a:lnTo>
                  <a:pt x="36576" y="57803"/>
                </a:lnTo>
                <a:lnTo>
                  <a:pt x="39624" y="57041"/>
                </a:lnTo>
                <a:lnTo>
                  <a:pt x="39624" y="47897"/>
                </a:lnTo>
                <a:lnTo>
                  <a:pt x="40386" y="47135"/>
                </a:lnTo>
                <a:close/>
              </a:path>
              <a:path w="68579" h="59054">
                <a:moveTo>
                  <a:pt x="45720" y="55299"/>
                </a:moveTo>
                <a:lnTo>
                  <a:pt x="45720" y="45611"/>
                </a:lnTo>
                <a:lnTo>
                  <a:pt x="39624" y="47897"/>
                </a:lnTo>
                <a:lnTo>
                  <a:pt x="39624" y="57041"/>
                </a:lnTo>
                <a:lnTo>
                  <a:pt x="42672" y="56279"/>
                </a:lnTo>
                <a:lnTo>
                  <a:pt x="43434" y="56279"/>
                </a:lnTo>
                <a:lnTo>
                  <a:pt x="45720" y="55299"/>
                </a:lnTo>
                <a:close/>
              </a:path>
              <a:path w="68579" h="59054">
                <a:moveTo>
                  <a:pt x="43434" y="10051"/>
                </a:moveTo>
                <a:lnTo>
                  <a:pt x="43434" y="9797"/>
                </a:lnTo>
                <a:lnTo>
                  <a:pt x="42672" y="9797"/>
                </a:lnTo>
                <a:lnTo>
                  <a:pt x="43434" y="10051"/>
                </a:lnTo>
                <a:close/>
              </a:path>
              <a:path w="68579" h="59054">
                <a:moveTo>
                  <a:pt x="49530" y="42563"/>
                </a:moveTo>
                <a:lnTo>
                  <a:pt x="44958" y="45611"/>
                </a:lnTo>
                <a:lnTo>
                  <a:pt x="45720" y="45611"/>
                </a:lnTo>
                <a:lnTo>
                  <a:pt x="45720" y="55299"/>
                </a:lnTo>
                <a:lnTo>
                  <a:pt x="48768" y="53993"/>
                </a:lnTo>
                <a:lnTo>
                  <a:pt x="48768" y="43325"/>
                </a:lnTo>
                <a:lnTo>
                  <a:pt x="49530" y="42563"/>
                </a:lnTo>
                <a:close/>
              </a:path>
              <a:path w="68579" h="59054">
                <a:moveTo>
                  <a:pt x="47244" y="11575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575"/>
                </a:lnTo>
                <a:close/>
              </a:path>
              <a:path w="68579" h="59054">
                <a:moveTo>
                  <a:pt x="53340" y="51271"/>
                </a:moveTo>
                <a:lnTo>
                  <a:pt x="53340" y="39515"/>
                </a:lnTo>
                <a:lnTo>
                  <a:pt x="48768" y="43325"/>
                </a:lnTo>
                <a:lnTo>
                  <a:pt x="48768" y="53993"/>
                </a:lnTo>
                <a:lnTo>
                  <a:pt x="49530" y="53993"/>
                </a:lnTo>
                <a:lnTo>
                  <a:pt x="53340" y="51271"/>
                </a:lnTo>
                <a:close/>
              </a:path>
              <a:path w="68579" h="59054">
                <a:moveTo>
                  <a:pt x="51054" y="13454"/>
                </a:moveTo>
                <a:lnTo>
                  <a:pt x="51054" y="12845"/>
                </a:lnTo>
                <a:lnTo>
                  <a:pt x="50292" y="12845"/>
                </a:lnTo>
                <a:lnTo>
                  <a:pt x="51054" y="13454"/>
                </a:lnTo>
                <a:close/>
              </a:path>
              <a:path w="68579" h="59054">
                <a:moveTo>
                  <a:pt x="57912" y="47897"/>
                </a:moveTo>
                <a:lnTo>
                  <a:pt x="57912" y="31895"/>
                </a:lnTo>
                <a:lnTo>
                  <a:pt x="55626" y="36467"/>
                </a:lnTo>
                <a:lnTo>
                  <a:pt x="55626" y="35705"/>
                </a:lnTo>
                <a:lnTo>
                  <a:pt x="52578" y="39515"/>
                </a:lnTo>
                <a:lnTo>
                  <a:pt x="53340" y="39515"/>
                </a:lnTo>
                <a:lnTo>
                  <a:pt x="53340" y="51271"/>
                </a:lnTo>
                <a:lnTo>
                  <a:pt x="54864" y="50183"/>
                </a:lnTo>
                <a:lnTo>
                  <a:pt x="55626" y="50183"/>
                </a:lnTo>
                <a:lnTo>
                  <a:pt x="57912" y="47897"/>
                </a:lnTo>
                <a:close/>
              </a:path>
              <a:path w="68579" h="59054">
                <a:moveTo>
                  <a:pt x="54102" y="15893"/>
                </a:moveTo>
                <a:lnTo>
                  <a:pt x="53340" y="15131"/>
                </a:lnTo>
                <a:lnTo>
                  <a:pt x="53340" y="15283"/>
                </a:lnTo>
                <a:lnTo>
                  <a:pt x="54102" y="15893"/>
                </a:lnTo>
                <a:close/>
              </a:path>
              <a:path w="68579" h="59054">
                <a:moveTo>
                  <a:pt x="57150" y="19703"/>
                </a:moveTo>
                <a:lnTo>
                  <a:pt x="57150" y="18179"/>
                </a:lnTo>
                <a:lnTo>
                  <a:pt x="56388" y="18179"/>
                </a:lnTo>
                <a:lnTo>
                  <a:pt x="57150" y="19703"/>
                </a:lnTo>
                <a:close/>
              </a:path>
              <a:path w="68579" h="59054">
                <a:moveTo>
                  <a:pt x="58674" y="47135"/>
                </a:moveTo>
                <a:lnTo>
                  <a:pt x="58674" y="28085"/>
                </a:lnTo>
                <a:lnTo>
                  <a:pt x="57150" y="32657"/>
                </a:lnTo>
                <a:lnTo>
                  <a:pt x="57912" y="31895"/>
                </a:lnTo>
                <a:lnTo>
                  <a:pt x="57912" y="47897"/>
                </a:lnTo>
                <a:lnTo>
                  <a:pt x="58674" y="47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25">
            <a:extLst>
              <a:ext uri="{FF2B5EF4-FFF2-40B4-BE49-F238E27FC236}">
                <a16:creationId xmlns:a16="http://schemas.microsoft.com/office/drawing/2014/main" id="{091E6A94-8D86-4136-A829-D01E15D114DC}"/>
              </a:ext>
            </a:extLst>
          </p:cNvPr>
          <p:cNvSpPr/>
          <p:nvPr/>
        </p:nvSpPr>
        <p:spPr>
          <a:xfrm>
            <a:off x="5357153" y="2380852"/>
            <a:ext cx="74407" cy="672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3" name="object 26">
            <a:extLst>
              <a:ext uri="{FF2B5EF4-FFF2-40B4-BE49-F238E27FC236}">
                <a16:creationId xmlns:a16="http://schemas.microsoft.com/office/drawing/2014/main" id="{A822A207-5AF7-4E05-A9E6-94174AFDD860}"/>
              </a:ext>
            </a:extLst>
          </p:cNvPr>
          <p:cNvSpPr/>
          <p:nvPr/>
        </p:nvSpPr>
        <p:spPr>
          <a:xfrm>
            <a:off x="5674504" y="4951034"/>
            <a:ext cx="82475" cy="76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5" name="object 27">
            <a:extLst>
              <a:ext uri="{FF2B5EF4-FFF2-40B4-BE49-F238E27FC236}">
                <a16:creationId xmlns:a16="http://schemas.microsoft.com/office/drawing/2014/main" id="{D477D301-FCE0-4CCB-9A2A-463D44C7CBEB}"/>
              </a:ext>
            </a:extLst>
          </p:cNvPr>
          <p:cNvSpPr/>
          <p:nvPr/>
        </p:nvSpPr>
        <p:spPr>
          <a:xfrm>
            <a:off x="4248890" y="3429135"/>
            <a:ext cx="83087" cy="681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28">
            <a:extLst>
              <a:ext uri="{FF2B5EF4-FFF2-40B4-BE49-F238E27FC236}">
                <a16:creationId xmlns:a16="http://schemas.microsoft.com/office/drawing/2014/main" id="{6B420AAB-1AB4-47F0-BE98-70C280CC76C8}"/>
              </a:ext>
            </a:extLst>
          </p:cNvPr>
          <p:cNvSpPr/>
          <p:nvPr/>
        </p:nvSpPr>
        <p:spPr>
          <a:xfrm>
            <a:off x="5917446" y="1600025"/>
            <a:ext cx="74407" cy="6723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29">
            <a:extLst>
              <a:ext uri="{FF2B5EF4-FFF2-40B4-BE49-F238E27FC236}">
                <a16:creationId xmlns:a16="http://schemas.microsoft.com/office/drawing/2014/main" id="{CC148FB6-205D-4C35-8A72-4812188D34E3}"/>
              </a:ext>
            </a:extLst>
          </p:cNvPr>
          <p:cNvSpPr/>
          <p:nvPr/>
        </p:nvSpPr>
        <p:spPr>
          <a:xfrm>
            <a:off x="7051481" y="3656530"/>
            <a:ext cx="82280" cy="797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1" name="object 30">
            <a:extLst>
              <a:ext uri="{FF2B5EF4-FFF2-40B4-BE49-F238E27FC236}">
                <a16:creationId xmlns:a16="http://schemas.microsoft.com/office/drawing/2014/main" id="{D7ACF349-D95E-45D7-A073-678F57A11BF2}"/>
              </a:ext>
            </a:extLst>
          </p:cNvPr>
          <p:cNvSpPr/>
          <p:nvPr/>
        </p:nvSpPr>
        <p:spPr>
          <a:xfrm>
            <a:off x="5949719" y="3583018"/>
            <a:ext cx="74407" cy="681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3" name="object 31">
            <a:extLst>
              <a:ext uri="{FF2B5EF4-FFF2-40B4-BE49-F238E27FC236}">
                <a16:creationId xmlns:a16="http://schemas.microsoft.com/office/drawing/2014/main" id="{D4334B37-45BD-42F5-96A3-487942CA2CB3}"/>
              </a:ext>
            </a:extLst>
          </p:cNvPr>
          <p:cNvSpPr/>
          <p:nvPr/>
        </p:nvSpPr>
        <p:spPr>
          <a:xfrm>
            <a:off x="4222891" y="1373528"/>
            <a:ext cx="70224" cy="56029"/>
          </a:xfrm>
          <a:custGeom>
            <a:avLst/>
            <a:gdLst/>
            <a:ahLst/>
            <a:cxnLst/>
            <a:rect l="l" t="t" r="r" b="b"/>
            <a:pathLst>
              <a:path w="59689" h="47625">
                <a:moveTo>
                  <a:pt x="59435" y="28194"/>
                </a:moveTo>
                <a:lnTo>
                  <a:pt x="58269" y="18645"/>
                </a:lnTo>
                <a:lnTo>
                  <a:pt x="52958" y="10096"/>
                </a:lnTo>
                <a:lnTo>
                  <a:pt x="44219" y="3548"/>
                </a:lnTo>
                <a:lnTo>
                  <a:pt x="32765" y="0"/>
                </a:lnTo>
                <a:lnTo>
                  <a:pt x="21109" y="202"/>
                </a:lnTo>
                <a:lnTo>
                  <a:pt x="10953" y="3905"/>
                </a:lnTo>
                <a:lnTo>
                  <a:pt x="3512" y="10608"/>
                </a:lnTo>
                <a:lnTo>
                  <a:pt x="0" y="19812"/>
                </a:lnTo>
                <a:lnTo>
                  <a:pt x="833" y="29241"/>
                </a:lnTo>
                <a:lnTo>
                  <a:pt x="6095" y="37528"/>
                </a:lnTo>
                <a:lnTo>
                  <a:pt x="14787" y="43815"/>
                </a:lnTo>
                <a:lnTo>
                  <a:pt x="25907" y="47244"/>
                </a:lnTo>
                <a:lnTo>
                  <a:pt x="37897" y="47053"/>
                </a:lnTo>
                <a:lnTo>
                  <a:pt x="48101" y="43434"/>
                </a:lnTo>
                <a:lnTo>
                  <a:pt x="55590" y="36957"/>
                </a:lnTo>
                <a:lnTo>
                  <a:pt x="59435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5" name="object 32">
            <a:extLst>
              <a:ext uri="{FF2B5EF4-FFF2-40B4-BE49-F238E27FC236}">
                <a16:creationId xmlns:a16="http://schemas.microsoft.com/office/drawing/2014/main" id="{003608C7-D06C-4619-8062-1F22299C8C59}"/>
              </a:ext>
            </a:extLst>
          </p:cNvPr>
          <p:cNvSpPr/>
          <p:nvPr/>
        </p:nvSpPr>
        <p:spPr>
          <a:xfrm>
            <a:off x="4216615" y="1367253"/>
            <a:ext cx="82176" cy="68728"/>
          </a:xfrm>
          <a:custGeom>
            <a:avLst/>
            <a:gdLst/>
            <a:ahLst/>
            <a:cxnLst/>
            <a:rect l="l" t="t" r="r" b="b"/>
            <a:pathLst>
              <a:path w="69850" h="58419">
                <a:moveTo>
                  <a:pt x="4572" y="41148"/>
                </a:moveTo>
                <a:lnTo>
                  <a:pt x="4572" y="13716"/>
                </a:lnTo>
                <a:lnTo>
                  <a:pt x="2286" y="17526"/>
                </a:lnTo>
                <a:lnTo>
                  <a:pt x="2286" y="18288"/>
                </a:lnTo>
                <a:lnTo>
                  <a:pt x="1524" y="18288"/>
                </a:lnTo>
                <a:lnTo>
                  <a:pt x="0" y="24384"/>
                </a:lnTo>
                <a:lnTo>
                  <a:pt x="0" y="30480"/>
                </a:lnTo>
                <a:lnTo>
                  <a:pt x="1524" y="35052"/>
                </a:lnTo>
                <a:lnTo>
                  <a:pt x="1524" y="36576"/>
                </a:lnTo>
                <a:lnTo>
                  <a:pt x="3810" y="41148"/>
                </a:lnTo>
                <a:lnTo>
                  <a:pt x="4572" y="41148"/>
                </a:lnTo>
                <a:close/>
              </a:path>
              <a:path w="69850" h="58419">
                <a:moveTo>
                  <a:pt x="32004" y="10001"/>
                </a:moveTo>
                <a:lnTo>
                  <a:pt x="32004" y="762"/>
                </a:lnTo>
                <a:lnTo>
                  <a:pt x="25146" y="762"/>
                </a:lnTo>
                <a:lnTo>
                  <a:pt x="19812" y="2286"/>
                </a:lnTo>
                <a:lnTo>
                  <a:pt x="19050" y="3048"/>
                </a:lnTo>
                <a:lnTo>
                  <a:pt x="14478" y="5334"/>
                </a:lnTo>
                <a:lnTo>
                  <a:pt x="13716" y="5334"/>
                </a:lnTo>
                <a:lnTo>
                  <a:pt x="9144" y="8382"/>
                </a:lnTo>
                <a:lnTo>
                  <a:pt x="8382" y="9144"/>
                </a:lnTo>
                <a:lnTo>
                  <a:pt x="5334" y="12954"/>
                </a:lnTo>
                <a:lnTo>
                  <a:pt x="4572" y="12954"/>
                </a:lnTo>
                <a:lnTo>
                  <a:pt x="4572" y="41910"/>
                </a:lnTo>
                <a:lnTo>
                  <a:pt x="7620" y="45720"/>
                </a:lnTo>
                <a:lnTo>
                  <a:pt x="7620" y="46482"/>
                </a:lnTo>
                <a:lnTo>
                  <a:pt x="8382" y="46482"/>
                </a:lnTo>
                <a:lnTo>
                  <a:pt x="9906" y="47701"/>
                </a:lnTo>
                <a:lnTo>
                  <a:pt x="9906" y="23622"/>
                </a:lnTo>
                <a:lnTo>
                  <a:pt x="10668" y="21336"/>
                </a:lnTo>
                <a:lnTo>
                  <a:pt x="10668" y="22860"/>
                </a:lnTo>
                <a:lnTo>
                  <a:pt x="12192" y="19812"/>
                </a:lnTo>
                <a:lnTo>
                  <a:pt x="12192" y="19050"/>
                </a:lnTo>
                <a:lnTo>
                  <a:pt x="14478" y="16192"/>
                </a:lnTo>
                <a:lnTo>
                  <a:pt x="14478" y="16002"/>
                </a:lnTo>
                <a:lnTo>
                  <a:pt x="15240" y="15240"/>
                </a:lnTo>
                <a:lnTo>
                  <a:pt x="15240" y="15494"/>
                </a:lnTo>
                <a:lnTo>
                  <a:pt x="19050" y="12954"/>
                </a:lnTo>
                <a:lnTo>
                  <a:pt x="19050" y="13335"/>
                </a:lnTo>
                <a:lnTo>
                  <a:pt x="22098" y="11811"/>
                </a:lnTo>
                <a:lnTo>
                  <a:pt x="22098" y="11430"/>
                </a:lnTo>
                <a:lnTo>
                  <a:pt x="26670" y="10776"/>
                </a:lnTo>
                <a:lnTo>
                  <a:pt x="32004" y="10001"/>
                </a:lnTo>
                <a:close/>
              </a:path>
              <a:path w="69850" h="58419">
                <a:moveTo>
                  <a:pt x="12192" y="49530"/>
                </a:moveTo>
                <a:lnTo>
                  <a:pt x="12192" y="36576"/>
                </a:lnTo>
                <a:lnTo>
                  <a:pt x="10668" y="32004"/>
                </a:lnTo>
                <a:lnTo>
                  <a:pt x="10668" y="33528"/>
                </a:lnTo>
                <a:lnTo>
                  <a:pt x="9906" y="28194"/>
                </a:lnTo>
                <a:lnTo>
                  <a:pt x="9906" y="47701"/>
                </a:lnTo>
                <a:lnTo>
                  <a:pt x="12192" y="49530"/>
                </a:lnTo>
                <a:close/>
              </a:path>
              <a:path w="69850" h="58419">
                <a:moveTo>
                  <a:pt x="12954" y="18288"/>
                </a:moveTo>
                <a:lnTo>
                  <a:pt x="12192" y="19050"/>
                </a:lnTo>
                <a:lnTo>
                  <a:pt x="12192" y="19812"/>
                </a:lnTo>
                <a:lnTo>
                  <a:pt x="12954" y="18288"/>
                </a:lnTo>
                <a:close/>
              </a:path>
              <a:path w="69850" h="58419">
                <a:moveTo>
                  <a:pt x="15240" y="39624"/>
                </a:moveTo>
                <a:lnTo>
                  <a:pt x="12192" y="35814"/>
                </a:lnTo>
                <a:lnTo>
                  <a:pt x="12192" y="50292"/>
                </a:lnTo>
                <a:lnTo>
                  <a:pt x="12954" y="50292"/>
                </a:lnTo>
                <a:lnTo>
                  <a:pt x="14478" y="51308"/>
                </a:lnTo>
                <a:lnTo>
                  <a:pt x="14478" y="38862"/>
                </a:lnTo>
                <a:lnTo>
                  <a:pt x="15240" y="39624"/>
                </a:lnTo>
                <a:close/>
              </a:path>
              <a:path w="69850" h="58419">
                <a:moveTo>
                  <a:pt x="15240" y="15240"/>
                </a:moveTo>
                <a:lnTo>
                  <a:pt x="14478" y="16002"/>
                </a:lnTo>
                <a:lnTo>
                  <a:pt x="14804" y="15784"/>
                </a:lnTo>
                <a:lnTo>
                  <a:pt x="15240" y="15240"/>
                </a:lnTo>
                <a:close/>
              </a:path>
              <a:path w="69850" h="58419">
                <a:moveTo>
                  <a:pt x="14804" y="15784"/>
                </a:moveTo>
                <a:lnTo>
                  <a:pt x="14478" y="16002"/>
                </a:lnTo>
                <a:lnTo>
                  <a:pt x="14478" y="16192"/>
                </a:lnTo>
                <a:lnTo>
                  <a:pt x="14804" y="15784"/>
                </a:lnTo>
                <a:close/>
              </a:path>
              <a:path w="69850" h="58419">
                <a:moveTo>
                  <a:pt x="18288" y="53340"/>
                </a:moveTo>
                <a:lnTo>
                  <a:pt x="18288" y="42672"/>
                </a:lnTo>
                <a:lnTo>
                  <a:pt x="14478" y="38862"/>
                </a:lnTo>
                <a:lnTo>
                  <a:pt x="14478" y="51308"/>
                </a:lnTo>
                <a:lnTo>
                  <a:pt x="17526" y="53340"/>
                </a:lnTo>
                <a:lnTo>
                  <a:pt x="18288" y="53340"/>
                </a:lnTo>
                <a:close/>
              </a:path>
              <a:path w="69850" h="58419">
                <a:moveTo>
                  <a:pt x="15240" y="15494"/>
                </a:moveTo>
                <a:lnTo>
                  <a:pt x="15240" y="15240"/>
                </a:lnTo>
                <a:lnTo>
                  <a:pt x="14804" y="15784"/>
                </a:lnTo>
                <a:lnTo>
                  <a:pt x="15240" y="15494"/>
                </a:lnTo>
                <a:close/>
              </a:path>
              <a:path w="69850" h="58419">
                <a:moveTo>
                  <a:pt x="22860" y="44958"/>
                </a:moveTo>
                <a:lnTo>
                  <a:pt x="17526" y="41910"/>
                </a:lnTo>
                <a:lnTo>
                  <a:pt x="18288" y="42672"/>
                </a:lnTo>
                <a:lnTo>
                  <a:pt x="18288" y="53340"/>
                </a:lnTo>
                <a:lnTo>
                  <a:pt x="22098" y="54972"/>
                </a:lnTo>
                <a:lnTo>
                  <a:pt x="22098" y="44958"/>
                </a:lnTo>
                <a:lnTo>
                  <a:pt x="22860" y="44958"/>
                </a:lnTo>
                <a:close/>
              </a:path>
              <a:path w="69850" h="58419">
                <a:moveTo>
                  <a:pt x="19050" y="13335"/>
                </a:moveTo>
                <a:lnTo>
                  <a:pt x="19050" y="12954"/>
                </a:lnTo>
                <a:lnTo>
                  <a:pt x="18288" y="13716"/>
                </a:lnTo>
                <a:lnTo>
                  <a:pt x="19050" y="13335"/>
                </a:lnTo>
                <a:close/>
              </a:path>
              <a:path w="69850" h="58419">
                <a:moveTo>
                  <a:pt x="22860" y="11430"/>
                </a:moveTo>
                <a:lnTo>
                  <a:pt x="22098" y="11430"/>
                </a:lnTo>
                <a:lnTo>
                  <a:pt x="22098" y="11811"/>
                </a:lnTo>
                <a:lnTo>
                  <a:pt x="22860" y="11430"/>
                </a:lnTo>
                <a:close/>
              </a:path>
              <a:path w="69850" h="58419">
                <a:moveTo>
                  <a:pt x="27432" y="56388"/>
                </a:moveTo>
                <a:lnTo>
                  <a:pt x="27432" y="47244"/>
                </a:lnTo>
                <a:lnTo>
                  <a:pt x="22098" y="44958"/>
                </a:lnTo>
                <a:lnTo>
                  <a:pt x="22098" y="54972"/>
                </a:lnTo>
                <a:lnTo>
                  <a:pt x="23622" y="55626"/>
                </a:lnTo>
                <a:lnTo>
                  <a:pt x="24384" y="55626"/>
                </a:lnTo>
                <a:lnTo>
                  <a:pt x="27432" y="56388"/>
                </a:lnTo>
                <a:close/>
              </a:path>
              <a:path w="69850" h="58419">
                <a:moveTo>
                  <a:pt x="27432" y="10668"/>
                </a:moveTo>
                <a:lnTo>
                  <a:pt x="26670" y="10668"/>
                </a:lnTo>
                <a:lnTo>
                  <a:pt x="27432" y="10668"/>
                </a:lnTo>
                <a:close/>
              </a:path>
              <a:path w="69850" h="58419">
                <a:moveTo>
                  <a:pt x="32766" y="48006"/>
                </a:moveTo>
                <a:lnTo>
                  <a:pt x="26670" y="46482"/>
                </a:lnTo>
                <a:lnTo>
                  <a:pt x="27432" y="47244"/>
                </a:lnTo>
                <a:lnTo>
                  <a:pt x="27432" y="56388"/>
                </a:lnTo>
                <a:lnTo>
                  <a:pt x="30480" y="57150"/>
                </a:lnTo>
                <a:lnTo>
                  <a:pt x="32004" y="57245"/>
                </a:lnTo>
                <a:lnTo>
                  <a:pt x="32004" y="48006"/>
                </a:lnTo>
                <a:lnTo>
                  <a:pt x="32766" y="48006"/>
                </a:lnTo>
                <a:close/>
              </a:path>
              <a:path w="69850" h="58419">
                <a:moveTo>
                  <a:pt x="57912" y="22860"/>
                </a:moveTo>
                <a:lnTo>
                  <a:pt x="57150" y="21336"/>
                </a:lnTo>
                <a:lnTo>
                  <a:pt x="57150" y="7620"/>
                </a:lnTo>
                <a:lnTo>
                  <a:pt x="51816" y="5334"/>
                </a:lnTo>
                <a:lnTo>
                  <a:pt x="51816" y="4572"/>
                </a:lnTo>
                <a:lnTo>
                  <a:pt x="45720" y="2286"/>
                </a:lnTo>
                <a:lnTo>
                  <a:pt x="44958" y="2286"/>
                </a:lnTo>
                <a:lnTo>
                  <a:pt x="39624" y="762"/>
                </a:lnTo>
                <a:lnTo>
                  <a:pt x="32766" y="762"/>
                </a:lnTo>
                <a:lnTo>
                  <a:pt x="32004" y="0"/>
                </a:lnTo>
                <a:lnTo>
                  <a:pt x="32004" y="9906"/>
                </a:lnTo>
                <a:lnTo>
                  <a:pt x="37338" y="10572"/>
                </a:lnTo>
                <a:lnTo>
                  <a:pt x="37338" y="9906"/>
                </a:lnTo>
                <a:lnTo>
                  <a:pt x="43434" y="11430"/>
                </a:lnTo>
                <a:lnTo>
                  <a:pt x="43434" y="11756"/>
                </a:lnTo>
                <a:lnTo>
                  <a:pt x="47244" y="13389"/>
                </a:lnTo>
                <a:lnTo>
                  <a:pt x="47244" y="12954"/>
                </a:lnTo>
                <a:lnTo>
                  <a:pt x="51054" y="15494"/>
                </a:lnTo>
                <a:lnTo>
                  <a:pt x="51054" y="15240"/>
                </a:lnTo>
                <a:lnTo>
                  <a:pt x="54864" y="19050"/>
                </a:lnTo>
                <a:lnTo>
                  <a:pt x="54864" y="18287"/>
                </a:lnTo>
                <a:lnTo>
                  <a:pt x="57912" y="22860"/>
                </a:lnTo>
                <a:close/>
              </a:path>
              <a:path w="69850" h="58419">
                <a:moveTo>
                  <a:pt x="32385" y="9953"/>
                </a:moveTo>
                <a:lnTo>
                  <a:pt x="32004" y="9906"/>
                </a:lnTo>
                <a:lnTo>
                  <a:pt x="32385" y="9953"/>
                </a:lnTo>
                <a:close/>
              </a:path>
              <a:path w="69850" h="58419">
                <a:moveTo>
                  <a:pt x="42672" y="57258"/>
                </a:moveTo>
                <a:lnTo>
                  <a:pt x="42672" y="48006"/>
                </a:lnTo>
                <a:lnTo>
                  <a:pt x="32004" y="48006"/>
                </a:lnTo>
                <a:lnTo>
                  <a:pt x="32004" y="57245"/>
                </a:lnTo>
                <a:lnTo>
                  <a:pt x="37338" y="57912"/>
                </a:lnTo>
                <a:lnTo>
                  <a:pt x="38862" y="57803"/>
                </a:lnTo>
                <a:lnTo>
                  <a:pt x="42672" y="57258"/>
                </a:lnTo>
                <a:close/>
              </a:path>
              <a:path w="69850" h="58419">
                <a:moveTo>
                  <a:pt x="32766" y="10001"/>
                </a:moveTo>
                <a:lnTo>
                  <a:pt x="32385" y="9953"/>
                </a:lnTo>
                <a:lnTo>
                  <a:pt x="32766" y="10001"/>
                </a:lnTo>
                <a:close/>
              </a:path>
              <a:path w="69850" h="58419">
                <a:moveTo>
                  <a:pt x="38100" y="10668"/>
                </a:moveTo>
                <a:lnTo>
                  <a:pt x="37338" y="9906"/>
                </a:lnTo>
                <a:lnTo>
                  <a:pt x="37338" y="10572"/>
                </a:lnTo>
                <a:lnTo>
                  <a:pt x="38100" y="10668"/>
                </a:lnTo>
                <a:close/>
              </a:path>
              <a:path w="69850" h="58419">
                <a:moveTo>
                  <a:pt x="47244" y="56496"/>
                </a:moveTo>
                <a:lnTo>
                  <a:pt x="47244" y="46482"/>
                </a:lnTo>
                <a:lnTo>
                  <a:pt x="41910" y="48006"/>
                </a:lnTo>
                <a:lnTo>
                  <a:pt x="42672" y="48006"/>
                </a:lnTo>
                <a:lnTo>
                  <a:pt x="42672" y="57258"/>
                </a:lnTo>
                <a:lnTo>
                  <a:pt x="44958" y="57150"/>
                </a:lnTo>
                <a:lnTo>
                  <a:pt x="47244" y="56496"/>
                </a:lnTo>
                <a:close/>
              </a:path>
              <a:path w="69850" h="58419">
                <a:moveTo>
                  <a:pt x="43434" y="11756"/>
                </a:moveTo>
                <a:lnTo>
                  <a:pt x="43434" y="11430"/>
                </a:lnTo>
                <a:lnTo>
                  <a:pt x="42672" y="11430"/>
                </a:lnTo>
                <a:lnTo>
                  <a:pt x="43434" y="11756"/>
                </a:lnTo>
                <a:close/>
              </a:path>
              <a:path w="69850" h="58419">
                <a:moveTo>
                  <a:pt x="51816" y="44196"/>
                </a:moveTo>
                <a:lnTo>
                  <a:pt x="46482" y="46482"/>
                </a:lnTo>
                <a:lnTo>
                  <a:pt x="47244" y="46482"/>
                </a:lnTo>
                <a:lnTo>
                  <a:pt x="47244" y="56496"/>
                </a:lnTo>
                <a:lnTo>
                  <a:pt x="50292" y="55626"/>
                </a:lnTo>
                <a:lnTo>
                  <a:pt x="51054" y="55626"/>
                </a:lnTo>
                <a:lnTo>
                  <a:pt x="51054" y="44958"/>
                </a:lnTo>
                <a:lnTo>
                  <a:pt x="51816" y="44196"/>
                </a:lnTo>
                <a:close/>
              </a:path>
              <a:path w="69850" h="58419">
                <a:moveTo>
                  <a:pt x="48006" y="13716"/>
                </a:moveTo>
                <a:lnTo>
                  <a:pt x="47244" y="12954"/>
                </a:lnTo>
                <a:lnTo>
                  <a:pt x="47244" y="13389"/>
                </a:lnTo>
                <a:lnTo>
                  <a:pt x="48006" y="13716"/>
                </a:lnTo>
                <a:close/>
              </a:path>
              <a:path w="69850" h="58419">
                <a:moveTo>
                  <a:pt x="51816" y="16002"/>
                </a:moveTo>
                <a:lnTo>
                  <a:pt x="51054" y="15240"/>
                </a:lnTo>
                <a:lnTo>
                  <a:pt x="51054" y="15494"/>
                </a:lnTo>
                <a:lnTo>
                  <a:pt x="51816" y="16002"/>
                </a:lnTo>
                <a:close/>
              </a:path>
              <a:path w="69850" h="58419">
                <a:moveTo>
                  <a:pt x="54864" y="41910"/>
                </a:moveTo>
                <a:lnTo>
                  <a:pt x="51054" y="44958"/>
                </a:lnTo>
                <a:lnTo>
                  <a:pt x="51054" y="55626"/>
                </a:lnTo>
                <a:lnTo>
                  <a:pt x="54102" y="54102"/>
                </a:lnTo>
                <a:lnTo>
                  <a:pt x="54102" y="42672"/>
                </a:lnTo>
                <a:lnTo>
                  <a:pt x="54864" y="41910"/>
                </a:lnTo>
                <a:close/>
              </a:path>
              <a:path w="69850" h="58419">
                <a:moveTo>
                  <a:pt x="57912" y="51358"/>
                </a:moveTo>
                <a:lnTo>
                  <a:pt x="57912" y="38862"/>
                </a:lnTo>
                <a:lnTo>
                  <a:pt x="54102" y="42672"/>
                </a:lnTo>
                <a:lnTo>
                  <a:pt x="54102" y="54102"/>
                </a:lnTo>
                <a:lnTo>
                  <a:pt x="55626" y="53340"/>
                </a:lnTo>
                <a:lnTo>
                  <a:pt x="56388" y="52578"/>
                </a:lnTo>
                <a:lnTo>
                  <a:pt x="57912" y="51358"/>
                </a:lnTo>
                <a:close/>
              </a:path>
              <a:path w="69850" h="58419">
                <a:moveTo>
                  <a:pt x="69748" y="36537"/>
                </a:moveTo>
                <a:lnTo>
                  <a:pt x="69430" y="31762"/>
                </a:lnTo>
                <a:lnTo>
                  <a:pt x="69342" y="25146"/>
                </a:lnTo>
                <a:lnTo>
                  <a:pt x="68580" y="22860"/>
                </a:lnTo>
                <a:lnTo>
                  <a:pt x="68580" y="22098"/>
                </a:lnTo>
                <a:lnTo>
                  <a:pt x="67818" y="22098"/>
                </a:lnTo>
                <a:lnTo>
                  <a:pt x="65532" y="17526"/>
                </a:lnTo>
                <a:lnTo>
                  <a:pt x="65532" y="16764"/>
                </a:lnTo>
                <a:lnTo>
                  <a:pt x="62484" y="12954"/>
                </a:lnTo>
                <a:lnTo>
                  <a:pt x="57912" y="8382"/>
                </a:lnTo>
                <a:lnTo>
                  <a:pt x="57150" y="8382"/>
                </a:lnTo>
                <a:lnTo>
                  <a:pt x="57150" y="21336"/>
                </a:lnTo>
                <a:lnTo>
                  <a:pt x="59436" y="25908"/>
                </a:lnTo>
                <a:lnTo>
                  <a:pt x="59436" y="25146"/>
                </a:lnTo>
                <a:lnTo>
                  <a:pt x="60198" y="27432"/>
                </a:lnTo>
                <a:lnTo>
                  <a:pt x="60198" y="33340"/>
                </a:lnTo>
                <a:lnTo>
                  <a:pt x="60934" y="32346"/>
                </a:lnTo>
                <a:lnTo>
                  <a:pt x="60934" y="49530"/>
                </a:lnTo>
                <a:lnTo>
                  <a:pt x="60960" y="48768"/>
                </a:lnTo>
                <a:lnTo>
                  <a:pt x="64770" y="45720"/>
                </a:lnTo>
                <a:lnTo>
                  <a:pt x="64770" y="44958"/>
                </a:lnTo>
                <a:lnTo>
                  <a:pt x="66294" y="42672"/>
                </a:lnTo>
                <a:lnTo>
                  <a:pt x="69748" y="36537"/>
                </a:lnTo>
                <a:close/>
              </a:path>
              <a:path w="69850" h="58419">
                <a:moveTo>
                  <a:pt x="60934" y="49530"/>
                </a:moveTo>
                <a:lnTo>
                  <a:pt x="60934" y="32346"/>
                </a:lnTo>
                <a:lnTo>
                  <a:pt x="57912" y="38100"/>
                </a:lnTo>
                <a:lnTo>
                  <a:pt x="57150" y="39624"/>
                </a:lnTo>
                <a:lnTo>
                  <a:pt x="57912" y="38862"/>
                </a:lnTo>
                <a:lnTo>
                  <a:pt x="57912" y="51358"/>
                </a:lnTo>
                <a:lnTo>
                  <a:pt x="60096" y="49611"/>
                </a:lnTo>
                <a:lnTo>
                  <a:pt x="60934" y="49530"/>
                </a:lnTo>
                <a:close/>
              </a:path>
              <a:path w="69850" h="58419">
                <a:moveTo>
                  <a:pt x="60198" y="33340"/>
                </a:moveTo>
                <a:lnTo>
                  <a:pt x="60198" y="27432"/>
                </a:lnTo>
                <a:lnTo>
                  <a:pt x="60096" y="33477"/>
                </a:lnTo>
                <a:lnTo>
                  <a:pt x="60198" y="3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7" name="object 33">
            <a:extLst>
              <a:ext uri="{FF2B5EF4-FFF2-40B4-BE49-F238E27FC236}">
                <a16:creationId xmlns:a16="http://schemas.microsoft.com/office/drawing/2014/main" id="{5AE7BA80-08AC-4057-80B4-BEC37DF48154}"/>
              </a:ext>
            </a:extLst>
          </p:cNvPr>
          <p:cNvSpPr/>
          <p:nvPr/>
        </p:nvSpPr>
        <p:spPr>
          <a:xfrm>
            <a:off x="6834537" y="4328885"/>
            <a:ext cx="74705" cy="79935"/>
          </a:xfrm>
          <a:custGeom>
            <a:avLst/>
            <a:gdLst/>
            <a:ahLst/>
            <a:cxnLst/>
            <a:rect l="l" t="t" r="r" b="b"/>
            <a:pathLst>
              <a:path w="63500" h="67945">
                <a:moveTo>
                  <a:pt x="18573" y="14287"/>
                </a:moveTo>
                <a:lnTo>
                  <a:pt x="18287" y="14478"/>
                </a:lnTo>
                <a:lnTo>
                  <a:pt x="18287" y="3810"/>
                </a:lnTo>
                <a:lnTo>
                  <a:pt x="17525" y="3810"/>
                </a:lnTo>
                <a:lnTo>
                  <a:pt x="12953" y="6858"/>
                </a:lnTo>
                <a:lnTo>
                  <a:pt x="7619" y="12192"/>
                </a:lnTo>
                <a:lnTo>
                  <a:pt x="4571" y="16764"/>
                </a:lnTo>
                <a:lnTo>
                  <a:pt x="4571" y="17526"/>
                </a:lnTo>
                <a:lnTo>
                  <a:pt x="2285" y="22098"/>
                </a:lnTo>
                <a:lnTo>
                  <a:pt x="2285" y="22860"/>
                </a:lnTo>
                <a:lnTo>
                  <a:pt x="1523" y="22860"/>
                </a:lnTo>
                <a:lnTo>
                  <a:pt x="0" y="28956"/>
                </a:lnTo>
                <a:lnTo>
                  <a:pt x="0" y="36576"/>
                </a:lnTo>
                <a:lnTo>
                  <a:pt x="761" y="42672"/>
                </a:lnTo>
                <a:lnTo>
                  <a:pt x="761" y="43434"/>
                </a:lnTo>
                <a:lnTo>
                  <a:pt x="3047" y="48768"/>
                </a:lnTo>
                <a:lnTo>
                  <a:pt x="3047" y="49530"/>
                </a:lnTo>
                <a:lnTo>
                  <a:pt x="5333" y="54102"/>
                </a:lnTo>
                <a:lnTo>
                  <a:pt x="6095" y="54102"/>
                </a:lnTo>
                <a:lnTo>
                  <a:pt x="6095" y="54864"/>
                </a:lnTo>
                <a:lnTo>
                  <a:pt x="9143" y="57912"/>
                </a:lnTo>
                <a:lnTo>
                  <a:pt x="9143" y="35052"/>
                </a:lnTo>
                <a:lnTo>
                  <a:pt x="9239" y="35814"/>
                </a:lnTo>
                <a:lnTo>
                  <a:pt x="9905" y="30480"/>
                </a:lnTo>
                <a:lnTo>
                  <a:pt x="9905" y="31242"/>
                </a:lnTo>
                <a:lnTo>
                  <a:pt x="10667" y="25146"/>
                </a:lnTo>
                <a:lnTo>
                  <a:pt x="10667" y="26670"/>
                </a:lnTo>
                <a:lnTo>
                  <a:pt x="12953" y="21336"/>
                </a:lnTo>
                <a:lnTo>
                  <a:pt x="12953" y="22098"/>
                </a:lnTo>
                <a:lnTo>
                  <a:pt x="15239" y="18669"/>
                </a:lnTo>
                <a:lnTo>
                  <a:pt x="15239" y="18288"/>
                </a:lnTo>
                <a:lnTo>
                  <a:pt x="18573" y="14287"/>
                </a:lnTo>
                <a:close/>
              </a:path>
              <a:path w="63500" h="67945">
                <a:moveTo>
                  <a:pt x="9239" y="35814"/>
                </a:moveTo>
                <a:lnTo>
                  <a:pt x="9143" y="35052"/>
                </a:lnTo>
                <a:lnTo>
                  <a:pt x="9143" y="36576"/>
                </a:lnTo>
                <a:lnTo>
                  <a:pt x="9239" y="35814"/>
                </a:lnTo>
                <a:close/>
              </a:path>
              <a:path w="63500" h="67945">
                <a:moveTo>
                  <a:pt x="9905" y="58674"/>
                </a:moveTo>
                <a:lnTo>
                  <a:pt x="9905" y="41148"/>
                </a:lnTo>
                <a:lnTo>
                  <a:pt x="9239" y="35814"/>
                </a:lnTo>
                <a:lnTo>
                  <a:pt x="9143" y="36576"/>
                </a:lnTo>
                <a:lnTo>
                  <a:pt x="9143" y="57912"/>
                </a:lnTo>
                <a:lnTo>
                  <a:pt x="9905" y="58674"/>
                </a:lnTo>
                <a:close/>
              </a:path>
              <a:path w="63500" h="67945">
                <a:moveTo>
                  <a:pt x="16763" y="52577"/>
                </a:moveTo>
                <a:lnTo>
                  <a:pt x="13715" y="48768"/>
                </a:lnTo>
                <a:lnTo>
                  <a:pt x="13715" y="49530"/>
                </a:lnTo>
                <a:lnTo>
                  <a:pt x="11429" y="44958"/>
                </a:lnTo>
                <a:lnTo>
                  <a:pt x="11429" y="45720"/>
                </a:lnTo>
                <a:lnTo>
                  <a:pt x="9905" y="40386"/>
                </a:lnTo>
                <a:lnTo>
                  <a:pt x="9905" y="59436"/>
                </a:lnTo>
                <a:lnTo>
                  <a:pt x="14477" y="63246"/>
                </a:lnTo>
                <a:lnTo>
                  <a:pt x="15239" y="63246"/>
                </a:lnTo>
                <a:lnTo>
                  <a:pt x="16001" y="63681"/>
                </a:lnTo>
                <a:lnTo>
                  <a:pt x="16001" y="52577"/>
                </a:lnTo>
                <a:lnTo>
                  <a:pt x="16763" y="52577"/>
                </a:lnTo>
                <a:close/>
              </a:path>
              <a:path w="63500" h="67945">
                <a:moveTo>
                  <a:pt x="16001" y="17526"/>
                </a:moveTo>
                <a:lnTo>
                  <a:pt x="15239" y="18288"/>
                </a:lnTo>
                <a:lnTo>
                  <a:pt x="15239" y="18669"/>
                </a:lnTo>
                <a:lnTo>
                  <a:pt x="16001" y="17526"/>
                </a:lnTo>
                <a:close/>
              </a:path>
              <a:path w="63500" h="67945">
                <a:moveTo>
                  <a:pt x="20573" y="66294"/>
                </a:moveTo>
                <a:lnTo>
                  <a:pt x="20573" y="55626"/>
                </a:lnTo>
                <a:lnTo>
                  <a:pt x="16001" y="52577"/>
                </a:lnTo>
                <a:lnTo>
                  <a:pt x="16001" y="63681"/>
                </a:lnTo>
                <a:lnTo>
                  <a:pt x="20573" y="66294"/>
                </a:lnTo>
                <a:close/>
              </a:path>
              <a:path w="63500" h="67945">
                <a:moveTo>
                  <a:pt x="53339" y="27432"/>
                </a:moveTo>
                <a:lnTo>
                  <a:pt x="53339" y="8381"/>
                </a:lnTo>
                <a:lnTo>
                  <a:pt x="48767" y="5333"/>
                </a:lnTo>
                <a:lnTo>
                  <a:pt x="48767" y="4571"/>
                </a:lnTo>
                <a:lnTo>
                  <a:pt x="48005" y="4571"/>
                </a:lnTo>
                <a:lnTo>
                  <a:pt x="43433" y="2285"/>
                </a:lnTo>
                <a:lnTo>
                  <a:pt x="42671" y="1523"/>
                </a:lnTo>
                <a:lnTo>
                  <a:pt x="36575" y="0"/>
                </a:lnTo>
                <a:lnTo>
                  <a:pt x="29717" y="0"/>
                </a:lnTo>
                <a:lnTo>
                  <a:pt x="24383" y="762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8287" y="14478"/>
                </a:lnTo>
                <a:lnTo>
                  <a:pt x="19049" y="13716"/>
                </a:lnTo>
                <a:lnTo>
                  <a:pt x="19049" y="13970"/>
                </a:lnTo>
                <a:lnTo>
                  <a:pt x="22859" y="11430"/>
                </a:lnTo>
                <a:lnTo>
                  <a:pt x="22859" y="11811"/>
                </a:lnTo>
                <a:lnTo>
                  <a:pt x="26669" y="9906"/>
                </a:lnTo>
                <a:lnTo>
                  <a:pt x="26669" y="10450"/>
                </a:lnTo>
                <a:lnTo>
                  <a:pt x="30479" y="9361"/>
                </a:lnTo>
                <a:lnTo>
                  <a:pt x="30479" y="9144"/>
                </a:lnTo>
                <a:lnTo>
                  <a:pt x="33527" y="9144"/>
                </a:lnTo>
                <a:lnTo>
                  <a:pt x="35813" y="9906"/>
                </a:lnTo>
                <a:lnTo>
                  <a:pt x="37337" y="9906"/>
                </a:lnTo>
                <a:lnTo>
                  <a:pt x="39623" y="10668"/>
                </a:lnTo>
                <a:lnTo>
                  <a:pt x="39623" y="10994"/>
                </a:lnTo>
                <a:lnTo>
                  <a:pt x="42671" y="12300"/>
                </a:lnTo>
                <a:lnTo>
                  <a:pt x="44195" y="12954"/>
                </a:lnTo>
                <a:lnTo>
                  <a:pt x="44195" y="13462"/>
                </a:lnTo>
                <a:lnTo>
                  <a:pt x="46481" y="15367"/>
                </a:lnTo>
                <a:lnTo>
                  <a:pt x="46481" y="15240"/>
                </a:lnTo>
                <a:lnTo>
                  <a:pt x="50291" y="19050"/>
                </a:lnTo>
                <a:lnTo>
                  <a:pt x="50291" y="20066"/>
                </a:lnTo>
                <a:lnTo>
                  <a:pt x="51815" y="23622"/>
                </a:lnTo>
                <a:lnTo>
                  <a:pt x="51815" y="22098"/>
                </a:lnTo>
                <a:lnTo>
                  <a:pt x="53339" y="27432"/>
                </a:lnTo>
                <a:close/>
              </a:path>
              <a:path w="63500" h="67945">
                <a:moveTo>
                  <a:pt x="19049" y="13716"/>
                </a:moveTo>
                <a:lnTo>
                  <a:pt x="18287" y="14478"/>
                </a:lnTo>
                <a:lnTo>
                  <a:pt x="18573" y="14287"/>
                </a:lnTo>
                <a:lnTo>
                  <a:pt x="19049" y="13716"/>
                </a:lnTo>
                <a:close/>
              </a:path>
              <a:path w="63500" h="67945">
                <a:moveTo>
                  <a:pt x="19049" y="13970"/>
                </a:moveTo>
                <a:lnTo>
                  <a:pt x="19049" y="13716"/>
                </a:lnTo>
                <a:lnTo>
                  <a:pt x="18573" y="14287"/>
                </a:lnTo>
                <a:lnTo>
                  <a:pt x="19049" y="13970"/>
                </a:lnTo>
                <a:close/>
              </a:path>
              <a:path w="63500" h="67945">
                <a:moveTo>
                  <a:pt x="37337" y="67273"/>
                </a:moveTo>
                <a:lnTo>
                  <a:pt x="37337" y="57912"/>
                </a:lnTo>
                <a:lnTo>
                  <a:pt x="32003" y="58674"/>
                </a:lnTo>
                <a:lnTo>
                  <a:pt x="28193" y="58674"/>
                </a:lnTo>
                <a:lnTo>
                  <a:pt x="23621" y="57150"/>
                </a:lnTo>
                <a:lnTo>
                  <a:pt x="19811" y="54864"/>
                </a:lnTo>
                <a:lnTo>
                  <a:pt x="20573" y="55626"/>
                </a:lnTo>
                <a:lnTo>
                  <a:pt x="20573" y="66294"/>
                </a:lnTo>
                <a:lnTo>
                  <a:pt x="26669" y="67818"/>
                </a:lnTo>
                <a:lnTo>
                  <a:pt x="33527" y="67818"/>
                </a:lnTo>
                <a:lnTo>
                  <a:pt x="37337" y="67273"/>
                </a:lnTo>
                <a:close/>
              </a:path>
              <a:path w="63500" h="67945">
                <a:moveTo>
                  <a:pt x="22859" y="11811"/>
                </a:moveTo>
                <a:lnTo>
                  <a:pt x="22859" y="11430"/>
                </a:lnTo>
                <a:lnTo>
                  <a:pt x="22097" y="12192"/>
                </a:lnTo>
                <a:lnTo>
                  <a:pt x="22859" y="11811"/>
                </a:lnTo>
                <a:close/>
              </a:path>
              <a:path w="63500" h="67945">
                <a:moveTo>
                  <a:pt x="26669" y="10450"/>
                </a:moveTo>
                <a:lnTo>
                  <a:pt x="26669" y="9906"/>
                </a:lnTo>
                <a:lnTo>
                  <a:pt x="25907" y="10668"/>
                </a:lnTo>
                <a:lnTo>
                  <a:pt x="26669" y="10450"/>
                </a:lnTo>
                <a:close/>
              </a:path>
              <a:path w="63500" h="67945">
                <a:moveTo>
                  <a:pt x="31241" y="9144"/>
                </a:moveTo>
                <a:lnTo>
                  <a:pt x="30479" y="9144"/>
                </a:lnTo>
                <a:lnTo>
                  <a:pt x="30479" y="9361"/>
                </a:lnTo>
                <a:lnTo>
                  <a:pt x="31241" y="9144"/>
                </a:lnTo>
                <a:close/>
              </a:path>
              <a:path w="63500" h="67945">
                <a:moveTo>
                  <a:pt x="41147" y="55626"/>
                </a:moveTo>
                <a:lnTo>
                  <a:pt x="36575" y="57912"/>
                </a:lnTo>
                <a:lnTo>
                  <a:pt x="37337" y="57912"/>
                </a:lnTo>
                <a:lnTo>
                  <a:pt x="37337" y="67273"/>
                </a:lnTo>
                <a:lnTo>
                  <a:pt x="38861" y="67056"/>
                </a:lnTo>
                <a:lnTo>
                  <a:pt x="40385" y="67056"/>
                </a:lnTo>
                <a:lnTo>
                  <a:pt x="40385" y="56388"/>
                </a:lnTo>
                <a:lnTo>
                  <a:pt x="41147" y="55626"/>
                </a:lnTo>
                <a:close/>
              </a:path>
              <a:path w="63500" h="67945">
                <a:moveTo>
                  <a:pt x="39623" y="10994"/>
                </a:moveTo>
                <a:lnTo>
                  <a:pt x="39623" y="10668"/>
                </a:lnTo>
                <a:lnTo>
                  <a:pt x="38861" y="10668"/>
                </a:lnTo>
                <a:lnTo>
                  <a:pt x="39623" y="10994"/>
                </a:lnTo>
                <a:close/>
              </a:path>
              <a:path w="63500" h="67945">
                <a:moveTo>
                  <a:pt x="44957" y="53340"/>
                </a:moveTo>
                <a:lnTo>
                  <a:pt x="40385" y="56388"/>
                </a:lnTo>
                <a:lnTo>
                  <a:pt x="40385" y="67056"/>
                </a:lnTo>
                <a:lnTo>
                  <a:pt x="44195" y="65151"/>
                </a:lnTo>
                <a:lnTo>
                  <a:pt x="44195" y="54102"/>
                </a:lnTo>
                <a:lnTo>
                  <a:pt x="44957" y="53340"/>
                </a:lnTo>
                <a:close/>
              </a:path>
              <a:path w="63500" h="67945">
                <a:moveTo>
                  <a:pt x="44195" y="12954"/>
                </a:moveTo>
                <a:lnTo>
                  <a:pt x="42671" y="12192"/>
                </a:lnTo>
                <a:lnTo>
                  <a:pt x="42940" y="12416"/>
                </a:lnTo>
                <a:lnTo>
                  <a:pt x="44195" y="12954"/>
                </a:lnTo>
                <a:close/>
              </a:path>
              <a:path w="63500" h="67945">
                <a:moveTo>
                  <a:pt x="42940" y="12416"/>
                </a:moveTo>
                <a:lnTo>
                  <a:pt x="42671" y="12192"/>
                </a:lnTo>
                <a:lnTo>
                  <a:pt x="42940" y="12416"/>
                </a:lnTo>
                <a:close/>
              </a:path>
              <a:path w="63500" h="67945">
                <a:moveTo>
                  <a:pt x="44195" y="13462"/>
                </a:moveTo>
                <a:lnTo>
                  <a:pt x="44195" y="12954"/>
                </a:lnTo>
                <a:lnTo>
                  <a:pt x="42940" y="12416"/>
                </a:lnTo>
                <a:lnTo>
                  <a:pt x="44195" y="13462"/>
                </a:lnTo>
                <a:close/>
              </a:path>
              <a:path w="63500" h="67945">
                <a:moveTo>
                  <a:pt x="48005" y="62484"/>
                </a:moveTo>
                <a:lnTo>
                  <a:pt x="48005" y="50292"/>
                </a:lnTo>
                <a:lnTo>
                  <a:pt x="44195" y="54102"/>
                </a:lnTo>
                <a:lnTo>
                  <a:pt x="44195" y="65151"/>
                </a:lnTo>
                <a:lnTo>
                  <a:pt x="44957" y="64770"/>
                </a:lnTo>
                <a:lnTo>
                  <a:pt x="45719" y="64769"/>
                </a:lnTo>
                <a:lnTo>
                  <a:pt x="45719" y="64008"/>
                </a:lnTo>
                <a:lnTo>
                  <a:pt x="48005" y="62484"/>
                </a:lnTo>
                <a:close/>
              </a:path>
              <a:path w="63500" h="67945">
                <a:moveTo>
                  <a:pt x="47243" y="16001"/>
                </a:moveTo>
                <a:lnTo>
                  <a:pt x="46481" y="15240"/>
                </a:lnTo>
                <a:lnTo>
                  <a:pt x="46481" y="15367"/>
                </a:lnTo>
                <a:lnTo>
                  <a:pt x="47243" y="16001"/>
                </a:lnTo>
                <a:close/>
              </a:path>
              <a:path w="63500" h="67945">
                <a:moveTo>
                  <a:pt x="51053" y="60960"/>
                </a:moveTo>
                <a:lnTo>
                  <a:pt x="51053" y="46482"/>
                </a:lnTo>
                <a:lnTo>
                  <a:pt x="47243" y="51054"/>
                </a:lnTo>
                <a:lnTo>
                  <a:pt x="48005" y="50292"/>
                </a:lnTo>
                <a:lnTo>
                  <a:pt x="48005" y="62484"/>
                </a:lnTo>
                <a:lnTo>
                  <a:pt x="50291" y="60960"/>
                </a:lnTo>
                <a:lnTo>
                  <a:pt x="51053" y="60960"/>
                </a:lnTo>
                <a:close/>
              </a:path>
              <a:path w="63500" h="67945">
                <a:moveTo>
                  <a:pt x="50291" y="20066"/>
                </a:moveTo>
                <a:lnTo>
                  <a:pt x="50291" y="19050"/>
                </a:lnTo>
                <a:lnTo>
                  <a:pt x="49529" y="18288"/>
                </a:lnTo>
                <a:lnTo>
                  <a:pt x="50291" y="20066"/>
                </a:lnTo>
                <a:close/>
              </a:path>
              <a:path w="63500" h="67945">
                <a:moveTo>
                  <a:pt x="54101" y="57911"/>
                </a:moveTo>
                <a:lnTo>
                  <a:pt x="54101" y="36576"/>
                </a:lnTo>
                <a:lnTo>
                  <a:pt x="52577" y="42672"/>
                </a:lnTo>
                <a:lnTo>
                  <a:pt x="52577" y="41910"/>
                </a:lnTo>
                <a:lnTo>
                  <a:pt x="50291" y="47244"/>
                </a:lnTo>
                <a:lnTo>
                  <a:pt x="51053" y="46482"/>
                </a:lnTo>
                <a:lnTo>
                  <a:pt x="51053" y="60960"/>
                </a:lnTo>
                <a:lnTo>
                  <a:pt x="54101" y="57911"/>
                </a:lnTo>
                <a:close/>
              </a:path>
              <a:path w="63500" h="67945">
                <a:moveTo>
                  <a:pt x="63245" y="38862"/>
                </a:moveTo>
                <a:lnTo>
                  <a:pt x="63245" y="31242"/>
                </a:lnTo>
                <a:lnTo>
                  <a:pt x="62483" y="25908"/>
                </a:lnTo>
                <a:lnTo>
                  <a:pt x="62483" y="25145"/>
                </a:lnTo>
                <a:lnTo>
                  <a:pt x="60959" y="19811"/>
                </a:lnTo>
                <a:lnTo>
                  <a:pt x="60959" y="19049"/>
                </a:lnTo>
                <a:lnTo>
                  <a:pt x="60197" y="19049"/>
                </a:lnTo>
                <a:lnTo>
                  <a:pt x="60197" y="18287"/>
                </a:lnTo>
                <a:lnTo>
                  <a:pt x="57911" y="13716"/>
                </a:lnTo>
                <a:lnTo>
                  <a:pt x="57149" y="13716"/>
                </a:lnTo>
                <a:lnTo>
                  <a:pt x="57149" y="12954"/>
                </a:lnTo>
                <a:lnTo>
                  <a:pt x="54101" y="9143"/>
                </a:lnTo>
                <a:lnTo>
                  <a:pt x="53339" y="9143"/>
                </a:lnTo>
                <a:lnTo>
                  <a:pt x="53339" y="26670"/>
                </a:lnTo>
                <a:lnTo>
                  <a:pt x="54051" y="32359"/>
                </a:lnTo>
                <a:lnTo>
                  <a:pt x="54101" y="32004"/>
                </a:lnTo>
                <a:lnTo>
                  <a:pt x="54101" y="57911"/>
                </a:lnTo>
                <a:lnTo>
                  <a:pt x="54863" y="57150"/>
                </a:lnTo>
                <a:lnTo>
                  <a:pt x="54863" y="56388"/>
                </a:lnTo>
                <a:lnTo>
                  <a:pt x="55625" y="56388"/>
                </a:lnTo>
                <a:lnTo>
                  <a:pt x="58673" y="51816"/>
                </a:lnTo>
                <a:lnTo>
                  <a:pt x="58673" y="51053"/>
                </a:lnTo>
                <a:lnTo>
                  <a:pt x="61721" y="45720"/>
                </a:lnTo>
                <a:lnTo>
                  <a:pt x="61721" y="44958"/>
                </a:lnTo>
                <a:lnTo>
                  <a:pt x="63245" y="38862"/>
                </a:lnTo>
                <a:close/>
              </a:path>
              <a:path w="63500" h="67945">
                <a:moveTo>
                  <a:pt x="54101" y="36576"/>
                </a:moveTo>
                <a:lnTo>
                  <a:pt x="54101" y="32766"/>
                </a:lnTo>
                <a:lnTo>
                  <a:pt x="54051" y="32359"/>
                </a:lnTo>
                <a:lnTo>
                  <a:pt x="53339" y="37338"/>
                </a:lnTo>
                <a:lnTo>
                  <a:pt x="54101" y="36576"/>
                </a:lnTo>
                <a:close/>
              </a:path>
              <a:path w="63500" h="67945">
                <a:moveTo>
                  <a:pt x="54101" y="32766"/>
                </a:moveTo>
                <a:lnTo>
                  <a:pt x="54101" y="32004"/>
                </a:lnTo>
                <a:lnTo>
                  <a:pt x="54051" y="32359"/>
                </a:lnTo>
                <a:lnTo>
                  <a:pt x="54101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9" name="object 34">
            <a:extLst>
              <a:ext uri="{FF2B5EF4-FFF2-40B4-BE49-F238E27FC236}">
                <a16:creationId xmlns:a16="http://schemas.microsoft.com/office/drawing/2014/main" id="{50B4B145-B9C7-425A-A2BC-7CF4C6EADF3B}"/>
              </a:ext>
            </a:extLst>
          </p:cNvPr>
          <p:cNvSpPr/>
          <p:nvPr/>
        </p:nvSpPr>
        <p:spPr>
          <a:xfrm>
            <a:off x="4925951" y="2939354"/>
            <a:ext cx="83252" cy="7978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1" name="object 35">
            <a:extLst>
              <a:ext uri="{FF2B5EF4-FFF2-40B4-BE49-F238E27FC236}">
                <a16:creationId xmlns:a16="http://schemas.microsoft.com/office/drawing/2014/main" id="{64C9A3C3-F2D6-4537-BD2D-CF528D2A4723}"/>
              </a:ext>
            </a:extLst>
          </p:cNvPr>
          <p:cNvSpPr/>
          <p:nvPr/>
        </p:nvSpPr>
        <p:spPr>
          <a:xfrm>
            <a:off x="6279622" y="4965377"/>
            <a:ext cx="74407" cy="6723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3" name="object 36">
            <a:extLst>
              <a:ext uri="{FF2B5EF4-FFF2-40B4-BE49-F238E27FC236}">
                <a16:creationId xmlns:a16="http://schemas.microsoft.com/office/drawing/2014/main" id="{9B53F520-2655-4797-9198-DF042BF23906}"/>
              </a:ext>
            </a:extLst>
          </p:cNvPr>
          <p:cNvSpPr/>
          <p:nvPr/>
        </p:nvSpPr>
        <p:spPr>
          <a:xfrm>
            <a:off x="5921034" y="4517141"/>
            <a:ext cx="74407" cy="6723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5" name="object 37">
            <a:extLst>
              <a:ext uri="{FF2B5EF4-FFF2-40B4-BE49-F238E27FC236}">
                <a16:creationId xmlns:a16="http://schemas.microsoft.com/office/drawing/2014/main" id="{9B96211B-63A2-4937-B293-4C3148F71F8C}"/>
              </a:ext>
            </a:extLst>
          </p:cNvPr>
          <p:cNvSpPr/>
          <p:nvPr/>
        </p:nvSpPr>
        <p:spPr>
          <a:xfrm>
            <a:off x="3908231" y="2992556"/>
            <a:ext cx="75304" cy="8068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7" name="object 38">
            <a:extLst>
              <a:ext uri="{FF2B5EF4-FFF2-40B4-BE49-F238E27FC236}">
                <a16:creationId xmlns:a16="http://schemas.microsoft.com/office/drawing/2014/main" id="{9CE6253D-54DA-4575-AD2F-3C373F4F1577}"/>
              </a:ext>
            </a:extLst>
          </p:cNvPr>
          <p:cNvSpPr/>
          <p:nvPr/>
        </p:nvSpPr>
        <p:spPr>
          <a:xfrm>
            <a:off x="5177858" y="2048260"/>
            <a:ext cx="74407" cy="7082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9" name="object 39">
            <a:extLst>
              <a:ext uri="{FF2B5EF4-FFF2-40B4-BE49-F238E27FC236}">
                <a16:creationId xmlns:a16="http://schemas.microsoft.com/office/drawing/2014/main" id="{02A7407D-1BAF-485B-A31F-7D68AF781A1A}"/>
              </a:ext>
            </a:extLst>
          </p:cNvPr>
          <p:cNvSpPr/>
          <p:nvPr/>
        </p:nvSpPr>
        <p:spPr>
          <a:xfrm>
            <a:off x="5930893" y="3919195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60197" y="28194"/>
                </a:moveTo>
                <a:lnTo>
                  <a:pt x="60197" y="8382"/>
                </a:lnTo>
                <a:lnTo>
                  <a:pt x="59435" y="8382"/>
                </a:lnTo>
                <a:lnTo>
                  <a:pt x="54863" y="5334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3433" y="762"/>
                </a:lnTo>
                <a:lnTo>
                  <a:pt x="41909" y="666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859" y="3048"/>
                </a:lnTo>
                <a:lnTo>
                  <a:pt x="22097" y="3048"/>
                </a:lnTo>
                <a:lnTo>
                  <a:pt x="16763" y="5334"/>
                </a:lnTo>
                <a:lnTo>
                  <a:pt x="16001" y="5334"/>
                </a:lnTo>
                <a:lnTo>
                  <a:pt x="16001" y="6096"/>
                </a:lnTo>
                <a:lnTo>
                  <a:pt x="11429" y="9144"/>
                </a:lnTo>
                <a:lnTo>
                  <a:pt x="6095" y="14478"/>
                </a:lnTo>
                <a:lnTo>
                  <a:pt x="3809" y="18288"/>
                </a:lnTo>
                <a:lnTo>
                  <a:pt x="3047" y="19050"/>
                </a:lnTo>
                <a:lnTo>
                  <a:pt x="761" y="24384"/>
                </a:lnTo>
                <a:lnTo>
                  <a:pt x="761" y="25146"/>
                </a:lnTo>
                <a:lnTo>
                  <a:pt x="0" y="29718"/>
                </a:lnTo>
                <a:lnTo>
                  <a:pt x="0" y="37338"/>
                </a:lnTo>
                <a:lnTo>
                  <a:pt x="761" y="40386"/>
                </a:lnTo>
                <a:lnTo>
                  <a:pt x="2285" y="42672"/>
                </a:lnTo>
                <a:lnTo>
                  <a:pt x="2285" y="43434"/>
                </a:lnTo>
                <a:lnTo>
                  <a:pt x="5333" y="48006"/>
                </a:lnTo>
                <a:lnTo>
                  <a:pt x="5333" y="48768"/>
                </a:lnTo>
                <a:lnTo>
                  <a:pt x="9143" y="52578"/>
                </a:lnTo>
                <a:lnTo>
                  <a:pt x="9143" y="32004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4384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256"/>
                </a:lnTo>
                <a:lnTo>
                  <a:pt x="20573" y="14224"/>
                </a:lnTo>
                <a:lnTo>
                  <a:pt x="20573" y="13716"/>
                </a:lnTo>
                <a:lnTo>
                  <a:pt x="25907" y="11430"/>
                </a:lnTo>
                <a:lnTo>
                  <a:pt x="25907" y="11906"/>
                </a:lnTo>
                <a:lnTo>
                  <a:pt x="31241" y="9906"/>
                </a:lnTo>
                <a:lnTo>
                  <a:pt x="31241" y="10572"/>
                </a:lnTo>
                <a:lnTo>
                  <a:pt x="35813" y="10001"/>
                </a:lnTo>
                <a:lnTo>
                  <a:pt x="41909" y="9906"/>
                </a:lnTo>
                <a:lnTo>
                  <a:pt x="41909" y="10123"/>
                </a:lnTo>
                <a:lnTo>
                  <a:pt x="46481" y="11430"/>
                </a:lnTo>
                <a:lnTo>
                  <a:pt x="46481" y="11811"/>
                </a:lnTo>
                <a:lnTo>
                  <a:pt x="49529" y="13335"/>
                </a:lnTo>
                <a:lnTo>
                  <a:pt x="49529" y="12954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911" y="20574"/>
                </a:lnTo>
                <a:lnTo>
                  <a:pt x="58673" y="22098"/>
                </a:lnTo>
                <a:lnTo>
                  <a:pt x="59435" y="24384"/>
                </a:lnTo>
                <a:lnTo>
                  <a:pt x="59435" y="26670"/>
                </a:lnTo>
                <a:lnTo>
                  <a:pt x="60197" y="28194"/>
                </a:lnTo>
                <a:close/>
              </a:path>
              <a:path w="69850" h="60960">
                <a:moveTo>
                  <a:pt x="9905" y="52578"/>
                </a:moveTo>
                <a:lnTo>
                  <a:pt x="9905" y="35052"/>
                </a:lnTo>
                <a:lnTo>
                  <a:pt x="9143" y="32766"/>
                </a:lnTo>
                <a:lnTo>
                  <a:pt x="9143" y="52578"/>
                </a:lnTo>
                <a:lnTo>
                  <a:pt x="9905" y="52578"/>
                </a:lnTo>
                <a:close/>
              </a:path>
              <a:path w="69850" h="60960">
                <a:moveTo>
                  <a:pt x="15566" y="45175"/>
                </a:moveTo>
                <a:lnTo>
                  <a:pt x="12953" y="41910"/>
                </a:lnTo>
                <a:lnTo>
                  <a:pt x="12953" y="42672"/>
                </a:lnTo>
                <a:lnTo>
                  <a:pt x="10667" y="38862"/>
                </a:lnTo>
                <a:lnTo>
                  <a:pt x="9905" y="36576"/>
                </a:lnTo>
                <a:lnTo>
                  <a:pt x="9905" y="53340"/>
                </a:lnTo>
                <a:lnTo>
                  <a:pt x="14477" y="56388"/>
                </a:lnTo>
                <a:lnTo>
                  <a:pt x="15239" y="56388"/>
                </a:lnTo>
                <a:lnTo>
                  <a:pt x="15239" y="44958"/>
                </a:lnTo>
                <a:lnTo>
                  <a:pt x="15566" y="45175"/>
                </a:lnTo>
                <a:close/>
              </a:path>
              <a:path w="69850" h="60960">
                <a:moveTo>
                  <a:pt x="12191" y="22860"/>
                </a:moveTo>
                <a:lnTo>
                  <a:pt x="11429" y="23622"/>
                </a:lnTo>
                <a:lnTo>
                  <a:pt x="11429" y="24384"/>
                </a:lnTo>
                <a:lnTo>
                  <a:pt x="12191" y="22860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6001" y="45720"/>
                </a:moveTo>
                <a:lnTo>
                  <a:pt x="15566" y="45175"/>
                </a:lnTo>
                <a:lnTo>
                  <a:pt x="15239" y="44958"/>
                </a:lnTo>
                <a:lnTo>
                  <a:pt x="16001" y="45720"/>
                </a:lnTo>
                <a:close/>
              </a:path>
              <a:path w="69850" h="60960">
                <a:moveTo>
                  <a:pt x="16001" y="56769"/>
                </a:moveTo>
                <a:lnTo>
                  <a:pt x="16001" y="45720"/>
                </a:lnTo>
                <a:lnTo>
                  <a:pt x="15239" y="44958"/>
                </a:lnTo>
                <a:lnTo>
                  <a:pt x="15239" y="56388"/>
                </a:lnTo>
                <a:lnTo>
                  <a:pt x="16001" y="56769"/>
                </a:lnTo>
                <a:close/>
              </a:path>
              <a:path w="69850" h="60960">
                <a:moveTo>
                  <a:pt x="19811" y="48006"/>
                </a:moveTo>
                <a:lnTo>
                  <a:pt x="15566" y="45175"/>
                </a:lnTo>
                <a:lnTo>
                  <a:pt x="16001" y="45720"/>
                </a:lnTo>
                <a:lnTo>
                  <a:pt x="16001" y="56769"/>
                </a:lnTo>
                <a:lnTo>
                  <a:pt x="19049" y="58293"/>
                </a:lnTo>
                <a:lnTo>
                  <a:pt x="19049" y="48006"/>
                </a:lnTo>
                <a:lnTo>
                  <a:pt x="19811" y="48006"/>
                </a:lnTo>
                <a:close/>
              </a:path>
              <a:path w="69850" h="60960">
                <a:moveTo>
                  <a:pt x="17525" y="16256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256"/>
                </a:lnTo>
                <a:close/>
              </a:path>
              <a:path w="69850" h="60960">
                <a:moveTo>
                  <a:pt x="23621" y="59544"/>
                </a:moveTo>
                <a:lnTo>
                  <a:pt x="23621" y="50292"/>
                </a:lnTo>
                <a:lnTo>
                  <a:pt x="19049" y="48006"/>
                </a:lnTo>
                <a:lnTo>
                  <a:pt x="19049" y="58293"/>
                </a:lnTo>
                <a:lnTo>
                  <a:pt x="19811" y="58674"/>
                </a:lnTo>
                <a:lnTo>
                  <a:pt x="20573" y="58674"/>
                </a:lnTo>
                <a:lnTo>
                  <a:pt x="23621" y="59544"/>
                </a:lnTo>
                <a:close/>
              </a:path>
              <a:path w="69850" h="60960">
                <a:moveTo>
                  <a:pt x="21335" y="13716"/>
                </a:moveTo>
                <a:lnTo>
                  <a:pt x="20573" y="13716"/>
                </a:lnTo>
                <a:lnTo>
                  <a:pt x="20573" y="14224"/>
                </a:lnTo>
                <a:lnTo>
                  <a:pt x="21335" y="13716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3621" y="50292"/>
                </a:lnTo>
                <a:lnTo>
                  <a:pt x="23621" y="59544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906"/>
                </a:moveTo>
                <a:lnTo>
                  <a:pt x="25907" y="11430"/>
                </a:lnTo>
                <a:lnTo>
                  <a:pt x="25145" y="12192"/>
                </a:lnTo>
                <a:lnTo>
                  <a:pt x="25907" y="11906"/>
                </a:lnTo>
                <a:close/>
              </a:path>
              <a:path w="69850" h="60960">
                <a:moveTo>
                  <a:pt x="38861" y="60293"/>
                </a:moveTo>
                <a:lnTo>
                  <a:pt x="38861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lnTo>
                  <a:pt x="38861" y="60293"/>
                </a:lnTo>
                <a:close/>
              </a:path>
              <a:path w="69850" h="60960">
                <a:moveTo>
                  <a:pt x="31241" y="10572"/>
                </a:moveTo>
                <a:lnTo>
                  <a:pt x="31241" y="9906"/>
                </a:lnTo>
                <a:lnTo>
                  <a:pt x="30479" y="10668"/>
                </a:lnTo>
                <a:lnTo>
                  <a:pt x="31241" y="10572"/>
                </a:lnTo>
                <a:close/>
              </a:path>
              <a:path w="69850" h="60960">
                <a:moveTo>
                  <a:pt x="36575" y="9906"/>
                </a:moveTo>
                <a:lnTo>
                  <a:pt x="35813" y="9906"/>
                </a:lnTo>
                <a:lnTo>
                  <a:pt x="36575" y="9906"/>
                </a:lnTo>
                <a:close/>
              </a:path>
              <a:path w="69850" h="60960">
                <a:moveTo>
                  <a:pt x="44195" y="59245"/>
                </a:moveTo>
                <a:lnTo>
                  <a:pt x="44195" y="49530"/>
                </a:lnTo>
                <a:lnTo>
                  <a:pt x="38099" y="51054"/>
                </a:lnTo>
                <a:lnTo>
                  <a:pt x="38861" y="51054"/>
                </a:lnTo>
                <a:lnTo>
                  <a:pt x="38861" y="60293"/>
                </a:lnTo>
                <a:lnTo>
                  <a:pt x="40385" y="60198"/>
                </a:lnTo>
                <a:lnTo>
                  <a:pt x="44195" y="59245"/>
                </a:lnTo>
                <a:close/>
              </a:path>
              <a:path w="69850" h="60960">
                <a:moveTo>
                  <a:pt x="41909" y="10123"/>
                </a:moveTo>
                <a:lnTo>
                  <a:pt x="41909" y="9906"/>
                </a:lnTo>
                <a:lnTo>
                  <a:pt x="41147" y="9906"/>
                </a:lnTo>
                <a:lnTo>
                  <a:pt x="41909" y="10123"/>
                </a:lnTo>
                <a:close/>
              </a:path>
              <a:path w="69850" h="60960">
                <a:moveTo>
                  <a:pt x="48767" y="57258"/>
                </a:moveTo>
                <a:lnTo>
                  <a:pt x="48767" y="47244"/>
                </a:lnTo>
                <a:lnTo>
                  <a:pt x="43433" y="49530"/>
                </a:lnTo>
                <a:lnTo>
                  <a:pt x="44195" y="49530"/>
                </a:lnTo>
                <a:lnTo>
                  <a:pt x="44195" y="59245"/>
                </a:lnTo>
                <a:lnTo>
                  <a:pt x="46481" y="58674"/>
                </a:lnTo>
                <a:lnTo>
                  <a:pt x="47243" y="58674"/>
                </a:lnTo>
                <a:lnTo>
                  <a:pt x="47243" y="57912"/>
                </a:lnTo>
                <a:lnTo>
                  <a:pt x="48767" y="57258"/>
                </a:lnTo>
                <a:close/>
              </a:path>
              <a:path w="69850" h="60960">
                <a:moveTo>
                  <a:pt x="46481" y="11811"/>
                </a:moveTo>
                <a:lnTo>
                  <a:pt x="46481" y="11430"/>
                </a:lnTo>
                <a:lnTo>
                  <a:pt x="45719" y="11430"/>
                </a:lnTo>
                <a:lnTo>
                  <a:pt x="46481" y="11811"/>
                </a:lnTo>
                <a:close/>
              </a:path>
              <a:path w="69850" h="60960">
                <a:moveTo>
                  <a:pt x="52577" y="44196"/>
                </a:moveTo>
                <a:lnTo>
                  <a:pt x="48005" y="47244"/>
                </a:lnTo>
                <a:lnTo>
                  <a:pt x="48767" y="47244"/>
                </a:lnTo>
                <a:lnTo>
                  <a:pt x="48767" y="57258"/>
                </a:lnTo>
                <a:lnTo>
                  <a:pt x="51815" y="55952"/>
                </a:lnTo>
                <a:lnTo>
                  <a:pt x="51815" y="44958"/>
                </a:lnTo>
                <a:lnTo>
                  <a:pt x="52577" y="44196"/>
                </a:lnTo>
                <a:close/>
              </a:path>
              <a:path w="69850" h="60960">
                <a:moveTo>
                  <a:pt x="50291" y="13716"/>
                </a:moveTo>
                <a:lnTo>
                  <a:pt x="49529" y="12954"/>
                </a:lnTo>
                <a:lnTo>
                  <a:pt x="49529" y="13335"/>
                </a:lnTo>
                <a:lnTo>
                  <a:pt x="50291" y="13716"/>
                </a:lnTo>
                <a:close/>
              </a:path>
              <a:path w="69850" h="60960">
                <a:moveTo>
                  <a:pt x="55625" y="53721"/>
                </a:moveTo>
                <a:lnTo>
                  <a:pt x="55625" y="41148"/>
                </a:lnTo>
                <a:lnTo>
                  <a:pt x="51815" y="44958"/>
                </a:lnTo>
                <a:lnTo>
                  <a:pt x="51815" y="55952"/>
                </a:lnTo>
                <a:lnTo>
                  <a:pt x="52577" y="55626"/>
                </a:lnTo>
                <a:lnTo>
                  <a:pt x="53339" y="55626"/>
                </a:lnTo>
                <a:lnTo>
                  <a:pt x="55625" y="53721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910"/>
                </a:lnTo>
                <a:lnTo>
                  <a:pt x="55625" y="41148"/>
                </a:lnTo>
                <a:lnTo>
                  <a:pt x="55625" y="53721"/>
                </a:lnTo>
                <a:lnTo>
                  <a:pt x="57911" y="51816"/>
                </a:lnTo>
                <a:close/>
              </a:path>
              <a:path w="69850" h="60960">
                <a:moveTo>
                  <a:pt x="69710" y="27686"/>
                </a:moveTo>
                <a:lnTo>
                  <a:pt x="68491" y="20345"/>
                </a:lnTo>
                <a:lnTo>
                  <a:pt x="65531" y="15240"/>
                </a:lnTo>
                <a:lnTo>
                  <a:pt x="64007" y="12954"/>
                </a:lnTo>
                <a:lnTo>
                  <a:pt x="60197" y="9144"/>
                </a:lnTo>
                <a:lnTo>
                  <a:pt x="60197" y="30480"/>
                </a:lnTo>
                <a:lnTo>
                  <a:pt x="59435" y="32004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816"/>
                </a:lnTo>
                <a:lnTo>
                  <a:pt x="58673" y="51816"/>
                </a:lnTo>
                <a:lnTo>
                  <a:pt x="62483" y="48006"/>
                </a:lnTo>
                <a:lnTo>
                  <a:pt x="62483" y="47244"/>
                </a:lnTo>
                <a:lnTo>
                  <a:pt x="65531" y="42672"/>
                </a:lnTo>
                <a:lnTo>
                  <a:pt x="66293" y="42672"/>
                </a:lnTo>
                <a:lnTo>
                  <a:pt x="66293" y="41910"/>
                </a:lnTo>
                <a:lnTo>
                  <a:pt x="67817" y="37338"/>
                </a:lnTo>
                <a:lnTo>
                  <a:pt x="68579" y="36576"/>
                </a:lnTo>
                <a:lnTo>
                  <a:pt x="69341" y="33528"/>
                </a:lnTo>
                <a:lnTo>
                  <a:pt x="69710" y="2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3" name="object 41">
            <a:extLst>
              <a:ext uri="{FF2B5EF4-FFF2-40B4-BE49-F238E27FC236}">
                <a16:creationId xmlns:a16="http://schemas.microsoft.com/office/drawing/2014/main" id="{D9E866CF-A44E-4270-B7D7-0A87289D5487}"/>
              </a:ext>
            </a:extLst>
          </p:cNvPr>
          <p:cNvSpPr/>
          <p:nvPr/>
        </p:nvSpPr>
        <p:spPr>
          <a:xfrm>
            <a:off x="5441422" y="4722435"/>
            <a:ext cx="83431" cy="7709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5" name="object 42">
            <a:extLst>
              <a:ext uri="{FF2B5EF4-FFF2-40B4-BE49-F238E27FC236}">
                <a16:creationId xmlns:a16="http://schemas.microsoft.com/office/drawing/2014/main" id="{96D094EA-BBBD-494A-A1CE-31C7933244F5}"/>
              </a:ext>
            </a:extLst>
          </p:cNvPr>
          <p:cNvSpPr/>
          <p:nvPr/>
        </p:nvSpPr>
        <p:spPr>
          <a:xfrm>
            <a:off x="7046104" y="4380878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11429" y="22860"/>
                </a:moveTo>
                <a:lnTo>
                  <a:pt x="11429" y="9144"/>
                </a:lnTo>
                <a:lnTo>
                  <a:pt x="10667" y="9144"/>
                </a:lnTo>
                <a:lnTo>
                  <a:pt x="6095" y="13716"/>
                </a:lnTo>
                <a:lnTo>
                  <a:pt x="3047" y="18288"/>
                </a:lnTo>
                <a:lnTo>
                  <a:pt x="3047" y="19050"/>
                </a:lnTo>
                <a:lnTo>
                  <a:pt x="761" y="23622"/>
                </a:lnTo>
                <a:lnTo>
                  <a:pt x="761" y="24384"/>
                </a:lnTo>
                <a:lnTo>
                  <a:pt x="0" y="29718"/>
                </a:lnTo>
                <a:lnTo>
                  <a:pt x="0" y="36576"/>
                </a:lnTo>
                <a:lnTo>
                  <a:pt x="1523" y="42672"/>
                </a:lnTo>
                <a:lnTo>
                  <a:pt x="2285" y="42672"/>
                </a:lnTo>
                <a:lnTo>
                  <a:pt x="2285" y="43434"/>
                </a:lnTo>
                <a:lnTo>
                  <a:pt x="4571" y="47244"/>
                </a:lnTo>
                <a:lnTo>
                  <a:pt x="9143" y="51816"/>
                </a:lnTo>
                <a:lnTo>
                  <a:pt x="9143" y="31242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2860"/>
                </a:lnTo>
                <a:close/>
              </a:path>
              <a:path w="69850" h="60960">
                <a:moveTo>
                  <a:pt x="12953" y="42672"/>
                </a:moveTo>
                <a:lnTo>
                  <a:pt x="10667" y="38100"/>
                </a:lnTo>
                <a:lnTo>
                  <a:pt x="10667" y="38862"/>
                </a:lnTo>
                <a:lnTo>
                  <a:pt x="9143" y="34290"/>
                </a:lnTo>
                <a:lnTo>
                  <a:pt x="9143" y="52578"/>
                </a:lnTo>
                <a:lnTo>
                  <a:pt x="9905" y="52578"/>
                </a:lnTo>
                <a:lnTo>
                  <a:pt x="12191" y="54406"/>
                </a:lnTo>
                <a:lnTo>
                  <a:pt x="12191" y="41910"/>
                </a:lnTo>
                <a:lnTo>
                  <a:pt x="12953" y="42672"/>
                </a:lnTo>
                <a:close/>
              </a:path>
              <a:path w="69850" h="60960">
                <a:moveTo>
                  <a:pt x="59435" y="24384"/>
                </a:moveTo>
                <a:lnTo>
                  <a:pt x="59435" y="7620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8005" y="1524"/>
                </a:lnTo>
                <a:lnTo>
                  <a:pt x="42671" y="762"/>
                </a:lnTo>
                <a:lnTo>
                  <a:pt x="41147" y="653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097" y="2286"/>
                </a:lnTo>
                <a:lnTo>
                  <a:pt x="16763" y="5334"/>
                </a:lnTo>
                <a:lnTo>
                  <a:pt x="16001" y="5334"/>
                </a:lnTo>
                <a:lnTo>
                  <a:pt x="11429" y="8382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129"/>
                </a:lnTo>
                <a:lnTo>
                  <a:pt x="21335" y="12954"/>
                </a:lnTo>
                <a:lnTo>
                  <a:pt x="21335" y="13389"/>
                </a:lnTo>
                <a:lnTo>
                  <a:pt x="25145" y="11756"/>
                </a:lnTo>
                <a:lnTo>
                  <a:pt x="25145" y="11430"/>
                </a:lnTo>
                <a:lnTo>
                  <a:pt x="30479" y="10096"/>
                </a:lnTo>
                <a:lnTo>
                  <a:pt x="30479" y="9906"/>
                </a:lnTo>
                <a:lnTo>
                  <a:pt x="35813" y="9239"/>
                </a:lnTo>
                <a:lnTo>
                  <a:pt x="41147" y="9906"/>
                </a:lnTo>
                <a:lnTo>
                  <a:pt x="41147" y="10123"/>
                </a:lnTo>
                <a:lnTo>
                  <a:pt x="44957" y="11212"/>
                </a:lnTo>
                <a:lnTo>
                  <a:pt x="44957" y="10668"/>
                </a:lnTo>
                <a:lnTo>
                  <a:pt x="50291" y="12954"/>
                </a:lnTo>
                <a:lnTo>
                  <a:pt x="50291" y="13462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149" y="20574"/>
                </a:lnTo>
                <a:lnTo>
                  <a:pt x="58673" y="22098"/>
                </a:lnTo>
                <a:lnTo>
                  <a:pt x="59435" y="24384"/>
                </a:lnTo>
                <a:close/>
              </a:path>
              <a:path w="69850" h="60960">
                <a:moveTo>
                  <a:pt x="16001" y="57041"/>
                </a:moveTo>
                <a:lnTo>
                  <a:pt x="16001" y="45720"/>
                </a:lnTo>
                <a:lnTo>
                  <a:pt x="12191" y="41910"/>
                </a:lnTo>
                <a:lnTo>
                  <a:pt x="12191" y="54406"/>
                </a:lnTo>
                <a:lnTo>
                  <a:pt x="13715" y="55626"/>
                </a:lnTo>
                <a:lnTo>
                  <a:pt x="14477" y="55626"/>
                </a:lnTo>
                <a:lnTo>
                  <a:pt x="14477" y="56388"/>
                </a:lnTo>
                <a:lnTo>
                  <a:pt x="16001" y="57041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9354" y="47701"/>
                </a:moveTo>
                <a:lnTo>
                  <a:pt x="15239" y="44958"/>
                </a:lnTo>
                <a:lnTo>
                  <a:pt x="16001" y="45720"/>
                </a:lnTo>
                <a:lnTo>
                  <a:pt x="16001" y="57041"/>
                </a:lnTo>
                <a:lnTo>
                  <a:pt x="18287" y="58020"/>
                </a:lnTo>
                <a:lnTo>
                  <a:pt x="18287" y="47244"/>
                </a:lnTo>
                <a:lnTo>
                  <a:pt x="19354" y="47701"/>
                </a:lnTo>
                <a:close/>
              </a:path>
              <a:path w="69850" h="60960">
                <a:moveTo>
                  <a:pt x="17525" y="16129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129"/>
                </a:lnTo>
                <a:close/>
              </a:path>
              <a:path w="69850" h="60960">
                <a:moveTo>
                  <a:pt x="19811" y="48006"/>
                </a:moveTo>
                <a:lnTo>
                  <a:pt x="19354" y="47701"/>
                </a:lnTo>
                <a:lnTo>
                  <a:pt x="18287" y="47244"/>
                </a:lnTo>
                <a:lnTo>
                  <a:pt x="19811" y="48006"/>
                </a:lnTo>
                <a:close/>
              </a:path>
              <a:path w="69850" h="60960">
                <a:moveTo>
                  <a:pt x="19811" y="58674"/>
                </a:moveTo>
                <a:lnTo>
                  <a:pt x="19811" y="48006"/>
                </a:lnTo>
                <a:lnTo>
                  <a:pt x="18287" y="47244"/>
                </a:lnTo>
                <a:lnTo>
                  <a:pt x="18287" y="58020"/>
                </a:lnTo>
                <a:lnTo>
                  <a:pt x="19811" y="58674"/>
                </a:lnTo>
                <a:close/>
              </a:path>
              <a:path w="69850" h="60960">
                <a:moveTo>
                  <a:pt x="23621" y="49530"/>
                </a:moveTo>
                <a:lnTo>
                  <a:pt x="19354" y="47701"/>
                </a:lnTo>
                <a:lnTo>
                  <a:pt x="19811" y="48006"/>
                </a:lnTo>
                <a:lnTo>
                  <a:pt x="19811" y="58674"/>
                </a:lnTo>
                <a:lnTo>
                  <a:pt x="20573" y="58674"/>
                </a:lnTo>
                <a:lnTo>
                  <a:pt x="22859" y="59327"/>
                </a:lnTo>
                <a:lnTo>
                  <a:pt x="22859" y="49530"/>
                </a:lnTo>
                <a:lnTo>
                  <a:pt x="23621" y="49530"/>
                </a:lnTo>
                <a:close/>
              </a:path>
              <a:path w="69850" h="60960">
                <a:moveTo>
                  <a:pt x="21335" y="13389"/>
                </a:moveTo>
                <a:lnTo>
                  <a:pt x="21335" y="12954"/>
                </a:lnTo>
                <a:lnTo>
                  <a:pt x="20573" y="13716"/>
                </a:lnTo>
                <a:lnTo>
                  <a:pt x="21335" y="13389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2859" y="59327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430"/>
                </a:moveTo>
                <a:lnTo>
                  <a:pt x="25145" y="11430"/>
                </a:lnTo>
                <a:lnTo>
                  <a:pt x="25145" y="11756"/>
                </a:lnTo>
                <a:lnTo>
                  <a:pt x="25907" y="11430"/>
                </a:lnTo>
                <a:close/>
              </a:path>
              <a:path w="69850" h="60960">
                <a:moveTo>
                  <a:pt x="33527" y="60960"/>
                </a:moveTo>
                <a:lnTo>
                  <a:pt x="33527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close/>
              </a:path>
              <a:path w="69850" h="60960">
                <a:moveTo>
                  <a:pt x="31241" y="9906"/>
                </a:moveTo>
                <a:lnTo>
                  <a:pt x="30479" y="9906"/>
                </a:lnTo>
                <a:lnTo>
                  <a:pt x="30479" y="10096"/>
                </a:lnTo>
                <a:lnTo>
                  <a:pt x="31241" y="9906"/>
                </a:lnTo>
                <a:close/>
              </a:path>
              <a:path w="69850" h="60960">
                <a:moveTo>
                  <a:pt x="43433" y="48768"/>
                </a:moveTo>
                <a:lnTo>
                  <a:pt x="38099" y="51054"/>
                </a:lnTo>
                <a:lnTo>
                  <a:pt x="38099" y="50387"/>
                </a:lnTo>
                <a:lnTo>
                  <a:pt x="32765" y="51054"/>
                </a:lnTo>
                <a:lnTo>
                  <a:pt x="33527" y="51054"/>
                </a:lnTo>
                <a:lnTo>
                  <a:pt x="33527" y="60960"/>
                </a:lnTo>
                <a:lnTo>
                  <a:pt x="38099" y="60388"/>
                </a:lnTo>
                <a:lnTo>
                  <a:pt x="38099" y="51054"/>
                </a:lnTo>
                <a:lnTo>
                  <a:pt x="38861" y="50292"/>
                </a:lnTo>
                <a:lnTo>
                  <a:pt x="38861" y="60293"/>
                </a:lnTo>
                <a:lnTo>
                  <a:pt x="40385" y="60198"/>
                </a:lnTo>
                <a:lnTo>
                  <a:pt x="42671" y="59340"/>
                </a:lnTo>
                <a:lnTo>
                  <a:pt x="42671" y="49530"/>
                </a:lnTo>
                <a:lnTo>
                  <a:pt x="43433" y="48768"/>
                </a:lnTo>
                <a:close/>
              </a:path>
              <a:path w="69850" h="60960">
                <a:moveTo>
                  <a:pt x="36169" y="9194"/>
                </a:moveTo>
                <a:lnTo>
                  <a:pt x="35813" y="9144"/>
                </a:lnTo>
                <a:lnTo>
                  <a:pt x="36169" y="9194"/>
                </a:lnTo>
                <a:close/>
              </a:path>
              <a:path w="69850" h="60960">
                <a:moveTo>
                  <a:pt x="36575" y="9252"/>
                </a:moveTo>
                <a:lnTo>
                  <a:pt x="36169" y="9194"/>
                </a:lnTo>
                <a:lnTo>
                  <a:pt x="36575" y="9252"/>
                </a:lnTo>
                <a:close/>
              </a:path>
              <a:path w="69850" h="60960">
                <a:moveTo>
                  <a:pt x="41147" y="10123"/>
                </a:moveTo>
                <a:lnTo>
                  <a:pt x="41147" y="9906"/>
                </a:lnTo>
                <a:lnTo>
                  <a:pt x="40385" y="9906"/>
                </a:lnTo>
                <a:lnTo>
                  <a:pt x="41147" y="10123"/>
                </a:lnTo>
                <a:close/>
              </a:path>
              <a:path w="69850" h="60960">
                <a:moveTo>
                  <a:pt x="48005" y="57585"/>
                </a:moveTo>
                <a:lnTo>
                  <a:pt x="48005" y="47244"/>
                </a:lnTo>
                <a:lnTo>
                  <a:pt x="42671" y="49530"/>
                </a:lnTo>
                <a:lnTo>
                  <a:pt x="42671" y="59340"/>
                </a:lnTo>
                <a:lnTo>
                  <a:pt x="46481" y="57912"/>
                </a:lnTo>
                <a:lnTo>
                  <a:pt x="47243" y="57912"/>
                </a:lnTo>
                <a:lnTo>
                  <a:pt x="48005" y="57585"/>
                </a:lnTo>
                <a:close/>
              </a:path>
              <a:path w="69850" h="60960">
                <a:moveTo>
                  <a:pt x="45719" y="11430"/>
                </a:moveTo>
                <a:lnTo>
                  <a:pt x="44957" y="10668"/>
                </a:lnTo>
                <a:lnTo>
                  <a:pt x="44957" y="11212"/>
                </a:lnTo>
                <a:lnTo>
                  <a:pt x="45719" y="11430"/>
                </a:lnTo>
                <a:close/>
              </a:path>
              <a:path w="69850" h="60960">
                <a:moveTo>
                  <a:pt x="55625" y="53122"/>
                </a:moveTo>
                <a:lnTo>
                  <a:pt x="55625" y="40386"/>
                </a:lnTo>
                <a:lnTo>
                  <a:pt x="51815" y="44958"/>
                </a:lnTo>
                <a:lnTo>
                  <a:pt x="51815" y="44196"/>
                </a:lnTo>
                <a:lnTo>
                  <a:pt x="47243" y="47244"/>
                </a:lnTo>
                <a:lnTo>
                  <a:pt x="48005" y="47244"/>
                </a:lnTo>
                <a:lnTo>
                  <a:pt x="48005" y="57585"/>
                </a:lnTo>
                <a:lnTo>
                  <a:pt x="52577" y="55626"/>
                </a:lnTo>
                <a:lnTo>
                  <a:pt x="52577" y="54864"/>
                </a:lnTo>
                <a:lnTo>
                  <a:pt x="55625" y="53122"/>
                </a:lnTo>
                <a:close/>
              </a:path>
              <a:path w="69850" h="60960">
                <a:moveTo>
                  <a:pt x="50291" y="13462"/>
                </a:moveTo>
                <a:lnTo>
                  <a:pt x="50291" y="12954"/>
                </a:lnTo>
                <a:lnTo>
                  <a:pt x="49529" y="12954"/>
                </a:lnTo>
                <a:lnTo>
                  <a:pt x="50291" y="13462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148"/>
                </a:lnTo>
                <a:lnTo>
                  <a:pt x="55625" y="40386"/>
                </a:lnTo>
                <a:lnTo>
                  <a:pt x="55625" y="53122"/>
                </a:lnTo>
                <a:lnTo>
                  <a:pt x="57911" y="51816"/>
                </a:lnTo>
                <a:close/>
              </a:path>
              <a:path w="69850" h="60960">
                <a:moveTo>
                  <a:pt x="69341" y="29718"/>
                </a:moveTo>
                <a:lnTo>
                  <a:pt x="69341" y="26670"/>
                </a:lnTo>
                <a:lnTo>
                  <a:pt x="67055" y="17526"/>
                </a:lnTo>
                <a:lnTo>
                  <a:pt x="64007" y="12954"/>
                </a:lnTo>
                <a:lnTo>
                  <a:pt x="64007" y="12192"/>
                </a:lnTo>
                <a:lnTo>
                  <a:pt x="63245" y="12192"/>
                </a:lnTo>
                <a:lnTo>
                  <a:pt x="60197" y="8382"/>
                </a:lnTo>
                <a:lnTo>
                  <a:pt x="59435" y="8382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054"/>
                </a:lnTo>
                <a:lnTo>
                  <a:pt x="61721" y="47244"/>
                </a:lnTo>
                <a:lnTo>
                  <a:pt x="62483" y="47244"/>
                </a:lnTo>
                <a:lnTo>
                  <a:pt x="62483" y="46482"/>
                </a:lnTo>
                <a:lnTo>
                  <a:pt x="65531" y="42672"/>
                </a:lnTo>
                <a:lnTo>
                  <a:pt x="65531" y="41910"/>
                </a:lnTo>
                <a:lnTo>
                  <a:pt x="66293" y="41910"/>
                </a:lnTo>
                <a:lnTo>
                  <a:pt x="67817" y="36576"/>
                </a:lnTo>
                <a:lnTo>
                  <a:pt x="68579" y="35814"/>
                </a:lnTo>
                <a:lnTo>
                  <a:pt x="68579" y="32766"/>
                </a:lnTo>
                <a:lnTo>
                  <a:pt x="69341" y="29718"/>
                </a:lnTo>
                <a:close/>
              </a:path>
              <a:path w="69850" h="60960">
                <a:moveTo>
                  <a:pt x="59435" y="33528"/>
                </a:moveTo>
                <a:lnTo>
                  <a:pt x="59435" y="32004"/>
                </a:lnTo>
                <a:lnTo>
                  <a:pt x="58673" y="34290"/>
                </a:lnTo>
                <a:lnTo>
                  <a:pt x="59435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7" name="object 43">
            <a:extLst>
              <a:ext uri="{FF2B5EF4-FFF2-40B4-BE49-F238E27FC236}">
                <a16:creationId xmlns:a16="http://schemas.microsoft.com/office/drawing/2014/main" id="{7BE155C9-5478-47FA-A367-89D094443853}"/>
              </a:ext>
            </a:extLst>
          </p:cNvPr>
          <p:cNvSpPr txBox="1"/>
          <p:nvPr/>
        </p:nvSpPr>
        <p:spPr>
          <a:xfrm>
            <a:off x="7992509" y="2167822"/>
            <a:ext cx="3003924" cy="2186851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 marR="5977">
              <a:spcBef>
                <a:spcPts val="112"/>
              </a:spcBef>
            </a:pPr>
            <a:r>
              <a:rPr sz="2353" spc="-5" dirty="0">
                <a:latin typeface="Tahoma"/>
                <a:cs typeface="Tahoma"/>
              </a:rPr>
              <a:t>Define the </a:t>
            </a:r>
            <a:r>
              <a:rPr sz="2353" spc="-5" dirty="0">
                <a:solidFill>
                  <a:srgbClr val="CCCCFF"/>
                </a:solidFill>
                <a:latin typeface="Tahoma"/>
                <a:cs typeface="Tahoma"/>
              </a:rPr>
              <a:t>margin </a:t>
            </a:r>
            <a:r>
              <a:rPr sz="2353" spc="-5" dirty="0">
                <a:latin typeface="Tahoma"/>
                <a:cs typeface="Tahoma"/>
              </a:rPr>
              <a:t>of a  linear classifier as </a:t>
            </a:r>
            <a:r>
              <a:rPr sz="2353" spc="-12" dirty="0">
                <a:latin typeface="Tahoma"/>
                <a:cs typeface="Tahoma"/>
              </a:rPr>
              <a:t>the  width </a:t>
            </a:r>
            <a:r>
              <a:rPr sz="2353" spc="-5" dirty="0">
                <a:latin typeface="Tahoma"/>
                <a:cs typeface="Tahoma"/>
              </a:rPr>
              <a:t>that </a:t>
            </a:r>
            <a:r>
              <a:rPr sz="2353" spc="-12" dirty="0">
                <a:latin typeface="Tahoma"/>
                <a:cs typeface="Tahoma"/>
              </a:rPr>
              <a:t>the  </a:t>
            </a:r>
            <a:r>
              <a:rPr sz="2353" spc="-5" dirty="0">
                <a:latin typeface="Tahoma"/>
                <a:cs typeface="Tahoma"/>
              </a:rPr>
              <a:t>boundary </a:t>
            </a:r>
            <a:r>
              <a:rPr sz="2353" spc="-12" dirty="0">
                <a:latin typeface="Tahoma"/>
                <a:cs typeface="Tahoma"/>
              </a:rPr>
              <a:t>could </a:t>
            </a:r>
            <a:r>
              <a:rPr sz="2353" spc="-5" dirty="0">
                <a:latin typeface="Tahoma"/>
                <a:cs typeface="Tahoma"/>
              </a:rPr>
              <a:t>be  increased by </a:t>
            </a:r>
            <a:r>
              <a:rPr sz="2353" spc="-12" dirty="0">
                <a:latin typeface="Tahoma"/>
                <a:cs typeface="Tahoma"/>
              </a:rPr>
              <a:t>before  </a:t>
            </a:r>
            <a:r>
              <a:rPr sz="2353" spc="-5" dirty="0">
                <a:latin typeface="Tahoma"/>
                <a:cs typeface="Tahoma"/>
              </a:rPr>
              <a:t>hitting a data</a:t>
            </a:r>
            <a:r>
              <a:rPr sz="2353" spc="17" dirty="0">
                <a:latin typeface="Tahoma"/>
                <a:cs typeface="Tahoma"/>
              </a:rPr>
              <a:t> </a:t>
            </a:r>
            <a:r>
              <a:rPr sz="2353" spc="-5" dirty="0">
                <a:latin typeface="Tahoma"/>
                <a:cs typeface="Tahoma"/>
              </a:rPr>
              <a:t>point.</a:t>
            </a:r>
            <a:endParaRPr sz="2353">
              <a:latin typeface="Tahoma"/>
              <a:cs typeface="Tahoma"/>
            </a:endParaRPr>
          </a:p>
        </p:txBody>
      </p:sp>
      <p:sp>
        <p:nvSpPr>
          <p:cNvPr id="89" name="object 44">
            <a:extLst>
              <a:ext uri="{FF2B5EF4-FFF2-40B4-BE49-F238E27FC236}">
                <a16:creationId xmlns:a16="http://schemas.microsoft.com/office/drawing/2014/main" id="{E8B77EBA-A47B-4319-A8DA-62CEF69C5E50}"/>
              </a:ext>
            </a:extLst>
          </p:cNvPr>
          <p:cNvSpPr/>
          <p:nvPr/>
        </p:nvSpPr>
        <p:spPr>
          <a:xfrm>
            <a:off x="4532340" y="1104967"/>
            <a:ext cx="1904761" cy="5090685"/>
          </a:xfrm>
          <a:custGeom>
            <a:avLst/>
            <a:gdLst/>
            <a:ahLst/>
            <a:cxnLst/>
            <a:rect l="l" t="t" r="r" b="b"/>
            <a:pathLst>
              <a:path w="1922779" h="5128259">
                <a:moveTo>
                  <a:pt x="1922525" y="35052"/>
                </a:moveTo>
                <a:lnTo>
                  <a:pt x="1824227" y="0"/>
                </a:lnTo>
                <a:lnTo>
                  <a:pt x="0" y="5093208"/>
                </a:lnTo>
                <a:lnTo>
                  <a:pt x="99060" y="5128260"/>
                </a:lnTo>
                <a:lnTo>
                  <a:pt x="1922525" y="3505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1" name="object 45">
            <a:extLst>
              <a:ext uri="{FF2B5EF4-FFF2-40B4-BE49-F238E27FC236}">
                <a16:creationId xmlns:a16="http://schemas.microsoft.com/office/drawing/2014/main" id="{121C693F-B16E-4101-AC1F-64F294C2B6A8}"/>
              </a:ext>
            </a:extLst>
          </p:cNvPr>
          <p:cNvSpPr/>
          <p:nvPr/>
        </p:nvSpPr>
        <p:spPr>
          <a:xfrm>
            <a:off x="4595157" y="1104966"/>
            <a:ext cx="1815048" cy="5024345"/>
          </a:xfrm>
          <a:custGeom>
            <a:avLst/>
            <a:gdLst/>
            <a:ahLst/>
            <a:cxnLst/>
            <a:rect l="l" t="t" r="r" b="b"/>
            <a:pathLst>
              <a:path w="1887854" h="5241290">
                <a:moveTo>
                  <a:pt x="1887473" y="4572"/>
                </a:moveTo>
                <a:lnTo>
                  <a:pt x="1875281" y="0"/>
                </a:lnTo>
                <a:lnTo>
                  <a:pt x="0" y="5237226"/>
                </a:lnTo>
                <a:lnTo>
                  <a:pt x="12192" y="5241036"/>
                </a:lnTo>
                <a:lnTo>
                  <a:pt x="1887473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3" name="object 47">
            <a:extLst>
              <a:ext uri="{FF2B5EF4-FFF2-40B4-BE49-F238E27FC236}">
                <a16:creationId xmlns:a16="http://schemas.microsoft.com/office/drawing/2014/main" id="{61282827-02D4-4645-B7F5-5C7566473ADB}"/>
              </a:ext>
            </a:extLst>
          </p:cNvPr>
          <p:cNvSpPr/>
          <p:nvPr/>
        </p:nvSpPr>
        <p:spPr>
          <a:xfrm>
            <a:off x="7751393" y="611353"/>
            <a:ext cx="1882588" cy="770217"/>
          </a:xfrm>
          <a:custGeom>
            <a:avLst/>
            <a:gdLst/>
            <a:ahLst/>
            <a:cxnLst/>
            <a:rect l="l" t="t" r="r" b="b"/>
            <a:pathLst>
              <a:path w="1600200" h="654685">
                <a:moveTo>
                  <a:pt x="0" y="0"/>
                </a:moveTo>
                <a:lnTo>
                  <a:pt x="0" y="654557"/>
                </a:lnTo>
                <a:lnTo>
                  <a:pt x="1600200" y="654557"/>
                </a:lnTo>
                <a:lnTo>
                  <a:pt x="160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 sz="2117" dirty="0"/>
          </a:p>
        </p:txBody>
      </p:sp>
      <p:sp>
        <p:nvSpPr>
          <p:cNvPr id="95" name="object 48">
            <a:extLst>
              <a:ext uri="{FF2B5EF4-FFF2-40B4-BE49-F238E27FC236}">
                <a16:creationId xmlns:a16="http://schemas.microsoft.com/office/drawing/2014/main" id="{5B04E7FE-2E0C-411F-98CB-93E483E775F5}"/>
              </a:ext>
            </a:extLst>
          </p:cNvPr>
          <p:cNvSpPr/>
          <p:nvPr/>
        </p:nvSpPr>
        <p:spPr>
          <a:xfrm>
            <a:off x="7744219" y="604181"/>
            <a:ext cx="1898276" cy="784412"/>
          </a:xfrm>
          <a:custGeom>
            <a:avLst/>
            <a:gdLst/>
            <a:ahLst/>
            <a:cxnLst/>
            <a:rect l="l" t="t" r="r" b="b"/>
            <a:pathLst>
              <a:path w="1613534" h="666750">
                <a:moveTo>
                  <a:pt x="1613153" y="666750"/>
                </a:moveTo>
                <a:lnTo>
                  <a:pt x="1613153" y="0"/>
                </a:lnTo>
                <a:lnTo>
                  <a:pt x="0" y="0"/>
                </a:lnTo>
                <a:lnTo>
                  <a:pt x="0" y="666750"/>
                </a:lnTo>
                <a:lnTo>
                  <a:pt x="6096" y="666750"/>
                </a:lnTo>
                <a:lnTo>
                  <a:pt x="6096" y="12954"/>
                </a:lnTo>
                <a:lnTo>
                  <a:pt x="12954" y="6096"/>
                </a:lnTo>
                <a:lnTo>
                  <a:pt x="12954" y="12954"/>
                </a:lnTo>
                <a:lnTo>
                  <a:pt x="1600200" y="12953"/>
                </a:lnTo>
                <a:lnTo>
                  <a:pt x="1600200" y="6095"/>
                </a:lnTo>
                <a:lnTo>
                  <a:pt x="1606296" y="12953"/>
                </a:lnTo>
                <a:lnTo>
                  <a:pt x="1606296" y="666750"/>
                </a:lnTo>
                <a:lnTo>
                  <a:pt x="1613153" y="666750"/>
                </a:lnTo>
                <a:close/>
              </a:path>
              <a:path w="1613534" h="666750">
                <a:moveTo>
                  <a:pt x="12954" y="12954"/>
                </a:moveTo>
                <a:lnTo>
                  <a:pt x="12954" y="6096"/>
                </a:lnTo>
                <a:lnTo>
                  <a:pt x="6096" y="12954"/>
                </a:lnTo>
                <a:lnTo>
                  <a:pt x="12954" y="12954"/>
                </a:lnTo>
                <a:close/>
              </a:path>
              <a:path w="1613534" h="666750">
                <a:moveTo>
                  <a:pt x="12954" y="653795"/>
                </a:moveTo>
                <a:lnTo>
                  <a:pt x="12954" y="12954"/>
                </a:lnTo>
                <a:lnTo>
                  <a:pt x="6096" y="12954"/>
                </a:lnTo>
                <a:lnTo>
                  <a:pt x="6096" y="653795"/>
                </a:lnTo>
                <a:lnTo>
                  <a:pt x="12954" y="653795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6096" y="653795"/>
                </a:lnTo>
                <a:lnTo>
                  <a:pt x="12954" y="660654"/>
                </a:lnTo>
                <a:lnTo>
                  <a:pt x="12954" y="666750"/>
                </a:lnTo>
                <a:lnTo>
                  <a:pt x="1600200" y="666750"/>
                </a:lnTo>
                <a:lnTo>
                  <a:pt x="1600200" y="660654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2954" y="666750"/>
                </a:moveTo>
                <a:lnTo>
                  <a:pt x="12954" y="660654"/>
                </a:lnTo>
                <a:lnTo>
                  <a:pt x="6096" y="653795"/>
                </a:lnTo>
                <a:lnTo>
                  <a:pt x="6096" y="666750"/>
                </a:lnTo>
                <a:lnTo>
                  <a:pt x="12954" y="666750"/>
                </a:lnTo>
                <a:close/>
              </a:path>
              <a:path w="1613534" h="666750">
                <a:moveTo>
                  <a:pt x="1606296" y="12953"/>
                </a:moveTo>
                <a:lnTo>
                  <a:pt x="1600200" y="6095"/>
                </a:lnTo>
                <a:lnTo>
                  <a:pt x="1600200" y="12953"/>
                </a:lnTo>
                <a:lnTo>
                  <a:pt x="1606296" y="12953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1606296" y="12953"/>
                </a:lnTo>
                <a:lnTo>
                  <a:pt x="1600200" y="12953"/>
                </a:lnTo>
                <a:lnTo>
                  <a:pt x="1600200" y="653795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606296" y="666750"/>
                </a:moveTo>
                <a:lnTo>
                  <a:pt x="1606296" y="653795"/>
                </a:lnTo>
                <a:lnTo>
                  <a:pt x="1600200" y="660654"/>
                </a:lnTo>
                <a:lnTo>
                  <a:pt x="1600200" y="666750"/>
                </a:lnTo>
                <a:lnTo>
                  <a:pt x="1606296" y="666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7" name="object 49">
            <a:extLst>
              <a:ext uri="{FF2B5EF4-FFF2-40B4-BE49-F238E27FC236}">
                <a16:creationId xmlns:a16="http://schemas.microsoft.com/office/drawing/2014/main" id="{172CC93C-E0DC-43CE-AD0F-4806AB6D4FDB}"/>
              </a:ext>
            </a:extLst>
          </p:cNvPr>
          <p:cNvSpPr txBox="1"/>
          <p:nvPr/>
        </p:nvSpPr>
        <p:spPr>
          <a:xfrm>
            <a:off x="7751393" y="624987"/>
            <a:ext cx="1882588" cy="703850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algn="ctr">
              <a:spcBef>
                <a:spcPts val="124"/>
              </a:spcBef>
            </a:pPr>
            <a:r>
              <a:rPr sz="4471" b="1" i="1" spc="-95" dirty="0">
                <a:latin typeface="Tahoma"/>
                <a:cs typeface="Tahoma"/>
              </a:rPr>
              <a:t>f</a:t>
            </a:r>
            <a:endParaRPr sz="4471" dirty="0">
              <a:latin typeface="Tahoma"/>
              <a:cs typeface="Tahoma"/>
            </a:endParaRPr>
          </a:p>
        </p:txBody>
      </p:sp>
      <p:sp>
        <p:nvSpPr>
          <p:cNvPr id="99" name="object 50">
            <a:extLst>
              <a:ext uri="{FF2B5EF4-FFF2-40B4-BE49-F238E27FC236}">
                <a16:creationId xmlns:a16="http://schemas.microsoft.com/office/drawing/2014/main" id="{A5A21D50-52C0-43DB-82FB-426B3132B5AC}"/>
              </a:ext>
            </a:extLst>
          </p:cNvPr>
          <p:cNvSpPr/>
          <p:nvPr/>
        </p:nvSpPr>
        <p:spPr>
          <a:xfrm>
            <a:off x="6137745" y="908085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7"/>
                </a:moveTo>
                <a:lnTo>
                  <a:pt x="1308353" y="32003"/>
                </a:lnTo>
                <a:lnTo>
                  <a:pt x="0" y="32003"/>
                </a:lnTo>
                <a:lnTo>
                  <a:pt x="0" y="44957"/>
                </a:lnTo>
                <a:lnTo>
                  <a:pt x="1308353" y="44957"/>
                </a:lnTo>
                <a:close/>
              </a:path>
              <a:path w="1371600" h="76200">
                <a:moveTo>
                  <a:pt x="1371600" y="38099"/>
                </a:moveTo>
                <a:lnTo>
                  <a:pt x="1295400" y="0"/>
                </a:lnTo>
                <a:lnTo>
                  <a:pt x="1295400" y="32003"/>
                </a:lnTo>
                <a:lnTo>
                  <a:pt x="1308353" y="32003"/>
                </a:lnTo>
                <a:lnTo>
                  <a:pt x="1308353" y="69722"/>
                </a:lnTo>
                <a:lnTo>
                  <a:pt x="1371600" y="38099"/>
                </a:lnTo>
                <a:close/>
              </a:path>
              <a:path w="1371600" h="76200">
                <a:moveTo>
                  <a:pt x="1308353" y="69722"/>
                </a:moveTo>
                <a:lnTo>
                  <a:pt x="1308353" y="44957"/>
                </a:lnTo>
                <a:lnTo>
                  <a:pt x="1295400" y="44957"/>
                </a:lnTo>
                <a:lnTo>
                  <a:pt x="1295400" y="76199"/>
                </a:lnTo>
                <a:lnTo>
                  <a:pt x="1308353" y="69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1" name="object 51">
            <a:extLst>
              <a:ext uri="{FF2B5EF4-FFF2-40B4-BE49-F238E27FC236}">
                <a16:creationId xmlns:a16="http://schemas.microsoft.com/office/drawing/2014/main" id="{61F447B1-78CF-4190-AF93-4CA58E17C348}"/>
              </a:ext>
            </a:extLst>
          </p:cNvPr>
          <p:cNvSpPr txBox="1"/>
          <p:nvPr/>
        </p:nvSpPr>
        <p:spPr>
          <a:xfrm>
            <a:off x="5817109" y="606669"/>
            <a:ext cx="283135" cy="550716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3471" b="1" i="1" spc="-105" dirty="0">
                <a:latin typeface="Tahoma"/>
                <a:cs typeface="Tahoma"/>
              </a:rPr>
              <a:t>x</a:t>
            </a:r>
            <a:endParaRPr sz="3471">
              <a:latin typeface="Tahoma"/>
              <a:cs typeface="Tahoma"/>
            </a:endParaRPr>
          </a:p>
        </p:txBody>
      </p:sp>
      <p:sp>
        <p:nvSpPr>
          <p:cNvPr id="103" name="object 52">
            <a:extLst>
              <a:ext uri="{FF2B5EF4-FFF2-40B4-BE49-F238E27FC236}">
                <a16:creationId xmlns:a16="http://schemas.microsoft.com/office/drawing/2014/main" id="{E826CEE1-40BA-400A-819F-08C9E154C08E}"/>
              </a:ext>
            </a:extLst>
          </p:cNvPr>
          <p:cNvSpPr/>
          <p:nvPr/>
        </p:nvSpPr>
        <p:spPr>
          <a:xfrm>
            <a:off x="8659965" y="132763"/>
            <a:ext cx="89647" cy="448235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76200" y="304799"/>
                </a:moveTo>
                <a:lnTo>
                  <a:pt x="0" y="304799"/>
                </a:lnTo>
                <a:lnTo>
                  <a:pt x="32003" y="368807"/>
                </a:lnTo>
                <a:lnTo>
                  <a:pt x="32003" y="317753"/>
                </a:lnTo>
                <a:lnTo>
                  <a:pt x="44957" y="317753"/>
                </a:lnTo>
                <a:lnTo>
                  <a:pt x="44957" y="367284"/>
                </a:lnTo>
                <a:lnTo>
                  <a:pt x="76200" y="304799"/>
                </a:lnTo>
                <a:close/>
              </a:path>
              <a:path w="76200" h="381000">
                <a:moveTo>
                  <a:pt x="44957" y="304799"/>
                </a:moveTo>
                <a:lnTo>
                  <a:pt x="44957" y="0"/>
                </a:lnTo>
                <a:lnTo>
                  <a:pt x="32003" y="0"/>
                </a:lnTo>
                <a:lnTo>
                  <a:pt x="32003" y="304799"/>
                </a:lnTo>
                <a:lnTo>
                  <a:pt x="44957" y="304799"/>
                </a:lnTo>
                <a:close/>
              </a:path>
              <a:path w="76200" h="381000">
                <a:moveTo>
                  <a:pt x="44957" y="367284"/>
                </a:moveTo>
                <a:lnTo>
                  <a:pt x="44957" y="317753"/>
                </a:lnTo>
                <a:lnTo>
                  <a:pt x="32003" y="317753"/>
                </a:lnTo>
                <a:lnTo>
                  <a:pt x="32003" y="368807"/>
                </a:lnTo>
                <a:lnTo>
                  <a:pt x="38100" y="380999"/>
                </a:lnTo>
                <a:lnTo>
                  <a:pt x="44957" y="3672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5" name="object 53">
            <a:extLst>
              <a:ext uri="{FF2B5EF4-FFF2-40B4-BE49-F238E27FC236}">
                <a16:creationId xmlns:a16="http://schemas.microsoft.com/office/drawing/2014/main" id="{76657213-2F1B-4632-B15B-33F84CFE65FD}"/>
              </a:ext>
            </a:extLst>
          </p:cNvPr>
          <p:cNvSpPr/>
          <p:nvPr/>
        </p:nvSpPr>
        <p:spPr>
          <a:xfrm>
            <a:off x="9633981" y="908085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7"/>
                </a:moveTo>
                <a:lnTo>
                  <a:pt x="1308353" y="32003"/>
                </a:lnTo>
                <a:lnTo>
                  <a:pt x="0" y="32003"/>
                </a:lnTo>
                <a:lnTo>
                  <a:pt x="0" y="44957"/>
                </a:lnTo>
                <a:lnTo>
                  <a:pt x="1308353" y="44957"/>
                </a:lnTo>
                <a:close/>
              </a:path>
              <a:path w="1371600" h="76200">
                <a:moveTo>
                  <a:pt x="1371600" y="38099"/>
                </a:moveTo>
                <a:lnTo>
                  <a:pt x="1295400" y="0"/>
                </a:lnTo>
                <a:lnTo>
                  <a:pt x="1295400" y="32003"/>
                </a:lnTo>
                <a:lnTo>
                  <a:pt x="1308353" y="32003"/>
                </a:lnTo>
                <a:lnTo>
                  <a:pt x="1308353" y="69722"/>
                </a:lnTo>
                <a:lnTo>
                  <a:pt x="1371600" y="38099"/>
                </a:lnTo>
                <a:close/>
              </a:path>
              <a:path w="1371600" h="76200">
                <a:moveTo>
                  <a:pt x="1308353" y="69722"/>
                </a:moveTo>
                <a:lnTo>
                  <a:pt x="1308353" y="44957"/>
                </a:lnTo>
                <a:lnTo>
                  <a:pt x="1295400" y="44957"/>
                </a:lnTo>
                <a:lnTo>
                  <a:pt x="1295400" y="76199"/>
                </a:lnTo>
                <a:lnTo>
                  <a:pt x="1308353" y="69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7" name="object 54">
            <a:extLst>
              <a:ext uri="{FF2B5EF4-FFF2-40B4-BE49-F238E27FC236}">
                <a16:creationId xmlns:a16="http://schemas.microsoft.com/office/drawing/2014/main" id="{BDE53951-0426-4004-9CCE-90C0BBD0589A}"/>
              </a:ext>
            </a:extLst>
          </p:cNvPr>
          <p:cNvSpPr txBox="1"/>
          <p:nvPr/>
        </p:nvSpPr>
        <p:spPr>
          <a:xfrm>
            <a:off x="11340263" y="577584"/>
            <a:ext cx="791135" cy="593788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5648" b="1" spc="-8" baseline="-16493" dirty="0">
                <a:latin typeface="Tahoma"/>
                <a:cs typeface="Tahoma"/>
              </a:rPr>
              <a:t>y</a:t>
            </a:r>
            <a:r>
              <a:rPr sz="2471" b="1" spc="12" dirty="0">
                <a:latin typeface="Tahoma"/>
                <a:cs typeface="Tahoma"/>
              </a:rPr>
              <a:t>es</a:t>
            </a:r>
            <a:r>
              <a:rPr sz="2471" b="1" spc="17" dirty="0">
                <a:latin typeface="Tahoma"/>
                <a:cs typeface="Tahoma"/>
              </a:rPr>
              <a:t>t</a:t>
            </a:r>
            <a:endParaRPr sz="2471" dirty="0">
              <a:latin typeface="Tahoma"/>
              <a:cs typeface="Tahoma"/>
            </a:endParaRPr>
          </a:p>
        </p:txBody>
      </p:sp>
      <p:sp>
        <p:nvSpPr>
          <p:cNvPr id="109" name="object 55">
            <a:extLst>
              <a:ext uri="{FF2B5EF4-FFF2-40B4-BE49-F238E27FC236}">
                <a16:creationId xmlns:a16="http://schemas.microsoft.com/office/drawing/2014/main" id="{2445AD2B-F33F-4D47-BD67-6448BA9F57B0}"/>
              </a:ext>
            </a:extLst>
          </p:cNvPr>
          <p:cNvSpPr txBox="1"/>
          <p:nvPr/>
        </p:nvSpPr>
        <p:spPr>
          <a:xfrm>
            <a:off x="637067" y="2576804"/>
            <a:ext cx="1745876" cy="1099841"/>
          </a:xfrm>
          <a:prstGeom prst="rect">
            <a:avLst/>
          </a:prstGeom>
        </p:spPr>
        <p:txBody>
          <a:bodyPr vert="horz" wrap="square" lIns="0" tIns="194235" rIns="0" bIns="0" rtlCol="0">
            <a:spAutoFit/>
          </a:bodyPr>
          <a:lstStyle/>
          <a:p>
            <a:pPr marL="14941">
              <a:spcBef>
                <a:spcPts val="1529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65" dirty="0">
                <a:latin typeface="Tahoma"/>
                <a:cs typeface="Tahoma"/>
              </a:rPr>
              <a:t> </a:t>
            </a:r>
            <a:r>
              <a:rPr sz="2353" b="1" spc="-12" dirty="0">
                <a:latin typeface="Tahoma"/>
                <a:cs typeface="Tahoma"/>
              </a:rPr>
              <a:t>+1</a:t>
            </a:r>
            <a:endParaRPr sz="2353" dirty="0">
              <a:latin typeface="Tahoma"/>
              <a:cs typeface="Tahoma"/>
            </a:endParaRPr>
          </a:p>
          <a:p>
            <a:pPr marL="71720">
              <a:spcBef>
                <a:spcPts val="1412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47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-1</a:t>
            </a:r>
            <a:endParaRPr sz="2353" dirty="0">
              <a:latin typeface="Tahoma"/>
              <a:cs typeface="Tahoma"/>
            </a:endParaRPr>
          </a:p>
        </p:txBody>
      </p:sp>
      <p:sp>
        <p:nvSpPr>
          <p:cNvPr id="111" name="object 56">
            <a:extLst>
              <a:ext uri="{FF2B5EF4-FFF2-40B4-BE49-F238E27FC236}">
                <a16:creationId xmlns:a16="http://schemas.microsoft.com/office/drawing/2014/main" id="{C661C4FF-29B0-495D-813A-FDE2053196CD}"/>
              </a:ext>
            </a:extLst>
          </p:cNvPr>
          <p:cNvSpPr/>
          <p:nvPr/>
        </p:nvSpPr>
        <p:spPr>
          <a:xfrm>
            <a:off x="421216" y="2939053"/>
            <a:ext cx="83027" cy="80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3" name="object 57">
            <a:extLst>
              <a:ext uri="{FF2B5EF4-FFF2-40B4-BE49-F238E27FC236}">
                <a16:creationId xmlns:a16="http://schemas.microsoft.com/office/drawing/2014/main" id="{C88E3525-9C93-4506-85BA-337E9ABD2B46}"/>
              </a:ext>
            </a:extLst>
          </p:cNvPr>
          <p:cNvSpPr/>
          <p:nvPr/>
        </p:nvSpPr>
        <p:spPr>
          <a:xfrm>
            <a:off x="421216" y="3476934"/>
            <a:ext cx="74405" cy="7082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5" name="object 58">
            <a:extLst>
              <a:ext uri="{FF2B5EF4-FFF2-40B4-BE49-F238E27FC236}">
                <a16:creationId xmlns:a16="http://schemas.microsoft.com/office/drawing/2014/main" id="{C3D552E6-4767-43EB-8038-433EB86095B8}"/>
              </a:ext>
            </a:extLst>
          </p:cNvPr>
          <p:cNvSpPr/>
          <p:nvPr/>
        </p:nvSpPr>
        <p:spPr>
          <a:xfrm>
            <a:off x="3622256" y="1204992"/>
            <a:ext cx="44824" cy="4123765"/>
          </a:xfrm>
          <a:custGeom>
            <a:avLst/>
            <a:gdLst/>
            <a:ahLst/>
            <a:cxnLst/>
            <a:rect l="l" t="t" r="r" b="b"/>
            <a:pathLst>
              <a:path w="38100" h="3505200">
                <a:moveTo>
                  <a:pt x="0" y="3505200"/>
                </a:moveTo>
                <a:lnTo>
                  <a:pt x="38100" y="3505200"/>
                </a:lnTo>
                <a:lnTo>
                  <a:pt x="38100" y="0"/>
                </a:lnTo>
                <a:lnTo>
                  <a:pt x="0" y="0"/>
                </a:lnTo>
                <a:lnTo>
                  <a:pt x="0" y="35052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7" name="object 59">
            <a:extLst>
              <a:ext uri="{FF2B5EF4-FFF2-40B4-BE49-F238E27FC236}">
                <a16:creationId xmlns:a16="http://schemas.microsoft.com/office/drawing/2014/main" id="{92F27285-B451-49CA-9AB0-738E30737684}"/>
              </a:ext>
            </a:extLst>
          </p:cNvPr>
          <p:cNvSpPr/>
          <p:nvPr/>
        </p:nvSpPr>
        <p:spPr>
          <a:xfrm>
            <a:off x="3658584" y="5322681"/>
            <a:ext cx="4303059" cy="0"/>
          </a:xfrm>
          <a:custGeom>
            <a:avLst/>
            <a:gdLst/>
            <a:ahLst/>
            <a:cxnLst/>
            <a:rect l="l" t="t" r="r" b="b"/>
            <a:pathLst>
              <a:path w="3657600">
                <a:moveTo>
                  <a:pt x="0" y="0"/>
                </a:moveTo>
                <a:lnTo>
                  <a:pt x="3657600" y="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9" name="object 60">
            <a:extLst>
              <a:ext uri="{FF2B5EF4-FFF2-40B4-BE49-F238E27FC236}">
                <a16:creationId xmlns:a16="http://schemas.microsoft.com/office/drawing/2014/main" id="{8FC864BA-E417-4CD2-AD77-DAAD21C79075}"/>
              </a:ext>
            </a:extLst>
          </p:cNvPr>
          <p:cNvSpPr/>
          <p:nvPr/>
        </p:nvSpPr>
        <p:spPr>
          <a:xfrm>
            <a:off x="5191305" y="4706296"/>
            <a:ext cx="70971" cy="56029"/>
          </a:xfrm>
          <a:custGeom>
            <a:avLst/>
            <a:gdLst/>
            <a:ahLst/>
            <a:cxnLst/>
            <a:rect l="l" t="t" r="r" b="b"/>
            <a:pathLst>
              <a:path w="60325" h="47625">
                <a:moveTo>
                  <a:pt x="60198" y="23622"/>
                </a:moveTo>
                <a:lnTo>
                  <a:pt x="57792" y="14466"/>
                </a:lnTo>
                <a:lnTo>
                  <a:pt x="51244" y="6953"/>
                </a:lnTo>
                <a:lnTo>
                  <a:pt x="41552" y="1869"/>
                </a:lnTo>
                <a:lnTo>
                  <a:pt x="29718" y="0"/>
                </a:lnTo>
                <a:lnTo>
                  <a:pt x="18002" y="1869"/>
                </a:lnTo>
                <a:lnTo>
                  <a:pt x="8572" y="6953"/>
                </a:lnTo>
                <a:lnTo>
                  <a:pt x="2285" y="14466"/>
                </a:lnTo>
                <a:lnTo>
                  <a:pt x="0" y="23622"/>
                </a:lnTo>
                <a:lnTo>
                  <a:pt x="2286" y="32777"/>
                </a:lnTo>
                <a:lnTo>
                  <a:pt x="8572" y="40290"/>
                </a:lnTo>
                <a:lnTo>
                  <a:pt x="18002" y="45374"/>
                </a:lnTo>
                <a:lnTo>
                  <a:pt x="29718" y="47244"/>
                </a:lnTo>
                <a:lnTo>
                  <a:pt x="41552" y="45374"/>
                </a:lnTo>
                <a:lnTo>
                  <a:pt x="51244" y="40290"/>
                </a:lnTo>
                <a:lnTo>
                  <a:pt x="57792" y="32777"/>
                </a:lnTo>
                <a:lnTo>
                  <a:pt x="60198" y="236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1" name="object 61">
            <a:extLst>
              <a:ext uri="{FF2B5EF4-FFF2-40B4-BE49-F238E27FC236}">
                <a16:creationId xmlns:a16="http://schemas.microsoft.com/office/drawing/2014/main" id="{242D2245-E469-408D-9CFD-8C7B48D56B88}"/>
              </a:ext>
            </a:extLst>
          </p:cNvPr>
          <p:cNvSpPr/>
          <p:nvPr/>
        </p:nvSpPr>
        <p:spPr>
          <a:xfrm>
            <a:off x="5185031" y="4700021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64008" y="45720"/>
                </a:moveTo>
                <a:lnTo>
                  <a:pt x="64008" y="12192"/>
                </a:lnTo>
                <a:lnTo>
                  <a:pt x="63246" y="12192"/>
                </a:lnTo>
                <a:lnTo>
                  <a:pt x="60198" y="8382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763" y="4572"/>
                </a:lnTo>
                <a:lnTo>
                  <a:pt x="16001" y="4572"/>
                </a:lnTo>
                <a:lnTo>
                  <a:pt x="16001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6095" y="12954"/>
                </a:lnTo>
                <a:lnTo>
                  <a:pt x="3809" y="16764"/>
                </a:lnTo>
                <a:lnTo>
                  <a:pt x="3047" y="16764"/>
                </a:lnTo>
                <a:lnTo>
                  <a:pt x="3047" y="17526"/>
                </a:lnTo>
                <a:lnTo>
                  <a:pt x="2285" y="20574"/>
                </a:lnTo>
                <a:lnTo>
                  <a:pt x="761" y="22860"/>
                </a:lnTo>
                <a:lnTo>
                  <a:pt x="761" y="25908"/>
                </a:lnTo>
                <a:lnTo>
                  <a:pt x="0" y="28956"/>
                </a:lnTo>
                <a:lnTo>
                  <a:pt x="2286" y="38100"/>
                </a:lnTo>
                <a:lnTo>
                  <a:pt x="3048" y="40386"/>
                </a:lnTo>
                <a:lnTo>
                  <a:pt x="3810" y="41148"/>
                </a:lnTo>
                <a:lnTo>
                  <a:pt x="6096" y="44958"/>
                </a:lnTo>
                <a:lnTo>
                  <a:pt x="9906" y="48768"/>
                </a:lnTo>
                <a:lnTo>
                  <a:pt x="9906" y="26670"/>
                </a:lnTo>
                <a:lnTo>
                  <a:pt x="10668" y="25146"/>
                </a:lnTo>
                <a:lnTo>
                  <a:pt x="10668" y="23622"/>
                </a:lnTo>
                <a:lnTo>
                  <a:pt x="11430" y="21336"/>
                </a:lnTo>
                <a:lnTo>
                  <a:pt x="11430" y="22098"/>
                </a:lnTo>
                <a:lnTo>
                  <a:pt x="13716" y="19240"/>
                </a:lnTo>
                <a:lnTo>
                  <a:pt x="13716" y="19050"/>
                </a:lnTo>
                <a:lnTo>
                  <a:pt x="17526" y="15240"/>
                </a:lnTo>
                <a:lnTo>
                  <a:pt x="17526" y="15494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3340" y="15494"/>
                </a:lnTo>
                <a:lnTo>
                  <a:pt x="53340" y="15240"/>
                </a:lnTo>
                <a:lnTo>
                  <a:pt x="57150" y="19050"/>
                </a:lnTo>
                <a:lnTo>
                  <a:pt x="57150" y="19240"/>
                </a:lnTo>
                <a:lnTo>
                  <a:pt x="59436" y="22098"/>
                </a:lnTo>
                <a:lnTo>
                  <a:pt x="59436" y="23622"/>
                </a:lnTo>
                <a:lnTo>
                  <a:pt x="60198" y="25908"/>
                </a:lnTo>
                <a:lnTo>
                  <a:pt x="60198" y="25146"/>
                </a:lnTo>
                <a:lnTo>
                  <a:pt x="60960" y="27432"/>
                </a:lnTo>
                <a:lnTo>
                  <a:pt x="60960" y="48577"/>
                </a:lnTo>
                <a:lnTo>
                  <a:pt x="63246" y="45720"/>
                </a:lnTo>
                <a:lnTo>
                  <a:pt x="64008" y="45720"/>
                </a:lnTo>
                <a:close/>
              </a:path>
              <a:path w="70485" h="57150">
                <a:moveTo>
                  <a:pt x="14139" y="39200"/>
                </a:moveTo>
                <a:lnTo>
                  <a:pt x="11430" y="35814"/>
                </a:lnTo>
                <a:lnTo>
                  <a:pt x="10668" y="34290"/>
                </a:lnTo>
                <a:lnTo>
                  <a:pt x="9906" y="32004"/>
                </a:lnTo>
                <a:lnTo>
                  <a:pt x="9906" y="48768"/>
                </a:lnTo>
                <a:lnTo>
                  <a:pt x="10668" y="49530"/>
                </a:lnTo>
                <a:lnTo>
                  <a:pt x="11430" y="49530"/>
                </a:lnTo>
                <a:lnTo>
                  <a:pt x="13716" y="51054"/>
                </a:lnTo>
                <a:lnTo>
                  <a:pt x="13716" y="38862"/>
                </a:lnTo>
                <a:lnTo>
                  <a:pt x="14139" y="39200"/>
                </a:lnTo>
                <a:close/>
              </a:path>
              <a:path w="70485" h="57150">
                <a:moveTo>
                  <a:pt x="14478" y="18288"/>
                </a:moveTo>
                <a:lnTo>
                  <a:pt x="13716" y="19050"/>
                </a:lnTo>
                <a:lnTo>
                  <a:pt x="13716" y="19240"/>
                </a:lnTo>
                <a:lnTo>
                  <a:pt x="14478" y="18288"/>
                </a:lnTo>
                <a:close/>
              </a:path>
              <a:path w="70485" h="57150">
                <a:moveTo>
                  <a:pt x="14478" y="39624"/>
                </a:moveTo>
                <a:lnTo>
                  <a:pt x="14139" y="39200"/>
                </a:lnTo>
                <a:lnTo>
                  <a:pt x="13716" y="38862"/>
                </a:lnTo>
                <a:lnTo>
                  <a:pt x="14478" y="39624"/>
                </a:lnTo>
                <a:close/>
              </a:path>
              <a:path w="70485" h="57150">
                <a:moveTo>
                  <a:pt x="14478" y="51562"/>
                </a:moveTo>
                <a:lnTo>
                  <a:pt x="14478" y="39624"/>
                </a:lnTo>
                <a:lnTo>
                  <a:pt x="13716" y="38862"/>
                </a:lnTo>
                <a:lnTo>
                  <a:pt x="13716" y="51054"/>
                </a:lnTo>
                <a:lnTo>
                  <a:pt x="14478" y="51562"/>
                </a:lnTo>
                <a:close/>
              </a:path>
              <a:path w="70485" h="57150">
                <a:moveTo>
                  <a:pt x="17526" y="41910"/>
                </a:moveTo>
                <a:lnTo>
                  <a:pt x="14139" y="39200"/>
                </a:lnTo>
                <a:lnTo>
                  <a:pt x="14478" y="39624"/>
                </a:lnTo>
                <a:lnTo>
                  <a:pt x="14478" y="51562"/>
                </a:lnTo>
                <a:lnTo>
                  <a:pt x="16002" y="52578"/>
                </a:lnTo>
                <a:lnTo>
                  <a:pt x="16763" y="53340"/>
                </a:lnTo>
                <a:lnTo>
                  <a:pt x="16763" y="41910"/>
                </a:lnTo>
                <a:lnTo>
                  <a:pt x="17526" y="41910"/>
                </a:lnTo>
                <a:close/>
              </a:path>
              <a:path w="70485" h="57150">
                <a:moveTo>
                  <a:pt x="17526" y="15494"/>
                </a:moveTo>
                <a:lnTo>
                  <a:pt x="17526" y="15240"/>
                </a:lnTo>
                <a:lnTo>
                  <a:pt x="16763" y="16002"/>
                </a:lnTo>
                <a:lnTo>
                  <a:pt x="17526" y="15494"/>
                </a:lnTo>
                <a:close/>
              </a:path>
              <a:path w="70485" h="57150">
                <a:moveTo>
                  <a:pt x="21336" y="54864"/>
                </a:moveTo>
                <a:lnTo>
                  <a:pt x="21336" y="44958"/>
                </a:lnTo>
                <a:lnTo>
                  <a:pt x="16763" y="41910"/>
                </a:lnTo>
                <a:lnTo>
                  <a:pt x="16763" y="53340"/>
                </a:lnTo>
                <a:lnTo>
                  <a:pt x="21336" y="54864"/>
                </a:lnTo>
                <a:close/>
              </a:path>
              <a:path w="70485" h="57150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57150">
                <a:moveTo>
                  <a:pt x="25146" y="46482"/>
                </a:moveTo>
                <a:lnTo>
                  <a:pt x="20574" y="44196"/>
                </a:lnTo>
                <a:lnTo>
                  <a:pt x="21336" y="44958"/>
                </a:lnTo>
                <a:lnTo>
                  <a:pt x="21336" y="54864"/>
                </a:lnTo>
                <a:lnTo>
                  <a:pt x="22098" y="55626"/>
                </a:lnTo>
                <a:lnTo>
                  <a:pt x="24384" y="56197"/>
                </a:lnTo>
                <a:lnTo>
                  <a:pt x="24384" y="46482"/>
                </a:lnTo>
                <a:lnTo>
                  <a:pt x="25146" y="46482"/>
                </a:lnTo>
                <a:close/>
              </a:path>
              <a:path w="70485" h="57150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57150">
                <a:moveTo>
                  <a:pt x="35814" y="57150"/>
                </a:moveTo>
                <a:lnTo>
                  <a:pt x="35814" y="48006"/>
                </a:lnTo>
                <a:lnTo>
                  <a:pt x="35052" y="48006"/>
                </a:lnTo>
                <a:lnTo>
                  <a:pt x="29718" y="47244"/>
                </a:lnTo>
                <a:lnTo>
                  <a:pt x="24384" y="46482"/>
                </a:lnTo>
                <a:lnTo>
                  <a:pt x="24384" y="56197"/>
                </a:lnTo>
                <a:lnTo>
                  <a:pt x="28194" y="57150"/>
                </a:lnTo>
                <a:lnTo>
                  <a:pt x="35814" y="57150"/>
                </a:lnTo>
                <a:close/>
              </a:path>
              <a:path w="70485" h="57150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57150">
                <a:moveTo>
                  <a:pt x="30480" y="47244"/>
                </a:moveTo>
                <a:lnTo>
                  <a:pt x="29718" y="47148"/>
                </a:lnTo>
                <a:lnTo>
                  <a:pt x="30480" y="47244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7150"/>
                </a:moveTo>
                <a:lnTo>
                  <a:pt x="41148" y="47244"/>
                </a:lnTo>
                <a:lnTo>
                  <a:pt x="35433" y="47958"/>
                </a:lnTo>
                <a:lnTo>
                  <a:pt x="35814" y="48006"/>
                </a:lnTo>
                <a:lnTo>
                  <a:pt x="35814" y="57150"/>
                </a:lnTo>
                <a:lnTo>
                  <a:pt x="41148" y="57150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56279"/>
                </a:moveTo>
                <a:lnTo>
                  <a:pt x="45720" y="46482"/>
                </a:lnTo>
                <a:lnTo>
                  <a:pt x="40386" y="47244"/>
                </a:lnTo>
                <a:lnTo>
                  <a:pt x="41148" y="47244"/>
                </a:lnTo>
                <a:lnTo>
                  <a:pt x="41148" y="57150"/>
                </a:lnTo>
                <a:lnTo>
                  <a:pt x="42672" y="57150"/>
                </a:lnTo>
                <a:lnTo>
                  <a:pt x="45720" y="56279"/>
                </a:lnTo>
                <a:close/>
              </a:path>
              <a:path w="70485" h="57150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57150">
                <a:moveTo>
                  <a:pt x="50292" y="44196"/>
                </a:moveTo>
                <a:lnTo>
                  <a:pt x="44958" y="46482"/>
                </a:lnTo>
                <a:lnTo>
                  <a:pt x="45720" y="46482"/>
                </a:lnTo>
                <a:lnTo>
                  <a:pt x="45720" y="56279"/>
                </a:lnTo>
                <a:lnTo>
                  <a:pt x="48006" y="55626"/>
                </a:lnTo>
                <a:lnTo>
                  <a:pt x="48768" y="55626"/>
                </a:lnTo>
                <a:lnTo>
                  <a:pt x="48768" y="54864"/>
                </a:lnTo>
                <a:lnTo>
                  <a:pt x="49530" y="54646"/>
                </a:lnTo>
                <a:lnTo>
                  <a:pt x="49530" y="44958"/>
                </a:lnTo>
                <a:lnTo>
                  <a:pt x="50292" y="44196"/>
                </a:lnTo>
                <a:close/>
              </a:path>
              <a:path w="70485" h="57150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57150">
                <a:moveTo>
                  <a:pt x="54102" y="41910"/>
                </a:moveTo>
                <a:lnTo>
                  <a:pt x="49530" y="44958"/>
                </a:lnTo>
                <a:lnTo>
                  <a:pt x="49530" y="54646"/>
                </a:lnTo>
                <a:lnTo>
                  <a:pt x="53340" y="53557"/>
                </a:lnTo>
                <a:lnTo>
                  <a:pt x="53340" y="42672"/>
                </a:lnTo>
                <a:lnTo>
                  <a:pt x="54102" y="41910"/>
                </a:lnTo>
                <a:close/>
              </a:path>
              <a:path w="70485" h="57150">
                <a:moveTo>
                  <a:pt x="54102" y="16002"/>
                </a:moveTo>
                <a:lnTo>
                  <a:pt x="53340" y="15240"/>
                </a:lnTo>
                <a:lnTo>
                  <a:pt x="53340" y="15494"/>
                </a:lnTo>
                <a:lnTo>
                  <a:pt x="54102" y="16002"/>
                </a:lnTo>
                <a:close/>
              </a:path>
              <a:path w="70485" h="57150">
                <a:moveTo>
                  <a:pt x="57150" y="51054"/>
                </a:moveTo>
                <a:lnTo>
                  <a:pt x="57150" y="38862"/>
                </a:lnTo>
                <a:lnTo>
                  <a:pt x="53340" y="42672"/>
                </a:lnTo>
                <a:lnTo>
                  <a:pt x="53340" y="53557"/>
                </a:lnTo>
                <a:lnTo>
                  <a:pt x="54102" y="53340"/>
                </a:lnTo>
                <a:lnTo>
                  <a:pt x="54102" y="52578"/>
                </a:lnTo>
                <a:lnTo>
                  <a:pt x="54864" y="52578"/>
                </a:lnTo>
                <a:lnTo>
                  <a:pt x="57150" y="51054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50"/>
                </a:lnTo>
                <a:lnTo>
                  <a:pt x="56388" y="18288"/>
                </a:lnTo>
                <a:lnTo>
                  <a:pt x="57150" y="19240"/>
                </a:lnTo>
                <a:close/>
              </a:path>
              <a:path w="70485" h="57150">
                <a:moveTo>
                  <a:pt x="59436" y="49530"/>
                </a:moveTo>
                <a:lnTo>
                  <a:pt x="59436" y="35814"/>
                </a:lnTo>
                <a:lnTo>
                  <a:pt x="56388" y="39624"/>
                </a:lnTo>
                <a:lnTo>
                  <a:pt x="57150" y="38862"/>
                </a:lnTo>
                <a:lnTo>
                  <a:pt x="57150" y="51054"/>
                </a:lnTo>
                <a:lnTo>
                  <a:pt x="59436" y="49530"/>
                </a:lnTo>
                <a:close/>
              </a:path>
              <a:path w="70485" h="57150">
                <a:moveTo>
                  <a:pt x="59436" y="23622"/>
                </a:moveTo>
                <a:lnTo>
                  <a:pt x="59436" y="22098"/>
                </a:lnTo>
                <a:lnTo>
                  <a:pt x="58674" y="21336"/>
                </a:lnTo>
                <a:lnTo>
                  <a:pt x="59436" y="23622"/>
                </a:lnTo>
                <a:close/>
              </a:path>
              <a:path w="70485" h="57150">
                <a:moveTo>
                  <a:pt x="60960" y="48577"/>
                </a:moveTo>
                <a:lnTo>
                  <a:pt x="60960" y="28956"/>
                </a:lnTo>
                <a:lnTo>
                  <a:pt x="60198" y="31242"/>
                </a:lnTo>
                <a:lnTo>
                  <a:pt x="60198" y="32004"/>
                </a:lnTo>
                <a:lnTo>
                  <a:pt x="58674" y="36576"/>
                </a:lnTo>
                <a:lnTo>
                  <a:pt x="59436" y="35814"/>
                </a:lnTo>
                <a:lnTo>
                  <a:pt x="59436" y="49530"/>
                </a:lnTo>
                <a:lnTo>
                  <a:pt x="60198" y="49530"/>
                </a:lnTo>
                <a:lnTo>
                  <a:pt x="60960" y="48577"/>
                </a:lnTo>
                <a:close/>
              </a:path>
              <a:path w="70485" h="57150">
                <a:moveTo>
                  <a:pt x="67056" y="41148"/>
                </a:moveTo>
                <a:lnTo>
                  <a:pt x="67056" y="16764"/>
                </a:lnTo>
                <a:lnTo>
                  <a:pt x="64008" y="12954"/>
                </a:lnTo>
                <a:lnTo>
                  <a:pt x="64008" y="44958"/>
                </a:lnTo>
                <a:lnTo>
                  <a:pt x="67056" y="41148"/>
                </a:lnTo>
                <a:close/>
              </a:path>
              <a:path w="70485" h="57150">
                <a:moveTo>
                  <a:pt x="69342" y="35052"/>
                </a:moveTo>
                <a:lnTo>
                  <a:pt x="69342" y="22098"/>
                </a:lnTo>
                <a:lnTo>
                  <a:pt x="67818" y="17526"/>
                </a:lnTo>
                <a:lnTo>
                  <a:pt x="67056" y="17526"/>
                </a:lnTo>
                <a:lnTo>
                  <a:pt x="67056" y="40386"/>
                </a:lnTo>
                <a:lnTo>
                  <a:pt x="67818" y="39624"/>
                </a:lnTo>
                <a:lnTo>
                  <a:pt x="69342" y="35052"/>
                </a:lnTo>
                <a:close/>
              </a:path>
              <a:path w="70485" h="57150">
                <a:moveTo>
                  <a:pt x="70104" y="31242"/>
                </a:moveTo>
                <a:lnTo>
                  <a:pt x="70104" y="25146"/>
                </a:lnTo>
                <a:lnTo>
                  <a:pt x="69342" y="22860"/>
                </a:lnTo>
                <a:lnTo>
                  <a:pt x="69342" y="34290"/>
                </a:lnTo>
                <a:lnTo>
                  <a:pt x="70104" y="31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3" name="object 62">
            <a:extLst>
              <a:ext uri="{FF2B5EF4-FFF2-40B4-BE49-F238E27FC236}">
                <a16:creationId xmlns:a16="http://schemas.microsoft.com/office/drawing/2014/main" id="{8B353773-5B3C-48BC-B3A5-EFAF7C556F0C}"/>
              </a:ext>
            </a:extLst>
          </p:cNvPr>
          <p:cNvSpPr/>
          <p:nvPr/>
        </p:nvSpPr>
        <p:spPr>
          <a:xfrm>
            <a:off x="3822939" y="3439010"/>
            <a:ext cx="81936" cy="6716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5" name="object 63">
            <a:extLst>
              <a:ext uri="{FF2B5EF4-FFF2-40B4-BE49-F238E27FC236}">
                <a16:creationId xmlns:a16="http://schemas.microsoft.com/office/drawing/2014/main" id="{BF5BDFC4-3814-4A84-93E0-95C3C8F88CDD}"/>
              </a:ext>
            </a:extLst>
          </p:cNvPr>
          <p:cNvSpPr/>
          <p:nvPr/>
        </p:nvSpPr>
        <p:spPr>
          <a:xfrm>
            <a:off x="5922827" y="2096671"/>
            <a:ext cx="70971" cy="56776"/>
          </a:xfrm>
          <a:custGeom>
            <a:avLst/>
            <a:gdLst/>
            <a:ahLst/>
            <a:cxnLst/>
            <a:rect l="l" t="t" r="r" b="b"/>
            <a:pathLst>
              <a:path w="60325" h="48260">
                <a:moveTo>
                  <a:pt x="60198" y="23622"/>
                </a:moveTo>
                <a:lnTo>
                  <a:pt x="57912" y="14466"/>
                </a:lnTo>
                <a:lnTo>
                  <a:pt x="51625" y="6953"/>
                </a:lnTo>
                <a:lnTo>
                  <a:pt x="42195" y="1869"/>
                </a:lnTo>
                <a:lnTo>
                  <a:pt x="30480" y="0"/>
                </a:lnTo>
                <a:lnTo>
                  <a:pt x="18645" y="1869"/>
                </a:lnTo>
                <a:lnTo>
                  <a:pt x="8953" y="6953"/>
                </a:lnTo>
                <a:lnTo>
                  <a:pt x="2405" y="14466"/>
                </a:lnTo>
                <a:lnTo>
                  <a:pt x="0" y="23622"/>
                </a:lnTo>
                <a:lnTo>
                  <a:pt x="2405" y="33218"/>
                </a:lnTo>
                <a:lnTo>
                  <a:pt x="8953" y="40957"/>
                </a:lnTo>
                <a:lnTo>
                  <a:pt x="18645" y="46124"/>
                </a:lnTo>
                <a:lnTo>
                  <a:pt x="30480" y="48006"/>
                </a:lnTo>
                <a:lnTo>
                  <a:pt x="42195" y="46124"/>
                </a:lnTo>
                <a:lnTo>
                  <a:pt x="51625" y="40957"/>
                </a:lnTo>
                <a:lnTo>
                  <a:pt x="57912" y="33218"/>
                </a:lnTo>
                <a:lnTo>
                  <a:pt x="6019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7" name="object 64">
            <a:extLst>
              <a:ext uri="{FF2B5EF4-FFF2-40B4-BE49-F238E27FC236}">
                <a16:creationId xmlns:a16="http://schemas.microsoft.com/office/drawing/2014/main" id="{7813AFC3-CC01-43F1-84FD-8763908BB23B}"/>
              </a:ext>
            </a:extLst>
          </p:cNvPr>
          <p:cNvSpPr/>
          <p:nvPr/>
        </p:nvSpPr>
        <p:spPr>
          <a:xfrm>
            <a:off x="5917447" y="2091291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1523" y="19811"/>
                </a:lnTo>
                <a:lnTo>
                  <a:pt x="0" y="25907"/>
                </a:lnTo>
                <a:lnTo>
                  <a:pt x="0" y="32003"/>
                </a:lnTo>
                <a:lnTo>
                  <a:pt x="762" y="35051"/>
                </a:lnTo>
                <a:lnTo>
                  <a:pt x="1524" y="37337"/>
                </a:lnTo>
                <a:lnTo>
                  <a:pt x="3048" y="39623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191"/>
                </a:lnTo>
                <a:lnTo>
                  <a:pt x="63246" y="12191"/>
                </a:lnTo>
                <a:lnTo>
                  <a:pt x="59436" y="8381"/>
                </a:lnTo>
                <a:lnTo>
                  <a:pt x="59436" y="7619"/>
                </a:lnTo>
                <a:lnTo>
                  <a:pt x="58674" y="7619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1910" y="761"/>
                </a:lnTo>
                <a:lnTo>
                  <a:pt x="40386" y="666"/>
                </a:lnTo>
                <a:lnTo>
                  <a:pt x="35052" y="0"/>
                </a:lnTo>
                <a:lnTo>
                  <a:pt x="34290" y="0"/>
                </a:lnTo>
                <a:lnTo>
                  <a:pt x="28956" y="666"/>
                </a:lnTo>
                <a:lnTo>
                  <a:pt x="27432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5239" y="4571"/>
                </a:lnTo>
                <a:lnTo>
                  <a:pt x="10667" y="7619"/>
                </a:lnTo>
                <a:lnTo>
                  <a:pt x="10667" y="8381"/>
                </a:lnTo>
                <a:lnTo>
                  <a:pt x="6857" y="11429"/>
                </a:lnTo>
                <a:lnTo>
                  <a:pt x="6095" y="12191"/>
                </a:lnTo>
                <a:lnTo>
                  <a:pt x="3047" y="16763"/>
                </a:lnTo>
                <a:lnTo>
                  <a:pt x="3048" y="40385"/>
                </a:lnTo>
                <a:lnTo>
                  <a:pt x="6096" y="44195"/>
                </a:lnTo>
                <a:lnTo>
                  <a:pt x="6096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4383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764" y="15239"/>
                </a:lnTo>
                <a:lnTo>
                  <a:pt x="16764" y="15493"/>
                </a:lnTo>
                <a:lnTo>
                  <a:pt x="19812" y="13461"/>
                </a:lnTo>
                <a:lnTo>
                  <a:pt x="19812" y="12953"/>
                </a:lnTo>
                <a:lnTo>
                  <a:pt x="25146" y="10667"/>
                </a:lnTo>
                <a:lnTo>
                  <a:pt x="25146" y="11212"/>
                </a:lnTo>
                <a:lnTo>
                  <a:pt x="28956" y="10123"/>
                </a:lnTo>
                <a:lnTo>
                  <a:pt x="28956" y="9905"/>
                </a:lnTo>
                <a:lnTo>
                  <a:pt x="34290" y="9239"/>
                </a:lnTo>
                <a:lnTo>
                  <a:pt x="40386" y="9905"/>
                </a:lnTo>
                <a:lnTo>
                  <a:pt x="40386" y="10096"/>
                </a:lnTo>
                <a:lnTo>
                  <a:pt x="44958" y="11239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563"/>
                </a:lnTo>
                <a:lnTo>
                  <a:pt x="53340" y="16001"/>
                </a:lnTo>
                <a:lnTo>
                  <a:pt x="53340" y="15239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097"/>
                </a:lnTo>
                <a:lnTo>
                  <a:pt x="58674" y="21335"/>
                </a:lnTo>
                <a:lnTo>
                  <a:pt x="60198" y="25145"/>
                </a:lnTo>
                <a:lnTo>
                  <a:pt x="60198" y="48005"/>
                </a:lnTo>
                <a:lnTo>
                  <a:pt x="63246" y="44957"/>
                </a:lnTo>
                <a:lnTo>
                  <a:pt x="64008" y="44957"/>
                </a:lnTo>
                <a:lnTo>
                  <a:pt x="64008" y="44195"/>
                </a:lnTo>
                <a:lnTo>
                  <a:pt x="67056" y="40385"/>
                </a:lnTo>
                <a:close/>
              </a:path>
              <a:path w="70485" h="57150">
                <a:moveTo>
                  <a:pt x="13716" y="38861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0668" y="49529"/>
                </a:lnTo>
                <a:lnTo>
                  <a:pt x="11430" y="49529"/>
                </a:lnTo>
                <a:lnTo>
                  <a:pt x="12954" y="50749"/>
                </a:lnTo>
                <a:lnTo>
                  <a:pt x="12954" y="38099"/>
                </a:lnTo>
                <a:lnTo>
                  <a:pt x="13716" y="38861"/>
                </a:lnTo>
                <a:close/>
              </a:path>
              <a:path w="7048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70485" h="57150">
                <a:moveTo>
                  <a:pt x="16764" y="52904"/>
                </a:moveTo>
                <a:lnTo>
                  <a:pt x="16764" y="41909"/>
                </a:lnTo>
                <a:lnTo>
                  <a:pt x="12954" y="38099"/>
                </a:lnTo>
                <a:lnTo>
                  <a:pt x="12954" y="50749"/>
                </a:lnTo>
                <a:lnTo>
                  <a:pt x="15240" y="52577"/>
                </a:lnTo>
                <a:lnTo>
                  <a:pt x="16002" y="52577"/>
                </a:lnTo>
                <a:lnTo>
                  <a:pt x="16764" y="52904"/>
                </a:lnTo>
                <a:close/>
              </a:path>
              <a:path w="70485" h="57150">
                <a:moveTo>
                  <a:pt x="16764" y="15493"/>
                </a:moveTo>
                <a:lnTo>
                  <a:pt x="16764" y="15239"/>
                </a:lnTo>
                <a:lnTo>
                  <a:pt x="16002" y="16001"/>
                </a:lnTo>
                <a:lnTo>
                  <a:pt x="16764" y="15493"/>
                </a:lnTo>
                <a:close/>
              </a:path>
              <a:path w="70485" h="57150">
                <a:moveTo>
                  <a:pt x="20574" y="44195"/>
                </a:moveTo>
                <a:lnTo>
                  <a:pt x="16002" y="41147"/>
                </a:lnTo>
                <a:lnTo>
                  <a:pt x="16764" y="41909"/>
                </a:lnTo>
                <a:lnTo>
                  <a:pt x="16764" y="52904"/>
                </a:lnTo>
                <a:lnTo>
                  <a:pt x="19812" y="54210"/>
                </a:lnTo>
                <a:lnTo>
                  <a:pt x="19812" y="44195"/>
                </a:lnTo>
                <a:lnTo>
                  <a:pt x="20574" y="44195"/>
                </a:lnTo>
                <a:close/>
              </a:path>
              <a:path w="70485" h="57150">
                <a:moveTo>
                  <a:pt x="20574" y="12953"/>
                </a:moveTo>
                <a:lnTo>
                  <a:pt x="19812" y="12953"/>
                </a:lnTo>
                <a:lnTo>
                  <a:pt x="19812" y="13461"/>
                </a:lnTo>
                <a:lnTo>
                  <a:pt x="20574" y="12953"/>
                </a:lnTo>
                <a:close/>
              </a:path>
              <a:path w="70485" h="57150">
                <a:moveTo>
                  <a:pt x="25146" y="55734"/>
                </a:moveTo>
                <a:lnTo>
                  <a:pt x="25146" y="46481"/>
                </a:lnTo>
                <a:lnTo>
                  <a:pt x="19812" y="44195"/>
                </a:lnTo>
                <a:lnTo>
                  <a:pt x="19812" y="54210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734"/>
                </a:lnTo>
                <a:close/>
              </a:path>
              <a:path w="70485" h="57150">
                <a:moveTo>
                  <a:pt x="25146" y="11212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12"/>
                </a:lnTo>
                <a:close/>
              </a:path>
              <a:path w="70485" h="57150">
                <a:moveTo>
                  <a:pt x="29718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734"/>
                </a:lnTo>
                <a:lnTo>
                  <a:pt x="27432" y="56387"/>
                </a:lnTo>
                <a:lnTo>
                  <a:pt x="28956" y="56483"/>
                </a:lnTo>
                <a:lnTo>
                  <a:pt x="28956" y="47243"/>
                </a:lnTo>
                <a:lnTo>
                  <a:pt x="29718" y="47243"/>
                </a:lnTo>
                <a:close/>
              </a:path>
              <a:path w="70485" h="57150">
                <a:moveTo>
                  <a:pt x="29718" y="9905"/>
                </a:moveTo>
                <a:lnTo>
                  <a:pt x="28956" y="9905"/>
                </a:lnTo>
                <a:lnTo>
                  <a:pt x="28956" y="10123"/>
                </a:lnTo>
                <a:lnTo>
                  <a:pt x="29718" y="9905"/>
                </a:lnTo>
                <a:close/>
              </a:path>
              <a:path w="70485" h="57150">
                <a:moveTo>
                  <a:pt x="40386" y="56483"/>
                </a:moveTo>
                <a:lnTo>
                  <a:pt x="40386" y="47243"/>
                </a:lnTo>
                <a:lnTo>
                  <a:pt x="28956" y="47243"/>
                </a:lnTo>
                <a:lnTo>
                  <a:pt x="28956" y="56483"/>
                </a:lnTo>
                <a:lnTo>
                  <a:pt x="34290" y="57149"/>
                </a:lnTo>
                <a:lnTo>
                  <a:pt x="35052" y="57149"/>
                </a:lnTo>
                <a:lnTo>
                  <a:pt x="40386" y="56483"/>
                </a:lnTo>
                <a:close/>
              </a:path>
              <a:path w="70485" h="57150">
                <a:moveTo>
                  <a:pt x="34671" y="9191"/>
                </a:moveTo>
                <a:lnTo>
                  <a:pt x="34290" y="9143"/>
                </a:lnTo>
                <a:lnTo>
                  <a:pt x="34671" y="9191"/>
                </a:lnTo>
                <a:close/>
              </a:path>
              <a:path w="70485" h="57150">
                <a:moveTo>
                  <a:pt x="35052" y="9239"/>
                </a:moveTo>
                <a:lnTo>
                  <a:pt x="34671" y="9191"/>
                </a:lnTo>
                <a:lnTo>
                  <a:pt x="35052" y="9239"/>
                </a:lnTo>
                <a:close/>
              </a:path>
              <a:path w="70485" h="57150">
                <a:moveTo>
                  <a:pt x="40386" y="10096"/>
                </a:moveTo>
                <a:lnTo>
                  <a:pt x="40386" y="9905"/>
                </a:lnTo>
                <a:lnTo>
                  <a:pt x="39624" y="9905"/>
                </a:lnTo>
                <a:lnTo>
                  <a:pt x="40386" y="10096"/>
                </a:lnTo>
                <a:close/>
              </a:path>
              <a:path w="70485" h="57150">
                <a:moveTo>
                  <a:pt x="45720" y="45719"/>
                </a:moveTo>
                <a:lnTo>
                  <a:pt x="39624" y="47243"/>
                </a:lnTo>
                <a:lnTo>
                  <a:pt x="40386" y="47243"/>
                </a:lnTo>
                <a:lnTo>
                  <a:pt x="40386" y="56483"/>
                </a:lnTo>
                <a:lnTo>
                  <a:pt x="41910" y="56387"/>
                </a:lnTo>
                <a:lnTo>
                  <a:pt x="44958" y="55625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39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625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563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563"/>
                </a:lnTo>
                <a:close/>
              </a:path>
              <a:path w="70485" h="57150">
                <a:moveTo>
                  <a:pt x="53775" y="41365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3775" y="41365"/>
                </a:lnTo>
                <a:close/>
              </a:path>
              <a:path w="70485" h="57150">
                <a:moveTo>
                  <a:pt x="54102" y="41147"/>
                </a:moveTo>
                <a:lnTo>
                  <a:pt x="53775" y="41365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52577"/>
                </a:moveTo>
                <a:lnTo>
                  <a:pt x="54102" y="41147"/>
                </a:ln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close/>
              </a:path>
              <a:path w="70485" h="57150">
                <a:moveTo>
                  <a:pt x="60198" y="48005"/>
                </a:moveTo>
                <a:lnTo>
                  <a:pt x="60198" y="31241"/>
                </a:lnTo>
                <a:lnTo>
                  <a:pt x="58674" y="35813"/>
                </a:lnTo>
                <a:lnTo>
                  <a:pt x="58674" y="35051"/>
                </a:lnTo>
                <a:lnTo>
                  <a:pt x="56388" y="38861"/>
                </a:lnTo>
                <a:lnTo>
                  <a:pt x="56388" y="38099"/>
                </a:lnTo>
                <a:lnTo>
                  <a:pt x="53775" y="41365"/>
                </a:lnTo>
                <a:lnTo>
                  <a:pt x="54102" y="41147"/>
                </a:lnTo>
                <a:lnTo>
                  <a:pt x="54102" y="52577"/>
                </a:lnTo>
                <a:lnTo>
                  <a:pt x="58674" y="49529"/>
                </a:lnTo>
                <a:lnTo>
                  <a:pt x="59436" y="49529"/>
                </a:lnTo>
                <a:lnTo>
                  <a:pt x="59436" y="48767"/>
                </a:lnTo>
                <a:lnTo>
                  <a:pt x="60198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8580" y="22097"/>
                </a:lnTo>
                <a:lnTo>
                  <a:pt x="67056" y="17525"/>
                </a:lnTo>
                <a:lnTo>
                  <a:pt x="67056" y="39623"/>
                </a:lnTo>
                <a:lnTo>
                  <a:pt x="68580" y="35051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8193"/>
                </a:lnTo>
                <a:lnTo>
                  <a:pt x="69342" y="25145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9" name="object 65">
            <a:extLst>
              <a:ext uri="{FF2B5EF4-FFF2-40B4-BE49-F238E27FC236}">
                <a16:creationId xmlns:a16="http://schemas.microsoft.com/office/drawing/2014/main" id="{0BE3B40A-544A-4429-A7EE-37BFA468E2A6}"/>
              </a:ext>
            </a:extLst>
          </p:cNvPr>
          <p:cNvSpPr/>
          <p:nvPr/>
        </p:nvSpPr>
        <p:spPr>
          <a:xfrm>
            <a:off x="5991855" y="3056789"/>
            <a:ext cx="82475" cy="6723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1" name="object 66">
            <a:extLst>
              <a:ext uri="{FF2B5EF4-FFF2-40B4-BE49-F238E27FC236}">
                <a16:creationId xmlns:a16="http://schemas.microsoft.com/office/drawing/2014/main" id="{06FB5ED2-466F-4E6C-B837-923824FD09B0}"/>
              </a:ext>
            </a:extLst>
          </p:cNvPr>
          <p:cNvSpPr/>
          <p:nvPr/>
        </p:nvSpPr>
        <p:spPr>
          <a:xfrm>
            <a:off x="4828235" y="1919171"/>
            <a:ext cx="71717" cy="60512"/>
          </a:xfrm>
          <a:custGeom>
            <a:avLst/>
            <a:gdLst/>
            <a:ahLst/>
            <a:cxnLst/>
            <a:rect l="l" t="t" r="r" b="b"/>
            <a:pathLst>
              <a:path w="60960" h="51435">
                <a:moveTo>
                  <a:pt x="60960" y="25908"/>
                </a:moveTo>
                <a:lnTo>
                  <a:pt x="58554" y="15751"/>
                </a:lnTo>
                <a:lnTo>
                  <a:pt x="52006" y="7524"/>
                </a:lnTo>
                <a:lnTo>
                  <a:pt x="42314" y="2012"/>
                </a:lnTo>
                <a:lnTo>
                  <a:pt x="30480" y="0"/>
                </a:lnTo>
                <a:lnTo>
                  <a:pt x="18645" y="2012"/>
                </a:lnTo>
                <a:lnTo>
                  <a:pt x="8953" y="7524"/>
                </a:lnTo>
                <a:lnTo>
                  <a:pt x="2405" y="15751"/>
                </a:lnTo>
                <a:lnTo>
                  <a:pt x="0" y="25908"/>
                </a:lnTo>
                <a:lnTo>
                  <a:pt x="2405" y="35623"/>
                </a:lnTo>
                <a:lnTo>
                  <a:pt x="8953" y="43624"/>
                </a:lnTo>
                <a:lnTo>
                  <a:pt x="18645" y="49053"/>
                </a:lnTo>
                <a:lnTo>
                  <a:pt x="30480" y="51054"/>
                </a:lnTo>
                <a:lnTo>
                  <a:pt x="42314" y="49053"/>
                </a:lnTo>
                <a:lnTo>
                  <a:pt x="52006" y="43624"/>
                </a:lnTo>
                <a:lnTo>
                  <a:pt x="58554" y="35623"/>
                </a:lnTo>
                <a:lnTo>
                  <a:pt x="6096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3" name="object 67">
            <a:extLst>
              <a:ext uri="{FF2B5EF4-FFF2-40B4-BE49-F238E27FC236}">
                <a16:creationId xmlns:a16="http://schemas.microsoft.com/office/drawing/2014/main" id="{FBE4039E-C03E-48CF-8C72-86B28F89AE34}"/>
              </a:ext>
            </a:extLst>
          </p:cNvPr>
          <p:cNvSpPr/>
          <p:nvPr/>
        </p:nvSpPr>
        <p:spPr>
          <a:xfrm>
            <a:off x="4822858" y="1913791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09"/>
                </a:moveTo>
                <a:lnTo>
                  <a:pt x="3047" y="18287"/>
                </a:lnTo>
                <a:lnTo>
                  <a:pt x="1523" y="21335"/>
                </a:lnTo>
                <a:lnTo>
                  <a:pt x="0" y="27431"/>
                </a:lnTo>
                <a:lnTo>
                  <a:pt x="0" y="30479"/>
                </a:lnTo>
                <a:lnTo>
                  <a:pt x="762" y="33527"/>
                </a:lnTo>
                <a:lnTo>
                  <a:pt x="762" y="36575"/>
                </a:lnTo>
                <a:lnTo>
                  <a:pt x="2286" y="39623"/>
                </a:lnTo>
                <a:lnTo>
                  <a:pt x="3048" y="41909"/>
                </a:lnTo>
                <a:close/>
              </a:path>
              <a:path w="70485" h="60325">
                <a:moveTo>
                  <a:pt x="54102" y="16001"/>
                </a:move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6001" y="5333"/>
                </a:lnTo>
                <a:lnTo>
                  <a:pt x="15239" y="5333"/>
                </a:lnTo>
                <a:lnTo>
                  <a:pt x="11429" y="8381"/>
                </a:lnTo>
                <a:lnTo>
                  <a:pt x="10667" y="8381"/>
                </a:lnTo>
                <a:lnTo>
                  <a:pt x="10667" y="9143"/>
                </a:lnTo>
                <a:lnTo>
                  <a:pt x="6857" y="12953"/>
                </a:lnTo>
                <a:lnTo>
                  <a:pt x="6095" y="12953"/>
                </a:lnTo>
                <a:lnTo>
                  <a:pt x="6095" y="13715"/>
                </a:lnTo>
                <a:lnTo>
                  <a:pt x="3047" y="17525"/>
                </a:lnTo>
                <a:lnTo>
                  <a:pt x="3048" y="42671"/>
                </a:lnTo>
                <a:lnTo>
                  <a:pt x="6096" y="47243"/>
                </a:lnTo>
                <a:lnTo>
                  <a:pt x="9906" y="51053"/>
                </a:lnTo>
                <a:lnTo>
                  <a:pt x="9906" y="25907"/>
                </a:lnTo>
                <a:lnTo>
                  <a:pt x="10668" y="24383"/>
                </a:lnTo>
                <a:lnTo>
                  <a:pt x="11430" y="22097"/>
                </a:lnTo>
                <a:lnTo>
                  <a:pt x="11430" y="22859"/>
                </a:lnTo>
                <a:lnTo>
                  <a:pt x="13716" y="18287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1336" y="12953"/>
                </a:lnTo>
                <a:lnTo>
                  <a:pt x="21336" y="13334"/>
                </a:lnTo>
                <a:lnTo>
                  <a:pt x="24384" y="11810"/>
                </a:lnTo>
                <a:lnTo>
                  <a:pt x="24384" y="1142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5720" y="11429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3"/>
                </a:lnTo>
                <a:lnTo>
                  <a:pt x="53340" y="15493"/>
                </a:lnTo>
                <a:lnTo>
                  <a:pt x="53340" y="15239"/>
                </a:lnTo>
                <a:lnTo>
                  <a:pt x="54102" y="16001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7"/>
                </a:lnTo>
                <a:lnTo>
                  <a:pt x="13716" y="41147"/>
                </a:lnTo>
                <a:lnTo>
                  <a:pt x="13716" y="41909"/>
                </a:lnTo>
                <a:lnTo>
                  <a:pt x="11430" y="37337"/>
                </a:lnTo>
                <a:lnTo>
                  <a:pt x="11430" y="38099"/>
                </a:lnTo>
                <a:lnTo>
                  <a:pt x="9906" y="33527"/>
                </a:lnTo>
                <a:lnTo>
                  <a:pt x="9906" y="51053"/>
                </a:lnTo>
                <a:lnTo>
                  <a:pt x="10668" y="51815"/>
                </a:lnTo>
                <a:lnTo>
                  <a:pt x="11430" y="51815"/>
                </a:lnTo>
                <a:lnTo>
                  <a:pt x="15240" y="54863"/>
                </a:lnTo>
                <a:lnTo>
                  <a:pt x="16002" y="55625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60325">
                <a:moveTo>
                  <a:pt x="21336" y="47243"/>
                </a:moveTo>
                <a:lnTo>
                  <a:pt x="16763" y="44195"/>
                </a:lnTo>
                <a:lnTo>
                  <a:pt x="17526" y="44957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3"/>
                </a:lnTo>
                <a:lnTo>
                  <a:pt x="21336" y="47243"/>
                </a:lnTo>
                <a:close/>
              </a:path>
              <a:path w="70485" h="60325">
                <a:moveTo>
                  <a:pt x="21336" y="13334"/>
                </a:moveTo>
                <a:lnTo>
                  <a:pt x="21336" y="12953"/>
                </a:lnTo>
                <a:lnTo>
                  <a:pt x="20574" y="13715"/>
                </a:lnTo>
                <a:lnTo>
                  <a:pt x="21336" y="13334"/>
                </a:lnTo>
                <a:close/>
              </a:path>
              <a:path w="70485" h="60325">
                <a:moveTo>
                  <a:pt x="25146" y="58673"/>
                </a:moveTo>
                <a:lnTo>
                  <a:pt x="25146" y="49529"/>
                </a:lnTo>
                <a:lnTo>
                  <a:pt x="20574" y="47243"/>
                </a:lnTo>
                <a:lnTo>
                  <a:pt x="20574" y="57585"/>
                </a:lnTo>
                <a:lnTo>
                  <a:pt x="21336" y="57911"/>
                </a:lnTo>
                <a:lnTo>
                  <a:pt x="22098" y="57911"/>
                </a:lnTo>
                <a:lnTo>
                  <a:pt x="25146" y="58673"/>
                </a:lnTo>
                <a:close/>
              </a:path>
              <a:path w="70485" h="60325">
                <a:moveTo>
                  <a:pt x="25146" y="11429"/>
                </a:moveTo>
                <a:lnTo>
                  <a:pt x="24384" y="11429"/>
                </a:lnTo>
                <a:lnTo>
                  <a:pt x="24384" y="11810"/>
                </a:lnTo>
                <a:lnTo>
                  <a:pt x="25146" y="11429"/>
                </a:lnTo>
                <a:close/>
              </a:path>
              <a:path w="70485" h="60325">
                <a:moveTo>
                  <a:pt x="30480" y="50291"/>
                </a:moveTo>
                <a:lnTo>
                  <a:pt x="24384" y="48767"/>
                </a:lnTo>
                <a:lnTo>
                  <a:pt x="25146" y="49529"/>
                </a:lnTo>
                <a:lnTo>
                  <a:pt x="25146" y="58673"/>
                </a:lnTo>
                <a:lnTo>
                  <a:pt x="28194" y="59435"/>
                </a:lnTo>
                <a:lnTo>
                  <a:pt x="28956" y="60197"/>
                </a:lnTo>
                <a:lnTo>
                  <a:pt x="29718" y="60197"/>
                </a:lnTo>
                <a:lnTo>
                  <a:pt x="29718" y="50291"/>
                </a:lnTo>
                <a:lnTo>
                  <a:pt x="30480" y="50291"/>
                </a:lnTo>
                <a:close/>
              </a:path>
              <a:path w="70485" h="60325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60325">
                <a:moveTo>
                  <a:pt x="35814" y="60197"/>
                </a:moveTo>
                <a:lnTo>
                  <a:pt x="35814" y="51053"/>
                </a:lnTo>
                <a:lnTo>
                  <a:pt x="35052" y="51053"/>
                </a:lnTo>
                <a:lnTo>
                  <a:pt x="29718" y="50291"/>
                </a:lnTo>
                <a:lnTo>
                  <a:pt x="29718" y="60197"/>
                </a:lnTo>
                <a:lnTo>
                  <a:pt x="35814" y="60197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7"/>
                </a:moveTo>
                <a:lnTo>
                  <a:pt x="41148" y="50291"/>
                </a:lnTo>
                <a:lnTo>
                  <a:pt x="35433" y="51006"/>
                </a:lnTo>
                <a:lnTo>
                  <a:pt x="35814" y="51053"/>
                </a:lnTo>
                <a:lnTo>
                  <a:pt x="35814" y="60197"/>
                </a:lnTo>
                <a:lnTo>
                  <a:pt x="41148" y="60197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7"/>
                </a:moveTo>
                <a:lnTo>
                  <a:pt x="40386" y="50291"/>
                </a:lnTo>
                <a:lnTo>
                  <a:pt x="41148" y="50291"/>
                </a:lnTo>
                <a:lnTo>
                  <a:pt x="41148" y="60197"/>
                </a:lnTo>
                <a:lnTo>
                  <a:pt x="41910" y="60197"/>
                </a:lnTo>
                <a:lnTo>
                  <a:pt x="41910" y="59435"/>
                </a:lnTo>
                <a:lnTo>
                  <a:pt x="42672" y="59435"/>
                </a:lnTo>
                <a:lnTo>
                  <a:pt x="44958" y="58782"/>
                </a:lnTo>
                <a:lnTo>
                  <a:pt x="44958" y="49529"/>
                </a:lnTo>
                <a:lnTo>
                  <a:pt x="45720" y="48767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29"/>
                </a:lnTo>
                <a:lnTo>
                  <a:pt x="44958" y="11429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3"/>
                </a:lnTo>
                <a:lnTo>
                  <a:pt x="44958" y="49529"/>
                </a:lnTo>
                <a:lnTo>
                  <a:pt x="44958" y="58782"/>
                </a:lnTo>
                <a:lnTo>
                  <a:pt x="48006" y="57911"/>
                </a:lnTo>
                <a:lnTo>
                  <a:pt x="48768" y="57911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5"/>
                </a:moveTo>
                <a:lnTo>
                  <a:pt x="49530" y="12953"/>
                </a:lnTo>
                <a:lnTo>
                  <a:pt x="49530" y="13389"/>
                </a:lnTo>
                <a:lnTo>
                  <a:pt x="50292" y="13715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3"/>
                </a:lnTo>
                <a:lnTo>
                  <a:pt x="50292" y="47243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7"/>
                </a:lnTo>
                <a:lnTo>
                  <a:pt x="53775" y="44413"/>
                </a:lnTo>
                <a:close/>
              </a:path>
              <a:path w="70485" h="60325">
                <a:moveTo>
                  <a:pt x="54102" y="16001"/>
                </a:moveTo>
                <a:lnTo>
                  <a:pt x="53340" y="15239"/>
                </a:lnTo>
                <a:lnTo>
                  <a:pt x="53775" y="15784"/>
                </a:lnTo>
                <a:lnTo>
                  <a:pt x="54102" y="16001"/>
                </a:lnTo>
                <a:close/>
              </a:path>
              <a:path w="70485" h="60325">
                <a:moveTo>
                  <a:pt x="53775" y="15784"/>
                </a:moveTo>
                <a:lnTo>
                  <a:pt x="53340" y="15239"/>
                </a:lnTo>
                <a:lnTo>
                  <a:pt x="53340" y="15493"/>
                </a:lnTo>
                <a:lnTo>
                  <a:pt x="53775" y="15784"/>
                </a:lnTo>
                <a:close/>
              </a:path>
              <a:path w="70485" h="60325">
                <a:moveTo>
                  <a:pt x="54102" y="44195"/>
                </a:moveTo>
                <a:lnTo>
                  <a:pt x="53775" y="44413"/>
                </a:lnTo>
                <a:lnTo>
                  <a:pt x="53340" y="44957"/>
                </a:lnTo>
                <a:lnTo>
                  <a:pt x="54102" y="44195"/>
                </a:lnTo>
                <a:close/>
              </a:path>
              <a:path w="70485" h="60325">
                <a:moveTo>
                  <a:pt x="54102" y="55625"/>
                </a:moveTo>
                <a:lnTo>
                  <a:pt x="54102" y="44195"/>
                </a:lnTo>
                <a:lnTo>
                  <a:pt x="53340" y="44957"/>
                </a:lnTo>
                <a:lnTo>
                  <a:pt x="53340" y="55952"/>
                </a:lnTo>
                <a:lnTo>
                  <a:pt x="54102" y="55625"/>
                </a:lnTo>
                <a:close/>
              </a:path>
              <a:path w="70485" h="60325">
                <a:moveTo>
                  <a:pt x="67056" y="42671"/>
                </a:moveTo>
                <a:lnTo>
                  <a:pt x="67056" y="17525"/>
                </a:lnTo>
                <a:lnTo>
                  <a:pt x="64008" y="13715"/>
                </a:lnTo>
                <a:lnTo>
                  <a:pt x="64008" y="12953"/>
                </a:lnTo>
                <a:lnTo>
                  <a:pt x="63246" y="12953"/>
                </a:lnTo>
                <a:lnTo>
                  <a:pt x="60198" y="9143"/>
                </a:lnTo>
                <a:lnTo>
                  <a:pt x="59436" y="8381"/>
                </a:lnTo>
                <a:lnTo>
                  <a:pt x="54864" y="5333"/>
                </a:lnTo>
                <a:lnTo>
                  <a:pt x="54102" y="5333"/>
                </a:lnTo>
                <a:lnTo>
                  <a:pt x="54102" y="16001"/>
                </a:lnTo>
                <a:lnTo>
                  <a:pt x="53775" y="15784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859"/>
                </a:lnTo>
                <a:lnTo>
                  <a:pt x="58674" y="22097"/>
                </a:lnTo>
                <a:lnTo>
                  <a:pt x="60198" y="26669"/>
                </a:lnTo>
                <a:lnTo>
                  <a:pt x="60198" y="51815"/>
                </a:lnTo>
                <a:lnTo>
                  <a:pt x="63246" y="48005"/>
                </a:lnTo>
                <a:lnTo>
                  <a:pt x="64008" y="47243"/>
                </a:lnTo>
                <a:lnTo>
                  <a:pt x="67056" y="42671"/>
                </a:lnTo>
                <a:close/>
              </a:path>
              <a:path w="70485" h="60325">
                <a:moveTo>
                  <a:pt x="60198" y="51815"/>
                </a:moveTo>
                <a:lnTo>
                  <a:pt x="60198" y="33527"/>
                </a:lnTo>
                <a:lnTo>
                  <a:pt x="58674" y="38099"/>
                </a:lnTo>
                <a:lnTo>
                  <a:pt x="58674" y="37337"/>
                </a:lnTo>
                <a:lnTo>
                  <a:pt x="56388" y="41909"/>
                </a:lnTo>
                <a:lnTo>
                  <a:pt x="56388" y="41147"/>
                </a:lnTo>
                <a:lnTo>
                  <a:pt x="53775" y="44413"/>
                </a:lnTo>
                <a:lnTo>
                  <a:pt x="54102" y="44195"/>
                </a:lnTo>
                <a:lnTo>
                  <a:pt x="54102" y="55625"/>
                </a:lnTo>
                <a:lnTo>
                  <a:pt x="54864" y="54863"/>
                </a:lnTo>
                <a:lnTo>
                  <a:pt x="59436" y="51815"/>
                </a:lnTo>
                <a:lnTo>
                  <a:pt x="60198" y="51815"/>
                </a:lnTo>
                <a:close/>
              </a:path>
              <a:path w="70485" h="60325">
                <a:moveTo>
                  <a:pt x="69342" y="37337"/>
                </a:moveTo>
                <a:lnTo>
                  <a:pt x="69342" y="23621"/>
                </a:lnTo>
                <a:lnTo>
                  <a:pt x="67056" y="19049"/>
                </a:lnTo>
                <a:lnTo>
                  <a:pt x="67056" y="41909"/>
                </a:lnTo>
                <a:lnTo>
                  <a:pt x="69342" y="37337"/>
                </a:lnTo>
                <a:close/>
              </a:path>
              <a:path w="70485" h="60325">
                <a:moveTo>
                  <a:pt x="70104" y="32765"/>
                </a:moveTo>
                <a:lnTo>
                  <a:pt x="70104" y="26669"/>
                </a:lnTo>
                <a:lnTo>
                  <a:pt x="69342" y="24383"/>
                </a:lnTo>
                <a:lnTo>
                  <a:pt x="69342" y="36575"/>
                </a:lnTo>
                <a:lnTo>
                  <a:pt x="70104" y="32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5" name="object 68">
            <a:extLst>
              <a:ext uri="{FF2B5EF4-FFF2-40B4-BE49-F238E27FC236}">
                <a16:creationId xmlns:a16="http://schemas.microsoft.com/office/drawing/2014/main" id="{3C2D0AB1-29C4-4234-A457-35C10785E2CD}"/>
              </a:ext>
            </a:extLst>
          </p:cNvPr>
          <p:cNvSpPr/>
          <p:nvPr/>
        </p:nvSpPr>
        <p:spPr>
          <a:xfrm>
            <a:off x="5388530" y="3177815"/>
            <a:ext cx="64247" cy="56776"/>
          </a:xfrm>
          <a:custGeom>
            <a:avLst/>
            <a:gdLst/>
            <a:ahLst/>
            <a:cxnLst/>
            <a:rect l="l" t="t" r="r" b="b"/>
            <a:pathLst>
              <a:path w="54610" h="48260">
                <a:moveTo>
                  <a:pt x="54102" y="24384"/>
                </a:moveTo>
                <a:lnTo>
                  <a:pt x="51970" y="14787"/>
                </a:lnTo>
                <a:lnTo>
                  <a:pt x="46196" y="7048"/>
                </a:lnTo>
                <a:lnTo>
                  <a:pt x="37707" y="1881"/>
                </a:lnTo>
                <a:lnTo>
                  <a:pt x="27432" y="0"/>
                </a:lnTo>
                <a:lnTo>
                  <a:pt x="16716" y="1881"/>
                </a:lnTo>
                <a:lnTo>
                  <a:pt x="8000" y="7048"/>
                </a:lnTo>
                <a:lnTo>
                  <a:pt x="2143" y="14787"/>
                </a:lnTo>
                <a:lnTo>
                  <a:pt x="0" y="24384"/>
                </a:lnTo>
                <a:lnTo>
                  <a:pt x="2143" y="33539"/>
                </a:lnTo>
                <a:lnTo>
                  <a:pt x="8001" y="41052"/>
                </a:lnTo>
                <a:lnTo>
                  <a:pt x="16716" y="46136"/>
                </a:lnTo>
                <a:lnTo>
                  <a:pt x="27432" y="48006"/>
                </a:lnTo>
                <a:lnTo>
                  <a:pt x="37707" y="46136"/>
                </a:lnTo>
                <a:lnTo>
                  <a:pt x="46196" y="41052"/>
                </a:lnTo>
                <a:lnTo>
                  <a:pt x="51970" y="33539"/>
                </a:lnTo>
                <a:lnTo>
                  <a:pt x="54102" y="2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7" name="object 69">
            <a:extLst>
              <a:ext uri="{FF2B5EF4-FFF2-40B4-BE49-F238E27FC236}">
                <a16:creationId xmlns:a16="http://schemas.microsoft.com/office/drawing/2014/main" id="{F7C5A3FF-D532-4752-A29C-D657C6274620}"/>
              </a:ext>
            </a:extLst>
          </p:cNvPr>
          <p:cNvSpPr/>
          <p:nvPr/>
        </p:nvSpPr>
        <p:spPr>
          <a:xfrm>
            <a:off x="5383151" y="3172436"/>
            <a:ext cx="75453" cy="67235"/>
          </a:xfrm>
          <a:custGeom>
            <a:avLst/>
            <a:gdLst/>
            <a:ahLst/>
            <a:cxnLst/>
            <a:rect l="l" t="t" r="r" b="b"/>
            <a:pathLst>
              <a:path w="64135" h="57150">
                <a:moveTo>
                  <a:pt x="762" y="34289"/>
                </a:moveTo>
                <a:lnTo>
                  <a:pt x="761" y="23621"/>
                </a:lnTo>
                <a:lnTo>
                  <a:pt x="0" y="28193"/>
                </a:lnTo>
                <a:lnTo>
                  <a:pt x="0" y="28955"/>
                </a:lnTo>
                <a:lnTo>
                  <a:pt x="762" y="34289"/>
                </a:lnTo>
                <a:close/>
              </a:path>
              <a:path w="64135" h="57150">
                <a:moveTo>
                  <a:pt x="3048" y="39623"/>
                </a:moveTo>
                <a:lnTo>
                  <a:pt x="3047" y="17525"/>
                </a:lnTo>
                <a:lnTo>
                  <a:pt x="2285" y="17525"/>
                </a:lnTo>
                <a:lnTo>
                  <a:pt x="761" y="22097"/>
                </a:lnTo>
                <a:lnTo>
                  <a:pt x="762" y="35051"/>
                </a:lnTo>
                <a:lnTo>
                  <a:pt x="2286" y="39623"/>
                </a:lnTo>
                <a:lnTo>
                  <a:pt x="3048" y="39623"/>
                </a:lnTo>
                <a:close/>
              </a:path>
              <a:path w="64135" h="57150">
                <a:moveTo>
                  <a:pt x="60960" y="40385"/>
                </a:moveTo>
                <a:lnTo>
                  <a:pt x="60960" y="16763"/>
                </a:lnTo>
                <a:lnTo>
                  <a:pt x="58674" y="12953"/>
                </a:lnTo>
                <a:lnTo>
                  <a:pt x="57912" y="12953"/>
                </a:lnTo>
                <a:lnTo>
                  <a:pt x="57912" y="12191"/>
                </a:lnTo>
                <a:lnTo>
                  <a:pt x="54864" y="8381"/>
                </a:lnTo>
                <a:lnTo>
                  <a:pt x="54038" y="8339"/>
                </a:lnTo>
                <a:lnTo>
                  <a:pt x="49530" y="5333"/>
                </a:lnTo>
                <a:lnTo>
                  <a:pt x="49530" y="4571"/>
                </a:lnTo>
                <a:lnTo>
                  <a:pt x="48768" y="4571"/>
                </a:lnTo>
                <a:lnTo>
                  <a:pt x="44196" y="2285"/>
                </a:lnTo>
                <a:lnTo>
                  <a:pt x="43434" y="2285"/>
                </a:lnTo>
                <a:lnTo>
                  <a:pt x="38862" y="761"/>
                </a:lnTo>
                <a:lnTo>
                  <a:pt x="38100" y="761"/>
                </a:lnTo>
                <a:lnTo>
                  <a:pt x="32004" y="0"/>
                </a:lnTo>
                <a:lnTo>
                  <a:pt x="31242" y="0"/>
                </a:lnTo>
                <a:lnTo>
                  <a:pt x="26670" y="653"/>
                </a:lnTo>
                <a:lnTo>
                  <a:pt x="25145" y="761"/>
                </a:lnTo>
                <a:lnTo>
                  <a:pt x="19811" y="2285"/>
                </a:lnTo>
                <a:lnTo>
                  <a:pt x="19049" y="2285"/>
                </a:lnTo>
                <a:lnTo>
                  <a:pt x="14477" y="4571"/>
                </a:lnTo>
                <a:lnTo>
                  <a:pt x="14477" y="5333"/>
                </a:lnTo>
                <a:lnTo>
                  <a:pt x="13715" y="5333"/>
                </a:lnTo>
                <a:lnTo>
                  <a:pt x="9905" y="8381"/>
                </a:lnTo>
                <a:lnTo>
                  <a:pt x="9143" y="8381"/>
                </a:lnTo>
                <a:lnTo>
                  <a:pt x="6095" y="12191"/>
                </a:lnTo>
                <a:lnTo>
                  <a:pt x="5333" y="12953"/>
                </a:lnTo>
                <a:lnTo>
                  <a:pt x="3047" y="16763"/>
                </a:lnTo>
                <a:lnTo>
                  <a:pt x="3048" y="40385"/>
                </a:lnTo>
                <a:lnTo>
                  <a:pt x="5334" y="44195"/>
                </a:lnTo>
                <a:lnTo>
                  <a:pt x="5334" y="44957"/>
                </a:lnTo>
                <a:lnTo>
                  <a:pt x="6096" y="44957"/>
                </a:lnTo>
                <a:lnTo>
                  <a:pt x="9144" y="48767"/>
                </a:lnTo>
                <a:lnTo>
                  <a:pt x="9906" y="48767"/>
                </a:lnTo>
                <a:lnTo>
                  <a:pt x="9906" y="25145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002" y="15239"/>
                </a:lnTo>
                <a:lnTo>
                  <a:pt x="16002" y="16001"/>
                </a:lnTo>
                <a:lnTo>
                  <a:pt x="19050" y="13563"/>
                </a:lnTo>
                <a:lnTo>
                  <a:pt x="19050" y="12953"/>
                </a:lnTo>
                <a:lnTo>
                  <a:pt x="22860" y="11683"/>
                </a:lnTo>
                <a:lnTo>
                  <a:pt x="22860" y="11429"/>
                </a:lnTo>
                <a:lnTo>
                  <a:pt x="26670" y="10159"/>
                </a:lnTo>
                <a:lnTo>
                  <a:pt x="26670" y="9905"/>
                </a:lnTo>
                <a:lnTo>
                  <a:pt x="36576" y="9905"/>
                </a:lnTo>
                <a:lnTo>
                  <a:pt x="36576" y="10123"/>
                </a:lnTo>
                <a:lnTo>
                  <a:pt x="41148" y="11429"/>
                </a:lnTo>
                <a:lnTo>
                  <a:pt x="41148" y="11683"/>
                </a:lnTo>
                <a:lnTo>
                  <a:pt x="44958" y="12953"/>
                </a:lnTo>
                <a:lnTo>
                  <a:pt x="44958" y="13563"/>
                </a:lnTo>
                <a:lnTo>
                  <a:pt x="47244" y="15392"/>
                </a:lnTo>
                <a:lnTo>
                  <a:pt x="47244" y="15239"/>
                </a:lnTo>
                <a:lnTo>
                  <a:pt x="51053" y="19049"/>
                </a:lnTo>
                <a:lnTo>
                  <a:pt x="51053" y="19557"/>
                </a:lnTo>
                <a:lnTo>
                  <a:pt x="52577" y="22097"/>
                </a:lnTo>
                <a:lnTo>
                  <a:pt x="52577" y="21335"/>
                </a:lnTo>
                <a:lnTo>
                  <a:pt x="54102" y="25145"/>
                </a:lnTo>
                <a:lnTo>
                  <a:pt x="54102" y="48767"/>
                </a:lnTo>
                <a:lnTo>
                  <a:pt x="54864" y="48767"/>
                </a:lnTo>
                <a:lnTo>
                  <a:pt x="57912" y="44957"/>
                </a:lnTo>
                <a:lnTo>
                  <a:pt x="58674" y="44195"/>
                </a:lnTo>
                <a:lnTo>
                  <a:pt x="60960" y="40385"/>
                </a:lnTo>
                <a:close/>
              </a:path>
              <a:path w="64135" h="57150">
                <a:moveTo>
                  <a:pt x="13716" y="39623"/>
                </a:moveTo>
                <a:lnTo>
                  <a:pt x="11430" y="35813"/>
                </a:lnTo>
                <a:lnTo>
                  <a:pt x="11430" y="36575"/>
                </a:lnTo>
                <a:lnTo>
                  <a:pt x="9906" y="32003"/>
                </a:lnTo>
                <a:lnTo>
                  <a:pt x="9906" y="49529"/>
                </a:lnTo>
                <a:lnTo>
                  <a:pt x="12954" y="51968"/>
                </a:lnTo>
                <a:lnTo>
                  <a:pt x="12954" y="38861"/>
                </a:lnTo>
                <a:lnTo>
                  <a:pt x="13716" y="39623"/>
                </a:lnTo>
                <a:close/>
              </a:path>
              <a:path w="6413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64135" h="57150">
                <a:moveTo>
                  <a:pt x="19812" y="54863"/>
                </a:moveTo>
                <a:lnTo>
                  <a:pt x="19812" y="44957"/>
                </a:lnTo>
                <a:lnTo>
                  <a:pt x="16002" y="41909"/>
                </a:lnTo>
                <a:lnTo>
                  <a:pt x="16002" y="42671"/>
                </a:lnTo>
                <a:lnTo>
                  <a:pt x="12954" y="38861"/>
                </a:lnTo>
                <a:lnTo>
                  <a:pt x="12954" y="51968"/>
                </a:lnTo>
                <a:lnTo>
                  <a:pt x="13716" y="52577"/>
                </a:lnTo>
                <a:lnTo>
                  <a:pt x="14478" y="52577"/>
                </a:lnTo>
                <a:lnTo>
                  <a:pt x="19050" y="54863"/>
                </a:lnTo>
                <a:lnTo>
                  <a:pt x="19812" y="54863"/>
                </a:lnTo>
                <a:close/>
              </a:path>
              <a:path w="64135" h="57150">
                <a:moveTo>
                  <a:pt x="19812" y="12953"/>
                </a:moveTo>
                <a:lnTo>
                  <a:pt x="19050" y="12953"/>
                </a:lnTo>
                <a:lnTo>
                  <a:pt x="19050" y="13563"/>
                </a:lnTo>
                <a:lnTo>
                  <a:pt x="19812" y="12953"/>
                </a:lnTo>
                <a:close/>
              </a:path>
              <a:path w="64135" h="57150">
                <a:moveTo>
                  <a:pt x="23622" y="56170"/>
                </a:moveTo>
                <a:lnTo>
                  <a:pt x="23622" y="46481"/>
                </a:lnTo>
                <a:lnTo>
                  <a:pt x="19050" y="44195"/>
                </a:lnTo>
                <a:lnTo>
                  <a:pt x="19812" y="44957"/>
                </a:lnTo>
                <a:lnTo>
                  <a:pt x="19812" y="55625"/>
                </a:lnTo>
                <a:lnTo>
                  <a:pt x="23622" y="56170"/>
                </a:lnTo>
                <a:close/>
              </a:path>
              <a:path w="64135" h="57150">
                <a:moveTo>
                  <a:pt x="23622" y="11429"/>
                </a:moveTo>
                <a:lnTo>
                  <a:pt x="22860" y="11429"/>
                </a:lnTo>
                <a:lnTo>
                  <a:pt x="22860" y="11683"/>
                </a:lnTo>
                <a:lnTo>
                  <a:pt x="23622" y="11429"/>
                </a:lnTo>
                <a:close/>
              </a:path>
              <a:path w="64135" h="57150">
                <a:moveTo>
                  <a:pt x="27432" y="47243"/>
                </a:moveTo>
                <a:lnTo>
                  <a:pt x="22860" y="45719"/>
                </a:lnTo>
                <a:lnTo>
                  <a:pt x="23622" y="46481"/>
                </a:lnTo>
                <a:lnTo>
                  <a:pt x="23622" y="56170"/>
                </a:lnTo>
                <a:lnTo>
                  <a:pt x="25146" y="56387"/>
                </a:lnTo>
                <a:lnTo>
                  <a:pt x="25908" y="56387"/>
                </a:lnTo>
                <a:lnTo>
                  <a:pt x="25908" y="57149"/>
                </a:lnTo>
                <a:lnTo>
                  <a:pt x="26670" y="57149"/>
                </a:lnTo>
                <a:lnTo>
                  <a:pt x="26670" y="47243"/>
                </a:lnTo>
                <a:lnTo>
                  <a:pt x="27432" y="47243"/>
                </a:lnTo>
                <a:close/>
              </a:path>
              <a:path w="64135" h="57150">
                <a:moveTo>
                  <a:pt x="27432" y="9905"/>
                </a:moveTo>
                <a:lnTo>
                  <a:pt x="26670" y="9905"/>
                </a:lnTo>
                <a:lnTo>
                  <a:pt x="26670" y="10159"/>
                </a:lnTo>
                <a:lnTo>
                  <a:pt x="27432" y="9905"/>
                </a:lnTo>
                <a:close/>
              </a:path>
              <a:path w="64135" h="57150">
                <a:moveTo>
                  <a:pt x="32004" y="57149"/>
                </a:moveTo>
                <a:lnTo>
                  <a:pt x="32004" y="48005"/>
                </a:lnTo>
                <a:lnTo>
                  <a:pt x="31242" y="48005"/>
                </a:lnTo>
                <a:lnTo>
                  <a:pt x="26670" y="47243"/>
                </a:lnTo>
                <a:lnTo>
                  <a:pt x="26670" y="57149"/>
                </a:lnTo>
                <a:lnTo>
                  <a:pt x="32004" y="57149"/>
                </a:lnTo>
                <a:close/>
              </a:path>
              <a:path w="64135" h="57150">
                <a:moveTo>
                  <a:pt x="31622" y="47951"/>
                </a:moveTo>
                <a:lnTo>
                  <a:pt x="31242" y="47897"/>
                </a:lnTo>
                <a:lnTo>
                  <a:pt x="31622" y="47951"/>
                </a:lnTo>
                <a:close/>
              </a:path>
              <a:path w="64135" h="57150">
                <a:moveTo>
                  <a:pt x="36576" y="57149"/>
                </a:moveTo>
                <a:lnTo>
                  <a:pt x="36576" y="47243"/>
                </a:lnTo>
                <a:lnTo>
                  <a:pt x="31622" y="47951"/>
                </a:lnTo>
                <a:lnTo>
                  <a:pt x="32004" y="48005"/>
                </a:lnTo>
                <a:lnTo>
                  <a:pt x="32004" y="57149"/>
                </a:lnTo>
                <a:lnTo>
                  <a:pt x="36576" y="57149"/>
                </a:lnTo>
                <a:close/>
              </a:path>
              <a:path w="64135" h="57150">
                <a:moveTo>
                  <a:pt x="36576" y="10123"/>
                </a:moveTo>
                <a:lnTo>
                  <a:pt x="36576" y="9905"/>
                </a:lnTo>
                <a:lnTo>
                  <a:pt x="35814" y="9905"/>
                </a:lnTo>
                <a:lnTo>
                  <a:pt x="36576" y="10123"/>
                </a:lnTo>
                <a:close/>
              </a:path>
              <a:path w="64135" h="57150">
                <a:moveTo>
                  <a:pt x="41148" y="45719"/>
                </a:moveTo>
                <a:lnTo>
                  <a:pt x="35814" y="47243"/>
                </a:lnTo>
                <a:lnTo>
                  <a:pt x="36576" y="47243"/>
                </a:lnTo>
                <a:lnTo>
                  <a:pt x="36576" y="57149"/>
                </a:lnTo>
                <a:lnTo>
                  <a:pt x="38100" y="57149"/>
                </a:lnTo>
                <a:lnTo>
                  <a:pt x="38100" y="56387"/>
                </a:lnTo>
                <a:lnTo>
                  <a:pt x="38862" y="56387"/>
                </a:lnTo>
                <a:lnTo>
                  <a:pt x="40386" y="56133"/>
                </a:lnTo>
                <a:lnTo>
                  <a:pt x="40386" y="46481"/>
                </a:lnTo>
                <a:lnTo>
                  <a:pt x="41148" y="45719"/>
                </a:lnTo>
                <a:close/>
              </a:path>
              <a:path w="64135" h="57150">
                <a:moveTo>
                  <a:pt x="41148" y="11683"/>
                </a:moveTo>
                <a:lnTo>
                  <a:pt x="41148" y="11429"/>
                </a:lnTo>
                <a:lnTo>
                  <a:pt x="40386" y="11429"/>
                </a:lnTo>
                <a:lnTo>
                  <a:pt x="41148" y="11683"/>
                </a:lnTo>
                <a:close/>
              </a:path>
              <a:path w="64135" h="57150">
                <a:moveTo>
                  <a:pt x="44958" y="44195"/>
                </a:moveTo>
                <a:lnTo>
                  <a:pt x="40386" y="46481"/>
                </a:lnTo>
                <a:lnTo>
                  <a:pt x="40386" y="56133"/>
                </a:lnTo>
                <a:lnTo>
                  <a:pt x="43434" y="55625"/>
                </a:lnTo>
                <a:lnTo>
                  <a:pt x="44196" y="54863"/>
                </a:lnTo>
                <a:lnTo>
                  <a:pt x="44196" y="44957"/>
                </a:lnTo>
                <a:lnTo>
                  <a:pt x="44958" y="44195"/>
                </a:lnTo>
                <a:close/>
              </a:path>
              <a:path w="64135" h="57150">
                <a:moveTo>
                  <a:pt x="44958" y="13563"/>
                </a:moveTo>
                <a:lnTo>
                  <a:pt x="44958" y="12953"/>
                </a:lnTo>
                <a:lnTo>
                  <a:pt x="44196" y="12953"/>
                </a:lnTo>
                <a:lnTo>
                  <a:pt x="44958" y="13563"/>
                </a:lnTo>
                <a:close/>
              </a:path>
              <a:path w="64135" h="57150">
                <a:moveTo>
                  <a:pt x="48005" y="41909"/>
                </a:moveTo>
                <a:lnTo>
                  <a:pt x="44196" y="44957"/>
                </a:lnTo>
                <a:lnTo>
                  <a:pt x="44196" y="54863"/>
                </a:lnTo>
                <a:lnTo>
                  <a:pt x="47244" y="53339"/>
                </a:lnTo>
                <a:lnTo>
                  <a:pt x="47244" y="42671"/>
                </a:lnTo>
                <a:lnTo>
                  <a:pt x="48005" y="41909"/>
                </a:lnTo>
                <a:close/>
              </a:path>
              <a:path w="64135" h="57150">
                <a:moveTo>
                  <a:pt x="48005" y="16001"/>
                </a:moveTo>
                <a:lnTo>
                  <a:pt x="47244" y="15239"/>
                </a:lnTo>
                <a:lnTo>
                  <a:pt x="47244" y="15392"/>
                </a:lnTo>
                <a:lnTo>
                  <a:pt x="48005" y="16001"/>
                </a:lnTo>
                <a:close/>
              </a:path>
              <a:path w="64135" h="57150">
                <a:moveTo>
                  <a:pt x="51053" y="51561"/>
                </a:moveTo>
                <a:lnTo>
                  <a:pt x="51053" y="38861"/>
                </a:lnTo>
                <a:lnTo>
                  <a:pt x="47244" y="42671"/>
                </a:lnTo>
                <a:lnTo>
                  <a:pt x="47244" y="53339"/>
                </a:lnTo>
                <a:lnTo>
                  <a:pt x="48768" y="52577"/>
                </a:lnTo>
                <a:lnTo>
                  <a:pt x="49530" y="52577"/>
                </a:lnTo>
                <a:lnTo>
                  <a:pt x="51053" y="51561"/>
                </a:lnTo>
                <a:close/>
              </a:path>
              <a:path w="64135" h="57150">
                <a:moveTo>
                  <a:pt x="51053" y="19557"/>
                </a:moveTo>
                <a:lnTo>
                  <a:pt x="51053" y="19049"/>
                </a:lnTo>
                <a:lnTo>
                  <a:pt x="50292" y="18287"/>
                </a:lnTo>
                <a:lnTo>
                  <a:pt x="51053" y="19557"/>
                </a:lnTo>
                <a:close/>
              </a:path>
              <a:path w="64135" h="57150">
                <a:moveTo>
                  <a:pt x="54102" y="49529"/>
                </a:moveTo>
                <a:lnTo>
                  <a:pt x="54102" y="32003"/>
                </a:lnTo>
                <a:lnTo>
                  <a:pt x="52577" y="36575"/>
                </a:lnTo>
                <a:lnTo>
                  <a:pt x="52577" y="35813"/>
                </a:lnTo>
                <a:lnTo>
                  <a:pt x="50292" y="39623"/>
                </a:lnTo>
                <a:lnTo>
                  <a:pt x="51053" y="38861"/>
                </a:lnTo>
                <a:lnTo>
                  <a:pt x="51053" y="51561"/>
                </a:lnTo>
                <a:lnTo>
                  <a:pt x="54102" y="49529"/>
                </a:lnTo>
                <a:close/>
              </a:path>
              <a:path w="64135" h="57150">
                <a:moveTo>
                  <a:pt x="54102" y="28193"/>
                </a:moveTo>
                <a:lnTo>
                  <a:pt x="54102" y="25145"/>
                </a:lnTo>
                <a:lnTo>
                  <a:pt x="53340" y="24383"/>
                </a:lnTo>
                <a:lnTo>
                  <a:pt x="54038" y="28574"/>
                </a:lnTo>
                <a:lnTo>
                  <a:pt x="54102" y="28193"/>
                </a:lnTo>
                <a:close/>
              </a:path>
              <a:path w="64135" h="57150">
                <a:moveTo>
                  <a:pt x="54102" y="32003"/>
                </a:moveTo>
                <a:lnTo>
                  <a:pt x="54102" y="28955"/>
                </a:lnTo>
                <a:lnTo>
                  <a:pt x="54038" y="28574"/>
                </a:lnTo>
                <a:lnTo>
                  <a:pt x="53340" y="32765"/>
                </a:lnTo>
                <a:lnTo>
                  <a:pt x="54102" y="32003"/>
                </a:lnTo>
                <a:close/>
              </a:path>
              <a:path w="64135" h="57150">
                <a:moveTo>
                  <a:pt x="54102" y="28955"/>
                </a:moveTo>
                <a:lnTo>
                  <a:pt x="54102" y="28193"/>
                </a:lnTo>
                <a:lnTo>
                  <a:pt x="54038" y="28574"/>
                </a:lnTo>
                <a:lnTo>
                  <a:pt x="54102" y="28955"/>
                </a:lnTo>
                <a:close/>
              </a:path>
              <a:path w="64135" h="57150">
                <a:moveTo>
                  <a:pt x="63246" y="35051"/>
                </a:moveTo>
                <a:lnTo>
                  <a:pt x="63246" y="22859"/>
                </a:lnTo>
                <a:lnTo>
                  <a:pt x="62484" y="22097"/>
                </a:lnTo>
                <a:lnTo>
                  <a:pt x="60960" y="17525"/>
                </a:lnTo>
                <a:lnTo>
                  <a:pt x="60960" y="39623"/>
                </a:lnTo>
                <a:lnTo>
                  <a:pt x="62484" y="35051"/>
                </a:lnTo>
                <a:lnTo>
                  <a:pt x="63246" y="35051"/>
                </a:lnTo>
                <a:close/>
              </a:path>
              <a:path w="64135" h="57150">
                <a:moveTo>
                  <a:pt x="64008" y="28955"/>
                </a:moveTo>
                <a:lnTo>
                  <a:pt x="64008" y="28193"/>
                </a:lnTo>
                <a:lnTo>
                  <a:pt x="63246" y="23621"/>
                </a:lnTo>
                <a:lnTo>
                  <a:pt x="63246" y="34289"/>
                </a:lnTo>
                <a:lnTo>
                  <a:pt x="64008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9" name="object 70">
            <a:extLst>
              <a:ext uri="{FF2B5EF4-FFF2-40B4-BE49-F238E27FC236}">
                <a16:creationId xmlns:a16="http://schemas.microsoft.com/office/drawing/2014/main" id="{7911E3C1-BFB0-44CC-8829-E81B95A35F6F}"/>
              </a:ext>
            </a:extLst>
          </p:cNvPr>
          <p:cNvSpPr/>
          <p:nvPr/>
        </p:nvSpPr>
        <p:spPr>
          <a:xfrm>
            <a:off x="4177172" y="2275380"/>
            <a:ext cx="82475" cy="806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41" name="object 71">
            <a:extLst>
              <a:ext uri="{FF2B5EF4-FFF2-40B4-BE49-F238E27FC236}">
                <a16:creationId xmlns:a16="http://schemas.microsoft.com/office/drawing/2014/main" id="{571F8C8C-73ED-4276-977D-BA5DDB1949FB}"/>
              </a:ext>
            </a:extLst>
          </p:cNvPr>
          <p:cNvSpPr/>
          <p:nvPr/>
        </p:nvSpPr>
        <p:spPr>
          <a:xfrm>
            <a:off x="6822883" y="3626051"/>
            <a:ext cx="71717" cy="60512"/>
          </a:xfrm>
          <a:custGeom>
            <a:avLst/>
            <a:gdLst/>
            <a:ahLst/>
            <a:cxnLst/>
            <a:rect l="l" t="t" r="r" b="b"/>
            <a:pathLst>
              <a:path w="60960" h="51435">
                <a:moveTo>
                  <a:pt x="60960" y="25908"/>
                </a:moveTo>
                <a:lnTo>
                  <a:pt x="58554" y="15751"/>
                </a:lnTo>
                <a:lnTo>
                  <a:pt x="52006" y="7524"/>
                </a:lnTo>
                <a:lnTo>
                  <a:pt x="42314" y="2012"/>
                </a:lnTo>
                <a:lnTo>
                  <a:pt x="30480" y="0"/>
                </a:lnTo>
                <a:lnTo>
                  <a:pt x="18645" y="2012"/>
                </a:lnTo>
                <a:lnTo>
                  <a:pt x="8953" y="7524"/>
                </a:lnTo>
                <a:lnTo>
                  <a:pt x="2405" y="15751"/>
                </a:lnTo>
                <a:lnTo>
                  <a:pt x="0" y="25908"/>
                </a:lnTo>
                <a:lnTo>
                  <a:pt x="2405" y="35623"/>
                </a:lnTo>
                <a:lnTo>
                  <a:pt x="8953" y="43624"/>
                </a:lnTo>
                <a:lnTo>
                  <a:pt x="18645" y="49053"/>
                </a:lnTo>
                <a:lnTo>
                  <a:pt x="30480" y="51054"/>
                </a:lnTo>
                <a:lnTo>
                  <a:pt x="42314" y="49053"/>
                </a:lnTo>
                <a:lnTo>
                  <a:pt x="52006" y="43624"/>
                </a:lnTo>
                <a:lnTo>
                  <a:pt x="58554" y="35623"/>
                </a:lnTo>
                <a:lnTo>
                  <a:pt x="60960" y="259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43" name="object 72">
            <a:extLst>
              <a:ext uri="{FF2B5EF4-FFF2-40B4-BE49-F238E27FC236}">
                <a16:creationId xmlns:a16="http://schemas.microsoft.com/office/drawing/2014/main" id="{A2355EF5-FC4F-4780-924F-5F3900B8F4FC}"/>
              </a:ext>
            </a:extLst>
          </p:cNvPr>
          <p:cNvSpPr/>
          <p:nvPr/>
        </p:nvSpPr>
        <p:spPr>
          <a:xfrm>
            <a:off x="6817505" y="3620672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10"/>
                </a:moveTo>
                <a:lnTo>
                  <a:pt x="3047" y="18288"/>
                </a:lnTo>
                <a:lnTo>
                  <a:pt x="1523" y="21336"/>
                </a:lnTo>
                <a:lnTo>
                  <a:pt x="0" y="27432"/>
                </a:lnTo>
                <a:lnTo>
                  <a:pt x="0" y="30480"/>
                </a:lnTo>
                <a:lnTo>
                  <a:pt x="762" y="33528"/>
                </a:lnTo>
                <a:lnTo>
                  <a:pt x="762" y="36576"/>
                </a:lnTo>
                <a:lnTo>
                  <a:pt x="2286" y="39624"/>
                </a:lnTo>
                <a:lnTo>
                  <a:pt x="3048" y="41910"/>
                </a:lnTo>
                <a:close/>
              </a:path>
              <a:path w="70485" h="60325">
                <a:moveTo>
                  <a:pt x="6096" y="47244"/>
                </a:moveTo>
                <a:lnTo>
                  <a:pt x="6095" y="13716"/>
                </a:lnTo>
                <a:lnTo>
                  <a:pt x="3047" y="17526"/>
                </a:lnTo>
                <a:lnTo>
                  <a:pt x="3048" y="42672"/>
                </a:lnTo>
                <a:lnTo>
                  <a:pt x="6096" y="47244"/>
                </a:lnTo>
                <a:close/>
              </a:path>
              <a:path w="70485" h="60325">
                <a:moveTo>
                  <a:pt x="54102" y="16002"/>
                </a:move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001" y="4572"/>
                </a:lnTo>
                <a:lnTo>
                  <a:pt x="16001" y="5334"/>
                </a:lnTo>
                <a:lnTo>
                  <a:pt x="15239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10667" y="9144"/>
                </a:lnTo>
                <a:lnTo>
                  <a:pt x="6857" y="12954"/>
                </a:lnTo>
                <a:lnTo>
                  <a:pt x="6095" y="12954"/>
                </a:lnTo>
                <a:lnTo>
                  <a:pt x="6096" y="48006"/>
                </a:lnTo>
                <a:lnTo>
                  <a:pt x="6858" y="48006"/>
                </a:lnTo>
                <a:lnTo>
                  <a:pt x="9906" y="51054"/>
                </a:lnTo>
                <a:lnTo>
                  <a:pt x="9906" y="25908"/>
                </a:lnTo>
                <a:lnTo>
                  <a:pt x="10668" y="24384"/>
                </a:lnTo>
                <a:lnTo>
                  <a:pt x="11430" y="22098"/>
                </a:lnTo>
                <a:lnTo>
                  <a:pt x="11430" y="22860"/>
                </a:lnTo>
                <a:lnTo>
                  <a:pt x="13716" y="19050"/>
                </a:lnTo>
                <a:lnTo>
                  <a:pt x="13716" y="19812"/>
                </a:lnTo>
                <a:lnTo>
                  <a:pt x="16763" y="16764"/>
                </a:lnTo>
                <a:lnTo>
                  <a:pt x="16763" y="16002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4102" y="16002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8"/>
                </a:lnTo>
                <a:lnTo>
                  <a:pt x="13716" y="41148"/>
                </a:lnTo>
                <a:lnTo>
                  <a:pt x="13716" y="41910"/>
                </a:lnTo>
                <a:lnTo>
                  <a:pt x="11430" y="37338"/>
                </a:lnTo>
                <a:lnTo>
                  <a:pt x="11430" y="38100"/>
                </a:lnTo>
                <a:lnTo>
                  <a:pt x="10668" y="35814"/>
                </a:lnTo>
                <a:lnTo>
                  <a:pt x="9906" y="34290"/>
                </a:lnTo>
                <a:lnTo>
                  <a:pt x="9906" y="51054"/>
                </a:lnTo>
                <a:lnTo>
                  <a:pt x="11430" y="52578"/>
                </a:lnTo>
                <a:lnTo>
                  <a:pt x="15240" y="55626"/>
                </a:lnTo>
                <a:lnTo>
                  <a:pt x="16002" y="55626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6002"/>
                </a:moveTo>
                <a:lnTo>
                  <a:pt x="16763" y="16002"/>
                </a:lnTo>
                <a:lnTo>
                  <a:pt x="16763" y="16764"/>
                </a:lnTo>
                <a:lnTo>
                  <a:pt x="17526" y="16002"/>
                </a:lnTo>
                <a:close/>
              </a:path>
              <a:path w="70485" h="60325">
                <a:moveTo>
                  <a:pt x="21336" y="47244"/>
                </a:moveTo>
                <a:lnTo>
                  <a:pt x="16763" y="44196"/>
                </a:lnTo>
                <a:lnTo>
                  <a:pt x="17526" y="44958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4"/>
                </a:lnTo>
                <a:lnTo>
                  <a:pt x="21336" y="47244"/>
                </a:lnTo>
                <a:close/>
              </a:path>
              <a:path w="70485" h="60325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60325">
                <a:moveTo>
                  <a:pt x="25146" y="59436"/>
                </a:moveTo>
                <a:lnTo>
                  <a:pt x="25146" y="49530"/>
                </a:lnTo>
                <a:lnTo>
                  <a:pt x="20574" y="47244"/>
                </a:lnTo>
                <a:lnTo>
                  <a:pt x="20574" y="57585"/>
                </a:lnTo>
                <a:lnTo>
                  <a:pt x="21336" y="57912"/>
                </a:lnTo>
                <a:lnTo>
                  <a:pt x="22098" y="57912"/>
                </a:lnTo>
                <a:lnTo>
                  <a:pt x="22098" y="58674"/>
                </a:lnTo>
                <a:lnTo>
                  <a:pt x="25146" y="59436"/>
                </a:lnTo>
                <a:close/>
              </a:path>
              <a:path w="70485" h="60325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60325">
                <a:moveTo>
                  <a:pt x="30480" y="50292"/>
                </a:moveTo>
                <a:lnTo>
                  <a:pt x="24384" y="48768"/>
                </a:lnTo>
                <a:lnTo>
                  <a:pt x="25146" y="49530"/>
                </a:lnTo>
                <a:lnTo>
                  <a:pt x="25146" y="59436"/>
                </a:lnTo>
                <a:lnTo>
                  <a:pt x="28194" y="60198"/>
                </a:lnTo>
                <a:lnTo>
                  <a:pt x="29718" y="60198"/>
                </a:lnTo>
                <a:lnTo>
                  <a:pt x="29718" y="50292"/>
                </a:lnTo>
                <a:lnTo>
                  <a:pt x="30480" y="50292"/>
                </a:lnTo>
                <a:close/>
              </a:path>
              <a:path w="70485" h="60325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60325">
                <a:moveTo>
                  <a:pt x="35814" y="60198"/>
                </a:moveTo>
                <a:lnTo>
                  <a:pt x="35814" y="51054"/>
                </a:lnTo>
                <a:lnTo>
                  <a:pt x="35052" y="51054"/>
                </a:lnTo>
                <a:lnTo>
                  <a:pt x="29718" y="50292"/>
                </a:lnTo>
                <a:lnTo>
                  <a:pt x="29718" y="60198"/>
                </a:lnTo>
                <a:lnTo>
                  <a:pt x="35814" y="60198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8"/>
                </a:moveTo>
                <a:lnTo>
                  <a:pt x="41148" y="50292"/>
                </a:lnTo>
                <a:lnTo>
                  <a:pt x="35433" y="51006"/>
                </a:lnTo>
                <a:lnTo>
                  <a:pt x="35814" y="51054"/>
                </a:lnTo>
                <a:lnTo>
                  <a:pt x="35814" y="60198"/>
                </a:lnTo>
                <a:lnTo>
                  <a:pt x="41148" y="60198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8"/>
                </a:moveTo>
                <a:lnTo>
                  <a:pt x="40386" y="50292"/>
                </a:lnTo>
                <a:lnTo>
                  <a:pt x="41148" y="50292"/>
                </a:lnTo>
                <a:lnTo>
                  <a:pt x="41148" y="60198"/>
                </a:lnTo>
                <a:lnTo>
                  <a:pt x="42672" y="60198"/>
                </a:lnTo>
                <a:lnTo>
                  <a:pt x="44958" y="59544"/>
                </a:lnTo>
                <a:lnTo>
                  <a:pt x="44958" y="49530"/>
                </a:lnTo>
                <a:lnTo>
                  <a:pt x="45720" y="48768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4"/>
                </a:lnTo>
                <a:lnTo>
                  <a:pt x="44958" y="49530"/>
                </a:lnTo>
                <a:lnTo>
                  <a:pt x="44958" y="59544"/>
                </a:lnTo>
                <a:lnTo>
                  <a:pt x="48006" y="58674"/>
                </a:lnTo>
                <a:lnTo>
                  <a:pt x="48006" y="57912"/>
                </a:lnTo>
                <a:lnTo>
                  <a:pt x="48768" y="57912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4"/>
                </a:lnTo>
                <a:lnTo>
                  <a:pt x="50292" y="47244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8"/>
                </a:lnTo>
                <a:lnTo>
                  <a:pt x="53775" y="44413"/>
                </a:lnTo>
                <a:close/>
              </a:path>
              <a:path w="70485" h="60325">
                <a:moveTo>
                  <a:pt x="64008" y="48006"/>
                </a:moveTo>
                <a:lnTo>
                  <a:pt x="64008" y="12954"/>
                </a:lnTo>
                <a:lnTo>
                  <a:pt x="63246" y="12954"/>
                </a:lnTo>
                <a:lnTo>
                  <a:pt x="60198" y="9144"/>
                </a:lnTo>
                <a:lnTo>
                  <a:pt x="59436" y="9144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5334"/>
                </a:lnTo>
                <a:lnTo>
                  <a:pt x="54102" y="16002"/>
                </a:lnTo>
                <a:lnTo>
                  <a:pt x="53340" y="16002"/>
                </a:lnTo>
                <a:lnTo>
                  <a:pt x="56388" y="19812"/>
                </a:lnTo>
                <a:lnTo>
                  <a:pt x="56388" y="19050"/>
                </a:lnTo>
                <a:lnTo>
                  <a:pt x="58674" y="22860"/>
                </a:lnTo>
                <a:lnTo>
                  <a:pt x="58674" y="22098"/>
                </a:lnTo>
                <a:lnTo>
                  <a:pt x="60198" y="26670"/>
                </a:lnTo>
                <a:lnTo>
                  <a:pt x="60198" y="51816"/>
                </a:lnTo>
                <a:lnTo>
                  <a:pt x="63246" y="48006"/>
                </a:lnTo>
                <a:lnTo>
                  <a:pt x="64008" y="48006"/>
                </a:lnTo>
                <a:close/>
              </a:path>
              <a:path w="70485" h="60325">
                <a:moveTo>
                  <a:pt x="54102" y="44196"/>
                </a:moveTo>
                <a:lnTo>
                  <a:pt x="53775" y="44413"/>
                </a:lnTo>
                <a:lnTo>
                  <a:pt x="53340" y="44958"/>
                </a:lnTo>
                <a:lnTo>
                  <a:pt x="54102" y="44196"/>
                </a:lnTo>
                <a:close/>
              </a:path>
              <a:path w="70485" h="60325">
                <a:moveTo>
                  <a:pt x="54102" y="55626"/>
                </a:moveTo>
                <a:lnTo>
                  <a:pt x="54102" y="44196"/>
                </a:lnTo>
                <a:lnTo>
                  <a:pt x="53340" y="44958"/>
                </a:lnTo>
                <a:lnTo>
                  <a:pt x="53340" y="55952"/>
                </a:lnTo>
                <a:lnTo>
                  <a:pt x="54102" y="55626"/>
                </a:lnTo>
                <a:close/>
              </a:path>
              <a:path w="70485" h="60325">
                <a:moveTo>
                  <a:pt x="60198" y="51816"/>
                </a:moveTo>
                <a:lnTo>
                  <a:pt x="60198" y="33528"/>
                </a:lnTo>
                <a:lnTo>
                  <a:pt x="58674" y="38862"/>
                </a:lnTo>
                <a:lnTo>
                  <a:pt x="58674" y="37338"/>
                </a:lnTo>
                <a:lnTo>
                  <a:pt x="56388" y="41910"/>
                </a:lnTo>
                <a:lnTo>
                  <a:pt x="56388" y="41148"/>
                </a:lnTo>
                <a:lnTo>
                  <a:pt x="53775" y="44413"/>
                </a:lnTo>
                <a:lnTo>
                  <a:pt x="54102" y="44196"/>
                </a:lnTo>
                <a:lnTo>
                  <a:pt x="54102" y="55626"/>
                </a:lnTo>
                <a:lnTo>
                  <a:pt x="54864" y="55626"/>
                </a:lnTo>
                <a:lnTo>
                  <a:pt x="59436" y="52578"/>
                </a:lnTo>
                <a:lnTo>
                  <a:pt x="59436" y="51816"/>
                </a:lnTo>
                <a:lnTo>
                  <a:pt x="60198" y="51816"/>
                </a:lnTo>
                <a:close/>
              </a:path>
              <a:path w="70485" h="60325">
                <a:moveTo>
                  <a:pt x="67056" y="42672"/>
                </a:moveTo>
                <a:lnTo>
                  <a:pt x="67056" y="17526"/>
                </a:lnTo>
                <a:lnTo>
                  <a:pt x="64008" y="13716"/>
                </a:lnTo>
                <a:lnTo>
                  <a:pt x="64008" y="47244"/>
                </a:lnTo>
                <a:lnTo>
                  <a:pt x="67056" y="42672"/>
                </a:lnTo>
                <a:close/>
              </a:path>
              <a:path w="70485" h="60325">
                <a:moveTo>
                  <a:pt x="69342" y="37338"/>
                </a:moveTo>
                <a:lnTo>
                  <a:pt x="69342" y="23622"/>
                </a:lnTo>
                <a:lnTo>
                  <a:pt x="67056" y="19050"/>
                </a:lnTo>
                <a:lnTo>
                  <a:pt x="67056" y="41910"/>
                </a:lnTo>
                <a:lnTo>
                  <a:pt x="69342" y="37338"/>
                </a:lnTo>
                <a:close/>
              </a:path>
              <a:path w="70485" h="60325">
                <a:moveTo>
                  <a:pt x="70104" y="33528"/>
                </a:moveTo>
                <a:lnTo>
                  <a:pt x="70104" y="26670"/>
                </a:lnTo>
                <a:lnTo>
                  <a:pt x="69342" y="24384"/>
                </a:lnTo>
                <a:lnTo>
                  <a:pt x="69342" y="36576"/>
                </a:lnTo>
                <a:lnTo>
                  <a:pt x="7010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45" name="object 73">
            <a:extLst>
              <a:ext uri="{FF2B5EF4-FFF2-40B4-BE49-F238E27FC236}">
                <a16:creationId xmlns:a16="http://schemas.microsoft.com/office/drawing/2014/main" id="{9250713B-5C5E-4908-880B-7A0A22B3DD2B}"/>
              </a:ext>
            </a:extLst>
          </p:cNvPr>
          <p:cNvSpPr/>
          <p:nvPr/>
        </p:nvSpPr>
        <p:spPr>
          <a:xfrm>
            <a:off x="5385841" y="4007050"/>
            <a:ext cx="73511" cy="6813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47" name="object 74">
            <a:extLst>
              <a:ext uri="{FF2B5EF4-FFF2-40B4-BE49-F238E27FC236}">
                <a16:creationId xmlns:a16="http://schemas.microsoft.com/office/drawing/2014/main" id="{EA1645A9-48CF-4F1F-8E84-3F8CEBB1A34A}"/>
              </a:ext>
            </a:extLst>
          </p:cNvPr>
          <p:cNvSpPr/>
          <p:nvPr/>
        </p:nvSpPr>
        <p:spPr>
          <a:xfrm>
            <a:off x="7742094" y="3257743"/>
            <a:ext cx="80681" cy="7250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49" name="object 75">
            <a:extLst>
              <a:ext uri="{FF2B5EF4-FFF2-40B4-BE49-F238E27FC236}">
                <a16:creationId xmlns:a16="http://schemas.microsoft.com/office/drawing/2014/main" id="{931E0D1A-2A62-489F-ADF7-CF65E9774EF8}"/>
              </a:ext>
            </a:extLst>
          </p:cNvPr>
          <p:cNvSpPr/>
          <p:nvPr/>
        </p:nvSpPr>
        <p:spPr>
          <a:xfrm>
            <a:off x="7048542" y="4132094"/>
            <a:ext cx="69476" cy="61257"/>
          </a:xfrm>
          <a:custGeom>
            <a:avLst/>
            <a:gdLst/>
            <a:ahLst/>
            <a:cxnLst/>
            <a:rect l="l" t="t" r="r" b="b"/>
            <a:pathLst>
              <a:path w="59054" h="52070">
                <a:moveTo>
                  <a:pt x="58662" y="26348"/>
                </a:moveTo>
                <a:lnTo>
                  <a:pt x="58126" y="16394"/>
                </a:lnTo>
                <a:lnTo>
                  <a:pt x="52613" y="7596"/>
                </a:lnTo>
                <a:lnTo>
                  <a:pt x="43743" y="2012"/>
                </a:lnTo>
                <a:lnTo>
                  <a:pt x="32730" y="0"/>
                </a:lnTo>
                <a:lnTo>
                  <a:pt x="20788" y="1916"/>
                </a:lnTo>
                <a:lnTo>
                  <a:pt x="10620" y="7584"/>
                </a:lnTo>
                <a:lnTo>
                  <a:pt x="3452" y="15823"/>
                </a:lnTo>
                <a:lnTo>
                  <a:pt x="0" y="25491"/>
                </a:lnTo>
                <a:lnTo>
                  <a:pt x="976" y="35444"/>
                </a:lnTo>
                <a:lnTo>
                  <a:pt x="6048" y="43922"/>
                </a:lnTo>
                <a:lnTo>
                  <a:pt x="14692" y="49541"/>
                </a:lnTo>
                <a:lnTo>
                  <a:pt x="25622" y="51732"/>
                </a:lnTo>
                <a:lnTo>
                  <a:pt x="37552" y="49922"/>
                </a:lnTo>
                <a:lnTo>
                  <a:pt x="47732" y="44255"/>
                </a:lnTo>
                <a:lnTo>
                  <a:pt x="54983" y="36016"/>
                </a:lnTo>
                <a:lnTo>
                  <a:pt x="58662" y="263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1" name="object 76">
            <a:extLst>
              <a:ext uri="{FF2B5EF4-FFF2-40B4-BE49-F238E27FC236}">
                <a16:creationId xmlns:a16="http://schemas.microsoft.com/office/drawing/2014/main" id="{496BFAC6-E693-4FA8-85AC-D63FE461FEFC}"/>
              </a:ext>
            </a:extLst>
          </p:cNvPr>
          <p:cNvSpPr/>
          <p:nvPr/>
        </p:nvSpPr>
        <p:spPr>
          <a:xfrm>
            <a:off x="7042517" y="4126409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893"/>
                </a:moveTo>
                <a:lnTo>
                  <a:pt x="18288" y="15893"/>
                </a:lnTo>
                <a:lnTo>
                  <a:pt x="18288" y="5225"/>
                </a:lnTo>
                <a:lnTo>
                  <a:pt x="12954" y="8273"/>
                </a:lnTo>
                <a:lnTo>
                  <a:pt x="8382" y="12845"/>
                </a:lnTo>
                <a:lnTo>
                  <a:pt x="7620" y="12845"/>
                </a:lnTo>
                <a:lnTo>
                  <a:pt x="7620" y="13607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4275"/>
                </a:lnTo>
                <a:lnTo>
                  <a:pt x="0" y="28847"/>
                </a:lnTo>
                <a:lnTo>
                  <a:pt x="0" y="35705"/>
                </a:lnTo>
                <a:lnTo>
                  <a:pt x="2286" y="44849"/>
                </a:lnTo>
                <a:lnTo>
                  <a:pt x="3810" y="47897"/>
                </a:lnTo>
                <a:lnTo>
                  <a:pt x="6096" y="50183"/>
                </a:lnTo>
                <a:lnTo>
                  <a:pt x="7620" y="52469"/>
                </a:lnTo>
                <a:lnTo>
                  <a:pt x="8382" y="52469"/>
                </a:lnTo>
                <a:lnTo>
                  <a:pt x="9144" y="53078"/>
                </a:lnTo>
                <a:lnTo>
                  <a:pt x="9144" y="31133"/>
                </a:lnTo>
                <a:lnTo>
                  <a:pt x="10668" y="26561"/>
                </a:lnTo>
                <a:lnTo>
                  <a:pt x="10668" y="27323"/>
                </a:lnTo>
                <a:lnTo>
                  <a:pt x="12192" y="24275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close/>
              </a:path>
              <a:path w="68579" h="62229">
                <a:moveTo>
                  <a:pt x="9906" y="30371"/>
                </a:moveTo>
                <a:lnTo>
                  <a:pt x="9144" y="31133"/>
                </a:lnTo>
                <a:lnTo>
                  <a:pt x="9144" y="32657"/>
                </a:lnTo>
                <a:lnTo>
                  <a:pt x="9906" y="30371"/>
                </a:lnTo>
                <a:close/>
              </a:path>
              <a:path w="68579" h="62229">
                <a:moveTo>
                  <a:pt x="18288" y="58565"/>
                </a:moveTo>
                <a:lnTo>
                  <a:pt x="18288" y="48659"/>
                </a:lnTo>
                <a:lnTo>
                  <a:pt x="14478" y="44849"/>
                </a:lnTo>
                <a:lnTo>
                  <a:pt x="14478" y="45611"/>
                </a:lnTo>
                <a:lnTo>
                  <a:pt x="12954" y="44087"/>
                </a:lnTo>
                <a:lnTo>
                  <a:pt x="12192" y="41801"/>
                </a:lnTo>
                <a:lnTo>
                  <a:pt x="10668" y="40277"/>
                </a:lnTo>
                <a:lnTo>
                  <a:pt x="9906" y="38753"/>
                </a:lnTo>
                <a:lnTo>
                  <a:pt x="9906" y="36467"/>
                </a:lnTo>
                <a:lnTo>
                  <a:pt x="9144" y="34943"/>
                </a:lnTo>
                <a:lnTo>
                  <a:pt x="9144" y="53078"/>
                </a:lnTo>
                <a:lnTo>
                  <a:pt x="12192" y="55517"/>
                </a:lnTo>
                <a:lnTo>
                  <a:pt x="12192" y="56279"/>
                </a:lnTo>
                <a:lnTo>
                  <a:pt x="12954" y="56279"/>
                </a:lnTo>
                <a:lnTo>
                  <a:pt x="17526" y="58565"/>
                </a:lnTo>
                <a:lnTo>
                  <a:pt x="18288" y="58565"/>
                </a:lnTo>
                <a:close/>
              </a:path>
              <a:path w="68579" h="62229">
                <a:moveTo>
                  <a:pt x="12954" y="22751"/>
                </a:moveTo>
                <a:lnTo>
                  <a:pt x="12192" y="23513"/>
                </a:lnTo>
                <a:lnTo>
                  <a:pt x="12192" y="24275"/>
                </a:lnTo>
                <a:lnTo>
                  <a:pt x="12954" y="22751"/>
                </a:lnTo>
                <a:close/>
              </a:path>
              <a:path w="68579" h="62229">
                <a:moveTo>
                  <a:pt x="22098" y="50183"/>
                </a:moveTo>
                <a:lnTo>
                  <a:pt x="17526" y="47897"/>
                </a:lnTo>
                <a:lnTo>
                  <a:pt x="18288" y="48659"/>
                </a:lnTo>
                <a:lnTo>
                  <a:pt x="18288" y="59327"/>
                </a:lnTo>
                <a:lnTo>
                  <a:pt x="21336" y="60198"/>
                </a:lnTo>
                <a:lnTo>
                  <a:pt x="21336" y="50183"/>
                </a:lnTo>
                <a:lnTo>
                  <a:pt x="22098" y="50183"/>
                </a:lnTo>
                <a:close/>
              </a:path>
              <a:path w="68579" h="62229">
                <a:moveTo>
                  <a:pt x="60960" y="48659"/>
                </a:moveTo>
                <a:lnTo>
                  <a:pt x="60960" y="9035"/>
                </a:lnTo>
                <a:lnTo>
                  <a:pt x="60198" y="9035"/>
                </a:lnTo>
                <a:lnTo>
                  <a:pt x="56388" y="5225"/>
                </a:lnTo>
                <a:lnTo>
                  <a:pt x="55626" y="5225"/>
                </a:lnTo>
                <a:lnTo>
                  <a:pt x="51054" y="2939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4463"/>
                </a:lnTo>
                <a:lnTo>
                  <a:pt x="18288" y="4463"/>
                </a:lnTo>
                <a:lnTo>
                  <a:pt x="18288" y="15893"/>
                </a:lnTo>
                <a:lnTo>
                  <a:pt x="23622" y="12845"/>
                </a:lnTo>
                <a:lnTo>
                  <a:pt x="23622" y="13280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232"/>
                </a:lnTo>
                <a:lnTo>
                  <a:pt x="47244" y="11321"/>
                </a:lnTo>
                <a:lnTo>
                  <a:pt x="47244" y="11702"/>
                </a:lnTo>
                <a:lnTo>
                  <a:pt x="50292" y="13226"/>
                </a:lnTo>
                <a:lnTo>
                  <a:pt x="50292" y="12845"/>
                </a:lnTo>
                <a:lnTo>
                  <a:pt x="54102" y="15385"/>
                </a:lnTo>
                <a:lnTo>
                  <a:pt x="54102" y="15131"/>
                </a:lnTo>
                <a:lnTo>
                  <a:pt x="54864" y="15893"/>
                </a:lnTo>
                <a:lnTo>
                  <a:pt x="54864" y="16274"/>
                </a:lnTo>
                <a:lnTo>
                  <a:pt x="57150" y="19703"/>
                </a:lnTo>
                <a:lnTo>
                  <a:pt x="57150" y="20084"/>
                </a:lnTo>
                <a:lnTo>
                  <a:pt x="57912" y="21227"/>
                </a:lnTo>
                <a:lnTo>
                  <a:pt x="58674" y="22751"/>
                </a:lnTo>
                <a:lnTo>
                  <a:pt x="58674" y="25037"/>
                </a:lnTo>
                <a:lnTo>
                  <a:pt x="59436" y="26561"/>
                </a:lnTo>
                <a:lnTo>
                  <a:pt x="59436" y="49421"/>
                </a:lnTo>
                <a:lnTo>
                  <a:pt x="60198" y="48659"/>
                </a:lnTo>
                <a:lnTo>
                  <a:pt x="60960" y="48659"/>
                </a:lnTo>
                <a:close/>
              </a:path>
              <a:path w="68579" h="62229">
                <a:moveTo>
                  <a:pt x="26670" y="61136"/>
                </a:moveTo>
                <a:lnTo>
                  <a:pt x="26670" y="51707"/>
                </a:lnTo>
                <a:lnTo>
                  <a:pt x="21336" y="50183"/>
                </a:lnTo>
                <a:lnTo>
                  <a:pt x="21336" y="60198"/>
                </a:lnTo>
                <a:lnTo>
                  <a:pt x="23622" y="60851"/>
                </a:lnTo>
                <a:lnTo>
                  <a:pt x="25146" y="60946"/>
                </a:lnTo>
                <a:lnTo>
                  <a:pt x="26670" y="61136"/>
                </a:lnTo>
                <a:close/>
              </a:path>
              <a:path w="68579" h="62229">
                <a:moveTo>
                  <a:pt x="23622" y="13280"/>
                </a:moveTo>
                <a:lnTo>
                  <a:pt x="23622" y="12845"/>
                </a:lnTo>
                <a:lnTo>
                  <a:pt x="22860" y="13607"/>
                </a:lnTo>
                <a:lnTo>
                  <a:pt x="23622" y="13280"/>
                </a:lnTo>
                <a:close/>
              </a:path>
              <a:path w="68579" h="62229">
                <a:moveTo>
                  <a:pt x="36576" y="60851"/>
                </a:moveTo>
                <a:lnTo>
                  <a:pt x="36576" y="51707"/>
                </a:lnTo>
                <a:lnTo>
                  <a:pt x="30480" y="51707"/>
                </a:lnTo>
                <a:lnTo>
                  <a:pt x="25908" y="50945"/>
                </a:lnTo>
                <a:lnTo>
                  <a:pt x="26670" y="51707"/>
                </a:lnTo>
                <a:lnTo>
                  <a:pt x="26670" y="61136"/>
                </a:lnTo>
                <a:lnTo>
                  <a:pt x="30480" y="61613"/>
                </a:lnTo>
                <a:lnTo>
                  <a:pt x="32004" y="61504"/>
                </a:lnTo>
                <a:lnTo>
                  <a:pt x="36576" y="60851"/>
                </a:lnTo>
                <a:close/>
              </a:path>
              <a:path w="68579" h="62229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62229">
                <a:moveTo>
                  <a:pt x="31242" y="51707"/>
                </a:moveTo>
                <a:lnTo>
                  <a:pt x="30480" y="51598"/>
                </a:lnTo>
                <a:lnTo>
                  <a:pt x="31242" y="51707"/>
                </a:lnTo>
                <a:close/>
              </a:path>
              <a:path w="68579" h="62229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62229">
                <a:moveTo>
                  <a:pt x="41148" y="59898"/>
                </a:moveTo>
                <a:lnTo>
                  <a:pt x="41148" y="50183"/>
                </a:lnTo>
                <a:lnTo>
                  <a:pt x="35052" y="51707"/>
                </a:lnTo>
                <a:lnTo>
                  <a:pt x="36576" y="51707"/>
                </a:lnTo>
                <a:lnTo>
                  <a:pt x="36576" y="60851"/>
                </a:lnTo>
                <a:lnTo>
                  <a:pt x="37338" y="60851"/>
                </a:lnTo>
                <a:lnTo>
                  <a:pt x="41148" y="59898"/>
                </a:lnTo>
                <a:close/>
              </a:path>
              <a:path w="68579" h="62229">
                <a:moveTo>
                  <a:pt x="46482" y="47897"/>
                </a:moveTo>
                <a:lnTo>
                  <a:pt x="40386" y="50183"/>
                </a:lnTo>
                <a:lnTo>
                  <a:pt x="41148" y="50183"/>
                </a:lnTo>
                <a:lnTo>
                  <a:pt x="41148" y="59898"/>
                </a:lnTo>
                <a:lnTo>
                  <a:pt x="43434" y="59327"/>
                </a:lnTo>
                <a:lnTo>
                  <a:pt x="44196" y="59327"/>
                </a:lnTo>
                <a:lnTo>
                  <a:pt x="45720" y="58565"/>
                </a:lnTo>
                <a:lnTo>
                  <a:pt x="45720" y="48659"/>
                </a:lnTo>
                <a:lnTo>
                  <a:pt x="46482" y="47897"/>
                </a:lnTo>
                <a:close/>
              </a:path>
              <a:path w="68579" h="62229">
                <a:moveTo>
                  <a:pt x="43434" y="10232"/>
                </a:moveTo>
                <a:lnTo>
                  <a:pt x="43434" y="9797"/>
                </a:lnTo>
                <a:lnTo>
                  <a:pt x="41910" y="9797"/>
                </a:lnTo>
                <a:lnTo>
                  <a:pt x="43434" y="10232"/>
                </a:lnTo>
                <a:close/>
              </a:path>
              <a:path w="68579" h="62229">
                <a:moveTo>
                  <a:pt x="50292" y="44849"/>
                </a:moveTo>
                <a:lnTo>
                  <a:pt x="45720" y="48659"/>
                </a:lnTo>
                <a:lnTo>
                  <a:pt x="45720" y="58565"/>
                </a:lnTo>
                <a:lnTo>
                  <a:pt x="49530" y="56660"/>
                </a:lnTo>
                <a:lnTo>
                  <a:pt x="49530" y="45611"/>
                </a:lnTo>
                <a:lnTo>
                  <a:pt x="50292" y="44849"/>
                </a:lnTo>
                <a:close/>
              </a:path>
              <a:path w="68579" h="62229">
                <a:moveTo>
                  <a:pt x="47244" y="11702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702"/>
                </a:lnTo>
                <a:close/>
              </a:path>
              <a:path w="68579" h="62229">
                <a:moveTo>
                  <a:pt x="53530" y="42277"/>
                </a:moveTo>
                <a:lnTo>
                  <a:pt x="49530" y="45611"/>
                </a:lnTo>
                <a:lnTo>
                  <a:pt x="49530" y="56660"/>
                </a:lnTo>
                <a:lnTo>
                  <a:pt x="50292" y="56279"/>
                </a:lnTo>
                <a:lnTo>
                  <a:pt x="51054" y="56279"/>
                </a:lnTo>
                <a:lnTo>
                  <a:pt x="53340" y="54755"/>
                </a:lnTo>
                <a:lnTo>
                  <a:pt x="53340" y="42563"/>
                </a:lnTo>
                <a:lnTo>
                  <a:pt x="53530" y="42277"/>
                </a:lnTo>
                <a:close/>
              </a:path>
              <a:path w="68579" h="62229">
                <a:moveTo>
                  <a:pt x="51054" y="13607"/>
                </a:moveTo>
                <a:lnTo>
                  <a:pt x="50292" y="12845"/>
                </a:lnTo>
                <a:lnTo>
                  <a:pt x="50292" y="13226"/>
                </a:lnTo>
                <a:lnTo>
                  <a:pt x="51054" y="13607"/>
                </a:lnTo>
                <a:close/>
              </a:path>
              <a:path w="68579" h="62229">
                <a:moveTo>
                  <a:pt x="54102" y="41801"/>
                </a:moveTo>
                <a:lnTo>
                  <a:pt x="53530" y="42277"/>
                </a:lnTo>
                <a:lnTo>
                  <a:pt x="53340" y="42563"/>
                </a:lnTo>
                <a:lnTo>
                  <a:pt x="54102" y="41801"/>
                </a:lnTo>
                <a:close/>
              </a:path>
              <a:path w="68579" h="62229">
                <a:moveTo>
                  <a:pt x="54102" y="54247"/>
                </a:moveTo>
                <a:lnTo>
                  <a:pt x="54102" y="41801"/>
                </a:lnTo>
                <a:lnTo>
                  <a:pt x="53340" y="42563"/>
                </a:lnTo>
                <a:lnTo>
                  <a:pt x="53340" y="54755"/>
                </a:lnTo>
                <a:lnTo>
                  <a:pt x="54102" y="54247"/>
                </a:lnTo>
                <a:close/>
              </a:path>
              <a:path w="68579" h="62229">
                <a:moveTo>
                  <a:pt x="58674" y="50183"/>
                </a:moveTo>
                <a:lnTo>
                  <a:pt x="58674" y="34181"/>
                </a:lnTo>
                <a:lnTo>
                  <a:pt x="56388" y="38753"/>
                </a:lnTo>
                <a:lnTo>
                  <a:pt x="56388" y="37991"/>
                </a:lnTo>
                <a:lnTo>
                  <a:pt x="53530" y="42277"/>
                </a:lnTo>
                <a:lnTo>
                  <a:pt x="54102" y="41801"/>
                </a:lnTo>
                <a:lnTo>
                  <a:pt x="54102" y="54247"/>
                </a:lnTo>
                <a:lnTo>
                  <a:pt x="55626" y="53231"/>
                </a:lnTo>
                <a:lnTo>
                  <a:pt x="58674" y="50183"/>
                </a:lnTo>
                <a:close/>
              </a:path>
              <a:path w="68579" h="62229">
                <a:moveTo>
                  <a:pt x="54864" y="15893"/>
                </a:moveTo>
                <a:lnTo>
                  <a:pt x="54102" y="15131"/>
                </a:lnTo>
                <a:lnTo>
                  <a:pt x="54406" y="15588"/>
                </a:lnTo>
                <a:lnTo>
                  <a:pt x="54864" y="15893"/>
                </a:lnTo>
                <a:close/>
              </a:path>
              <a:path w="68579" h="62229">
                <a:moveTo>
                  <a:pt x="54406" y="15588"/>
                </a:moveTo>
                <a:lnTo>
                  <a:pt x="54102" y="15131"/>
                </a:lnTo>
                <a:lnTo>
                  <a:pt x="54102" y="15385"/>
                </a:lnTo>
                <a:lnTo>
                  <a:pt x="54406" y="15588"/>
                </a:lnTo>
                <a:close/>
              </a:path>
              <a:path w="68579" h="62229">
                <a:moveTo>
                  <a:pt x="54864" y="16274"/>
                </a:moveTo>
                <a:lnTo>
                  <a:pt x="54864" y="15893"/>
                </a:lnTo>
                <a:lnTo>
                  <a:pt x="54406" y="15588"/>
                </a:lnTo>
                <a:lnTo>
                  <a:pt x="54864" y="16274"/>
                </a:lnTo>
                <a:close/>
              </a:path>
              <a:path w="68579" h="62229">
                <a:moveTo>
                  <a:pt x="57150" y="20084"/>
                </a:moveTo>
                <a:lnTo>
                  <a:pt x="57150" y="19703"/>
                </a:lnTo>
                <a:lnTo>
                  <a:pt x="56388" y="18941"/>
                </a:lnTo>
                <a:lnTo>
                  <a:pt x="57150" y="20084"/>
                </a:lnTo>
                <a:close/>
              </a:path>
              <a:path w="68579" h="62229">
                <a:moveTo>
                  <a:pt x="59436" y="49421"/>
                </a:moveTo>
                <a:lnTo>
                  <a:pt x="59436" y="30371"/>
                </a:lnTo>
                <a:lnTo>
                  <a:pt x="57912" y="34943"/>
                </a:lnTo>
                <a:lnTo>
                  <a:pt x="58674" y="34181"/>
                </a:lnTo>
                <a:lnTo>
                  <a:pt x="58674" y="50183"/>
                </a:lnTo>
                <a:lnTo>
                  <a:pt x="59436" y="49421"/>
                </a:lnTo>
                <a:close/>
              </a:path>
              <a:path w="68579" h="62229">
                <a:moveTo>
                  <a:pt x="64770" y="43325"/>
                </a:moveTo>
                <a:lnTo>
                  <a:pt x="64770" y="13607"/>
                </a:lnTo>
                <a:lnTo>
                  <a:pt x="60960" y="9797"/>
                </a:lnTo>
                <a:lnTo>
                  <a:pt x="60960" y="47897"/>
                </a:lnTo>
                <a:lnTo>
                  <a:pt x="64008" y="44087"/>
                </a:lnTo>
                <a:lnTo>
                  <a:pt x="64008" y="43325"/>
                </a:lnTo>
                <a:lnTo>
                  <a:pt x="64770" y="43325"/>
                </a:lnTo>
                <a:close/>
              </a:path>
              <a:path w="68579" h="62229">
                <a:moveTo>
                  <a:pt x="68580" y="32657"/>
                </a:moveTo>
                <a:lnTo>
                  <a:pt x="68580" y="21989"/>
                </a:lnTo>
                <a:lnTo>
                  <a:pt x="67056" y="18941"/>
                </a:lnTo>
                <a:lnTo>
                  <a:pt x="66294" y="16655"/>
                </a:lnTo>
                <a:lnTo>
                  <a:pt x="64770" y="14369"/>
                </a:lnTo>
                <a:lnTo>
                  <a:pt x="64770" y="42563"/>
                </a:lnTo>
                <a:lnTo>
                  <a:pt x="67056" y="37991"/>
                </a:lnTo>
                <a:lnTo>
                  <a:pt x="67056" y="37229"/>
                </a:lnTo>
                <a:lnTo>
                  <a:pt x="68580" y="32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3" name="object 77">
            <a:extLst>
              <a:ext uri="{FF2B5EF4-FFF2-40B4-BE49-F238E27FC236}">
                <a16:creationId xmlns:a16="http://schemas.microsoft.com/office/drawing/2014/main" id="{2AE2F655-F06D-4003-8C2A-CB2A60DDE7F0}"/>
              </a:ext>
            </a:extLst>
          </p:cNvPr>
          <p:cNvSpPr/>
          <p:nvPr/>
        </p:nvSpPr>
        <p:spPr>
          <a:xfrm>
            <a:off x="4267717" y="1736598"/>
            <a:ext cx="80681" cy="726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5" name="object 78">
            <a:extLst>
              <a:ext uri="{FF2B5EF4-FFF2-40B4-BE49-F238E27FC236}">
                <a16:creationId xmlns:a16="http://schemas.microsoft.com/office/drawing/2014/main" id="{B21838A4-E147-40AA-806A-A6186C7369D5}"/>
              </a:ext>
            </a:extLst>
          </p:cNvPr>
          <p:cNvSpPr/>
          <p:nvPr/>
        </p:nvSpPr>
        <p:spPr>
          <a:xfrm>
            <a:off x="6360961" y="3001771"/>
            <a:ext cx="70224" cy="62005"/>
          </a:xfrm>
          <a:custGeom>
            <a:avLst/>
            <a:gdLst/>
            <a:ahLst/>
            <a:cxnLst/>
            <a:rect l="l" t="t" r="r" b="b"/>
            <a:pathLst>
              <a:path w="59689" h="52704">
                <a:moveTo>
                  <a:pt x="59078" y="26681"/>
                </a:moveTo>
                <a:lnTo>
                  <a:pt x="58114" y="16287"/>
                </a:lnTo>
                <a:lnTo>
                  <a:pt x="52613" y="7810"/>
                </a:lnTo>
                <a:lnTo>
                  <a:pt x="43826" y="2190"/>
                </a:lnTo>
                <a:lnTo>
                  <a:pt x="33039" y="0"/>
                </a:lnTo>
                <a:lnTo>
                  <a:pt x="21538" y="1809"/>
                </a:lnTo>
                <a:lnTo>
                  <a:pt x="10929" y="7489"/>
                </a:lnTo>
                <a:lnTo>
                  <a:pt x="3536" y="15811"/>
                </a:lnTo>
                <a:lnTo>
                  <a:pt x="0" y="25705"/>
                </a:lnTo>
                <a:lnTo>
                  <a:pt x="964" y="36099"/>
                </a:lnTo>
                <a:lnTo>
                  <a:pt x="6357" y="44576"/>
                </a:lnTo>
                <a:lnTo>
                  <a:pt x="14966" y="50196"/>
                </a:lnTo>
                <a:lnTo>
                  <a:pt x="25717" y="52387"/>
                </a:lnTo>
                <a:lnTo>
                  <a:pt x="37540" y="50577"/>
                </a:lnTo>
                <a:lnTo>
                  <a:pt x="48148" y="44898"/>
                </a:lnTo>
                <a:lnTo>
                  <a:pt x="55542" y="36575"/>
                </a:lnTo>
                <a:lnTo>
                  <a:pt x="59078" y="266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7" name="object 79">
            <a:extLst>
              <a:ext uri="{FF2B5EF4-FFF2-40B4-BE49-F238E27FC236}">
                <a16:creationId xmlns:a16="http://schemas.microsoft.com/office/drawing/2014/main" id="{C0AF6709-C53F-4F38-9E21-7AE5C970ABD6}"/>
              </a:ext>
            </a:extLst>
          </p:cNvPr>
          <p:cNvSpPr/>
          <p:nvPr/>
        </p:nvSpPr>
        <p:spPr>
          <a:xfrm>
            <a:off x="6354924" y="2996728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8382" y="51816"/>
                </a:moveTo>
                <a:lnTo>
                  <a:pt x="8382" y="12954"/>
                </a:lnTo>
                <a:lnTo>
                  <a:pt x="4572" y="17526"/>
                </a:lnTo>
                <a:lnTo>
                  <a:pt x="4572" y="18288"/>
                </a:lnTo>
                <a:lnTo>
                  <a:pt x="2286" y="22860"/>
                </a:lnTo>
                <a:lnTo>
                  <a:pt x="1524" y="23622"/>
                </a:lnTo>
                <a:lnTo>
                  <a:pt x="762" y="28956"/>
                </a:lnTo>
                <a:lnTo>
                  <a:pt x="0" y="29718"/>
                </a:lnTo>
                <a:lnTo>
                  <a:pt x="0" y="35814"/>
                </a:lnTo>
                <a:lnTo>
                  <a:pt x="1524" y="41910"/>
                </a:lnTo>
                <a:lnTo>
                  <a:pt x="3048" y="44958"/>
                </a:lnTo>
                <a:lnTo>
                  <a:pt x="4572" y="47244"/>
                </a:lnTo>
                <a:lnTo>
                  <a:pt x="6096" y="50292"/>
                </a:lnTo>
                <a:lnTo>
                  <a:pt x="7620" y="51816"/>
                </a:lnTo>
                <a:lnTo>
                  <a:pt x="8382" y="51816"/>
                </a:lnTo>
                <a:close/>
              </a:path>
              <a:path w="69850" h="60960">
                <a:moveTo>
                  <a:pt x="60960" y="48768"/>
                </a:moveTo>
                <a:lnTo>
                  <a:pt x="60960" y="8382"/>
                </a:lnTo>
                <a:lnTo>
                  <a:pt x="56388" y="5334"/>
                </a:lnTo>
                <a:lnTo>
                  <a:pt x="56388" y="4572"/>
                </a:lnTo>
                <a:lnTo>
                  <a:pt x="55626" y="4572"/>
                </a:lnTo>
                <a:lnTo>
                  <a:pt x="51054" y="2286"/>
                </a:lnTo>
                <a:lnTo>
                  <a:pt x="50292" y="2286"/>
                </a:lnTo>
                <a:lnTo>
                  <a:pt x="44958" y="762"/>
                </a:lnTo>
                <a:lnTo>
                  <a:pt x="44196" y="0"/>
                </a:lnTo>
                <a:lnTo>
                  <a:pt x="30886" y="88"/>
                </a:lnTo>
                <a:lnTo>
                  <a:pt x="25146" y="1524"/>
                </a:lnTo>
                <a:lnTo>
                  <a:pt x="24384" y="2286"/>
                </a:lnTo>
                <a:lnTo>
                  <a:pt x="19050" y="4572"/>
                </a:lnTo>
                <a:lnTo>
                  <a:pt x="18288" y="4572"/>
                </a:lnTo>
                <a:lnTo>
                  <a:pt x="13716" y="8382"/>
                </a:lnTo>
                <a:lnTo>
                  <a:pt x="12954" y="8382"/>
                </a:lnTo>
                <a:lnTo>
                  <a:pt x="8382" y="12192"/>
                </a:lnTo>
                <a:lnTo>
                  <a:pt x="8382" y="52578"/>
                </a:lnTo>
                <a:lnTo>
                  <a:pt x="9906" y="53797"/>
                </a:lnTo>
                <a:lnTo>
                  <a:pt x="9906" y="31242"/>
                </a:lnTo>
                <a:lnTo>
                  <a:pt x="10668" y="25908"/>
                </a:lnTo>
                <a:lnTo>
                  <a:pt x="10668" y="27432"/>
                </a:lnTo>
                <a:lnTo>
                  <a:pt x="12192" y="23876"/>
                </a:lnTo>
                <a:lnTo>
                  <a:pt x="12192" y="22860"/>
                </a:lnTo>
                <a:lnTo>
                  <a:pt x="15240" y="19812"/>
                </a:lnTo>
                <a:lnTo>
                  <a:pt x="15240" y="19050"/>
                </a:lnTo>
                <a:lnTo>
                  <a:pt x="19050" y="15240"/>
                </a:lnTo>
                <a:lnTo>
                  <a:pt x="19050" y="15566"/>
                </a:lnTo>
                <a:lnTo>
                  <a:pt x="22860" y="13389"/>
                </a:lnTo>
                <a:lnTo>
                  <a:pt x="22860" y="12954"/>
                </a:lnTo>
                <a:lnTo>
                  <a:pt x="27432" y="10994"/>
                </a:lnTo>
                <a:lnTo>
                  <a:pt x="27432" y="10668"/>
                </a:lnTo>
                <a:lnTo>
                  <a:pt x="32766" y="10001"/>
                </a:lnTo>
                <a:lnTo>
                  <a:pt x="38100" y="9239"/>
                </a:lnTo>
                <a:lnTo>
                  <a:pt x="43434" y="9906"/>
                </a:lnTo>
                <a:lnTo>
                  <a:pt x="43434" y="10123"/>
                </a:lnTo>
                <a:lnTo>
                  <a:pt x="47244" y="11212"/>
                </a:lnTo>
                <a:lnTo>
                  <a:pt x="47244" y="10668"/>
                </a:lnTo>
                <a:lnTo>
                  <a:pt x="51816" y="12954"/>
                </a:lnTo>
                <a:lnTo>
                  <a:pt x="51816" y="13563"/>
                </a:lnTo>
                <a:lnTo>
                  <a:pt x="54102" y="15392"/>
                </a:lnTo>
                <a:lnTo>
                  <a:pt x="54102" y="15240"/>
                </a:lnTo>
                <a:lnTo>
                  <a:pt x="54864" y="16002"/>
                </a:lnTo>
                <a:lnTo>
                  <a:pt x="54864" y="16192"/>
                </a:lnTo>
                <a:lnTo>
                  <a:pt x="57150" y="19050"/>
                </a:lnTo>
                <a:lnTo>
                  <a:pt x="57150" y="18288"/>
                </a:lnTo>
                <a:lnTo>
                  <a:pt x="58674" y="22860"/>
                </a:lnTo>
                <a:lnTo>
                  <a:pt x="59436" y="24384"/>
                </a:lnTo>
                <a:lnTo>
                  <a:pt x="59436" y="50038"/>
                </a:lnTo>
                <a:lnTo>
                  <a:pt x="60960" y="48768"/>
                </a:lnTo>
                <a:close/>
              </a:path>
              <a:path w="69850" h="60960">
                <a:moveTo>
                  <a:pt x="15240" y="57367"/>
                </a:moveTo>
                <a:lnTo>
                  <a:pt x="15240" y="45720"/>
                </a:lnTo>
                <a:lnTo>
                  <a:pt x="12954" y="43434"/>
                </a:lnTo>
                <a:lnTo>
                  <a:pt x="11430" y="40386"/>
                </a:lnTo>
                <a:lnTo>
                  <a:pt x="10668" y="38100"/>
                </a:lnTo>
                <a:lnTo>
                  <a:pt x="9906" y="36576"/>
                </a:lnTo>
                <a:lnTo>
                  <a:pt x="9906" y="53797"/>
                </a:lnTo>
                <a:lnTo>
                  <a:pt x="12192" y="55626"/>
                </a:lnTo>
                <a:lnTo>
                  <a:pt x="12954" y="55626"/>
                </a:lnTo>
                <a:lnTo>
                  <a:pt x="12954" y="56388"/>
                </a:lnTo>
                <a:lnTo>
                  <a:pt x="15240" y="57367"/>
                </a:lnTo>
                <a:close/>
              </a:path>
              <a:path w="69850" h="60960">
                <a:moveTo>
                  <a:pt x="12954" y="22098"/>
                </a:moveTo>
                <a:lnTo>
                  <a:pt x="12192" y="22860"/>
                </a:lnTo>
                <a:lnTo>
                  <a:pt x="12192" y="23876"/>
                </a:lnTo>
                <a:lnTo>
                  <a:pt x="12954" y="22098"/>
                </a:lnTo>
                <a:close/>
              </a:path>
              <a:path w="69850" h="60960">
                <a:moveTo>
                  <a:pt x="18288" y="48006"/>
                </a:moveTo>
                <a:lnTo>
                  <a:pt x="14478" y="44958"/>
                </a:lnTo>
                <a:lnTo>
                  <a:pt x="15240" y="45720"/>
                </a:lnTo>
                <a:lnTo>
                  <a:pt x="15240" y="57367"/>
                </a:lnTo>
                <a:lnTo>
                  <a:pt x="17526" y="58347"/>
                </a:lnTo>
                <a:lnTo>
                  <a:pt x="17526" y="48006"/>
                </a:lnTo>
                <a:lnTo>
                  <a:pt x="18288" y="48006"/>
                </a:lnTo>
                <a:close/>
              </a:path>
              <a:path w="69850" h="60960">
                <a:moveTo>
                  <a:pt x="16002" y="19050"/>
                </a:moveTo>
                <a:lnTo>
                  <a:pt x="15240" y="19050"/>
                </a:lnTo>
                <a:lnTo>
                  <a:pt x="15240" y="19812"/>
                </a:lnTo>
                <a:lnTo>
                  <a:pt x="16002" y="19050"/>
                </a:lnTo>
                <a:close/>
              </a:path>
              <a:path w="69850" h="60960">
                <a:moveTo>
                  <a:pt x="22098" y="59544"/>
                </a:moveTo>
                <a:lnTo>
                  <a:pt x="22098" y="50292"/>
                </a:lnTo>
                <a:lnTo>
                  <a:pt x="17526" y="48006"/>
                </a:lnTo>
                <a:lnTo>
                  <a:pt x="17526" y="58347"/>
                </a:lnTo>
                <a:lnTo>
                  <a:pt x="18288" y="58674"/>
                </a:lnTo>
                <a:lnTo>
                  <a:pt x="19050" y="58674"/>
                </a:lnTo>
                <a:lnTo>
                  <a:pt x="22098" y="59544"/>
                </a:lnTo>
                <a:close/>
              </a:path>
              <a:path w="69850" h="60960">
                <a:moveTo>
                  <a:pt x="19050" y="15566"/>
                </a:moveTo>
                <a:lnTo>
                  <a:pt x="19050" y="15240"/>
                </a:lnTo>
                <a:lnTo>
                  <a:pt x="18288" y="16002"/>
                </a:lnTo>
                <a:lnTo>
                  <a:pt x="19050" y="15566"/>
                </a:lnTo>
                <a:close/>
              </a:path>
              <a:path w="69850" h="60960">
                <a:moveTo>
                  <a:pt x="26670" y="51054"/>
                </a:moveTo>
                <a:lnTo>
                  <a:pt x="21336" y="49530"/>
                </a:lnTo>
                <a:lnTo>
                  <a:pt x="22098" y="50292"/>
                </a:lnTo>
                <a:lnTo>
                  <a:pt x="22098" y="59544"/>
                </a:lnTo>
                <a:lnTo>
                  <a:pt x="24384" y="60198"/>
                </a:lnTo>
                <a:lnTo>
                  <a:pt x="25908" y="60306"/>
                </a:lnTo>
                <a:lnTo>
                  <a:pt x="25908" y="51054"/>
                </a:lnTo>
                <a:lnTo>
                  <a:pt x="26670" y="51054"/>
                </a:lnTo>
                <a:close/>
              </a:path>
              <a:path w="69850" h="60960">
                <a:moveTo>
                  <a:pt x="23622" y="12954"/>
                </a:moveTo>
                <a:lnTo>
                  <a:pt x="22860" y="12954"/>
                </a:lnTo>
                <a:lnTo>
                  <a:pt x="22860" y="13389"/>
                </a:lnTo>
                <a:lnTo>
                  <a:pt x="23622" y="12954"/>
                </a:lnTo>
                <a:close/>
              </a:path>
              <a:path w="69850" h="60960">
                <a:moveTo>
                  <a:pt x="31242" y="60960"/>
                </a:moveTo>
                <a:lnTo>
                  <a:pt x="31242" y="51816"/>
                </a:lnTo>
                <a:lnTo>
                  <a:pt x="30480" y="51816"/>
                </a:lnTo>
                <a:lnTo>
                  <a:pt x="25908" y="51054"/>
                </a:lnTo>
                <a:lnTo>
                  <a:pt x="25908" y="60306"/>
                </a:lnTo>
                <a:lnTo>
                  <a:pt x="30480" y="60960"/>
                </a:lnTo>
                <a:lnTo>
                  <a:pt x="31242" y="60960"/>
                </a:lnTo>
                <a:close/>
              </a:path>
              <a:path w="69850" h="60960">
                <a:moveTo>
                  <a:pt x="28194" y="10668"/>
                </a:moveTo>
                <a:lnTo>
                  <a:pt x="27432" y="10668"/>
                </a:lnTo>
                <a:lnTo>
                  <a:pt x="27432" y="10994"/>
                </a:lnTo>
                <a:lnTo>
                  <a:pt x="28194" y="10668"/>
                </a:lnTo>
                <a:close/>
              </a:path>
              <a:path w="69850" h="60960">
                <a:moveTo>
                  <a:pt x="30886" y="51765"/>
                </a:moveTo>
                <a:lnTo>
                  <a:pt x="30480" y="51707"/>
                </a:lnTo>
                <a:lnTo>
                  <a:pt x="30886" y="51765"/>
                </a:lnTo>
                <a:close/>
              </a:path>
              <a:path w="69850" h="60960">
                <a:moveTo>
                  <a:pt x="36576" y="60960"/>
                </a:moveTo>
                <a:lnTo>
                  <a:pt x="36576" y="51054"/>
                </a:lnTo>
                <a:lnTo>
                  <a:pt x="30886" y="51765"/>
                </a:lnTo>
                <a:lnTo>
                  <a:pt x="31242" y="51816"/>
                </a:lnTo>
                <a:lnTo>
                  <a:pt x="31242" y="60960"/>
                </a:lnTo>
                <a:lnTo>
                  <a:pt x="36576" y="60960"/>
                </a:lnTo>
                <a:close/>
              </a:path>
              <a:path w="69850" h="60960">
                <a:moveTo>
                  <a:pt x="33528" y="9906"/>
                </a:moveTo>
                <a:lnTo>
                  <a:pt x="32766" y="9906"/>
                </a:lnTo>
                <a:lnTo>
                  <a:pt x="33528" y="9906"/>
                </a:lnTo>
                <a:close/>
              </a:path>
              <a:path w="69850" h="60960">
                <a:moveTo>
                  <a:pt x="41910" y="49530"/>
                </a:moveTo>
                <a:lnTo>
                  <a:pt x="35814" y="51054"/>
                </a:lnTo>
                <a:lnTo>
                  <a:pt x="36576" y="51054"/>
                </a:lnTo>
                <a:lnTo>
                  <a:pt x="36576" y="60960"/>
                </a:lnTo>
                <a:lnTo>
                  <a:pt x="38455" y="60871"/>
                </a:lnTo>
                <a:lnTo>
                  <a:pt x="41148" y="60198"/>
                </a:lnTo>
                <a:lnTo>
                  <a:pt x="41148" y="50292"/>
                </a:lnTo>
                <a:lnTo>
                  <a:pt x="41910" y="49530"/>
                </a:lnTo>
                <a:close/>
              </a:path>
              <a:path w="69850" h="60960">
                <a:moveTo>
                  <a:pt x="38455" y="9194"/>
                </a:moveTo>
                <a:lnTo>
                  <a:pt x="38100" y="9144"/>
                </a:lnTo>
                <a:lnTo>
                  <a:pt x="38455" y="9194"/>
                </a:lnTo>
                <a:close/>
              </a:path>
              <a:path w="69850" h="60960">
                <a:moveTo>
                  <a:pt x="38862" y="9252"/>
                </a:moveTo>
                <a:lnTo>
                  <a:pt x="38455" y="9194"/>
                </a:lnTo>
                <a:lnTo>
                  <a:pt x="38862" y="9252"/>
                </a:lnTo>
                <a:close/>
              </a:path>
              <a:path w="69850" h="60960">
                <a:moveTo>
                  <a:pt x="46482" y="58020"/>
                </a:moveTo>
                <a:lnTo>
                  <a:pt x="46482" y="48006"/>
                </a:lnTo>
                <a:lnTo>
                  <a:pt x="41148" y="50292"/>
                </a:lnTo>
                <a:lnTo>
                  <a:pt x="41148" y="60198"/>
                </a:lnTo>
                <a:lnTo>
                  <a:pt x="44196" y="59436"/>
                </a:lnTo>
                <a:lnTo>
                  <a:pt x="44196" y="58674"/>
                </a:lnTo>
                <a:lnTo>
                  <a:pt x="44958" y="58674"/>
                </a:lnTo>
                <a:lnTo>
                  <a:pt x="46482" y="58020"/>
                </a:lnTo>
                <a:close/>
              </a:path>
              <a:path w="69850" h="60960">
                <a:moveTo>
                  <a:pt x="43434" y="10123"/>
                </a:moveTo>
                <a:lnTo>
                  <a:pt x="43434" y="9906"/>
                </a:lnTo>
                <a:lnTo>
                  <a:pt x="42672" y="9906"/>
                </a:lnTo>
                <a:lnTo>
                  <a:pt x="43434" y="10123"/>
                </a:lnTo>
                <a:close/>
              </a:path>
              <a:path w="69850" h="60960">
                <a:moveTo>
                  <a:pt x="54102" y="53848"/>
                </a:moveTo>
                <a:lnTo>
                  <a:pt x="54102" y="41910"/>
                </a:lnTo>
                <a:lnTo>
                  <a:pt x="50292" y="45720"/>
                </a:lnTo>
                <a:lnTo>
                  <a:pt x="50292" y="44958"/>
                </a:lnTo>
                <a:lnTo>
                  <a:pt x="45720" y="48006"/>
                </a:lnTo>
                <a:lnTo>
                  <a:pt x="46482" y="48006"/>
                </a:lnTo>
                <a:lnTo>
                  <a:pt x="46482" y="58020"/>
                </a:lnTo>
                <a:lnTo>
                  <a:pt x="50292" y="56388"/>
                </a:lnTo>
                <a:lnTo>
                  <a:pt x="51054" y="56388"/>
                </a:lnTo>
                <a:lnTo>
                  <a:pt x="54102" y="53848"/>
                </a:lnTo>
                <a:close/>
              </a:path>
              <a:path w="69850" h="60960">
                <a:moveTo>
                  <a:pt x="48006" y="11430"/>
                </a:moveTo>
                <a:lnTo>
                  <a:pt x="47244" y="10668"/>
                </a:lnTo>
                <a:lnTo>
                  <a:pt x="47244" y="11212"/>
                </a:lnTo>
                <a:lnTo>
                  <a:pt x="48006" y="11430"/>
                </a:lnTo>
                <a:close/>
              </a:path>
              <a:path w="69850" h="60960">
                <a:moveTo>
                  <a:pt x="51816" y="13563"/>
                </a:moveTo>
                <a:lnTo>
                  <a:pt x="51816" y="12954"/>
                </a:lnTo>
                <a:lnTo>
                  <a:pt x="51054" y="12954"/>
                </a:lnTo>
                <a:lnTo>
                  <a:pt x="51816" y="13563"/>
                </a:lnTo>
                <a:close/>
              </a:path>
              <a:path w="69850" h="60960">
                <a:moveTo>
                  <a:pt x="58674" y="50673"/>
                </a:moveTo>
                <a:lnTo>
                  <a:pt x="58674" y="33528"/>
                </a:lnTo>
                <a:lnTo>
                  <a:pt x="56388" y="38862"/>
                </a:lnTo>
                <a:lnTo>
                  <a:pt x="56388" y="38100"/>
                </a:lnTo>
                <a:lnTo>
                  <a:pt x="53340" y="41910"/>
                </a:lnTo>
                <a:lnTo>
                  <a:pt x="54102" y="41910"/>
                </a:lnTo>
                <a:lnTo>
                  <a:pt x="54102" y="53848"/>
                </a:lnTo>
                <a:lnTo>
                  <a:pt x="55626" y="52578"/>
                </a:lnTo>
                <a:lnTo>
                  <a:pt x="56388" y="52578"/>
                </a:lnTo>
                <a:lnTo>
                  <a:pt x="58674" y="50673"/>
                </a:lnTo>
                <a:close/>
              </a:path>
              <a:path w="69850" h="60960">
                <a:moveTo>
                  <a:pt x="54864" y="16002"/>
                </a:moveTo>
                <a:lnTo>
                  <a:pt x="54102" y="15240"/>
                </a:lnTo>
                <a:lnTo>
                  <a:pt x="54440" y="15663"/>
                </a:lnTo>
                <a:lnTo>
                  <a:pt x="54864" y="16002"/>
                </a:lnTo>
                <a:close/>
              </a:path>
              <a:path w="69850" h="60960">
                <a:moveTo>
                  <a:pt x="54440" y="15663"/>
                </a:moveTo>
                <a:lnTo>
                  <a:pt x="54102" y="15240"/>
                </a:lnTo>
                <a:lnTo>
                  <a:pt x="54102" y="15392"/>
                </a:lnTo>
                <a:lnTo>
                  <a:pt x="54440" y="15663"/>
                </a:lnTo>
                <a:close/>
              </a:path>
              <a:path w="69850" h="60960">
                <a:moveTo>
                  <a:pt x="54864" y="16192"/>
                </a:moveTo>
                <a:lnTo>
                  <a:pt x="54864" y="16002"/>
                </a:lnTo>
                <a:lnTo>
                  <a:pt x="54440" y="15663"/>
                </a:lnTo>
                <a:lnTo>
                  <a:pt x="54864" y="16192"/>
                </a:lnTo>
                <a:close/>
              </a:path>
              <a:path w="69850" h="60960">
                <a:moveTo>
                  <a:pt x="59436" y="50038"/>
                </a:moveTo>
                <a:lnTo>
                  <a:pt x="59436" y="29718"/>
                </a:lnTo>
                <a:lnTo>
                  <a:pt x="57912" y="35052"/>
                </a:lnTo>
                <a:lnTo>
                  <a:pt x="58674" y="33528"/>
                </a:lnTo>
                <a:lnTo>
                  <a:pt x="58674" y="50673"/>
                </a:lnTo>
                <a:lnTo>
                  <a:pt x="59436" y="50038"/>
                </a:lnTo>
                <a:close/>
              </a:path>
              <a:path w="69850" h="60960">
                <a:moveTo>
                  <a:pt x="64770" y="43434"/>
                </a:moveTo>
                <a:lnTo>
                  <a:pt x="64770" y="12954"/>
                </a:lnTo>
                <a:lnTo>
                  <a:pt x="61722" y="9144"/>
                </a:lnTo>
                <a:lnTo>
                  <a:pt x="60960" y="9144"/>
                </a:lnTo>
                <a:lnTo>
                  <a:pt x="60960" y="48006"/>
                </a:lnTo>
                <a:lnTo>
                  <a:pt x="64770" y="43434"/>
                </a:lnTo>
                <a:close/>
              </a:path>
              <a:path w="69850" h="60960">
                <a:moveTo>
                  <a:pt x="68580" y="32004"/>
                </a:moveTo>
                <a:lnTo>
                  <a:pt x="68580" y="22098"/>
                </a:lnTo>
                <a:lnTo>
                  <a:pt x="67818" y="19050"/>
                </a:lnTo>
                <a:lnTo>
                  <a:pt x="66294" y="16002"/>
                </a:lnTo>
                <a:lnTo>
                  <a:pt x="64770" y="13716"/>
                </a:lnTo>
                <a:lnTo>
                  <a:pt x="64770" y="42672"/>
                </a:lnTo>
                <a:lnTo>
                  <a:pt x="67056" y="38100"/>
                </a:lnTo>
                <a:lnTo>
                  <a:pt x="67056" y="37338"/>
                </a:lnTo>
                <a:lnTo>
                  <a:pt x="67818" y="37338"/>
                </a:lnTo>
                <a:lnTo>
                  <a:pt x="68580" y="32004"/>
                </a:lnTo>
                <a:close/>
              </a:path>
              <a:path w="69850" h="60960">
                <a:moveTo>
                  <a:pt x="69342" y="25908"/>
                </a:moveTo>
                <a:lnTo>
                  <a:pt x="69342" y="25146"/>
                </a:lnTo>
                <a:lnTo>
                  <a:pt x="68580" y="25146"/>
                </a:lnTo>
                <a:lnTo>
                  <a:pt x="68580" y="31242"/>
                </a:lnTo>
                <a:lnTo>
                  <a:pt x="69342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9" name="object 80">
            <a:extLst>
              <a:ext uri="{FF2B5EF4-FFF2-40B4-BE49-F238E27FC236}">
                <a16:creationId xmlns:a16="http://schemas.microsoft.com/office/drawing/2014/main" id="{FA25E90F-8B54-427F-BF52-A4C241C29A76}"/>
              </a:ext>
            </a:extLst>
          </p:cNvPr>
          <p:cNvSpPr/>
          <p:nvPr/>
        </p:nvSpPr>
        <p:spPr>
          <a:xfrm>
            <a:off x="7581625" y="4747677"/>
            <a:ext cx="80683" cy="6891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1" name="object 81">
            <a:extLst>
              <a:ext uri="{FF2B5EF4-FFF2-40B4-BE49-F238E27FC236}">
                <a16:creationId xmlns:a16="http://schemas.microsoft.com/office/drawing/2014/main" id="{C239511C-FF62-40B7-BA4E-F0EDCEE9C1D4}"/>
              </a:ext>
            </a:extLst>
          </p:cNvPr>
          <p:cNvSpPr/>
          <p:nvPr/>
        </p:nvSpPr>
        <p:spPr>
          <a:xfrm>
            <a:off x="4262618" y="2887177"/>
            <a:ext cx="69476" cy="58271"/>
          </a:xfrm>
          <a:custGeom>
            <a:avLst/>
            <a:gdLst/>
            <a:ahLst/>
            <a:cxnLst/>
            <a:rect l="l" t="t" r="r" b="b"/>
            <a:pathLst>
              <a:path w="59054" h="49529">
                <a:moveTo>
                  <a:pt x="58531" y="24610"/>
                </a:moveTo>
                <a:lnTo>
                  <a:pt x="57673" y="14894"/>
                </a:lnTo>
                <a:lnTo>
                  <a:pt x="52613" y="6977"/>
                </a:lnTo>
                <a:lnTo>
                  <a:pt x="44053" y="1845"/>
                </a:lnTo>
                <a:lnTo>
                  <a:pt x="33349" y="0"/>
                </a:lnTo>
                <a:lnTo>
                  <a:pt x="21859" y="1940"/>
                </a:lnTo>
                <a:lnTo>
                  <a:pt x="11239" y="7477"/>
                </a:lnTo>
                <a:lnTo>
                  <a:pt x="3762" y="15370"/>
                </a:lnTo>
                <a:lnTo>
                  <a:pt x="0" y="24550"/>
                </a:lnTo>
                <a:lnTo>
                  <a:pt x="523" y="33944"/>
                </a:lnTo>
                <a:lnTo>
                  <a:pt x="5917" y="42183"/>
                </a:lnTo>
                <a:lnTo>
                  <a:pt x="14525" y="47279"/>
                </a:lnTo>
                <a:lnTo>
                  <a:pt x="25276" y="48946"/>
                </a:lnTo>
                <a:lnTo>
                  <a:pt x="37099" y="46898"/>
                </a:lnTo>
                <a:lnTo>
                  <a:pt x="47386" y="41469"/>
                </a:lnTo>
                <a:lnTo>
                  <a:pt x="54816" y="33754"/>
                </a:lnTo>
                <a:lnTo>
                  <a:pt x="58531" y="24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3" name="object 82">
            <a:extLst>
              <a:ext uri="{FF2B5EF4-FFF2-40B4-BE49-F238E27FC236}">
                <a16:creationId xmlns:a16="http://schemas.microsoft.com/office/drawing/2014/main" id="{9D000829-257D-433F-930E-4469CA7DD5FD}"/>
              </a:ext>
            </a:extLst>
          </p:cNvPr>
          <p:cNvSpPr/>
          <p:nvPr/>
        </p:nvSpPr>
        <p:spPr>
          <a:xfrm>
            <a:off x="4256957" y="2881521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68580" y="25037"/>
                </a:moveTo>
                <a:lnTo>
                  <a:pt x="68580" y="24275"/>
                </a:lnTo>
                <a:lnTo>
                  <a:pt x="67056" y="18179"/>
                </a:lnTo>
                <a:lnTo>
                  <a:pt x="65532" y="15131"/>
                </a:lnTo>
                <a:lnTo>
                  <a:pt x="64770" y="12845"/>
                </a:lnTo>
                <a:lnTo>
                  <a:pt x="64008" y="12845"/>
                </a:lnTo>
                <a:lnTo>
                  <a:pt x="64008" y="12083"/>
                </a:lnTo>
                <a:lnTo>
                  <a:pt x="60960" y="9035"/>
                </a:lnTo>
                <a:lnTo>
                  <a:pt x="60960" y="8273"/>
                </a:lnTo>
                <a:lnTo>
                  <a:pt x="60198" y="8273"/>
                </a:lnTo>
                <a:lnTo>
                  <a:pt x="56388" y="5225"/>
                </a:lnTo>
                <a:lnTo>
                  <a:pt x="55626" y="4463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5225"/>
                </a:lnTo>
                <a:lnTo>
                  <a:pt x="18288" y="5225"/>
                </a:lnTo>
                <a:lnTo>
                  <a:pt x="12954" y="8273"/>
                </a:lnTo>
                <a:lnTo>
                  <a:pt x="12954" y="9035"/>
                </a:lnTo>
                <a:lnTo>
                  <a:pt x="8382" y="12845"/>
                </a:lnTo>
                <a:lnTo>
                  <a:pt x="7620" y="12845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3513"/>
                </a:lnTo>
                <a:lnTo>
                  <a:pt x="0" y="28085"/>
                </a:lnTo>
                <a:lnTo>
                  <a:pt x="9144" y="52164"/>
                </a:lnTo>
                <a:lnTo>
                  <a:pt x="9144" y="31133"/>
                </a:lnTo>
                <a:lnTo>
                  <a:pt x="9906" y="28466"/>
                </a:lnTo>
                <a:lnTo>
                  <a:pt x="9906" y="27323"/>
                </a:lnTo>
                <a:lnTo>
                  <a:pt x="10668" y="25799"/>
                </a:lnTo>
                <a:lnTo>
                  <a:pt x="10668" y="26180"/>
                </a:lnTo>
                <a:lnTo>
                  <a:pt x="12192" y="23894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lnTo>
                  <a:pt x="19050" y="16219"/>
                </a:lnTo>
                <a:lnTo>
                  <a:pt x="22860" y="14042"/>
                </a:lnTo>
                <a:lnTo>
                  <a:pt x="22860" y="13607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051"/>
                </a:lnTo>
                <a:lnTo>
                  <a:pt x="47244" y="11321"/>
                </a:lnTo>
                <a:lnTo>
                  <a:pt x="47244" y="11575"/>
                </a:lnTo>
                <a:lnTo>
                  <a:pt x="51054" y="12845"/>
                </a:lnTo>
                <a:lnTo>
                  <a:pt x="51054" y="13454"/>
                </a:lnTo>
                <a:lnTo>
                  <a:pt x="53340" y="15283"/>
                </a:lnTo>
                <a:lnTo>
                  <a:pt x="53340" y="15131"/>
                </a:lnTo>
                <a:lnTo>
                  <a:pt x="57150" y="18179"/>
                </a:lnTo>
                <a:lnTo>
                  <a:pt x="57150" y="19703"/>
                </a:lnTo>
                <a:lnTo>
                  <a:pt x="57912" y="21227"/>
                </a:lnTo>
                <a:lnTo>
                  <a:pt x="58674" y="23513"/>
                </a:lnTo>
                <a:lnTo>
                  <a:pt x="58674" y="47135"/>
                </a:lnTo>
                <a:lnTo>
                  <a:pt x="60198" y="45611"/>
                </a:lnTo>
                <a:lnTo>
                  <a:pt x="63246" y="41801"/>
                </a:lnTo>
                <a:lnTo>
                  <a:pt x="63246" y="41039"/>
                </a:lnTo>
                <a:lnTo>
                  <a:pt x="64008" y="41039"/>
                </a:lnTo>
                <a:lnTo>
                  <a:pt x="66294" y="36467"/>
                </a:lnTo>
                <a:lnTo>
                  <a:pt x="66294" y="35705"/>
                </a:lnTo>
                <a:lnTo>
                  <a:pt x="67818" y="30371"/>
                </a:lnTo>
                <a:lnTo>
                  <a:pt x="67818" y="29609"/>
                </a:lnTo>
                <a:lnTo>
                  <a:pt x="68580" y="25037"/>
                </a:lnTo>
                <a:close/>
              </a:path>
              <a:path w="68579" h="59054">
                <a:moveTo>
                  <a:pt x="17526" y="56279"/>
                </a:moveTo>
                <a:lnTo>
                  <a:pt x="17526" y="46373"/>
                </a:lnTo>
                <a:lnTo>
                  <a:pt x="13716" y="43325"/>
                </a:lnTo>
                <a:lnTo>
                  <a:pt x="13716" y="44087"/>
                </a:lnTo>
                <a:lnTo>
                  <a:pt x="12192" y="41801"/>
                </a:lnTo>
                <a:lnTo>
                  <a:pt x="9144" y="35705"/>
                </a:lnTo>
                <a:lnTo>
                  <a:pt x="9144" y="52164"/>
                </a:lnTo>
                <a:lnTo>
                  <a:pt x="11430" y="53993"/>
                </a:lnTo>
                <a:lnTo>
                  <a:pt x="12192" y="53993"/>
                </a:lnTo>
                <a:lnTo>
                  <a:pt x="12192" y="54755"/>
                </a:lnTo>
                <a:lnTo>
                  <a:pt x="17526" y="56279"/>
                </a:lnTo>
                <a:close/>
              </a:path>
              <a:path w="68579" h="59054">
                <a:moveTo>
                  <a:pt x="10668" y="25799"/>
                </a:moveTo>
                <a:lnTo>
                  <a:pt x="9906" y="27323"/>
                </a:lnTo>
                <a:lnTo>
                  <a:pt x="10477" y="26465"/>
                </a:lnTo>
                <a:lnTo>
                  <a:pt x="10668" y="25799"/>
                </a:lnTo>
                <a:close/>
              </a:path>
              <a:path w="68579" h="59054">
                <a:moveTo>
                  <a:pt x="10477" y="26465"/>
                </a:moveTo>
                <a:lnTo>
                  <a:pt x="9906" y="27323"/>
                </a:lnTo>
                <a:lnTo>
                  <a:pt x="9906" y="28466"/>
                </a:lnTo>
                <a:lnTo>
                  <a:pt x="10477" y="26465"/>
                </a:lnTo>
                <a:close/>
              </a:path>
              <a:path w="68579" h="59054">
                <a:moveTo>
                  <a:pt x="10668" y="26180"/>
                </a:moveTo>
                <a:lnTo>
                  <a:pt x="10668" y="25799"/>
                </a:lnTo>
                <a:lnTo>
                  <a:pt x="10477" y="26465"/>
                </a:lnTo>
                <a:lnTo>
                  <a:pt x="10668" y="26180"/>
                </a:lnTo>
                <a:close/>
              </a:path>
              <a:path w="68579" h="59054">
                <a:moveTo>
                  <a:pt x="12954" y="22751"/>
                </a:moveTo>
                <a:lnTo>
                  <a:pt x="12192" y="23513"/>
                </a:lnTo>
                <a:lnTo>
                  <a:pt x="12192" y="23894"/>
                </a:lnTo>
                <a:lnTo>
                  <a:pt x="12954" y="22751"/>
                </a:lnTo>
                <a:close/>
              </a:path>
              <a:path w="68579" h="59054">
                <a:moveTo>
                  <a:pt x="21336" y="47897"/>
                </a:moveTo>
                <a:lnTo>
                  <a:pt x="16764" y="45611"/>
                </a:lnTo>
                <a:lnTo>
                  <a:pt x="17526" y="46373"/>
                </a:lnTo>
                <a:lnTo>
                  <a:pt x="17526" y="57041"/>
                </a:lnTo>
                <a:lnTo>
                  <a:pt x="18288" y="57041"/>
                </a:lnTo>
                <a:lnTo>
                  <a:pt x="20574" y="57422"/>
                </a:lnTo>
                <a:lnTo>
                  <a:pt x="20574" y="47897"/>
                </a:lnTo>
                <a:lnTo>
                  <a:pt x="21336" y="47897"/>
                </a:lnTo>
                <a:close/>
              </a:path>
              <a:path w="68579" h="59054">
                <a:moveTo>
                  <a:pt x="19050" y="16219"/>
                </a:moveTo>
                <a:lnTo>
                  <a:pt x="19050" y="15893"/>
                </a:lnTo>
                <a:lnTo>
                  <a:pt x="18288" y="16655"/>
                </a:lnTo>
                <a:lnTo>
                  <a:pt x="19050" y="16219"/>
                </a:lnTo>
                <a:close/>
              </a:path>
              <a:path w="68579" h="59054">
                <a:moveTo>
                  <a:pt x="25146" y="48659"/>
                </a:moveTo>
                <a:lnTo>
                  <a:pt x="20574" y="47897"/>
                </a:lnTo>
                <a:lnTo>
                  <a:pt x="20574" y="57422"/>
                </a:lnTo>
                <a:lnTo>
                  <a:pt x="22860" y="57803"/>
                </a:lnTo>
                <a:lnTo>
                  <a:pt x="23622" y="58565"/>
                </a:lnTo>
                <a:lnTo>
                  <a:pt x="24384" y="58565"/>
                </a:lnTo>
                <a:lnTo>
                  <a:pt x="24384" y="48659"/>
                </a:lnTo>
                <a:lnTo>
                  <a:pt x="25146" y="48659"/>
                </a:lnTo>
                <a:close/>
              </a:path>
              <a:path w="68579" h="59054">
                <a:moveTo>
                  <a:pt x="23622" y="13607"/>
                </a:moveTo>
                <a:lnTo>
                  <a:pt x="22860" y="13607"/>
                </a:lnTo>
                <a:lnTo>
                  <a:pt x="22860" y="14042"/>
                </a:lnTo>
                <a:lnTo>
                  <a:pt x="23622" y="13607"/>
                </a:lnTo>
                <a:close/>
              </a:path>
              <a:path w="68579" h="59054">
                <a:moveTo>
                  <a:pt x="30480" y="58565"/>
                </a:moveTo>
                <a:lnTo>
                  <a:pt x="30480" y="49421"/>
                </a:lnTo>
                <a:lnTo>
                  <a:pt x="29718" y="49421"/>
                </a:lnTo>
                <a:lnTo>
                  <a:pt x="24384" y="48659"/>
                </a:lnTo>
                <a:lnTo>
                  <a:pt x="24384" y="58565"/>
                </a:lnTo>
                <a:lnTo>
                  <a:pt x="30480" y="58565"/>
                </a:lnTo>
                <a:close/>
              </a:path>
              <a:path w="68579" h="59054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59054">
                <a:moveTo>
                  <a:pt x="30073" y="49370"/>
                </a:moveTo>
                <a:lnTo>
                  <a:pt x="29718" y="49325"/>
                </a:lnTo>
                <a:lnTo>
                  <a:pt x="30073" y="49370"/>
                </a:lnTo>
                <a:close/>
              </a:path>
              <a:path w="68579" h="59054">
                <a:moveTo>
                  <a:pt x="35052" y="58565"/>
                </a:moveTo>
                <a:lnTo>
                  <a:pt x="35052" y="48659"/>
                </a:lnTo>
                <a:lnTo>
                  <a:pt x="30073" y="49370"/>
                </a:lnTo>
                <a:lnTo>
                  <a:pt x="30480" y="49421"/>
                </a:lnTo>
                <a:lnTo>
                  <a:pt x="30480" y="58565"/>
                </a:lnTo>
                <a:lnTo>
                  <a:pt x="35052" y="58565"/>
                </a:lnTo>
                <a:close/>
              </a:path>
              <a:path w="68579" h="59054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59054">
                <a:moveTo>
                  <a:pt x="40386" y="47135"/>
                </a:moveTo>
                <a:lnTo>
                  <a:pt x="34290" y="48659"/>
                </a:lnTo>
                <a:lnTo>
                  <a:pt x="35052" y="48659"/>
                </a:lnTo>
                <a:lnTo>
                  <a:pt x="35052" y="58565"/>
                </a:lnTo>
                <a:lnTo>
                  <a:pt x="36576" y="58565"/>
                </a:lnTo>
                <a:lnTo>
                  <a:pt x="36576" y="57803"/>
                </a:lnTo>
                <a:lnTo>
                  <a:pt x="39624" y="57041"/>
                </a:lnTo>
                <a:lnTo>
                  <a:pt x="39624" y="47897"/>
                </a:lnTo>
                <a:lnTo>
                  <a:pt x="40386" y="47135"/>
                </a:lnTo>
                <a:close/>
              </a:path>
              <a:path w="68579" h="59054">
                <a:moveTo>
                  <a:pt x="45720" y="55299"/>
                </a:moveTo>
                <a:lnTo>
                  <a:pt x="45720" y="45611"/>
                </a:lnTo>
                <a:lnTo>
                  <a:pt x="39624" y="47897"/>
                </a:lnTo>
                <a:lnTo>
                  <a:pt x="39624" y="57041"/>
                </a:lnTo>
                <a:lnTo>
                  <a:pt x="42672" y="56279"/>
                </a:lnTo>
                <a:lnTo>
                  <a:pt x="43434" y="56279"/>
                </a:lnTo>
                <a:lnTo>
                  <a:pt x="45720" y="55299"/>
                </a:lnTo>
                <a:close/>
              </a:path>
              <a:path w="68579" h="59054">
                <a:moveTo>
                  <a:pt x="43434" y="10051"/>
                </a:moveTo>
                <a:lnTo>
                  <a:pt x="43434" y="9797"/>
                </a:lnTo>
                <a:lnTo>
                  <a:pt x="42672" y="9797"/>
                </a:lnTo>
                <a:lnTo>
                  <a:pt x="43434" y="10051"/>
                </a:lnTo>
                <a:close/>
              </a:path>
              <a:path w="68579" h="59054">
                <a:moveTo>
                  <a:pt x="49530" y="42563"/>
                </a:moveTo>
                <a:lnTo>
                  <a:pt x="44958" y="45611"/>
                </a:lnTo>
                <a:lnTo>
                  <a:pt x="45720" y="45611"/>
                </a:lnTo>
                <a:lnTo>
                  <a:pt x="45720" y="55299"/>
                </a:lnTo>
                <a:lnTo>
                  <a:pt x="48768" y="53993"/>
                </a:lnTo>
                <a:lnTo>
                  <a:pt x="48768" y="43325"/>
                </a:lnTo>
                <a:lnTo>
                  <a:pt x="49530" y="42563"/>
                </a:lnTo>
                <a:close/>
              </a:path>
              <a:path w="68579" h="59054">
                <a:moveTo>
                  <a:pt x="47244" y="11575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575"/>
                </a:lnTo>
                <a:close/>
              </a:path>
              <a:path w="68579" h="59054">
                <a:moveTo>
                  <a:pt x="53340" y="51271"/>
                </a:moveTo>
                <a:lnTo>
                  <a:pt x="53340" y="39515"/>
                </a:lnTo>
                <a:lnTo>
                  <a:pt x="48768" y="43325"/>
                </a:lnTo>
                <a:lnTo>
                  <a:pt x="48768" y="53993"/>
                </a:lnTo>
                <a:lnTo>
                  <a:pt x="49530" y="53993"/>
                </a:lnTo>
                <a:lnTo>
                  <a:pt x="53340" y="51271"/>
                </a:lnTo>
                <a:close/>
              </a:path>
              <a:path w="68579" h="59054">
                <a:moveTo>
                  <a:pt x="51054" y="13454"/>
                </a:moveTo>
                <a:lnTo>
                  <a:pt x="51054" y="12845"/>
                </a:lnTo>
                <a:lnTo>
                  <a:pt x="50292" y="12845"/>
                </a:lnTo>
                <a:lnTo>
                  <a:pt x="51054" y="13454"/>
                </a:lnTo>
                <a:close/>
              </a:path>
              <a:path w="68579" h="59054">
                <a:moveTo>
                  <a:pt x="57912" y="47897"/>
                </a:moveTo>
                <a:lnTo>
                  <a:pt x="57912" y="31895"/>
                </a:lnTo>
                <a:lnTo>
                  <a:pt x="55626" y="36467"/>
                </a:lnTo>
                <a:lnTo>
                  <a:pt x="55626" y="35705"/>
                </a:lnTo>
                <a:lnTo>
                  <a:pt x="52578" y="39515"/>
                </a:lnTo>
                <a:lnTo>
                  <a:pt x="53340" y="39515"/>
                </a:lnTo>
                <a:lnTo>
                  <a:pt x="53340" y="51271"/>
                </a:lnTo>
                <a:lnTo>
                  <a:pt x="54864" y="50183"/>
                </a:lnTo>
                <a:lnTo>
                  <a:pt x="55626" y="50183"/>
                </a:lnTo>
                <a:lnTo>
                  <a:pt x="57912" y="47897"/>
                </a:lnTo>
                <a:close/>
              </a:path>
              <a:path w="68579" h="59054">
                <a:moveTo>
                  <a:pt x="54102" y="15893"/>
                </a:moveTo>
                <a:lnTo>
                  <a:pt x="53340" y="15131"/>
                </a:lnTo>
                <a:lnTo>
                  <a:pt x="53340" y="15283"/>
                </a:lnTo>
                <a:lnTo>
                  <a:pt x="54102" y="15893"/>
                </a:lnTo>
                <a:close/>
              </a:path>
              <a:path w="68579" h="59054">
                <a:moveTo>
                  <a:pt x="57150" y="19703"/>
                </a:moveTo>
                <a:lnTo>
                  <a:pt x="57150" y="18179"/>
                </a:lnTo>
                <a:lnTo>
                  <a:pt x="56388" y="18179"/>
                </a:lnTo>
                <a:lnTo>
                  <a:pt x="57150" y="19703"/>
                </a:lnTo>
                <a:close/>
              </a:path>
              <a:path w="68579" h="59054">
                <a:moveTo>
                  <a:pt x="58674" y="47135"/>
                </a:moveTo>
                <a:lnTo>
                  <a:pt x="58674" y="28085"/>
                </a:lnTo>
                <a:lnTo>
                  <a:pt x="57150" y="32657"/>
                </a:lnTo>
                <a:lnTo>
                  <a:pt x="57912" y="31895"/>
                </a:lnTo>
                <a:lnTo>
                  <a:pt x="57912" y="47897"/>
                </a:lnTo>
                <a:lnTo>
                  <a:pt x="58674" y="47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5" name="object 83">
            <a:extLst>
              <a:ext uri="{FF2B5EF4-FFF2-40B4-BE49-F238E27FC236}">
                <a16:creationId xmlns:a16="http://schemas.microsoft.com/office/drawing/2014/main" id="{EA004232-5671-47B5-ACE5-D4F879CEEC54}"/>
              </a:ext>
            </a:extLst>
          </p:cNvPr>
          <p:cNvSpPr/>
          <p:nvPr/>
        </p:nvSpPr>
        <p:spPr>
          <a:xfrm>
            <a:off x="5357153" y="2380852"/>
            <a:ext cx="74407" cy="672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7" name="object 84">
            <a:extLst>
              <a:ext uri="{FF2B5EF4-FFF2-40B4-BE49-F238E27FC236}">
                <a16:creationId xmlns:a16="http://schemas.microsoft.com/office/drawing/2014/main" id="{CF0FB163-D818-41E7-83E9-9CEE54326781}"/>
              </a:ext>
            </a:extLst>
          </p:cNvPr>
          <p:cNvSpPr/>
          <p:nvPr/>
        </p:nvSpPr>
        <p:spPr>
          <a:xfrm>
            <a:off x="5674504" y="4951034"/>
            <a:ext cx="82475" cy="7619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9" name="object 85">
            <a:extLst>
              <a:ext uri="{FF2B5EF4-FFF2-40B4-BE49-F238E27FC236}">
                <a16:creationId xmlns:a16="http://schemas.microsoft.com/office/drawing/2014/main" id="{F286FB07-9206-447F-9F42-107F5B02B711}"/>
              </a:ext>
            </a:extLst>
          </p:cNvPr>
          <p:cNvSpPr/>
          <p:nvPr/>
        </p:nvSpPr>
        <p:spPr>
          <a:xfrm>
            <a:off x="4248890" y="3429135"/>
            <a:ext cx="83087" cy="681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1" name="object 86">
            <a:extLst>
              <a:ext uri="{FF2B5EF4-FFF2-40B4-BE49-F238E27FC236}">
                <a16:creationId xmlns:a16="http://schemas.microsoft.com/office/drawing/2014/main" id="{62AA59B4-6437-4EFD-989A-C8149347799B}"/>
              </a:ext>
            </a:extLst>
          </p:cNvPr>
          <p:cNvSpPr/>
          <p:nvPr/>
        </p:nvSpPr>
        <p:spPr>
          <a:xfrm>
            <a:off x="5917446" y="1600025"/>
            <a:ext cx="74407" cy="6723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3" name="object 87">
            <a:extLst>
              <a:ext uri="{FF2B5EF4-FFF2-40B4-BE49-F238E27FC236}">
                <a16:creationId xmlns:a16="http://schemas.microsoft.com/office/drawing/2014/main" id="{0BC7C573-6B6C-4550-9495-DF59AECE484C}"/>
              </a:ext>
            </a:extLst>
          </p:cNvPr>
          <p:cNvSpPr/>
          <p:nvPr/>
        </p:nvSpPr>
        <p:spPr>
          <a:xfrm>
            <a:off x="7051481" y="3656530"/>
            <a:ext cx="82280" cy="7978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5" name="object 88">
            <a:extLst>
              <a:ext uri="{FF2B5EF4-FFF2-40B4-BE49-F238E27FC236}">
                <a16:creationId xmlns:a16="http://schemas.microsoft.com/office/drawing/2014/main" id="{0C41EF94-2330-4339-9D73-E67915B1689D}"/>
              </a:ext>
            </a:extLst>
          </p:cNvPr>
          <p:cNvSpPr/>
          <p:nvPr/>
        </p:nvSpPr>
        <p:spPr>
          <a:xfrm>
            <a:off x="5949719" y="3583018"/>
            <a:ext cx="74407" cy="6813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7" name="object 89">
            <a:extLst>
              <a:ext uri="{FF2B5EF4-FFF2-40B4-BE49-F238E27FC236}">
                <a16:creationId xmlns:a16="http://schemas.microsoft.com/office/drawing/2014/main" id="{234F92B1-8648-45A2-86A4-5FBC7C224CDF}"/>
              </a:ext>
            </a:extLst>
          </p:cNvPr>
          <p:cNvSpPr/>
          <p:nvPr/>
        </p:nvSpPr>
        <p:spPr>
          <a:xfrm>
            <a:off x="7285790" y="3422581"/>
            <a:ext cx="74407" cy="6723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9" name="object 90">
            <a:extLst>
              <a:ext uri="{FF2B5EF4-FFF2-40B4-BE49-F238E27FC236}">
                <a16:creationId xmlns:a16="http://schemas.microsoft.com/office/drawing/2014/main" id="{1A4BBF21-72CF-437B-BB31-806D19140ABC}"/>
              </a:ext>
            </a:extLst>
          </p:cNvPr>
          <p:cNvSpPr/>
          <p:nvPr/>
        </p:nvSpPr>
        <p:spPr>
          <a:xfrm>
            <a:off x="4222891" y="1373528"/>
            <a:ext cx="70224" cy="56029"/>
          </a:xfrm>
          <a:custGeom>
            <a:avLst/>
            <a:gdLst/>
            <a:ahLst/>
            <a:cxnLst/>
            <a:rect l="l" t="t" r="r" b="b"/>
            <a:pathLst>
              <a:path w="59689" h="47625">
                <a:moveTo>
                  <a:pt x="59435" y="28194"/>
                </a:moveTo>
                <a:lnTo>
                  <a:pt x="58269" y="18645"/>
                </a:lnTo>
                <a:lnTo>
                  <a:pt x="52958" y="10096"/>
                </a:lnTo>
                <a:lnTo>
                  <a:pt x="44219" y="3548"/>
                </a:lnTo>
                <a:lnTo>
                  <a:pt x="32765" y="0"/>
                </a:lnTo>
                <a:lnTo>
                  <a:pt x="21109" y="202"/>
                </a:lnTo>
                <a:lnTo>
                  <a:pt x="10953" y="3905"/>
                </a:lnTo>
                <a:lnTo>
                  <a:pt x="3512" y="10608"/>
                </a:lnTo>
                <a:lnTo>
                  <a:pt x="0" y="19812"/>
                </a:lnTo>
                <a:lnTo>
                  <a:pt x="833" y="29241"/>
                </a:lnTo>
                <a:lnTo>
                  <a:pt x="6095" y="37528"/>
                </a:lnTo>
                <a:lnTo>
                  <a:pt x="14787" y="43815"/>
                </a:lnTo>
                <a:lnTo>
                  <a:pt x="25907" y="47244"/>
                </a:lnTo>
                <a:lnTo>
                  <a:pt x="37897" y="47053"/>
                </a:lnTo>
                <a:lnTo>
                  <a:pt x="48101" y="43434"/>
                </a:lnTo>
                <a:lnTo>
                  <a:pt x="55590" y="36957"/>
                </a:lnTo>
                <a:lnTo>
                  <a:pt x="59435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81" name="object 91">
            <a:extLst>
              <a:ext uri="{FF2B5EF4-FFF2-40B4-BE49-F238E27FC236}">
                <a16:creationId xmlns:a16="http://schemas.microsoft.com/office/drawing/2014/main" id="{19CB59D3-A4C9-4BD9-81CD-AB83F3EE2F0B}"/>
              </a:ext>
            </a:extLst>
          </p:cNvPr>
          <p:cNvSpPr/>
          <p:nvPr/>
        </p:nvSpPr>
        <p:spPr>
          <a:xfrm>
            <a:off x="4216615" y="1367253"/>
            <a:ext cx="82176" cy="68728"/>
          </a:xfrm>
          <a:custGeom>
            <a:avLst/>
            <a:gdLst/>
            <a:ahLst/>
            <a:cxnLst/>
            <a:rect l="l" t="t" r="r" b="b"/>
            <a:pathLst>
              <a:path w="69850" h="58419">
                <a:moveTo>
                  <a:pt x="4572" y="41148"/>
                </a:moveTo>
                <a:lnTo>
                  <a:pt x="4572" y="13716"/>
                </a:lnTo>
                <a:lnTo>
                  <a:pt x="2286" y="17526"/>
                </a:lnTo>
                <a:lnTo>
                  <a:pt x="2286" y="18288"/>
                </a:lnTo>
                <a:lnTo>
                  <a:pt x="1524" y="18288"/>
                </a:lnTo>
                <a:lnTo>
                  <a:pt x="0" y="24384"/>
                </a:lnTo>
                <a:lnTo>
                  <a:pt x="0" y="30480"/>
                </a:lnTo>
                <a:lnTo>
                  <a:pt x="1524" y="35052"/>
                </a:lnTo>
                <a:lnTo>
                  <a:pt x="1524" y="36576"/>
                </a:lnTo>
                <a:lnTo>
                  <a:pt x="3810" y="41148"/>
                </a:lnTo>
                <a:lnTo>
                  <a:pt x="4572" y="41148"/>
                </a:lnTo>
                <a:close/>
              </a:path>
              <a:path w="69850" h="58419">
                <a:moveTo>
                  <a:pt x="32004" y="10001"/>
                </a:moveTo>
                <a:lnTo>
                  <a:pt x="32004" y="762"/>
                </a:lnTo>
                <a:lnTo>
                  <a:pt x="25146" y="762"/>
                </a:lnTo>
                <a:lnTo>
                  <a:pt x="19812" y="2286"/>
                </a:lnTo>
                <a:lnTo>
                  <a:pt x="19050" y="3048"/>
                </a:lnTo>
                <a:lnTo>
                  <a:pt x="14478" y="5334"/>
                </a:lnTo>
                <a:lnTo>
                  <a:pt x="13716" y="5334"/>
                </a:lnTo>
                <a:lnTo>
                  <a:pt x="9144" y="8382"/>
                </a:lnTo>
                <a:lnTo>
                  <a:pt x="8382" y="9144"/>
                </a:lnTo>
                <a:lnTo>
                  <a:pt x="5334" y="12954"/>
                </a:lnTo>
                <a:lnTo>
                  <a:pt x="4572" y="12954"/>
                </a:lnTo>
                <a:lnTo>
                  <a:pt x="4572" y="41910"/>
                </a:lnTo>
                <a:lnTo>
                  <a:pt x="7620" y="45720"/>
                </a:lnTo>
                <a:lnTo>
                  <a:pt x="7620" y="46482"/>
                </a:lnTo>
                <a:lnTo>
                  <a:pt x="8382" y="46482"/>
                </a:lnTo>
                <a:lnTo>
                  <a:pt x="9906" y="47701"/>
                </a:lnTo>
                <a:lnTo>
                  <a:pt x="9906" y="23622"/>
                </a:lnTo>
                <a:lnTo>
                  <a:pt x="10668" y="21336"/>
                </a:lnTo>
                <a:lnTo>
                  <a:pt x="10668" y="22860"/>
                </a:lnTo>
                <a:lnTo>
                  <a:pt x="12192" y="19812"/>
                </a:lnTo>
                <a:lnTo>
                  <a:pt x="12192" y="19050"/>
                </a:lnTo>
                <a:lnTo>
                  <a:pt x="14478" y="16192"/>
                </a:lnTo>
                <a:lnTo>
                  <a:pt x="14478" y="16002"/>
                </a:lnTo>
                <a:lnTo>
                  <a:pt x="15240" y="15240"/>
                </a:lnTo>
                <a:lnTo>
                  <a:pt x="15240" y="15494"/>
                </a:lnTo>
                <a:lnTo>
                  <a:pt x="19050" y="12954"/>
                </a:lnTo>
                <a:lnTo>
                  <a:pt x="19050" y="13335"/>
                </a:lnTo>
                <a:lnTo>
                  <a:pt x="22098" y="11811"/>
                </a:lnTo>
                <a:lnTo>
                  <a:pt x="22098" y="11430"/>
                </a:lnTo>
                <a:lnTo>
                  <a:pt x="26670" y="10776"/>
                </a:lnTo>
                <a:lnTo>
                  <a:pt x="32004" y="10001"/>
                </a:lnTo>
                <a:close/>
              </a:path>
              <a:path w="69850" h="58419">
                <a:moveTo>
                  <a:pt x="12192" y="49530"/>
                </a:moveTo>
                <a:lnTo>
                  <a:pt x="12192" y="36576"/>
                </a:lnTo>
                <a:lnTo>
                  <a:pt x="10668" y="32004"/>
                </a:lnTo>
                <a:lnTo>
                  <a:pt x="10668" y="33528"/>
                </a:lnTo>
                <a:lnTo>
                  <a:pt x="9906" y="28194"/>
                </a:lnTo>
                <a:lnTo>
                  <a:pt x="9906" y="47701"/>
                </a:lnTo>
                <a:lnTo>
                  <a:pt x="12192" y="49530"/>
                </a:lnTo>
                <a:close/>
              </a:path>
              <a:path w="69850" h="58419">
                <a:moveTo>
                  <a:pt x="12954" y="18288"/>
                </a:moveTo>
                <a:lnTo>
                  <a:pt x="12192" y="19050"/>
                </a:lnTo>
                <a:lnTo>
                  <a:pt x="12192" y="19812"/>
                </a:lnTo>
                <a:lnTo>
                  <a:pt x="12954" y="18288"/>
                </a:lnTo>
                <a:close/>
              </a:path>
              <a:path w="69850" h="58419">
                <a:moveTo>
                  <a:pt x="15240" y="39624"/>
                </a:moveTo>
                <a:lnTo>
                  <a:pt x="12192" y="35814"/>
                </a:lnTo>
                <a:lnTo>
                  <a:pt x="12192" y="50292"/>
                </a:lnTo>
                <a:lnTo>
                  <a:pt x="12954" y="50292"/>
                </a:lnTo>
                <a:lnTo>
                  <a:pt x="14478" y="51308"/>
                </a:lnTo>
                <a:lnTo>
                  <a:pt x="14478" y="38862"/>
                </a:lnTo>
                <a:lnTo>
                  <a:pt x="15240" y="39624"/>
                </a:lnTo>
                <a:close/>
              </a:path>
              <a:path w="69850" h="58419">
                <a:moveTo>
                  <a:pt x="15240" y="15240"/>
                </a:moveTo>
                <a:lnTo>
                  <a:pt x="14478" y="16002"/>
                </a:lnTo>
                <a:lnTo>
                  <a:pt x="14804" y="15784"/>
                </a:lnTo>
                <a:lnTo>
                  <a:pt x="15240" y="15240"/>
                </a:lnTo>
                <a:close/>
              </a:path>
              <a:path w="69850" h="58419">
                <a:moveTo>
                  <a:pt x="14804" y="15784"/>
                </a:moveTo>
                <a:lnTo>
                  <a:pt x="14478" y="16002"/>
                </a:lnTo>
                <a:lnTo>
                  <a:pt x="14478" y="16192"/>
                </a:lnTo>
                <a:lnTo>
                  <a:pt x="14804" y="15784"/>
                </a:lnTo>
                <a:close/>
              </a:path>
              <a:path w="69850" h="58419">
                <a:moveTo>
                  <a:pt x="18288" y="53340"/>
                </a:moveTo>
                <a:lnTo>
                  <a:pt x="18288" y="42672"/>
                </a:lnTo>
                <a:lnTo>
                  <a:pt x="14478" y="38862"/>
                </a:lnTo>
                <a:lnTo>
                  <a:pt x="14478" y="51308"/>
                </a:lnTo>
                <a:lnTo>
                  <a:pt x="17526" y="53340"/>
                </a:lnTo>
                <a:lnTo>
                  <a:pt x="18288" y="53340"/>
                </a:lnTo>
                <a:close/>
              </a:path>
              <a:path w="69850" h="58419">
                <a:moveTo>
                  <a:pt x="15240" y="15494"/>
                </a:moveTo>
                <a:lnTo>
                  <a:pt x="15240" y="15240"/>
                </a:lnTo>
                <a:lnTo>
                  <a:pt x="14804" y="15784"/>
                </a:lnTo>
                <a:lnTo>
                  <a:pt x="15240" y="15494"/>
                </a:lnTo>
                <a:close/>
              </a:path>
              <a:path w="69850" h="58419">
                <a:moveTo>
                  <a:pt x="22860" y="44958"/>
                </a:moveTo>
                <a:lnTo>
                  <a:pt x="17526" y="41910"/>
                </a:lnTo>
                <a:lnTo>
                  <a:pt x="18288" y="42672"/>
                </a:lnTo>
                <a:lnTo>
                  <a:pt x="18288" y="53340"/>
                </a:lnTo>
                <a:lnTo>
                  <a:pt x="22098" y="54972"/>
                </a:lnTo>
                <a:lnTo>
                  <a:pt x="22098" y="44958"/>
                </a:lnTo>
                <a:lnTo>
                  <a:pt x="22860" y="44958"/>
                </a:lnTo>
                <a:close/>
              </a:path>
              <a:path w="69850" h="58419">
                <a:moveTo>
                  <a:pt x="19050" y="13335"/>
                </a:moveTo>
                <a:lnTo>
                  <a:pt x="19050" y="12954"/>
                </a:lnTo>
                <a:lnTo>
                  <a:pt x="18288" y="13716"/>
                </a:lnTo>
                <a:lnTo>
                  <a:pt x="19050" y="13335"/>
                </a:lnTo>
                <a:close/>
              </a:path>
              <a:path w="69850" h="58419">
                <a:moveTo>
                  <a:pt x="22860" y="11430"/>
                </a:moveTo>
                <a:lnTo>
                  <a:pt x="22098" y="11430"/>
                </a:lnTo>
                <a:lnTo>
                  <a:pt x="22098" y="11811"/>
                </a:lnTo>
                <a:lnTo>
                  <a:pt x="22860" y="11430"/>
                </a:lnTo>
                <a:close/>
              </a:path>
              <a:path w="69850" h="58419">
                <a:moveTo>
                  <a:pt x="27432" y="56388"/>
                </a:moveTo>
                <a:lnTo>
                  <a:pt x="27432" y="47244"/>
                </a:lnTo>
                <a:lnTo>
                  <a:pt x="22098" y="44958"/>
                </a:lnTo>
                <a:lnTo>
                  <a:pt x="22098" y="54972"/>
                </a:lnTo>
                <a:lnTo>
                  <a:pt x="23622" y="55626"/>
                </a:lnTo>
                <a:lnTo>
                  <a:pt x="24384" y="55626"/>
                </a:lnTo>
                <a:lnTo>
                  <a:pt x="27432" y="56388"/>
                </a:lnTo>
                <a:close/>
              </a:path>
              <a:path w="69850" h="58419">
                <a:moveTo>
                  <a:pt x="27432" y="10668"/>
                </a:moveTo>
                <a:lnTo>
                  <a:pt x="26670" y="10668"/>
                </a:lnTo>
                <a:lnTo>
                  <a:pt x="27432" y="10668"/>
                </a:lnTo>
                <a:close/>
              </a:path>
              <a:path w="69850" h="58419">
                <a:moveTo>
                  <a:pt x="32766" y="48006"/>
                </a:moveTo>
                <a:lnTo>
                  <a:pt x="26670" y="46482"/>
                </a:lnTo>
                <a:lnTo>
                  <a:pt x="27432" y="47244"/>
                </a:lnTo>
                <a:lnTo>
                  <a:pt x="27432" y="56388"/>
                </a:lnTo>
                <a:lnTo>
                  <a:pt x="30480" y="57150"/>
                </a:lnTo>
                <a:lnTo>
                  <a:pt x="32004" y="57245"/>
                </a:lnTo>
                <a:lnTo>
                  <a:pt x="32004" y="48006"/>
                </a:lnTo>
                <a:lnTo>
                  <a:pt x="32766" y="48006"/>
                </a:lnTo>
                <a:close/>
              </a:path>
              <a:path w="69850" h="58419">
                <a:moveTo>
                  <a:pt x="57912" y="22860"/>
                </a:moveTo>
                <a:lnTo>
                  <a:pt x="57150" y="21336"/>
                </a:lnTo>
                <a:lnTo>
                  <a:pt x="57150" y="7620"/>
                </a:lnTo>
                <a:lnTo>
                  <a:pt x="51816" y="5334"/>
                </a:lnTo>
                <a:lnTo>
                  <a:pt x="51816" y="4572"/>
                </a:lnTo>
                <a:lnTo>
                  <a:pt x="45720" y="2286"/>
                </a:lnTo>
                <a:lnTo>
                  <a:pt x="44958" y="2286"/>
                </a:lnTo>
                <a:lnTo>
                  <a:pt x="39624" y="762"/>
                </a:lnTo>
                <a:lnTo>
                  <a:pt x="32766" y="762"/>
                </a:lnTo>
                <a:lnTo>
                  <a:pt x="32004" y="0"/>
                </a:lnTo>
                <a:lnTo>
                  <a:pt x="32004" y="9906"/>
                </a:lnTo>
                <a:lnTo>
                  <a:pt x="37338" y="10572"/>
                </a:lnTo>
                <a:lnTo>
                  <a:pt x="37338" y="9906"/>
                </a:lnTo>
                <a:lnTo>
                  <a:pt x="43434" y="11430"/>
                </a:lnTo>
                <a:lnTo>
                  <a:pt x="43434" y="11756"/>
                </a:lnTo>
                <a:lnTo>
                  <a:pt x="47244" y="13389"/>
                </a:lnTo>
                <a:lnTo>
                  <a:pt x="47244" y="12954"/>
                </a:lnTo>
                <a:lnTo>
                  <a:pt x="51054" y="15494"/>
                </a:lnTo>
                <a:lnTo>
                  <a:pt x="51054" y="15240"/>
                </a:lnTo>
                <a:lnTo>
                  <a:pt x="54864" y="19050"/>
                </a:lnTo>
                <a:lnTo>
                  <a:pt x="54864" y="18287"/>
                </a:lnTo>
                <a:lnTo>
                  <a:pt x="57912" y="22860"/>
                </a:lnTo>
                <a:close/>
              </a:path>
              <a:path w="69850" h="58419">
                <a:moveTo>
                  <a:pt x="32385" y="9953"/>
                </a:moveTo>
                <a:lnTo>
                  <a:pt x="32004" y="9906"/>
                </a:lnTo>
                <a:lnTo>
                  <a:pt x="32385" y="9953"/>
                </a:lnTo>
                <a:close/>
              </a:path>
              <a:path w="69850" h="58419">
                <a:moveTo>
                  <a:pt x="42672" y="57258"/>
                </a:moveTo>
                <a:lnTo>
                  <a:pt x="42672" y="48006"/>
                </a:lnTo>
                <a:lnTo>
                  <a:pt x="32004" y="48006"/>
                </a:lnTo>
                <a:lnTo>
                  <a:pt x="32004" y="57245"/>
                </a:lnTo>
                <a:lnTo>
                  <a:pt x="37338" y="57912"/>
                </a:lnTo>
                <a:lnTo>
                  <a:pt x="38862" y="57803"/>
                </a:lnTo>
                <a:lnTo>
                  <a:pt x="42672" y="57258"/>
                </a:lnTo>
                <a:close/>
              </a:path>
              <a:path w="69850" h="58419">
                <a:moveTo>
                  <a:pt x="32766" y="10001"/>
                </a:moveTo>
                <a:lnTo>
                  <a:pt x="32385" y="9953"/>
                </a:lnTo>
                <a:lnTo>
                  <a:pt x="32766" y="10001"/>
                </a:lnTo>
                <a:close/>
              </a:path>
              <a:path w="69850" h="58419">
                <a:moveTo>
                  <a:pt x="38100" y="10668"/>
                </a:moveTo>
                <a:lnTo>
                  <a:pt x="37338" y="9906"/>
                </a:lnTo>
                <a:lnTo>
                  <a:pt x="37338" y="10572"/>
                </a:lnTo>
                <a:lnTo>
                  <a:pt x="38100" y="10668"/>
                </a:lnTo>
                <a:close/>
              </a:path>
              <a:path w="69850" h="58419">
                <a:moveTo>
                  <a:pt x="47244" y="56496"/>
                </a:moveTo>
                <a:lnTo>
                  <a:pt x="47244" y="46482"/>
                </a:lnTo>
                <a:lnTo>
                  <a:pt x="41910" y="48006"/>
                </a:lnTo>
                <a:lnTo>
                  <a:pt x="42672" y="48006"/>
                </a:lnTo>
                <a:lnTo>
                  <a:pt x="42672" y="57258"/>
                </a:lnTo>
                <a:lnTo>
                  <a:pt x="44958" y="57150"/>
                </a:lnTo>
                <a:lnTo>
                  <a:pt x="47244" y="56496"/>
                </a:lnTo>
                <a:close/>
              </a:path>
              <a:path w="69850" h="58419">
                <a:moveTo>
                  <a:pt x="43434" y="11756"/>
                </a:moveTo>
                <a:lnTo>
                  <a:pt x="43434" y="11430"/>
                </a:lnTo>
                <a:lnTo>
                  <a:pt x="42672" y="11430"/>
                </a:lnTo>
                <a:lnTo>
                  <a:pt x="43434" y="11756"/>
                </a:lnTo>
                <a:close/>
              </a:path>
              <a:path w="69850" h="58419">
                <a:moveTo>
                  <a:pt x="51816" y="44196"/>
                </a:moveTo>
                <a:lnTo>
                  <a:pt x="46482" y="46482"/>
                </a:lnTo>
                <a:lnTo>
                  <a:pt x="47244" y="46482"/>
                </a:lnTo>
                <a:lnTo>
                  <a:pt x="47244" y="56496"/>
                </a:lnTo>
                <a:lnTo>
                  <a:pt x="50292" y="55626"/>
                </a:lnTo>
                <a:lnTo>
                  <a:pt x="51054" y="55626"/>
                </a:lnTo>
                <a:lnTo>
                  <a:pt x="51054" y="44958"/>
                </a:lnTo>
                <a:lnTo>
                  <a:pt x="51816" y="44196"/>
                </a:lnTo>
                <a:close/>
              </a:path>
              <a:path w="69850" h="58419">
                <a:moveTo>
                  <a:pt x="48006" y="13716"/>
                </a:moveTo>
                <a:lnTo>
                  <a:pt x="47244" y="12954"/>
                </a:lnTo>
                <a:lnTo>
                  <a:pt x="47244" y="13389"/>
                </a:lnTo>
                <a:lnTo>
                  <a:pt x="48006" y="13716"/>
                </a:lnTo>
                <a:close/>
              </a:path>
              <a:path w="69850" h="58419">
                <a:moveTo>
                  <a:pt x="51816" y="16002"/>
                </a:moveTo>
                <a:lnTo>
                  <a:pt x="51054" y="15240"/>
                </a:lnTo>
                <a:lnTo>
                  <a:pt x="51054" y="15494"/>
                </a:lnTo>
                <a:lnTo>
                  <a:pt x="51816" y="16002"/>
                </a:lnTo>
                <a:close/>
              </a:path>
              <a:path w="69850" h="58419">
                <a:moveTo>
                  <a:pt x="54864" y="41910"/>
                </a:moveTo>
                <a:lnTo>
                  <a:pt x="51054" y="44958"/>
                </a:lnTo>
                <a:lnTo>
                  <a:pt x="51054" y="55626"/>
                </a:lnTo>
                <a:lnTo>
                  <a:pt x="54102" y="54102"/>
                </a:lnTo>
                <a:lnTo>
                  <a:pt x="54102" y="42672"/>
                </a:lnTo>
                <a:lnTo>
                  <a:pt x="54864" y="41910"/>
                </a:lnTo>
                <a:close/>
              </a:path>
              <a:path w="69850" h="58419">
                <a:moveTo>
                  <a:pt x="57912" y="51358"/>
                </a:moveTo>
                <a:lnTo>
                  <a:pt x="57912" y="38862"/>
                </a:lnTo>
                <a:lnTo>
                  <a:pt x="54102" y="42672"/>
                </a:lnTo>
                <a:lnTo>
                  <a:pt x="54102" y="54102"/>
                </a:lnTo>
                <a:lnTo>
                  <a:pt x="55626" y="53340"/>
                </a:lnTo>
                <a:lnTo>
                  <a:pt x="56388" y="52578"/>
                </a:lnTo>
                <a:lnTo>
                  <a:pt x="57912" y="51358"/>
                </a:lnTo>
                <a:close/>
              </a:path>
              <a:path w="69850" h="58419">
                <a:moveTo>
                  <a:pt x="69748" y="36537"/>
                </a:moveTo>
                <a:lnTo>
                  <a:pt x="69430" y="31762"/>
                </a:lnTo>
                <a:lnTo>
                  <a:pt x="69342" y="25146"/>
                </a:lnTo>
                <a:lnTo>
                  <a:pt x="68580" y="22860"/>
                </a:lnTo>
                <a:lnTo>
                  <a:pt x="68580" y="22098"/>
                </a:lnTo>
                <a:lnTo>
                  <a:pt x="67818" y="22098"/>
                </a:lnTo>
                <a:lnTo>
                  <a:pt x="65532" y="17526"/>
                </a:lnTo>
                <a:lnTo>
                  <a:pt x="65532" y="16764"/>
                </a:lnTo>
                <a:lnTo>
                  <a:pt x="62484" y="12954"/>
                </a:lnTo>
                <a:lnTo>
                  <a:pt x="57912" y="8382"/>
                </a:lnTo>
                <a:lnTo>
                  <a:pt x="57150" y="8382"/>
                </a:lnTo>
                <a:lnTo>
                  <a:pt x="57150" y="21336"/>
                </a:lnTo>
                <a:lnTo>
                  <a:pt x="59436" y="25908"/>
                </a:lnTo>
                <a:lnTo>
                  <a:pt x="59436" y="25146"/>
                </a:lnTo>
                <a:lnTo>
                  <a:pt x="60198" y="27432"/>
                </a:lnTo>
                <a:lnTo>
                  <a:pt x="60198" y="33340"/>
                </a:lnTo>
                <a:lnTo>
                  <a:pt x="60934" y="32346"/>
                </a:lnTo>
                <a:lnTo>
                  <a:pt x="60934" y="49530"/>
                </a:lnTo>
                <a:lnTo>
                  <a:pt x="60960" y="48768"/>
                </a:lnTo>
                <a:lnTo>
                  <a:pt x="64770" y="45720"/>
                </a:lnTo>
                <a:lnTo>
                  <a:pt x="64770" y="44958"/>
                </a:lnTo>
                <a:lnTo>
                  <a:pt x="66294" y="42672"/>
                </a:lnTo>
                <a:lnTo>
                  <a:pt x="69748" y="36537"/>
                </a:lnTo>
                <a:close/>
              </a:path>
              <a:path w="69850" h="58419">
                <a:moveTo>
                  <a:pt x="60934" y="49530"/>
                </a:moveTo>
                <a:lnTo>
                  <a:pt x="60934" y="32346"/>
                </a:lnTo>
                <a:lnTo>
                  <a:pt x="57912" y="38100"/>
                </a:lnTo>
                <a:lnTo>
                  <a:pt x="57150" y="39624"/>
                </a:lnTo>
                <a:lnTo>
                  <a:pt x="57912" y="38862"/>
                </a:lnTo>
                <a:lnTo>
                  <a:pt x="57912" y="51358"/>
                </a:lnTo>
                <a:lnTo>
                  <a:pt x="60096" y="49611"/>
                </a:lnTo>
                <a:lnTo>
                  <a:pt x="60934" y="49530"/>
                </a:lnTo>
                <a:close/>
              </a:path>
              <a:path w="69850" h="58419">
                <a:moveTo>
                  <a:pt x="60198" y="33340"/>
                </a:moveTo>
                <a:lnTo>
                  <a:pt x="60198" y="27432"/>
                </a:lnTo>
                <a:lnTo>
                  <a:pt x="60096" y="33477"/>
                </a:lnTo>
                <a:lnTo>
                  <a:pt x="60198" y="3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83" name="object 92">
            <a:extLst>
              <a:ext uri="{FF2B5EF4-FFF2-40B4-BE49-F238E27FC236}">
                <a16:creationId xmlns:a16="http://schemas.microsoft.com/office/drawing/2014/main" id="{6937C510-25D2-44C3-B551-699421EA42BA}"/>
              </a:ext>
            </a:extLst>
          </p:cNvPr>
          <p:cNvSpPr/>
          <p:nvPr/>
        </p:nvSpPr>
        <p:spPr>
          <a:xfrm>
            <a:off x="6996798" y="2634553"/>
            <a:ext cx="74407" cy="6723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85" name="object 93">
            <a:extLst>
              <a:ext uri="{FF2B5EF4-FFF2-40B4-BE49-F238E27FC236}">
                <a16:creationId xmlns:a16="http://schemas.microsoft.com/office/drawing/2014/main" id="{921F4443-B37B-4FE0-BB6D-809E047805B4}"/>
              </a:ext>
            </a:extLst>
          </p:cNvPr>
          <p:cNvSpPr/>
          <p:nvPr/>
        </p:nvSpPr>
        <p:spPr>
          <a:xfrm>
            <a:off x="6840813" y="4334262"/>
            <a:ext cx="62753" cy="69476"/>
          </a:xfrm>
          <a:custGeom>
            <a:avLst/>
            <a:gdLst/>
            <a:ahLst/>
            <a:cxnLst/>
            <a:rect l="l" t="t" r="r" b="b"/>
            <a:pathLst>
              <a:path w="53339" h="59054">
                <a:moveTo>
                  <a:pt x="53339" y="33528"/>
                </a:moveTo>
                <a:lnTo>
                  <a:pt x="52875" y="21859"/>
                </a:lnTo>
                <a:lnTo>
                  <a:pt x="48482" y="11620"/>
                </a:lnTo>
                <a:lnTo>
                  <a:pt x="40802" y="3952"/>
                </a:lnTo>
                <a:lnTo>
                  <a:pt x="30479" y="0"/>
                </a:lnTo>
                <a:lnTo>
                  <a:pt x="19931" y="1047"/>
                </a:lnTo>
                <a:lnTo>
                  <a:pt x="10667" y="6096"/>
                </a:lnTo>
                <a:lnTo>
                  <a:pt x="3690" y="14573"/>
                </a:lnTo>
                <a:lnTo>
                  <a:pt x="0" y="25908"/>
                </a:lnTo>
                <a:lnTo>
                  <a:pt x="452" y="37457"/>
                </a:lnTo>
                <a:lnTo>
                  <a:pt x="4762" y="47434"/>
                </a:lnTo>
                <a:lnTo>
                  <a:pt x="12215" y="54840"/>
                </a:lnTo>
                <a:lnTo>
                  <a:pt x="22097" y="58674"/>
                </a:lnTo>
                <a:lnTo>
                  <a:pt x="32765" y="57959"/>
                </a:lnTo>
                <a:lnTo>
                  <a:pt x="42290" y="52958"/>
                </a:lnTo>
                <a:lnTo>
                  <a:pt x="49529" y="44529"/>
                </a:lnTo>
                <a:lnTo>
                  <a:pt x="53339" y="335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87" name="object 94">
            <a:extLst>
              <a:ext uri="{FF2B5EF4-FFF2-40B4-BE49-F238E27FC236}">
                <a16:creationId xmlns:a16="http://schemas.microsoft.com/office/drawing/2014/main" id="{22815703-2831-4137-9E94-75629E03495D}"/>
              </a:ext>
            </a:extLst>
          </p:cNvPr>
          <p:cNvSpPr/>
          <p:nvPr/>
        </p:nvSpPr>
        <p:spPr>
          <a:xfrm>
            <a:off x="6834537" y="4328885"/>
            <a:ext cx="74705" cy="79935"/>
          </a:xfrm>
          <a:custGeom>
            <a:avLst/>
            <a:gdLst/>
            <a:ahLst/>
            <a:cxnLst/>
            <a:rect l="l" t="t" r="r" b="b"/>
            <a:pathLst>
              <a:path w="63500" h="67945">
                <a:moveTo>
                  <a:pt x="18573" y="14287"/>
                </a:moveTo>
                <a:lnTo>
                  <a:pt x="18287" y="14478"/>
                </a:lnTo>
                <a:lnTo>
                  <a:pt x="18287" y="3810"/>
                </a:lnTo>
                <a:lnTo>
                  <a:pt x="17525" y="3810"/>
                </a:lnTo>
                <a:lnTo>
                  <a:pt x="12953" y="6858"/>
                </a:lnTo>
                <a:lnTo>
                  <a:pt x="7619" y="12192"/>
                </a:lnTo>
                <a:lnTo>
                  <a:pt x="4571" y="16764"/>
                </a:lnTo>
                <a:lnTo>
                  <a:pt x="4571" y="17526"/>
                </a:lnTo>
                <a:lnTo>
                  <a:pt x="2285" y="22098"/>
                </a:lnTo>
                <a:lnTo>
                  <a:pt x="2285" y="22860"/>
                </a:lnTo>
                <a:lnTo>
                  <a:pt x="1523" y="22860"/>
                </a:lnTo>
                <a:lnTo>
                  <a:pt x="0" y="28956"/>
                </a:lnTo>
                <a:lnTo>
                  <a:pt x="0" y="36576"/>
                </a:lnTo>
                <a:lnTo>
                  <a:pt x="761" y="42672"/>
                </a:lnTo>
                <a:lnTo>
                  <a:pt x="761" y="43434"/>
                </a:lnTo>
                <a:lnTo>
                  <a:pt x="3047" y="48768"/>
                </a:lnTo>
                <a:lnTo>
                  <a:pt x="3047" y="49530"/>
                </a:lnTo>
                <a:lnTo>
                  <a:pt x="5333" y="54102"/>
                </a:lnTo>
                <a:lnTo>
                  <a:pt x="6095" y="54102"/>
                </a:lnTo>
                <a:lnTo>
                  <a:pt x="6095" y="54864"/>
                </a:lnTo>
                <a:lnTo>
                  <a:pt x="9143" y="57912"/>
                </a:lnTo>
                <a:lnTo>
                  <a:pt x="9143" y="35052"/>
                </a:lnTo>
                <a:lnTo>
                  <a:pt x="9239" y="35814"/>
                </a:lnTo>
                <a:lnTo>
                  <a:pt x="9905" y="30480"/>
                </a:lnTo>
                <a:lnTo>
                  <a:pt x="9905" y="31242"/>
                </a:lnTo>
                <a:lnTo>
                  <a:pt x="10667" y="25146"/>
                </a:lnTo>
                <a:lnTo>
                  <a:pt x="10667" y="26670"/>
                </a:lnTo>
                <a:lnTo>
                  <a:pt x="12953" y="21336"/>
                </a:lnTo>
                <a:lnTo>
                  <a:pt x="12953" y="22098"/>
                </a:lnTo>
                <a:lnTo>
                  <a:pt x="15239" y="18669"/>
                </a:lnTo>
                <a:lnTo>
                  <a:pt x="15239" y="18288"/>
                </a:lnTo>
                <a:lnTo>
                  <a:pt x="18573" y="14287"/>
                </a:lnTo>
                <a:close/>
              </a:path>
              <a:path w="63500" h="67945">
                <a:moveTo>
                  <a:pt x="9239" y="35814"/>
                </a:moveTo>
                <a:lnTo>
                  <a:pt x="9143" y="35052"/>
                </a:lnTo>
                <a:lnTo>
                  <a:pt x="9143" y="36576"/>
                </a:lnTo>
                <a:lnTo>
                  <a:pt x="9239" y="35814"/>
                </a:lnTo>
                <a:close/>
              </a:path>
              <a:path w="63500" h="67945">
                <a:moveTo>
                  <a:pt x="9905" y="58674"/>
                </a:moveTo>
                <a:lnTo>
                  <a:pt x="9905" y="41148"/>
                </a:lnTo>
                <a:lnTo>
                  <a:pt x="9239" y="35814"/>
                </a:lnTo>
                <a:lnTo>
                  <a:pt x="9143" y="36576"/>
                </a:lnTo>
                <a:lnTo>
                  <a:pt x="9143" y="57912"/>
                </a:lnTo>
                <a:lnTo>
                  <a:pt x="9905" y="58674"/>
                </a:lnTo>
                <a:close/>
              </a:path>
              <a:path w="63500" h="67945">
                <a:moveTo>
                  <a:pt x="16763" y="52577"/>
                </a:moveTo>
                <a:lnTo>
                  <a:pt x="13715" y="48768"/>
                </a:lnTo>
                <a:lnTo>
                  <a:pt x="13715" y="49530"/>
                </a:lnTo>
                <a:lnTo>
                  <a:pt x="11429" y="44958"/>
                </a:lnTo>
                <a:lnTo>
                  <a:pt x="11429" y="45720"/>
                </a:lnTo>
                <a:lnTo>
                  <a:pt x="9905" y="40386"/>
                </a:lnTo>
                <a:lnTo>
                  <a:pt x="9905" y="59436"/>
                </a:lnTo>
                <a:lnTo>
                  <a:pt x="14477" y="63246"/>
                </a:lnTo>
                <a:lnTo>
                  <a:pt x="15239" y="63246"/>
                </a:lnTo>
                <a:lnTo>
                  <a:pt x="16001" y="63681"/>
                </a:lnTo>
                <a:lnTo>
                  <a:pt x="16001" y="52577"/>
                </a:lnTo>
                <a:lnTo>
                  <a:pt x="16763" y="52577"/>
                </a:lnTo>
                <a:close/>
              </a:path>
              <a:path w="63500" h="67945">
                <a:moveTo>
                  <a:pt x="16001" y="17526"/>
                </a:moveTo>
                <a:lnTo>
                  <a:pt x="15239" y="18288"/>
                </a:lnTo>
                <a:lnTo>
                  <a:pt x="15239" y="18669"/>
                </a:lnTo>
                <a:lnTo>
                  <a:pt x="16001" y="17526"/>
                </a:lnTo>
                <a:close/>
              </a:path>
              <a:path w="63500" h="67945">
                <a:moveTo>
                  <a:pt x="20573" y="66294"/>
                </a:moveTo>
                <a:lnTo>
                  <a:pt x="20573" y="55626"/>
                </a:lnTo>
                <a:lnTo>
                  <a:pt x="16001" y="52577"/>
                </a:lnTo>
                <a:lnTo>
                  <a:pt x="16001" y="63681"/>
                </a:lnTo>
                <a:lnTo>
                  <a:pt x="20573" y="66294"/>
                </a:lnTo>
                <a:close/>
              </a:path>
              <a:path w="63500" h="67945">
                <a:moveTo>
                  <a:pt x="53339" y="27432"/>
                </a:moveTo>
                <a:lnTo>
                  <a:pt x="53339" y="8381"/>
                </a:lnTo>
                <a:lnTo>
                  <a:pt x="48767" y="5333"/>
                </a:lnTo>
                <a:lnTo>
                  <a:pt x="48767" y="4571"/>
                </a:lnTo>
                <a:lnTo>
                  <a:pt x="48005" y="4571"/>
                </a:lnTo>
                <a:lnTo>
                  <a:pt x="43433" y="2285"/>
                </a:lnTo>
                <a:lnTo>
                  <a:pt x="42671" y="1523"/>
                </a:lnTo>
                <a:lnTo>
                  <a:pt x="36575" y="0"/>
                </a:lnTo>
                <a:lnTo>
                  <a:pt x="29717" y="0"/>
                </a:lnTo>
                <a:lnTo>
                  <a:pt x="24383" y="762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8287" y="14478"/>
                </a:lnTo>
                <a:lnTo>
                  <a:pt x="19049" y="13716"/>
                </a:lnTo>
                <a:lnTo>
                  <a:pt x="19049" y="13970"/>
                </a:lnTo>
                <a:lnTo>
                  <a:pt x="22859" y="11430"/>
                </a:lnTo>
                <a:lnTo>
                  <a:pt x="22859" y="11811"/>
                </a:lnTo>
                <a:lnTo>
                  <a:pt x="26669" y="9906"/>
                </a:lnTo>
                <a:lnTo>
                  <a:pt x="26669" y="10450"/>
                </a:lnTo>
                <a:lnTo>
                  <a:pt x="30479" y="9361"/>
                </a:lnTo>
                <a:lnTo>
                  <a:pt x="30479" y="9144"/>
                </a:lnTo>
                <a:lnTo>
                  <a:pt x="33527" y="9144"/>
                </a:lnTo>
                <a:lnTo>
                  <a:pt x="35813" y="9906"/>
                </a:lnTo>
                <a:lnTo>
                  <a:pt x="37337" y="9906"/>
                </a:lnTo>
                <a:lnTo>
                  <a:pt x="39623" y="10668"/>
                </a:lnTo>
                <a:lnTo>
                  <a:pt x="39623" y="10994"/>
                </a:lnTo>
                <a:lnTo>
                  <a:pt x="42671" y="12300"/>
                </a:lnTo>
                <a:lnTo>
                  <a:pt x="44195" y="12954"/>
                </a:lnTo>
                <a:lnTo>
                  <a:pt x="44195" y="13462"/>
                </a:lnTo>
                <a:lnTo>
                  <a:pt x="46481" y="15367"/>
                </a:lnTo>
                <a:lnTo>
                  <a:pt x="46481" y="15240"/>
                </a:lnTo>
                <a:lnTo>
                  <a:pt x="50291" y="19050"/>
                </a:lnTo>
                <a:lnTo>
                  <a:pt x="50291" y="20066"/>
                </a:lnTo>
                <a:lnTo>
                  <a:pt x="51815" y="23622"/>
                </a:lnTo>
                <a:lnTo>
                  <a:pt x="51815" y="22098"/>
                </a:lnTo>
                <a:lnTo>
                  <a:pt x="53339" y="27432"/>
                </a:lnTo>
                <a:close/>
              </a:path>
              <a:path w="63500" h="67945">
                <a:moveTo>
                  <a:pt x="19049" y="13716"/>
                </a:moveTo>
                <a:lnTo>
                  <a:pt x="18287" y="14478"/>
                </a:lnTo>
                <a:lnTo>
                  <a:pt x="18573" y="14287"/>
                </a:lnTo>
                <a:lnTo>
                  <a:pt x="19049" y="13716"/>
                </a:lnTo>
                <a:close/>
              </a:path>
              <a:path w="63500" h="67945">
                <a:moveTo>
                  <a:pt x="19049" y="13970"/>
                </a:moveTo>
                <a:lnTo>
                  <a:pt x="19049" y="13716"/>
                </a:lnTo>
                <a:lnTo>
                  <a:pt x="18573" y="14287"/>
                </a:lnTo>
                <a:lnTo>
                  <a:pt x="19049" y="13970"/>
                </a:lnTo>
                <a:close/>
              </a:path>
              <a:path w="63500" h="67945">
                <a:moveTo>
                  <a:pt x="37337" y="67273"/>
                </a:moveTo>
                <a:lnTo>
                  <a:pt x="37337" y="57912"/>
                </a:lnTo>
                <a:lnTo>
                  <a:pt x="32003" y="58674"/>
                </a:lnTo>
                <a:lnTo>
                  <a:pt x="28193" y="58674"/>
                </a:lnTo>
                <a:lnTo>
                  <a:pt x="23621" y="57150"/>
                </a:lnTo>
                <a:lnTo>
                  <a:pt x="19811" y="54864"/>
                </a:lnTo>
                <a:lnTo>
                  <a:pt x="20573" y="55626"/>
                </a:lnTo>
                <a:lnTo>
                  <a:pt x="20573" y="66294"/>
                </a:lnTo>
                <a:lnTo>
                  <a:pt x="26669" y="67818"/>
                </a:lnTo>
                <a:lnTo>
                  <a:pt x="33527" y="67818"/>
                </a:lnTo>
                <a:lnTo>
                  <a:pt x="37337" y="67273"/>
                </a:lnTo>
                <a:close/>
              </a:path>
              <a:path w="63500" h="67945">
                <a:moveTo>
                  <a:pt x="22859" y="11811"/>
                </a:moveTo>
                <a:lnTo>
                  <a:pt x="22859" y="11430"/>
                </a:lnTo>
                <a:lnTo>
                  <a:pt x="22097" y="12192"/>
                </a:lnTo>
                <a:lnTo>
                  <a:pt x="22859" y="11811"/>
                </a:lnTo>
                <a:close/>
              </a:path>
              <a:path w="63500" h="67945">
                <a:moveTo>
                  <a:pt x="26669" y="10450"/>
                </a:moveTo>
                <a:lnTo>
                  <a:pt x="26669" y="9906"/>
                </a:lnTo>
                <a:lnTo>
                  <a:pt x="25907" y="10668"/>
                </a:lnTo>
                <a:lnTo>
                  <a:pt x="26669" y="10450"/>
                </a:lnTo>
                <a:close/>
              </a:path>
              <a:path w="63500" h="67945">
                <a:moveTo>
                  <a:pt x="31241" y="9144"/>
                </a:moveTo>
                <a:lnTo>
                  <a:pt x="30479" y="9144"/>
                </a:lnTo>
                <a:lnTo>
                  <a:pt x="30479" y="9361"/>
                </a:lnTo>
                <a:lnTo>
                  <a:pt x="31241" y="9144"/>
                </a:lnTo>
                <a:close/>
              </a:path>
              <a:path w="63500" h="67945">
                <a:moveTo>
                  <a:pt x="41147" y="55626"/>
                </a:moveTo>
                <a:lnTo>
                  <a:pt x="36575" y="57912"/>
                </a:lnTo>
                <a:lnTo>
                  <a:pt x="37337" y="57912"/>
                </a:lnTo>
                <a:lnTo>
                  <a:pt x="37337" y="67273"/>
                </a:lnTo>
                <a:lnTo>
                  <a:pt x="38861" y="67056"/>
                </a:lnTo>
                <a:lnTo>
                  <a:pt x="40385" y="67056"/>
                </a:lnTo>
                <a:lnTo>
                  <a:pt x="40385" y="56388"/>
                </a:lnTo>
                <a:lnTo>
                  <a:pt x="41147" y="55626"/>
                </a:lnTo>
                <a:close/>
              </a:path>
              <a:path w="63500" h="67945">
                <a:moveTo>
                  <a:pt x="39623" y="10994"/>
                </a:moveTo>
                <a:lnTo>
                  <a:pt x="39623" y="10668"/>
                </a:lnTo>
                <a:lnTo>
                  <a:pt x="38861" y="10668"/>
                </a:lnTo>
                <a:lnTo>
                  <a:pt x="39623" y="10994"/>
                </a:lnTo>
                <a:close/>
              </a:path>
              <a:path w="63500" h="67945">
                <a:moveTo>
                  <a:pt x="44957" y="53340"/>
                </a:moveTo>
                <a:lnTo>
                  <a:pt x="40385" y="56388"/>
                </a:lnTo>
                <a:lnTo>
                  <a:pt x="40385" y="67056"/>
                </a:lnTo>
                <a:lnTo>
                  <a:pt x="44195" y="65151"/>
                </a:lnTo>
                <a:lnTo>
                  <a:pt x="44195" y="54102"/>
                </a:lnTo>
                <a:lnTo>
                  <a:pt x="44957" y="53340"/>
                </a:lnTo>
                <a:close/>
              </a:path>
              <a:path w="63500" h="67945">
                <a:moveTo>
                  <a:pt x="44195" y="12954"/>
                </a:moveTo>
                <a:lnTo>
                  <a:pt x="42671" y="12192"/>
                </a:lnTo>
                <a:lnTo>
                  <a:pt x="42940" y="12416"/>
                </a:lnTo>
                <a:lnTo>
                  <a:pt x="44195" y="12954"/>
                </a:lnTo>
                <a:close/>
              </a:path>
              <a:path w="63500" h="67945">
                <a:moveTo>
                  <a:pt x="42940" y="12416"/>
                </a:moveTo>
                <a:lnTo>
                  <a:pt x="42671" y="12192"/>
                </a:lnTo>
                <a:lnTo>
                  <a:pt x="42940" y="12416"/>
                </a:lnTo>
                <a:close/>
              </a:path>
              <a:path w="63500" h="67945">
                <a:moveTo>
                  <a:pt x="44195" y="13462"/>
                </a:moveTo>
                <a:lnTo>
                  <a:pt x="44195" y="12954"/>
                </a:lnTo>
                <a:lnTo>
                  <a:pt x="42940" y="12416"/>
                </a:lnTo>
                <a:lnTo>
                  <a:pt x="44195" y="13462"/>
                </a:lnTo>
                <a:close/>
              </a:path>
              <a:path w="63500" h="67945">
                <a:moveTo>
                  <a:pt x="48005" y="62484"/>
                </a:moveTo>
                <a:lnTo>
                  <a:pt x="48005" y="50292"/>
                </a:lnTo>
                <a:lnTo>
                  <a:pt x="44195" y="54102"/>
                </a:lnTo>
                <a:lnTo>
                  <a:pt x="44195" y="65151"/>
                </a:lnTo>
                <a:lnTo>
                  <a:pt x="44957" y="64770"/>
                </a:lnTo>
                <a:lnTo>
                  <a:pt x="45719" y="64769"/>
                </a:lnTo>
                <a:lnTo>
                  <a:pt x="45719" y="64008"/>
                </a:lnTo>
                <a:lnTo>
                  <a:pt x="48005" y="62484"/>
                </a:lnTo>
                <a:close/>
              </a:path>
              <a:path w="63500" h="67945">
                <a:moveTo>
                  <a:pt x="47243" y="16001"/>
                </a:moveTo>
                <a:lnTo>
                  <a:pt x="46481" y="15240"/>
                </a:lnTo>
                <a:lnTo>
                  <a:pt x="46481" y="15367"/>
                </a:lnTo>
                <a:lnTo>
                  <a:pt x="47243" y="16001"/>
                </a:lnTo>
                <a:close/>
              </a:path>
              <a:path w="63500" h="67945">
                <a:moveTo>
                  <a:pt x="51053" y="60960"/>
                </a:moveTo>
                <a:lnTo>
                  <a:pt x="51053" y="46482"/>
                </a:lnTo>
                <a:lnTo>
                  <a:pt x="47243" y="51054"/>
                </a:lnTo>
                <a:lnTo>
                  <a:pt x="48005" y="50292"/>
                </a:lnTo>
                <a:lnTo>
                  <a:pt x="48005" y="62484"/>
                </a:lnTo>
                <a:lnTo>
                  <a:pt x="50291" y="60960"/>
                </a:lnTo>
                <a:lnTo>
                  <a:pt x="51053" y="60960"/>
                </a:lnTo>
                <a:close/>
              </a:path>
              <a:path w="63500" h="67945">
                <a:moveTo>
                  <a:pt x="50291" y="20066"/>
                </a:moveTo>
                <a:lnTo>
                  <a:pt x="50291" y="19050"/>
                </a:lnTo>
                <a:lnTo>
                  <a:pt x="49529" y="18288"/>
                </a:lnTo>
                <a:lnTo>
                  <a:pt x="50291" y="20066"/>
                </a:lnTo>
                <a:close/>
              </a:path>
              <a:path w="63500" h="67945">
                <a:moveTo>
                  <a:pt x="54101" y="57911"/>
                </a:moveTo>
                <a:lnTo>
                  <a:pt x="54101" y="36576"/>
                </a:lnTo>
                <a:lnTo>
                  <a:pt x="52577" y="42672"/>
                </a:lnTo>
                <a:lnTo>
                  <a:pt x="52577" y="41910"/>
                </a:lnTo>
                <a:lnTo>
                  <a:pt x="50291" y="47244"/>
                </a:lnTo>
                <a:lnTo>
                  <a:pt x="51053" y="46482"/>
                </a:lnTo>
                <a:lnTo>
                  <a:pt x="51053" y="60960"/>
                </a:lnTo>
                <a:lnTo>
                  <a:pt x="54101" y="57911"/>
                </a:lnTo>
                <a:close/>
              </a:path>
              <a:path w="63500" h="67945">
                <a:moveTo>
                  <a:pt x="63245" y="38862"/>
                </a:moveTo>
                <a:lnTo>
                  <a:pt x="63245" y="31242"/>
                </a:lnTo>
                <a:lnTo>
                  <a:pt x="62483" y="25908"/>
                </a:lnTo>
                <a:lnTo>
                  <a:pt x="62483" y="25145"/>
                </a:lnTo>
                <a:lnTo>
                  <a:pt x="60959" y="19811"/>
                </a:lnTo>
                <a:lnTo>
                  <a:pt x="60959" y="19049"/>
                </a:lnTo>
                <a:lnTo>
                  <a:pt x="60197" y="19049"/>
                </a:lnTo>
                <a:lnTo>
                  <a:pt x="60197" y="18287"/>
                </a:lnTo>
                <a:lnTo>
                  <a:pt x="57911" y="13716"/>
                </a:lnTo>
                <a:lnTo>
                  <a:pt x="57149" y="13716"/>
                </a:lnTo>
                <a:lnTo>
                  <a:pt x="57149" y="12954"/>
                </a:lnTo>
                <a:lnTo>
                  <a:pt x="54101" y="9143"/>
                </a:lnTo>
                <a:lnTo>
                  <a:pt x="53339" y="9143"/>
                </a:lnTo>
                <a:lnTo>
                  <a:pt x="53339" y="26670"/>
                </a:lnTo>
                <a:lnTo>
                  <a:pt x="54051" y="32359"/>
                </a:lnTo>
                <a:lnTo>
                  <a:pt x="54101" y="32004"/>
                </a:lnTo>
                <a:lnTo>
                  <a:pt x="54101" y="57911"/>
                </a:lnTo>
                <a:lnTo>
                  <a:pt x="54863" y="57150"/>
                </a:lnTo>
                <a:lnTo>
                  <a:pt x="54863" y="56388"/>
                </a:lnTo>
                <a:lnTo>
                  <a:pt x="55625" y="56388"/>
                </a:lnTo>
                <a:lnTo>
                  <a:pt x="58673" y="51816"/>
                </a:lnTo>
                <a:lnTo>
                  <a:pt x="58673" y="51053"/>
                </a:lnTo>
                <a:lnTo>
                  <a:pt x="61721" y="45720"/>
                </a:lnTo>
                <a:lnTo>
                  <a:pt x="61721" y="44958"/>
                </a:lnTo>
                <a:lnTo>
                  <a:pt x="63245" y="38862"/>
                </a:lnTo>
                <a:close/>
              </a:path>
              <a:path w="63500" h="67945">
                <a:moveTo>
                  <a:pt x="54101" y="36576"/>
                </a:moveTo>
                <a:lnTo>
                  <a:pt x="54101" y="32766"/>
                </a:lnTo>
                <a:lnTo>
                  <a:pt x="54051" y="32359"/>
                </a:lnTo>
                <a:lnTo>
                  <a:pt x="53339" y="37338"/>
                </a:lnTo>
                <a:lnTo>
                  <a:pt x="54101" y="36576"/>
                </a:lnTo>
                <a:close/>
              </a:path>
              <a:path w="63500" h="67945">
                <a:moveTo>
                  <a:pt x="54101" y="32766"/>
                </a:moveTo>
                <a:lnTo>
                  <a:pt x="54101" y="32004"/>
                </a:lnTo>
                <a:lnTo>
                  <a:pt x="54051" y="32359"/>
                </a:lnTo>
                <a:lnTo>
                  <a:pt x="54101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89" name="object 95">
            <a:extLst>
              <a:ext uri="{FF2B5EF4-FFF2-40B4-BE49-F238E27FC236}">
                <a16:creationId xmlns:a16="http://schemas.microsoft.com/office/drawing/2014/main" id="{FAB207FA-1A15-46D1-9BB5-21773E2FCD09}"/>
              </a:ext>
            </a:extLst>
          </p:cNvPr>
          <p:cNvSpPr/>
          <p:nvPr/>
        </p:nvSpPr>
        <p:spPr>
          <a:xfrm>
            <a:off x="4925951" y="2939354"/>
            <a:ext cx="83252" cy="7978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1" name="object 96">
            <a:extLst>
              <a:ext uri="{FF2B5EF4-FFF2-40B4-BE49-F238E27FC236}">
                <a16:creationId xmlns:a16="http://schemas.microsoft.com/office/drawing/2014/main" id="{6EE2D0BD-9E7F-49F7-9E8D-9D0D70AD29E4}"/>
              </a:ext>
            </a:extLst>
          </p:cNvPr>
          <p:cNvSpPr/>
          <p:nvPr/>
        </p:nvSpPr>
        <p:spPr>
          <a:xfrm>
            <a:off x="6279622" y="4965377"/>
            <a:ext cx="74407" cy="6723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3" name="object 97">
            <a:extLst>
              <a:ext uri="{FF2B5EF4-FFF2-40B4-BE49-F238E27FC236}">
                <a16:creationId xmlns:a16="http://schemas.microsoft.com/office/drawing/2014/main" id="{8853A16B-DC09-4C81-965F-BC27D66FD146}"/>
              </a:ext>
            </a:extLst>
          </p:cNvPr>
          <p:cNvSpPr/>
          <p:nvPr/>
        </p:nvSpPr>
        <p:spPr>
          <a:xfrm>
            <a:off x="5921034" y="4517141"/>
            <a:ext cx="74407" cy="6723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5" name="object 98">
            <a:extLst>
              <a:ext uri="{FF2B5EF4-FFF2-40B4-BE49-F238E27FC236}">
                <a16:creationId xmlns:a16="http://schemas.microsoft.com/office/drawing/2014/main" id="{87643D88-7D68-499C-9D13-842EF796531C}"/>
              </a:ext>
            </a:extLst>
          </p:cNvPr>
          <p:cNvSpPr/>
          <p:nvPr/>
        </p:nvSpPr>
        <p:spPr>
          <a:xfrm>
            <a:off x="3908231" y="2992556"/>
            <a:ext cx="75304" cy="8068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7" name="object 99">
            <a:extLst>
              <a:ext uri="{FF2B5EF4-FFF2-40B4-BE49-F238E27FC236}">
                <a16:creationId xmlns:a16="http://schemas.microsoft.com/office/drawing/2014/main" id="{177D89B6-BC6B-4B24-9E4F-486DD3C5D6B9}"/>
              </a:ext>
            </a:extLst>
          </p:cNvPr>
          <p:cNvSpPr/>
          <p:nvPr/>
        </p:nvSpPr>
        <p:spPr>
          <a:xfrm>
            <a:off x="5177858" y="2048260"/>
            <a:ext cx="74407" cy="7082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9" name="object 100">
            <a:extLst>
              <a:ext uri="{FF2B5EF4-FFF2-40B4-BE49-F238E27FC236}">
                <a16:creationId xmlns:a16="http://schemas.microsoft.com/office/drawing/2014/main" id="{52EF7DE4-F93E-4124-90B2-9DE08CD4BEC4}"/>
              </a:ext>
            </a:extLst>
          </p:cNvPr>
          <p:cNvSpPr/>
          <p:nvPr/>
        </p:nvSpPr>
        <p:spPr>
          <a:xfrm>
            <a:off x="5937171" y="3925331"/>
            <a:ext cx="69476" cy="59765"/>
          </a:xfrm>
          <a:custGeom>
            <a:avLst/>
            <a:gdLst/>
            <a:ahLst/>
            <a:cxnLst/>
            <a:rect l="l" t="t" r="r" b="b"/>
            <a:pathLst>
              <a:path w="59054" h="50800">
                <a:moveTo>
                  <a:pt x="58674" y="19931"/>
                </a:moveTo>
                <a:lnTo>
                  <a:pt x="54709" y="10620"/>
                </a:lnTo>
                <a:lnTo>
                  <a:pt x="46958" y="3738"/>
                </a:lnTo>
                <a:lnTo>
                  <a:pt x="36492" y="0"/>
                </a:lnTo>
                <a:lnTo>
                  <a:pt x="24384" y="119"/>
                </a:lnTo>
                <a:lnTo>
                  <a:pt x="13394" y="4238"/>
                </a:lnTo>
                <a:lnTo>
                  <a:pt x="5048" y="11358"/>
                </a:lnTo>
                <a:lnTo>
                  <a:pt x="273" y="20478"/>
                </a:lnTo>
                <a:lnTo>
                  <a:pt x="0" y="30599"/>
                </a:lnTo>
                <a:lnTo>
                  <a:pt x="3952" y="39909"/>
                </a:lnTo>
                <a:lnTo>
                  <a:pt x="11620" y="46791"/>
                </a:lnTo>
                <a:lnTo>
                  <a:pt x="21859" y="50530"/>
                </a:lnTo>
                <a:lnTo>
                  <a:pt x="33528" y="50411"/>
                </a:lnTo>
                <a:lnTo>
                  <a:pt x="44958" y="46291"/>
                </a:lnTo>
                <a:lnTo>
                  <a:pt x="53530" y="39171"/>
                </a:lnTo>
                <a:lnTo>
                  <a:pt x="58388" y="30051"/>
                </a:lnTo>
                <a:lnTo>
                  <a:pt x="58674" y="1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01" name="object 101">
            <a:extLst>
              <a:ext uri="{FF2B5EF4-FFF2-40B4-BE49-F238E27FC236}">
                <a16:creationId xmlns:a16="http://schemas.microsoft.com/office/drawing/2014/main" id="{5ADD14A1-5110-45FF-9D58-E58995CC3A92}"/>
              </a:ext>
            </a:extLst>
          </p:cNvPr>
          <p:cNvSpPr/>
          <p:nvPr/>
        </p:nvSpPr>
        <p:spPr>
          <a:xfrm>
            <a:off x="5930893" y="3919195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60197" y="28194"/>
                </a:moveTo>
                <a:lnTo>
                  <a:pt x="60197" y="8382"/>
                </a:lnTo>
                <a:lnTo>
                  <a:pt x="59435" y="8382"/>
                </a:lnTo>
                <a:lnTo>
                  <a:pt x="54863" y="5334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3433" y="762"/>
                </a:lnTo>
                <a:lnTo>
                  <a:pt x="41909" y="666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859" y="3048"/>
                </a:lnTo>
                <a:lnTo>
                  <a:pt x="22097" y="3048"/>
                </a:lnTo>
                <a:lnTo>
                  <a:pt x="16763" y="5334"/>
                </a:lnTo>
                <a:lnTo>
                  <a:pt x="16001" y="5334"/>
                </a:lnTo>
                <a:lnTo>
                  <a:pt x="16001" y="6096"/>
                </a:lnTo>
                <a:lnTo>
                  <a:pt x="11429" y="9144"/>
                </a:lnTo>
                <a:lnTo>
                  <a:pt x="6095" y="14478"/>
                </a:lnTo>
                <a:lnTo>
                  <a:pt x="3809" y="18288"/>
                </a:lnTo>
                <a:lnTo>
                  <a:pt x="3047" y="19050"/>
                </a:lnTo>
                <a:lnTo>
                  <a:pt x="761" y="24384"/>
                </a:lnTo>
                <a:lnTo>
                  <a:pt x="761" y="25146"/>
                </a:lnTo>
                <a:lnTo>
                  <a:pt x="0" y="29718"/>
                </a:lnTo>
                <a:lnTo>
                  <a:pt x="0" y="37338"/>
                </a:lnTo>
                <a:lnTo>
                  <a:pt x="761" y="40386"/>
                </a:lnTo>
                <a:lnTo>
                  <a:pt x="2285" y="42672"/>
                </a:lnTo>
                <a:lnTo>
                  <a:pt x="2285" y="43434"/>
                </a:lnTo>
                <a:lnTo>
                  <a:pt x="5333" y="48006"/>
                </a:lnTo>
                <a:lnTo>
                  <a:pt x="5333" y="48768"/>
                </a:lnTo>
                <a:lnTo>
                  <a:pt x="9143" y="52578"/>
                </a:lnTo>
                <a:lnTo>
                  <a:pt x="9143" y="32004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4384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256"/>
                </a:lnTo>
                <a:lnTo>
                  <a:pt x="20573" y="14224"/>
                </a:lnTo>
                <a:lnTo>
                  <a:pt x="20573" y="13716"/>
                </a:lnTo>
                <a:lnTo>
                  <a:pt x="25907" y="11430"/>
                </a:lnTo>
                <a:lnTo>
                  <a:pt x="25907" y="11906"/>
                </a:lnTo>
                <a:lnTo>
                  <a:pt x="31241" y="9906"/>
                </a:lnTo>
                <a:lnTo>
                  <a:pt x="31241" y="10572"/>
                </a:lnTo>
                <a:lnTo>
                  <a:pt x="35813" y="10001"/>
                </a:lnTo>
                <a:lnTo>
                  <a:pt x="41909" y="9906"/>
                </a:lnTo>
                <a:lnTo>
                  <a:pt x="41909" y="10123"/>
                </a:lnTo>
                <a:lnTo>
                  <a:pt x="46481" y="11430"/>
                </a:lnTo>
                <a:lnTo>
                  <a:pt x="46481" y="11811"/>
                </a:lnTo>
                <a:lnTo>
                  <a:pt x="49529" y="13335"/>
                </a:lnTo>
                <a:lnTo>
                  <a:pt x="49529" y="12954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911" y="20574"/>
                </a:lnTo>
                <a:lnTo>
                  <a:pt x="58673" y="22098"/>
                </a:lnTo>
                <a:lnTo>
                  <a:pt x="59435" y="24384"/>
                </a:lnTo>
                <a:lnTo>
                  <a:pt x="59435" y="26670"/>
                </a:lnTo>
                <a:lnTo>
                  <a:pt x="60197" y="28194"/>
                </a:lnTo>
                <a:close/>
              </a:path>
              <a:path w="69850" h="60960">
                <a:moveTo>
                  <a:pt x="9905" y="52578"/>
                </a:moveTo>
                <a:lnTo>
                  <a:pt x="9905" y="35052"/>
                </a:lnTo>
                <a:lnTo>
                  <a:pt x="9143" y="32766"/>
                </a:lnTo>
                <a:lnTo>
                  <a:pt x="9143" y="52578"/>
                </a:lnTo>
                <a:lnTo>
                  <a:pt x="9905" y="52578"/>
                </a:lnTo>
                <a:close/>
              </a:path>
              <a:path w="69850" h="60960">
                <a:moveTo>
                  <a:pt x="15566" y="45175"/>
                </a:moveTo>
                <a:lnTo>
                  <a:pt x="12953" y="41910"/>
                </a:lnTo>
                <a:lnTo>
                  <a:pt x="12953" y="42672"/>
                </a:lnTo>
                <a:lnTo>
                  <a:pt x="10667" y="38862"/>
                </a:lnTo>
                <a:lnTo>
                  <a:pt x="9905" y="36576"/>
                </a:lnTo>
                <a:lnTo>
                  <a:pt x="9905" y="53340"/>
                </a:lnTo>
                <a:lnTo>
                  <a:pt x="14477" y="56388"/>
                </a:lnTo>
                <a:lnTo>
                  <a:pt x="15239" y="56388"/>
                </a:lnTo>
                <a:lnTo>
                  <a:pt x="15239" y="44958"/>
                </a:lnTo>
                <a:lnTo>
                  <a:pt x="15566" y="45175"/>
                </a:lnTo>
                <a:close/>
              </a:path>
              <a:path w="69850" h="60960">
                <a:moveTo>
                  <a:pt x="12191" y="22860"/>
                </a:moveTo>
                <a:lnTo>
                  <a:pt x="11429" y="23622"/>
                </a:lnTo>
                <a:lnTo>
                  <a:pt x="11429" y="24384"/>
                </a:lnTo>
                <a:lnTo>
                  <a:pt x="12191" y="22860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6001" y="45720"/>
                </a:moveTo>
                <a:lnTo>
                  <a:pt x="15566" y="45175"/>
                </a:lnTo>
                <a:lnTo>
                  <a:pt x="15239" y="44958"/>
                </a:lnTo>
                <a:lnTo>
                  <a:pt x="16001" y="45720"/>
                </a:lnTo>
                <a:close/>
              </a:path>
              <a:path w="69850" h="60960">
                <a:moveTo>
                  <a:pt x="16001" y="56769"/>
                </a:moveTo>
                <a:lnTo>
                  <a:pt x="16001" y="45720"/>
                </a:lnTo>
                <a:lnTo>
                  <a:pt x="15239" y="44958"/>
                </a:lnTo>
                <a:lnTo>
                  <a:pt x="15239" y="56388"/>
                </a:lnTo>
                <a:lnTo>
                  <a:pt x="16001" y="56769"/>
                </a:lnTo>
                <a:close/>
              </a:path>
              <a:path w="69850" h="60960">
                <a:moveTo>
                  <a:pt x="19811" y="48006"/>
                </a:moveTo>
                <a:lnTo>
                  <a:pt x="15566" y="45175"/>
                </a:lnTo>
                <a:lnTo>
                  <a:pt x="16001" y="45720"/>
                </a:lnTo>
                <a:lnTo>
                  <a:pt x="16001" y="56769"/>
                </a:lnTo>
                <a:lnTo>
                  <a:pt x="19049" y="58293"/>
                </a:lnTo>
                <a:lnTo>
                  <a:pt x="19049" y="48006"/>
                </a:lnTo>
                <a:lnTo>
                  <a:pt x="19811" y="48006"/>
                </a:lnTo>
                <a:close/>
              </a:path>
              <a:path w="69850" h="60960">
                <a:moveTo>
                  <a:pt x="17525" y="16256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256"/>
                </a:lnTo>
                <a:close/>
              </a:path>
              <a:path w="69850" h="60960">
                <a:moveTo>
                  <a:pt x="23621" y="59544"/>
                </a:moveTo>
                <a:lnTo>
                  <a:pt x="23621" y="50292"/>
                </a:lnTo>
                <a:lnTo>
                  <a:pt x="19049" y="48006"/>
                </a:lnTo>
                <a:lnTo>
                  <a:pt x="19049" y="58293"/>
                </a:lnTo>
                <a:lnTo>
                  <a:pt x="19811" y="58674"/>
                </a:lnTo>
                <a:lnTo>
                  <a:pt x="20573" y="58674"/>
                </a:lnTo>
                <a:lnTo>
                  <a:pt x="23621" y="59544"/>
                </a:lnTo>
                <a:close/>
              </a:path>
              <a:path w="69850" h="60960">
                <a:moveTo>
                  <a:pt x="21335" y="13716"/>
                </a:moveTo>
                <a:lnTo>
                  <a:pt x="20573" y="13716"/>
                </a:lnTo>
                <a:lnTo>
                  <a:pt x="20573" y="14224"/>
                </a:lnTo>
                <a:lnTo>
                  <a:pt x="21335" y="13716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3621" y="50292"/>
                </a:lnTo>
                <a:lnTo>
                  <a:pt x="23621" y="59544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906"/>
                </a:moveTo>
                <a:lnTo>
                  <a:pt x="25907" y="11430"/>
                </a:lnTo>
                <a:lnTo>
                  <a:pt x="25145" y="12192"/>
                </a:lnTo>
                <a:lnTo>
                  <a:pt x="25907" y="11906"/>
                </a:lnTo>
                <a:close/>
              </a:path>
              <a:path w="69850" h="60960">
                <a:moveTo>
                  <a:pt x="38861" y="60293"/>
                </a:moveTo>
                <a:lnTo>
                  <a:pt x="38861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lnTo>
                  <a:pt x="38861" y="60293"/>
                </a:lnTo>
                <a:close/>
              </a:path>
              <a:path w="69850" h="60960">
                <a:moveTo>
                  <a:pt x="31241" y="10572"/>
                </a:moveTo>
                <a:lnTo>
                  <a:pt x="31241" y="9906"/>
                </a:lnTo>
                <a:lnTo>
                  <a:pt x="30479" y="10668"/>
                </a:lnTo>
                <a:lnTo>
                  <a:pt x="31241" y="10572"/>
                </a:lnTo>
                <a:close/>
              </a:path>
              <a:path w="69850" h="60960">
                <a:moveTo>
                  <a:pt x="36575" y="9906"/>
                </a:moveTo>
                <a:lnTo>
                  <a:pt x="35813" y="9906"/>
                </a:lnTo>
                <a:lnTo>
                  <a:pt x="36575" y="9906"/>
                </a:lnTo>
                <a:close/>
              </a:path>
              <a:path w="69850" h="60960">
                <a:moveTo>
                  <a:pt x="44195" y="59245"/>
                </a:moveTo>
                <a:lnTo>
                  <a:pt x="44195" y="49530"/>
                </a:lnTo>
                <a:lnTo>
                  <a:pt x="38099" y="51054"/>
                </a:lnTo>
                <a:lnTo>
                  <a:pt x="38861" y="51054"/>
                </a:lnTo>
                <a:lnTo>
                  <a:pt x="38861" y="60293"/>
                </a:lnTo>
                <a:lnTo>
                  <a:pt x="40385" y="60198"/>
                </a:lnTo>
                <a:lnTo>
                  <a:pt x="44195" y="59245"/>
                </a:lnTo>
                <a:close/>
              </a:path>
              <a:path w="69850" h="60960">
                <a:moveTo>
                  <a:pt x="41909" y="10123"/>
                </a:moveTo>
                <a:lnTo>
                  <a:pt x="41909" y="9906"/>
                </a:lnTo>
                <a:lnTo>
                  <a:pt x="41147" y="9906"/>
                </a:lnTo>
                <a:lnTo>
                  <a:pt x="41909" y="10123"/>
                </a:lnTo>
                <a:close/>
              </a:path>
              <a:path w="69850" h="60960">
                <a:moveTo>
                  <a:pt x="48767" y="57258"/>
                </a:moveTo>
                <a:lnTo>
                  <a:pt x="48767" y="47244"/>
                </a:lnTo>
                <a:lnTo>
                  <a:pt x="43433" y="49530"/>
                </a:lnTo>
                <a:lnTo>
                  <a:pt x="44195" y="49530"/>
                </a:lnTo>
                <a:lnTo>
                  <a:pt x="44195" y="59245"/>
                </a:lnTo>
                <a:lnTo>
                  <a:pt x="46481" y="58674"/>
                </a:lnTo>
                <a:lnTo>
                  <a:pt x="47243" y="58674"/>
                </a:lnTo>
                <a:lnTo>
                  <a:pt x="47243" y="57912"/>
                </a:lnTo>
                <a:lnTo>
                  <a:pt x="48767" y="57258"/>
                </a:lnTo>
                <a:close/>
              </a:path>
              <a:path w="69850" h="60960">
                <a:moveTo>
                  <a:pt x="46481" y="11811"/>
                </a:moveTo>
                <a:lnTo>
                  <a:pt x="46481" y="11430"/>
                </a:lnTo>
                <a:lnTo>
                  <a:pt x="45719" y="11430"/>
                </a:lnTo>
                <a:lnTo>
                  <a:pt x="46481" y="11811"/>
                </a:lnTo>
                <a:close/>
              </a:path>
              <a:path w="69850" h="60960">
                <a:moveTo>
                  <a:pt x="52577" y="44196"/>
                </a:moveTo>
                <a:lnTo>
                  <a:pt x="48005" y="47244"/>
                </a:lnTo>
                <a:lnTo>
                  <a:pt x="48767" y="47244"/>
                </a:lnTo>
                <a:lnTo>
                  <a:pt x="48767" y="57258"/>
                </a:lnTo>
                <a:lnTo>
                  <a:pt x="51815" y="55952"/>
                </a:lnTo>
                <a:lnTo>
                  <a:pt x="51815" y="44958"/>
                </a:lnTo>
                <a:lnTo>
                  <a:pt x="52577" y="44196"/>
                </a:lnTo>
                <a:close/>
              </a:path>
              <a:path w="69850" h="60960">
                <a:moveTo>
                  <a:pt x="50291" y="13716"/>
                </a:moveTo>
                <a:lnTo>
                  <a:pt x="49529" y="12954"/>
                </a:lnTo>
                <a:lnTo>
                  <a:pt x="49529" y="13335"/>
                </a:lnTo>
                <a:lnTo>
                  <a:pt x="50291" y="13716"/>
                </a:lnTo>
                <a:close/>
              </a:path>
              <a:path w="69850" h="60960">
                <a:moveTo>
                  <a:pt x="55625" y="53721"/>
                </a:moveTo>
                <a:lnTo>
                  <a:pt x="55625" y="41148"/>
                </a:lnTo>
                <a:lnTo>
                  <a:pt x="51815" y="44958"/>
                </a:lnTo>
                <a:lnTo>
                  <a:pt x="51815" y="55952"/>
                </a:lnTo>
                <a:lnTo>
                  <a:pt x="52577" y="55626"/>
                </a:lnTo>
                <a:lnTo>
                  <a:pt x="53339" y="55626"/>
                </a:lnTo>
                <a:lnTo>
                  <a:pt x="55625" y="53721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910"/>
                </a:lnTo>
                <a:lnTo>
                  <a:pt x="55625" y="41148"/>
                </a:lnTo>
                <a:lnTo>
                  <a:pt x="55625" y="53721"/>
                </a:lnTo>
                <a:lnTo>
                  <a:pt x="57911" y="51816"/>
                </a:lnTo>
                <a:close/>
              </a:path>
              <a:path w="69850" h="60960">
                <a:moveTo>
                  <a:pt x="69710" y="27686"/>
                </a:moveTo>
                <a:lnTo>
                  <a:pt x="68491" y="20345"/>
                </a:lnTo>
                <a:lnTo>
                  <a:pt x="65531" y="15240"/>
                </a:lnTo>
                <a:lnTo>
                  <a:pt x="64007" y="12954"/>
                </a:lnTo>
                <a:lnTo>
                  <a:pt x="60197" y="9144"/>
                </a:lnTo>
                <a:lnTo>
                  <a:pt x="60197" y="30480"/>
                </a:lnTo>
                <a:lnTo>
                  <a:pt x="59435" y="32004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816"/>
                </a:lnTo>
                <a:lnTo>
                  <a:pt x="58673" y="51816"/>
                </a:lnTo>
                <a:lnTo>
                  <a:pt x="62483" y="48006"/>
                </a:lnTo>
                <a:lnTo>
                  <a:pt x="62483" y="47244"/>
                </a:lnTo>
                <a:lnTo>
                  <a:pt x="65531" y="42672"/>
                </a:lnTo>
                <a:lnTo>
                  <a:pt x="66293" y="42672"/>
                </a:lnTo>
                <a:lnTo>
                  <a:pt x="66293" y="41910"/>
                </a:lnTo>
                <a:lnTo>
                  <a:pt x="67817" y="37338"/>
                </a:lnTo>
                <a:lnTo>
                  <a:pt x="68579" y="36576"/>
                </a:lnTo>
                <a:lnTo>
                  <a:pt x="69341" y="33528"/>
                </a:lnTo>
                <a:lnTo>
                  <a:pt x="69710" y="2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03" name="object 102">
            <a:extLst>
              <a:ext uri="{FF2B5EF4-FFF2-40B4-BE49-F238E27FC236}">
                <a16:creationId xmlns:a16="http://schemas.microsoft.com/office/drawing/2014/main" id="{6FB5BC79-C4E9-419D-9A8E-B7BAF062A258}"/>
              </a:ext>
            </a:extLst>
          </p:cNvPr>
          <p:cNvSpPr/>
          <p:nvPr/>
        </p:nvSpPr>
        <p:spPr>
          <a:xfrm>
            <a:off x="3776935" y="2226969"/>
            <a:ext cx="81579" cy="8126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05" name="object 103">
            <a:extLst>
              <a:ext uri="{FF2B5EF4-FFF2-40B4-BE49-F238E27FC236}">
                <a16:creationId xmlns:a16="http://schemas.microsoft.com/office/drawing/2014/main" id="{F5BBEB01-EAD6-4127-9C46-6406349631E2}"/>
              </a:ext>
            </a:extLst>
          </p:cNvPr>
          <p:cNvSpPr/>
          <p:nvPr/>
        </p:nvSpPr>
        <p:spPr>
          <a:xfrm>
            <a:off x="5441422" y="4722435"/>
            <a:ext cx="83431" cy="7709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07" name="object 104">
            <a:extLst>
              <a:ext uri="{FF2B5EF4-FFF2-40B4-BE49-F238E27FC236}">
                <a16:creationId xmlns:a16="http://schemas.microsoft.com/office/drawing/2014/main" id="{51783567-19AC-4414-B654-7FF48EF72211}"/>
              </a:ext>
            </a:extLst>
          </p:cNvPr>
          <p:cNvSpPr/>
          <p:nvPr/>
        </p:nvSpPr>
        <p:spPr>
          <a:xfrm>
            <a:off x="7051481" y="4386886"/>
            <a:ext cx="70224" cy="59765"/>
          </a:xfrm>
          <a:custGeom>
            <a:avLst/>
            <a:gdLst/>
            <a:ahLst/>
            <a:cxnLst/>
            <a:rect l="l" t="t" r="r" b="b"/>
            <a:pathLst>
              <a:path w="59689" h="50800">
                <a:moveTo>
                  <a:pt x="59436" y="20038"/>
                </a:moveTo>
                <a:lnTo>
                  <a:pt x="55471" y="10406"/>
                </a:lnTo>
                <a:lnTo>
                  <a:pt x="47720" y="3559"/>
                </a:lnTo>
                <a:lnTo>
                  <a:pt x="37254" y="0"/>
                </a:lnTo>
                <a:lnTo>
                  <a:pt x="25146" y="226"/>
                </a:lnTo>
                <a:lnTo>
                  <a:pt x="14144" y="4345"/>
                </a:lnTo>
                <a:lnTo>
                  <a:pt x="5715" y="11465"/>
                </a:lnTo>
                <a:lnTo>
                  <a:pt x="714" y="20585"/>
                </a:lnTo>
                <a:lnTo>
                  <a:pt x="0" y="30706"/>
                </a:lnTo>
                <a:lnTo>
                  <a:pt x="4393" y="39909"/>
                </a:lnTo>
                <a:lnTo>
                  <a:pt x="12287" y="46612"/>
                </a:lnTo>
                <a:lnTo>
                  <a:pt x="22609" y="50315"/>
                </a:lnTo>
                <a:lnTo>
                  <a:pt x="34290" y="50518"/>
                </a:lnTo>
                <a:lnTo>
                  <a:pt x="45612" y="46398"/>
                </a:lnTo>
                <a:lnTo>
                  <a:pt x="54006" y="39278"/>
                </a:lnTo>
                <a:lnTo>
                  <a:pt x="58828" y="30158"/>
                </a:lnTo>
                <a:lnTo>
                  <a:pt x="59436" y="200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09" name="object 105">
            <a:extLst>
              <a:ext uri="{FF2B5EF4-FFF2-40B4-BE49-F238E27FC236}">
                <a16:creationId xmlns:a16="http://schemas.microsoft.com/office/drawing/2014/main" id="{9BE7907E-E4D3-4441-A42D-2A1D198F6AE3}"/>
              </a:ext>
            </a:extLst>
          </p:cNvPr>
          <p:cNvSpPr/>
          <p:nvPr/>
        </p:nvSpPr>
        <p:spPr>
          <a:xfrm>
            <a:off x="7046104" y="4380878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11429" y="22860"/>
                </a:moveTo>
                <a:lnTo>
                  <a:pt x="11429" y="9144"/>
                </a:lnTo>
                <a:lnTo>
                  <a:pt x="10667" y="9144"/>
                </a:lnTo>
                <a:lnTo>
                  <a:pt x="6095" y="13716"/>
                </a:lnTo>
                <a:lnTo>
                  <a:pt x="3047" y="18288"/>
                </a:lnTo>
                <a:lnTo>
                  <a:pt x="3047" y="19050"/>
                </a:lnTo>
                <a:lnTo>
                  <a:pt x="761" y="23622"/>
                </a:lnTo>
                <a:lnTo>
                  <a:pt x="761" y="24384"/>
                </a:lnTo>
                <a:lnTo>
                  <a:pt x="0" y="29718"/>
                </a:lnTo>
                <a:lnTo>
                  <a:pt x="0" y="36576"/>
                </a:lnTo>
                <a:lnTo>
                  <a:pt x="1523" y="42672"/>
                </a:lnTo>
                <a:lnTo>
                  <a:pt x="2285" y="42672"/>
                </a:lnTo>
                <a:lnTo>
                  <a:pt x="2285" y="43434"/>
                </a:lnTo>
                <a:lnTo>
                  <a:pt x="4571" y="47244"/>
                </a:lnTo>
                <a:lnTo>
                  <a:pt x="9143" y="51816"/>
                </a:lnTo>
                <a:lnTo>
                  <a:pt x="9143" y="31242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2860"/>
                </a:lnTo>
                <a:close/>
              </a:path>
              <a:path w="69850" h="60960">
                <a:moveTo>
                  <a:pt x="12953" y="42672"/>
                </a:moveTo>
                <a:lnTo>
                  <a:pt x="10667" y="38100"/>
                </a:lnTo>
                <a:lnTo>
                  <a:pt x="10667" y="38862"/>
                </a:lnTo>
                <a:lnTo>
                  <a:pt x="9143" y="34290"/>
                </a:lnTo>
                <a:lnTo>
                  <a:pt x="9143" y="52578"/>
                </a:lnTo>
                <a:lnTo>
                  <a:pt x="9905" y="52578"/>
                </a:lnTo>
                <a:lnTo>
                  <a:pt x="12191" y="54406"/>
                </a:lnTo>
                <a:lnTo>
                  <a:pt x="12191" y="41910"/>
                </a:lnTo>
                <a:lnTo>
                  <a:pt x="12953" y="42672"/>
                </a:lnTo>
                <a:close/>
              </a:path>
              <a:path w="69850" h="60960">
                <a:moveTo>
                  <a:pt x="59435" y="24384"/>
                </a:moveTo>
                <a:lnTo>
                  <a:pt x="59435" y="7620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8005" y="1524"/>
                </a:lnTo>
                <a:lnTo>
                  <a:pt x="42671" y="762"/>
                </a:lnTo>
                <a:lnTo>
                  <a:pt x="41147" y="653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097" y="2286"/>
                </a:lnTo>
                <a:lnTo>
                  <a:pt x="16763" y="5334"/>
                </a:lnTo>
                <a:lnTo>
                  <a:pt x="16001" y="5334"/>
                </a:lnTo>
                <a:lnTo>
                  <a:pt x="11429" y="8382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129"/>
                </a:lnTo>
                <a:lnTo>
                  <a:pt x="21335" y="12954"/>
                </a:lnTo>
                <a:lnTo>
                  <a:pt x="21335" y="13389"/>
                </a:lnTo>
                <a:lnTo>
                  <a:pt x="25145" y="11756"/>
                </a:lnTo>
                <a:lnTo>
                  <a:pt x="25145" y="11430"/>
                </a:lnTo>
                <a:lnTo>
                  <a:pt x="30479" y="10096"/>
                </a:lnTo>
                <a:lnTo>
                  <a:pt x="30479" y="9906"/>
                </a:lnTo>
                <a:lnTo>
                  <a:pt x="35813" y="9239"/>
                </a:lnTo>
                <a:lnTo>
                  <a:pt x="41147" y="9906"/>
                </a:lnTo>
                <a:lnTo>
                  <a:pt x="41147" y="10123"/>
                </a:lnTo>
                <a:lnTo>
                  <a:pt x="44957" y="11212"/>
                </a:lnTo>
                <a:lnTo>
                  <a:pt x="44957" y="10668"/>
                </a:lnTo>
                <a:lnTo>
                  <a:pt x="50291" y="12954"/>
                </a:lnTo>
                <a:lnTo>
                  <a:pt x="50291" y="13462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149" y="20574"/>
                </a:lnTo>
                <a:lnTo>
                  <a:pt x="58673" y="22098"/>
                </a:lnTo>
                <a:lnTo>
                  <a:pt x="59435" y="24384"/>
                </a:lnTo>
                <a:close/>
              </a:path>
              <a:path w="69850" h="60960">
                <a:moveTo>
                  <a:pt x="16001" y="57041"/>
                </a:moveTo>
                <a:lnTo>
                  <a:pt x="16001" y="45720"/>
                </a:lnTo>
                <a:lnTo>
                  <a:pt x="12191" y="41910"/>
                </a:lnTo>
                <a:lnTo>
                  <a:pt x="12191" y="54406"/>
                </a:lnTo>
                <a:lnTo>
                  <a:pt x="13715" y="55626"/>
                </a:lnTo>
                <a:lnTo>
                  <a:pt x="14477" y="55626"/>
                </a:lnTo>
                <a:lnTo>
                  <a:pt x="14477" y="56388"/>
                </a:lnTo>
                <a:lnTo>
                  <a:pt x="16001" y="57041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9354" y="47701"/>
                </a:moveTo>
                <a:lnTo>
                  <a:pt x="15239" y="44958"/>
                </a:lnTo>
                <a:lnTo>
                  <a:pt x="16001" y="45720"/>
                </a:lnTo>
                <a:lnTo>
                  <a:pt x="16001" y="57041"/>
                </a:lnTo>
                <a:lnTo>
                  <a:pt x="18287" y="58020"/>
                </a:lnTo>
                <a:lnTo>
                  <a:pt x="18287" y="47244"/>
                </a:lnTo>
                <a:lnTo>
                  <a:pt x="19354" y="47701"/>
                </a:lnTo>
                <a:close/>
              </a:path>
              <a:path w="69850" h="60960">
                <a:moveTo>
                  <a:pt x="17525" y="16129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129"/>
                </a:lnTo>
                <a:close/>
              </a:path>
              <a:path w="69850" h="60960">
                <a:moveTo>
                  <a:pt x="19811" y="48006"/>
                </a:moveTo>
                <a:lnTo>
                  <a:pt x="19354" y="47701"/>
                </a:lnTo>
                <a:lnTo>
                  <a:pt x="18287" y="47244"/>
                </a:lnTo>
                <a:lnTo>
                  <a:pt x="19811" y="48006"/>
                </a:lnTo>
                <a:close/>
              </a:path>
              <a:path w="69850" h="60960">
                <a:moveTo>
                  <a:pt x="19811" y="58674"/>
                </a:moveTo>
                <a:lnTo>
                  <a:pt x="19811" y="48006"/>
                </a:lnTo>
                <a:lnTo>
                  <a:pt x="18287" y="47244"/>
                </a:lnTo>
                <a:lnTo>
                  <a:pt x="18287" y="58020"/>
                </a:lnTo>
                <a:lnTo>
                  <a:pt x="19811" y="58674"/>
                </a:lnTo>
                <a:close/>
              </a:path>
              <a:path w="69850" h="60960">
                <a:moveTo>
                  <a:pt x="23621" y="49530"/>
                </a:moveTo>
                <a:lnTo>
                  <a:pt x="19354" y="47701"/>
                </a:lnTo>
                <a:lnTo>
                  <a:pt x="19811" y="48006"/>
                </a:lnTo>
                <a:lnTo>
                  <a:pt x="19811" y="58674"/>
                </a:lnTo>
                <a:lnTo>
                  <a:pt x="20573" y="58674"/>
                </a:lnTo>
                <a:lnTo>
                  <a:pt x="22859" y="59327"/>
                </a:lnTo>
                <a:lnTo>
                  <a:pt x="22859" y="49530"/>
                </a:lnTo>
                <a:lnTo>
                  <a:pt x="23621" y="49530"/>
                </a:lnTo>
                <a:close/>
              </a:path>
              <a:path w="69850" h="60960">
                <a:moveTo>
                  <a:pt x="21335" y="13389"/>
                </a:moveTo>
                <a:lnTo>
                  <a:pt x="21335" y="12954"/>
                </a:lnTo>
                <a:lnTo>
                  <a:pt x="20573" y="13716"/>
                </a:lnTo>
                <a:lnTo>
                  <a:pt x="21335" y="13389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2859" y="59327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430"/>
                </a:moveTo>
                <a:lnTo>
                  <a:pt x="25145" y="11430"/>
                </a:lnTo>
                <a:lnTo>
                  <a:pt x="25145" y="11756"/>
                </a:lnTo>
                <a:lnTo>
                  <a:pt x="25907" y="11430"/>
                </a:lnTo>
                <a:close/>
              </a:path>
              <a:path w="69850" h="60960">
                <a:moveTo>
                  <a:pt x="33527" y="60960"/>
                </a:moveTo>
                <a:lnTo>
                  <a:pt x="33527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close/>
              </a:path>
              <a:path w="69850" h="60960">
                <a:moveTo>
                  <a:pt x="31241" y="9906"/>
                </a:moveTo>
                <a:lnTo>
                  <a:pt x="30479" y="9906"/>
                </a:lnTo>
                <a:lnTo>
                  <a:pt x="30479" y="10096"/>
                </a:lnTo>
                <a:lnTo>
                  <a:pt x="31241" y="9906"/>
                </a:lnTo>
                <a:close/>
              </a:path>
              <a:path w="69850" h="60960">
                <a:moveTo>
                  <a:pt x="43433" y="48768"/>
                </a:moveTo>
                <a:lnTo>
                  <a:pt x="38099" y="51054"/>
                </a:lnTo>
                <a:lnTo>
                  <a:pt x="38099" y="50387"/>
                </a:lnTo>
                <a:lnTo>
                  <a:pt x="32765" y="51054"/>
                </a:lnTo>
                <a:lnTo>
                  <a:pt x="33527" y="51054"/>
                </a:lnTo>
                <a:lnTo>
                  <a:pt x="33527" y="60960"/>
                </a:lnTo>
                <a:lnTo>
                  <a:pt x="38099" y="60388"/>
                </a:lnTo>
                <a:lnTo>
                  <a:pt x="38099" y="51054"/>
                </a:lnTo>
                <a:lnTo>
                  <a:pt x="38861" y="50292"/>
                </a:lnTo>
                <a:lnTo>
                  <a:pt x="38861" y="60293"/>
                </a:lnTo>
                <a:lnTo>
                  <a:pt x="40385" y="60198"/>
                </a:lnTo>
                <a:lnTo>
                  <a:pt x="42671" y="59340"/>
                </a:lnTo>
                <a:lnTo>
                  <a:pt x="42671" y="49530"/>
                </a:lnTo>
                <a:lnTo>
                  <a:pt x="43433" y="48768"/>
                </a:lnTo>
                <a:close/>
              </a:path>
              <a:path w="69850" h="60960">
                <a:moveTo>
                  <a:pt x="36169" y="9194"/>
                </a:moveTo>
                <a:lnTo>
                  <a:pt x="35813" y="9144"/>
                </a:lnTo>
                <a:lnTo>
                  <a:pt x="36169" y="9194"/>
                </a:lnTo>
                <a:close/>
              </a:path>
              <a:path w="69850" h="60960">
                <a:moveTo>
                  <a:pt x="36575" y="9252"/>
                </a:moveTo>
                <a:lnTo>
                  <a:pt x="36169" y="9194"/>
                </a:lnTo>
                <a:lnTo>
                  <a:pt x="36575" y="9252"/>
                </a:lnTo>
                <a:close/>
              </a:path>
              <a:path w="69850" h="60960">
                <a:moveTo>
                  <a:pt x="41147" y="10123"/>
                </a:moveTo>
                <a:lnTo>
                  <a:pt x="41147" y="9906"/>
                </a:lnTo>
                <a:lnTo>
                  <a:pt x="40385" y="9906"/>
                </a:lnTo>
                <a:lnTo>
                  <a:pt x="41147" y="10123"/>
                </a:lnTo>
                <a:close/>
              </a:path>
              <a:path w="69850" h="60960">
                <a:moveTo>
                  <a:pt x="48005" y="57585"/>
                </a:moveTo>
                <a:lnTo>
                  <a:pt x="48005" y="47244"/>
                </a:lnTo>
                <a:lnTo>
                  <a:pt x="42671" y="49530"/>
                </a:lnTo>
                <a:lnTo>
                  <a:pt x="42671" y="59340"/>
                </a:lnTo>
                <a:lnTo>
                  <a:pt x="46481" y="57912"/>
                </a:lnTo>
                <a:lnTo>
                  <a:pt x="47243" y="57912"/>
                </a:lnTo>
                <a:lnTo>
                  <a:pt x="48005" y="57585"/>
                </a:lnTo>
                <a:close/>
              </a:path>
              <a:path w="69850" h="60960">
                <a:moveTo>
                  <a:pt x="45719" y="11430"/>
                </a:moveTo>
                <a:lnTo>
                  <a:pt x="44957" y="10668"/>
                </a:lnTo>
                <a:lnTo>
                  <a:pt x="44957" y="11212"/>
                </a:lnTo>
                <a:lnTo>
                  <a:pt x="45719" y="11430"/>
                </a:lnTo>
                <a:close/>
              </a:path>
              <a:path w="69850" h="60960">
                <a:moveTo>
                  <a:pt x="55625" y="53122"/>
                </a:moveTo>
                <a:lnTo>
                  <a:pt x="55625" y="40386"/>
                </a:lnTo>
                <a:lnTo>
                  <a:pt x="51815" y="44958"/>
                </a:lnTo>
                <a:lnTo>
                  <a:pt x="51815" y="44196"/>
                </a:lnTo>
                <a:lnTo>
                  <a:pt x="47243" y="47244"/>
                </a:lnTo>
                <a:lnTo>
                  <a:pt x="48005" y="47244"/>
                </a:lnTo>
                <a:lnTo>
                  <a:pt x="48005" y="57585"/>
                </a:lnTo>
                <a:lnTo>
                  <a:pt x="52577" y="55626"/>
                </a:lnTo>
                <a:lnTo>
                  <a:pt x="52577" y="54864"/>
                </a:lnTo>
                <a:lnTo>
                  <a:pt x="55625" y="53122"/>
                </a:lnTo>
                <a:close/>
              </a:path>
              <a:path w="69850" h="60960">
                <a:moveTo>
                  <a:pt x="50291" y="13462"/>
                </a:moveTo>
                <a:lnTo>
                  <a:pt x="50291" y="12954"/>
                </a:lnTo>
                <a:lnTo>
                  <a:pt x="49529" y="12954"/>
                </a:lnTo>
                <a:lnTo>
                  <a:pt x="50291" y="13462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148"/>
                </a:lnTo>
                <a:lnTo>
                  <a:pt x="55625" y="40386"/>
                </a:lnTo>
                <a:lnTo>
                  <a:pt x="55625" y="53122"/>
                </a:lnTo>
                <a:lnTo>
                  <a:pt x="57911" y="51816"/>
                </a:lnTo>
                <a:close/>
              </a:path>
              <a:path w="69850" h="60960">
                <a:moveTo>
                  <a:pt x="69341" y="29718"/>
                </a:moveTo>
                <a:lnTo>
                  <a:pt x="69341" y="26670"/>
                </a:lnTo>
                <a:lnTo>
                  <a:pt x="67055" y="17526"/>
                </a:lnTo>
                <a:lnTo>
                  <a:pt x="64007" y="12954"/>
                </a:lnTo>
                <a:lnTo>
                  <a:pt x="64007" y="12192"/>
                </a:lnTo>
                <a:lnTo>
                  <a:pt x="63245" y="12192"/>
                </a:lnTo>
                <a:lnTo>
                  <a:pt x="60197" y="8382"/>
                </a:lnTo>
                <a:lnTo>
                  <a:pt x="59435" y="8382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054"/>
                </a:lnTo>
                <a:lnTo>
                  <a:pt x="61721" y="47244"/>
                </a:lnTo>
                <a:lnTo>
                  <a:pt x="62483" y="47244"/>
                </a:lnTo>
                <a:lnTo>
                  <a:pt x="62483" y="46482"/>
                </a:lnTo>
                <a:lnTo>
                  <a:pt x="65531" y="42672"/>
                </a:lnTo>
                <a:lnTo>
                  <a:pt x="65531" y="41910"/>
                </a:lnTo>
                <a:lnTo>
                  <a:pt x="66293" y="41910"/>
                </a:lnTo>
                <a:lnTo>
                  <a:pt x="67817" y="36576"/>
                </a:lnTo>
                <a:lnTo>
                  <a:pt x="68579" y="35814"/>
                </a:lnTo>
                <a:lnTo>
                  <a:pt x="68579" y="32766"/>
                </a:lnTo>
                <a:lnTo>
                  <a:pt x="69341" y="29718"/>
                </a:lnTo>
                <a:close/>
              </a:path>
              <a:path w="69850" h="60960">
                <a:moveTo>
                  <a:pt x="59435" y="33528"/>
                </a:moveTo>
                <a:lnTo>
                  <a:pt x="59435" y="32004"/>
                </a:lnTo>
                <a:lnTo>
                  <a:pt x="58673" y="34290"/>
                </a:lnTo>
                <a:lnTo>
                  <a:pt x="59435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1" name="object 106">
            <a:extLst>
              <a:ext uri="{FF2B5EF4-FFF2-40B4-BE49-F238E27FC236}">
                <a16:creationId xmlns:a16="http://schemas.microsoft.com/office/drawing/2014/main" id="{E0A7CAEA-5F19-4481-A6D2-716945A816AB}"/>
              </a:ext>
            </a:extLst>
          </p:cNvPr>
          <p:cNvSpPr txBox="1"/>
          <p:nvPr/>
        </p:nvSpPr>
        <p:spPr>
          <a:xfrm>
            <a:off x="7394561" y="1457874"/>
            <a:ext cx="3252695" cy="396828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2471" i="1" spc="-71" dirty="0">
                <a:latin typeface="Tahoma"/>
                <a:cs typeface="Tahoma"/>
              </a:rPr>
              <a:t>f(x,</a:t>
            </a:r>
            <a:r>
              <a:rPr sz="2471" i="1" spc="-71" dirty="0">
                <a:solidFill>
                  <a:srgbClr val="00CC00"/>
                </a:solidFill>
                <a:latin typeface="Tahoma"/>
                <a:cs typeface="Tahoma"/>
              </a:rPr>
              <a:t>w,b</a:t>
            </a:r>
            <a:r>
              <a:rPr sz="2471" i="1" spc="-71" dirty="0">
                <a:latin typeface="Tahoma"/>
                <a:cs typeface="Tahoma"/>
              </a:rPr>
              <a:t>) </a:t>
            </a:r>
            <a:r>
              <a:rPr sz="2471" i="1" spc="-95" dirty="0">
                <a:latin typeface="Tahoma"/>
                <a:cs typeface="Tahoma"/>
              </a:rPr>
              <a:t>= </a:t>
            </a:r>
            <a:r>
              <a:rPr sz="2471" i="1" spc="-65" dirty="0">
                <a:latin typeface="Tahoma"/>
                <a:cs typeface="Tahoma"/>
              </a:rPr>
              <a:t>sign(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w </a:t>
            </a:r>
            <a:r>
              <a:rPr sz="2471" i="1" spc="-65" dirty="0">
                <a:latin typeface="Tahoma"/>
                <a:cs typeface="Tahoma"/>
              </a:rPr>
              <a:t>x </a:t>
            </a:r>
            <a:r>
              <a:rPr sz="2471" i="1" spc="-95" dirty="0">
                <a:solidFill>
                  <a:srgbClr val="00CC00"/>
                </a:solidFill>
                <a:latin typeface="Tahoma"/>
                <a:cs typeface="Tahoma"/>
              </a:rPr>
              <a:t>+</a:t>
            </a:r>
            <a:r>
              <a:rPr sz="2471" i="1" spc="41" dirty="0">
                <a:solidFill>
                  <a:srgbClr val="00CC00"/>
                </a:solidFill>
                <a:latin typeface="Tahoma"/>
                <a:cs typeface="Tahoma"/>
              </a:rPr>
              <a:t> 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b</a:t>
            </a:r>
            <a:r>
              <a:rPr sz="2471" i="1" spc="-65" dirty="0">
                <a:latin typeface="Tahoma"/>
                <a:cs typeface="Tahoma"/>
              </a:rPr>
              <a:t>)</a:t>
            </a:r>
            <a:endParaRPr sz="2471" dirty="0">
              <a:latin typeface="Tahoma"/>
              <a:cs typeface="Tahoma"/>
            </a:endParaRPr>
          </a:p>
        </p:txBody>
      </p:sp>
      <p:sp>
        <p:nvSpPr>
          <p:cNvPr id="213" name="object 107">
            <a:extLst>
              <a:ext uri="{FF2B5EF4-FFF2-40B4-BE49-F238E27FC236}">
                <a16:creationId xmlns:a16="http://schemas.microsoft.com/office/drawing/2014/main" id="{4EED5EA9-BC90-46C6-823A-C9DE8A66FD00}"/>
              </a:ext>
            </a:extLst>
          </p:cNvPr>
          <p:cNvSpPr txBox="1"/>
          <p:nvPr/>
        </p:nvSpPr>
        <p:spPr>
          <a:xfrm>
            <a:off x="8730737" y="25083"/>
            <a:ext cx="1497105" cy="34088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117" b="1" dirty="0">
                <a:latin typeface="Arial"/>
                <a:cs typeface="Arial"/>
              </a:rPr>
              <a:t>Parameters</a:t>
            </a:r>
            <a:endParaRPr sz="2117" dirty="0">
              <a:latin typeface="Arial"/>
              <a:cs typeface="Arial"/>
            </a:endParaRPr>
          </a:p>
        </p:txBody>
      </p:sp>
      <p:sp>
        <p:nvSpPr>
          <p:cNvPr id="215" name="object 85">
            <a:extLst>
              <a:ext uri="{FF2B5EF4-FFF2-40B4-BE49-F238E27FC236}">
                <a16:creationId xmlns:a16="http://schemas.microsoft.com/office/drawing/2014/main" id="{067327E2-3C33-4052-9CB0-64BFF257A292}"/>
              </a:ext>
            </a:extLst>
          </p:cNvPr>
          <p:cNvSpPr/>
          <p:nvPr/>
        </p:nvSpPr>
        <p:spPr>
          <a:xfrm>
            <a:off x="4452090" y="3632335"/>
            <a:ext cx="83087" cy="681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7" name="object 85">
            <a:extLst>
              <a:ext uri="{FF2B5EF4-FFF2-40B4-BE49-F238E27FC236}">
                <a16:creationId xmlns:a16="http://schemas.microsoft.com/office/drawing/2014/main" id="{663F2B63-3E85-46D3-8E10-FCC21D121D5C}"/>
              </a:ext>
            </a:extLst>
          </p:cNvPr>
          <p:cNvSpPr/>
          <p:nvPr/>
        </p:nvSpPr>
        <p:spPr>
          <a:xfrm>
            <a:off x="4988406" y="3569042"/>
            <a:ext cx="83087" cy="681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9" name="object 92">
            <a:extLst>
              <a:ext uri="{FF2B5EF4-FFF2-40B4-BE49-F238E27FC236}">
                <a16:creationId xmlns:a16="http://schemas.microsoft.com/office/drawing/2014/main" id="{05C5C26A-D88B-4CE1-B92D-794A17AA4103}"/>
              </a:ext>
            </a:extLst>
          </p:cNvPr>
          <p:cNvSpPr/>
          <p:nvPr/>
        </p:nvSpPr>
        <p:spPr>
          <a:xfrm>
            <a:off x="7199998" y="2837753"/>
            <a:ext cx="74407" cy="6723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21" name="object 92">
            <a:extLst>
              <a:ext uri="{FF2B5EF4-FFF2-40B4-BE49-F238E27FC236}">
                <a16:creationId xmlns:a16="http://schemas.microsoft.com/office/drawing/2014/main" id="{3D07BE7F-3E22-46CF-BB38-C0E46D7956C9}"/>
              </a:ext>
            </a:extLst>
          </p:cNvPr>
          <p:cNvSpPr/>
          <p:nvPr/>
        </p:nvSpPr>
        <p:spPr>
          <a:xfrm>
            <a:off x="7403198" y="2361397"/>
            <a:ext cx="74407" cy="6723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23" name="object 92">
            <a:extLst>
              <a:ext uri="{FF2B5EF4-FFF2-40B4-BE49-F238E27FC236}">
                <a16:creationId xmlns:a16="http://schemas.microsoft.com/office/drawing/2014/main" id="{29CAC66F-5641-4DB8-B4C8-79B150C81034}"/>
              </a:ext>
            </a:extLst>
          </p:cNvPr>
          <p:cNvSpPr/>
          <p:nvPr/>
        </p:nvSpPr>
        <p:spPr>
          <a:xfrm>
            <a:off x="6783607" y="3040953"/>
            <a:ext cx="74407" cy="6723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</p:spTree>
    <p:extLst>
      <p:ext uri="{BB962C8B-B14F-4D97-AF65-F5344CB8AC3E}">
        <p14:creationId xmlns:p14="http://schemas.microsoft.com/office/powerpoint/2010/main" val="1486683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9F66-2CC5-460C-8EF4-AC934D2C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524" y="91317"/>
            <a:ext cx="5250560" cy="689292"/>
          </a:xfrm>
        </p:spPr>
        <p:txBody>
          <a:bodyPr/>
          <a:lstStyle/>
          <a:p>
            <a:r>
              <a:rPr lang="en-US" sz="4267" dirty="0"/>
              <a:t>Maximum Margin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B653D59-8E03-4E3A-8D20-4CEC8B418E89}"/>
              </a:ext>
            </a:extLst>
          </p:cNvPr>
          <p:cNvSpPr/>
          <p:nvPr/>
        </p:nvSpPr>
        <p:spPr>
          <a:xfrm>
            <a:off x="2840134" y="714114"/>
            <a:ext cx="3745753" cy="5616388"/>
          </a:xfrm>
          <a:custGeom>
            <a:avLst/>
            <a:gdLst/>
            <a:ahLst/>
            <a:cxnLst/>
            <a:rect l="l" t="t" r="r" b="b"/>
            <a:pathLst>
              <a:path w="3183890" h="4773930">
                <a:moveTo>
                  <a:pt x="3183635" y="192023"/>
                </a:moveTo>
                <a:lnTo>
                  <a:pt x="2876549" y="0"/>
                </a:lnTo>
                <a:lnTo>
                  <a:pt x="0" y="4581906"/>
                </a:lnTo>
                <a:lnTo>
                  <a:pt x="306324" y="4773930"/>
                </a:lnTo>
                <a:lnTo>
                  <a:pt x="3183635" y="192023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7D01BE-92EF-4AFD-B547-5B1154C9BF28}"/>
              </a:ext>
            </a:extLst>
          </p:cNvPr>
          <p:cNvSpPr/>
          <p:nvPr/>
        </p:nvSpPr>
        <p:spPr>
          <a:xfrm>
            <a:off x="2965640" y="747283"/>
            <a:ext cx="3493995" cy="5550647"/>
          </a:xfrm>
          <a:custGeom>
            <a:avLst/>
            <a:gdLst/>
            <a:ahLst/>
            <a:cxnLst/>
            <a:rect l="l" t="t" r="r" b="b"/>
            <a:pathLst>
              <a:path w="2969895" h="4718050">
                <a:moveTo>
                  <a:pt x="2969513" y="6858"/>
                </a:moveTo>
                <a:lnTo>
                  <a:pt x="2958845" y="0"/>
                </a:lnTo>
                <a:lnTo>
                  <a:pt x="0" y="4710684"/>
                </a:lnTo>
                <a:lnTo>
                  <a:pt x="11430" y="4717542"/>
                </a:lnTo>
                <a:lnTo>
                  <a:pt x="2969513" y="68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773D91A4-FA15-4F12-8FAE-0C6EC7D8FFDC}"/>
              </a:ext>
            </a:extLst>
          </p:cNvPr>
          <p:cNvSpPr txBox="1"/>
          <p:nvPr/>
        </p:nvSpPr>
        <p:spPr>
          <a:xfrm>
            <a:off x="586703" y="1620633"/>
            <a:ext cx="1745876" cy="1099841"/>
          </a:xfrm>
          <a:prstGeom prst="rect">
            <a:avLst/>
          </a:prstGeom>
        </p:spPr>
        <p:txBody>
          <a:bodyPr vert="horz" wrap="square" lIns="0" tIns="194235" rIns="0" bIns="0" rtlCol="0">
            <a:spAutoFit/>
          </a:bodyPr>
          <a:lstStyle/>
          <a:p>
            <a:pPr marL="14941">
              <a:spcBef>
                <a:spcPts val="1529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65" dirty="0">
                <a:latin typeface="Tahoma"/>
                <a:cs typeface="Tahoma"/>
              </a:rPr>
              <a:t> </a:t>
            </a:r>
            <a:r>
              <a:rPr sz="2353" b="1" spc="-12" dirty="0">
                <a:latin typeface="Tahoma"/>
                <a:cs typeface="Tahoma"/>
              </a:rPr>
              <a:t>+1</a:t>
            </a:r>
            <a:endParaRPr sz="2353">
              <a:latin typeface="Tahoma"/>
              <a:cs typeface="Tahoma"/>
            </a:endParaRPr>
          </a:p>
          <a:p>
            <a:pPr marL="71720">
              <a:spcBef>
                <a:spcPts val="1412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47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-1</a:t>
            </a:r>
            <a:endParaRPr sz="2353">
              <a:latin typeface="Tahoma"/>
              <a:cs typeface="Tahoma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178F79BE-19A2-43A5-9F23-1DDF19A7E463}"/>
              </a:ext>
            </a:extLst>
          </p:cNvPr>
          <p:cNvSpPr/>
          <p:nvPr/>
        </p:nvSpPr>
        <p:spPr>
          <a:xfrm>
            <a:off x="463264" y="2001450"/>
            <a:ext cx="83027" cy="80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6D4DF9D-BDDD-4ED9-AD68-D1305B3CA70B}"/>
              </a:ext>
            </a:extLst>
          </p:cNvPr>
          <p:cNvSpPr/>
          <p:nvPr/>
        </p:nvSpPr>
        <p:spPr>
          <a:xfrm>
            <a:off x="463265" y="2539332"/>
            <a:ext cx="74705" cy="70971"/>
          </a:xfrm>
          <a:custGeom>
            <a:avLst/>
            <a:gdLst/>
            <a:ahLst/>
            <a:cxnLst/>
            <a:rect l="l" t="t" r="r" b="b"/>
            <a:pathLst>
              <a:path w="63500" h="60325">
                <a:moveTo>
                  <a:pt x="63245" y="35814"/>
                </a:moveTo>
                <a:lnTo>
                  <a:pt x="63245" y="28194"/>
                </a:lnTo>
                <a:lnTo>
                  <a:pt x="62483" y="23622"/>
                </a:lnTo>
                <a:lnTo>
                  <a:pt x="62483" y="22098"/>
                </a:lnTo>
                <a:lnTo>
                  <a:pt x="60197" y="17526"/>
                </a:lnTo>
                <a:lnTo>
                  <a:pt x="60197" y="16764"/>
                </a:lnTo>
                <a:lnTo>
                  <a:pt x="57149" y="12954"/>
                </a:lnTo>
                <a:lnTo>
                  <a:pt x="57149" y="12192"/>
                </a:lnTo>
                <a:lnTo>
                  <a:pt x="52577" y="7620"/>
                </a:lnTo>
                <a:lnTo>
                  <a:pt x="48767" y="4572"/>
                </a:lnTo>
                <a:lnTo>
                  <a:pt x="48005" y="4572"/>
                </a:lnTo>
                <a:lnTo>
                  <a:pt x="42671" y="2286"/>
                </a:lnTo>
                <a:lnTo>
                  <a:pt x="41909" y="2286"/>
                </a:lnTo>
                <a:lnTo>
                  <a:pt x="41909" y="1524"/>
                </a:lnTo>
                <a:lnTo>
                  <a:pt x="36575" y="762"/>
                </a:lnTo>
                <a:lnTo>
                  <a:pt x="35051" y="653"/>
                </a:lnTo>
                <a:lnTo>
                  <a:pt x="30479" y="0"/>
                </a:lnTo>
                <a:lnTo>
                  <a:pt x="29717" y="0"/>
                </a:lnTo>
                <a:lnTo>
                  <a:pt x="25145" y="653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7525" y="3048"/>
                </a:lnTo>
                <a:lnTo>
                  <a:pt x="12953" y="5334"/>
                </a:lnTo>
                <a:lnTo>
                  <a:pt x="12953" y="6096"/>
                </a:lnTo>
                <a:lnTo>
                  <a:pt x="12191" y="6096"/>
                </a:lnTo>
                <a:lnTo>
                  <a:pt x="8381" y="9144"/>
                </a:lnTo>
                <a:lnTo>
                  <a:pt x="8381" y="9906"/>
                </a:lnTo>
                <a:lnTo>
                  <a:pt x="5333" y="13716"/>
                </a:lnTo>
                <a:lnTo>
                  <a:pt x="4571" y="14478"/>
                </a:lnTo>
                <a:lnTo>
                  <a:pt x="2285" y="19050"/>
                </a:lnTo>
                <a:lnTo>
                  <a:pt x="2285" y="19812"/>
                </a:lnTo>
                <a:lnTo>
                  <a:pt x="1523" y="20574"/>
                </a:lnTo>
                <a:lnTo>
                  <a:pt x="761" y="25146"/>
                </a:lnTo>
                <a:lnTo>
                  <a:pt x="761" y="26670"/>
                </a:lnTo>
                <a:lnTo>
                  <a:pt x="0" y="31242"/>
                </a:lnTo>
                <a:lnTo>
                  <a:pt x="0" y="32766"/>
                </a:lnTo>
                <a:lnTo>
                  <a:pt x="1523" y="37338"/>
                </a:lnTo>
                <a:lnTo>
                  <a:pt x="1523" y="38100"/>
                </a:lnTo>
                <a:lnTo>
                  <a:pt x="3047" y="42672"/>
                </a:lnTo>
                <a:lnTo>
                  <a:pt x="3047" y="43434"/>
                </a:lnTo>
                <a:lnTo>
                  <a:pt x="3809" y="43434"/>
                </a:lnTo>
                <a:lnTo>
                  <a:pt x="6095" y="48006"/>
                </a:lnTo>
                <a:lnTo>
                  <a:pt x="6857" y="48006"/>
                </a:lnTo>
                <a:lnTo>
                  <a:pt x="6857" y="48768"/>
                </a:lnTo>
                <a:lnTo>
                  <a:pt x="9905" y="51816"/>
                </a:lnTo>
                <a:lnTo>
                  <a:pt x="9905" y="27432"/>
                </a:lnTo>
                <a:lnTo>
                  <a:pt x="10667" y="25146"/>
                </a:lnTo>
                <a:lnTo>
                  <a:pt x="10667" y="23622"/>
                </a:lnTo>
                <a:lnTo>
                  <a:pt x="12191" y="20574"/>
                </a:lnTo>
                <a:lnTo>
                  <a:pt x="12191" y="19812"/>
                </a:lnTo>
                <a:lnTo>
                  <a:pt x="15239" y="16002"/>
                </a:lnTo>
                <a:lnTo>
                  <a:pt x="15239" y="16764"/>
                </a:lnTo>
                <a:lnTo>
                  <a:pt x="18287" y="14325"/>
                </a:lnTo>
                <a:lnTo>
                  <a:pt x="18287" y="13716"/>
                </a:lnTo>
                <a:lnTo>
                  <a:pt x="22097" y="11430"/>
                </a:lnTo>
                <a:lnTo>
                  <a:pt x="22097" y="11865"/>
                </a:lnTo>
                <a:lnTo>
                  <a:pt x="26669" y="9906"/>
                </a:lnTo>
                <a:lnTo>
                  <a:pt x="26669" y="10450"/>
                </a:lnTo>
                <a:lnTo>
                  <a:pt x="29717" y="10014"/>
                </a:lnTo>
                <a:lnTo>
                  <a:pt x="35051" y="9906"/>
                </a:lnTo>
                <a:lnTo>
                  <a:pt x="35051" y="10123"/>
                </a:lnTo>
                <a:lnTo>
                  <a:pt x="38861" y="11212"/>
                </a:lnTo>
                <a:lnTo>
                  <a:pt x="38861" y="10668"/>
                </a:lnTo>
                <a:lnTo>
                  <a:pt x="42671" y="12573"/>
                </a:lnTo>
                <a:lnTo>
                  <a:pt x="42671" y="12192"/>
                </a:lnTo>
                <a:lnTo>
                  <a:pt x="47243" y="15240"/>
                </a:lnTo>
                <a:lnTo>
                  <a:pt x="47243" y="15849"/>
                </a:lnTo>
                <a:lnTo>
                  <a:pt x="49529" y="17678"/>
                </a:lnTo>
                <a:lnTo>
                  <a:pt x="49529" y="17526"/>
                </a:lnTo>
                <a:lnTo>
                  <a:pt x="50291" y="18288"/>
                </a:lnTo>
                <a:lnTo>
                  <a:pt x="50291" y="19050"/>
                </a:lnTo>
                <a:lnTo>
                  <a:pt x="51815" y="22098"/>
                </a:lnTo>
                <a:lnTo>
                  <a:pt x="51815" y="21336"/>
                </a:lnTo>
                <a:lnTo>
                  <a:pt x="53339" y="25908"/>
                </a:lnTo>
                <a:lnTo>
                  <a:pt x="53339" y="25146"/>
                </a:lnTo>
                <a:lnTo>
                  <a:pt x="54101" y="29718"/>
                </a:lnTo>
                <a:lnTo>
                  <a:pt x="54101" y="51816"/>
                </a:lnTo>
                <a:lnTo>
                  <a:pt x="54863" y="51054"/>
                </a:lnTo>
                <a:lnTo>
                  <a:pt x="55625" y="51054"/>
                </a:lnTo>
                <a:lnTo>
                  <a:pt x="55625" y="50292"/>
                </a:lnTo>
                <a:lnTo>
                  <a:pt x="58673" y="46482"/>
                </a:lnTo>
                <a:lnTo>
                  <a:pt x="59435" y="45720"/>
                </a:lnTo>
                <a:lnTo>
                  <a:pt x="61721" y="41148"/>
                </a:lnTo>
                <a:lnTo>
                  <a:pt x="61721" y="40386"/>
                </a:lnTo>
                <a:lnTo>
                  <a:pt x="63245" y="35814"/>
                </a:lnTo>
                <a:close/>
              </a:path>
              <a:path w="63500" h="60325">
                <a:moveTo>
                  <a:pt x="12191" y="39624"/>
                </a:moveTo>
                <a:lnTo>
                  <a:pt x="10667" y="35052"/>
                </a:lnTo>
                <a:lnTo>
                  <a:pt x="10667" y="35814"/>
                </a:lnTo>
                <a:lnTo>
                  <a:pt x="9905" y="30480"/>
                </a:lnTo>
                <a:lnTo>
                  <a:pt x="9905" y="51816"/>
                </a:lnTo>
                <a:lnTo>
                  <a:pt x="10667" y="52578"/>
                </a:lnTo>
                <a:lnTo>
                  <a:pt x="11429" y="52578"/>
                </a:lnTo>
                <a:lnTo>
                  <a:pt x="11429" y="38862"/>
                </a:lnTo>
                <a:lnTo>
                  <a:pt x="12191" y="39624"/>
                </a:lnTo>
                <a:close/>
              </a:path>
              <a:path w="63500" h="60325">
                <a:moveTo>
                  <a:pt x="11429" y="22860"/>
                </a:moveTo>
                <a:lnTo>
                  <a:pt x="10667" y="23622"/>
                </a:lnTo>
                <a:lnTo>
                  <a:pt x="10667" y="25146"/>
                </a:lnTo>
                <a:lnTo>
                  <a:pt x="11429" y="22860"/>
                </a:lnTo>
                <a:close/>
              </a:path>
              <a:path w="63500" h="60325">
                <a:moveTo>
                  <a:pt x="14477" y="42672"/>
                </a:moveTo>
                <a:lnTo>
                  <a:pt x="11429" y="38862"/>
                </a:lnTo>
                <a:lnTo>
                  <a:pt x="11429" y="52578"/>
                </a:lnTo>
                <a:lnTo>
                  <a:pt x="13715" y="54406"/>
                </a:lnTo>
                <a:lnTo>
                  <a:pt x="13715" y="41910"/>
                </a:lnTo>
                <a:lnTo>
                  <a:pt x="14477" y="42672"/>
                </a:lnTo>
                <a:close/>
              </a:path>
              <a:path w="63500" h="60325">
                <a:moveTo>
                  <a:pt x="12953" y="19050"/>
                </a:moveTo>
                <a:lnTo>
                  <a:pt x="12191" y="19812"/>
                </a:lnTo>
                <a:lnTo>
                  <a:pt x="12191" y="20574"/>
                </a:lnTo>
                <a:lnTo>
                  <a:pt x="12953" y="19050"/>
                </a:lnTo>
                <a:close/>
              </a:path>
              <a:path w="63500" h="60325">
                <a:moveTo>
                  <a:pt x="17525" y="57041"/>
                </a:moveTo>
                <a:lnTo>
                  <a:pt x="17525" y="45720"/>
                </a:lnTo>
                <a:lnTo>
                  <a:pt x="13715" y="41910"/>
                </a:lnTo>
                <a:lnTo>
                  <a:pt x="13715" y="54406"/>
                </a:lnTo>
                <a:lnTo>
                  <a:pt x="15239" y="55626"/>
                </a:lnTo>
                <a:lnTo>
                  <a:pt x="15239" y="56388"/>
                </a:lnTo>
                <a:lnTo>
                  <a:pt x="16001" y="56388"/>
                </a:lnTo>
                <a:lnTo>
                  <a:pt x="17525" y="57041"/>
                </a:lnTo>
                <a:close/>
              </a:path>
              <a:path w="63500" h="60325">
                <a:moveTo>
                  <a:pt x="20573" y="48006"/>
                </a:moveTo>
                <a:lnTo>
                  <a:pt x="16763" y="44958"/>
                </a:lnTo>
                <a:lnTo>
                  <a:pt x="17525" y="45720"/>
                </a:lnTo>
                <a:lnTo>
                  <a:pt x="17525" y="57041"/>
                </a:lnTo>
                <a:lnTo>
                  <a:pt x="19811" y="58020"/>
                </a:lnTo>
                <a:lnTo>
                  <a:pt x="19811" y="48006"/>
                </a:lnTo>
                <a:lnTo>
                  <a:pt x="20573" y="48006"/>
                </a:lnTo>
                <a:close/>
              </a:path>
              <a:path w="63500" h="60325">
                <a:moveTo>
                  <a:pt x="19049" y="13716"/>
                </a:moveTo>
                <a:lnTo>
                  <a:pt x="18287" y="13716"/>
                </a:lnTo>
                <a:lnTo>
                  <a:pt x="18287" y="14325"/>
                </a:lnTo>
                <a:lnTo>
                  <a:pt x="19049" y="13716"/>
                </a:lnTo>
                <a:close/>
              </a:path>
              <a:path w="63500" h="60325">
                <a:moveTo>
                  <a:pt x="25145" y="49530"/>
                </a:moveTo>
                <a:lnTo>
                  <a:pt x="19811" y="48006"/>
                </a:lnTo>
                <a:lnTo>
                  <a:pt x="19811" y="58020"/>
                </a:lnTo>
                <a:lnTo>
                  <a:pt x="21335" y="58674"/>
                </a:lnTo>
                <a:lnTo>
                  <a:pt x="22097" y="58674"/>
                </a:lnTo>
                <a:lnTo>
                  <a:pt x="24383" y="59327"/>
                </a:lnTo>
                <a:lnTo>
                  <a:pt x="24383" y="49530"/>
                </a:lnTo>
                <a:lnTo>
                  <a:pt x="25145" y="49530"/>
                </a:lnTo>
                <a:close/>
              </a:path>
              <a:path w="63500" h="60325">
                <a:moveTo>
                  <a:pt x="22097" y="11865"/>
                </a:moveTo>
                <a:lnTo>
                  <a:pt x="22097" y="11430"/>
                </a:lnTo>
                <a:lnTo>
                  <a:pt x="21335" y="12192"/>
                </a:lnTo>
                <a:lnTo>
                  <a:pt x="22097" y="11865"/>
                </a:lnTo>
                <a:close/>
              </a:path>
              <a:path w="63500" h="60325">
                <a:moveTo>
                  <a:pt x="29717" y="51054"/>
                </a:moveTo>
                <a:lnTo>
                  <a:pt x="24383" y="49530"/>
                </a:lnTo>
                <a:lnTo>
                  <a:pt x="24383" y="59327"/>
                </a:lnTo>
                <a:lnTo>
                  <a:pt x="27431" y="60198"/>
                </a:lnTo>
                <a:lnTo>
                  <a:pt x="28193" y="60198"/>
                </a:lnTo>
                <a:lnTo>
                  <a:pt x="28193" y="51054"/>
                </a:lnTo>
                <a:lnTo>
                  <a:pt x="29717" y="51054"/>
                </a:lnTo>
                <a:close/>
              </a:path>
              <a:path w="63500" h="60325">
                <a:moveTo>
                  <a:pt x="26669" y="10450"/>
                </a:moveTo>
                <a:lnTo>
                  <a:pt x="26669" y="9906"/>
                </a:lnTo>
                <a:lnTo>
                  <a:pt x="25145" y="10668"/>
                </a:lnTo>
                <a:lnTo>
                  <a:pt x="26669" y="10450"/>
                </a:lnTo>
                <a:close/>
              </a:path>
              <a:path w="63500" h="60325">
                <a:moveTo>
                  <a:pt x="34289" y="60198"/>
                </a:moveTo>
                <a:lnTo>
                  <a:pt x="34289" y="51054"/>
                </a:lnTo>
                <a:lnTo>
                  <a:pt x="28193" y="51054"/>
                </a:lnTo>
                <a:lnTo>
                  <a:pt x="28193" y="60198"/>
                </a:lnTo>
                <a:lnTo>
                  <a:pt x="34289" y="60198"/>
                </a:lnTo>
                <a:close/>
              </a:path>
              <a:path w="63500" h="60325">
                <a:moveTo>
                  <a:pt x="30479" y="9906"/>
                </a:moveTo>
                <a:lnTo>
                  <a:pt x="29717" y="9906"/>
                </a:lnTo>
                <a:lnTo>
                  <a:pt x="30479" y="9906"/>
                </a:lnTo>
                <a:close/>
              </a:path>
              <a:path w="63500" h="60325">
                <a:moveTo>
                  <a:pt x="38099" y="59653"/>
                </a:moveTo>
                <a:lnTo>
                  <a:pt x="38099" y="50292"/>
                </a:lnTo>
                <a:lnTo>
                  <a:pt x="32765" y="51054"/>
                </a:lnTo>
                <a:lnTo>
                  <a:pt x="34289" y="51054"/>
                </a:lnTo>
                <a:lnTo>
                  <a:pt x="34289" y="60198"/>
                </a:lnTo>
                <a:lnTo>
                  <a:pt x="38099" y="59653"/>
                </a:lnTo>
                <a:close/>
              </a:path>
              <a:path w="63500" h="60325">
                <a:moveTo>
                  <a:pt x="35051" y="10123"/>
                </a:moveTo>
                <a:lnTo>
                  <a:pt x="35051" y="9906"/>
                </a:lnTo>
                <a:lnTo>
                  <a:pt x="34289" y="9906"/>
                </a:lnTo>
                <a:lnTo>
                  <a:pt x="35051" y="10123"/>
                </a:lnTo>
                <a:close/>
              </a:path>
              <a:path w="63500" h="60325">
                <a:moveTo>
                  <a:pt x="41909" y="48768"/>
                </a:moveTo>
                <a:lnTo>
                  <a:pt x="37337" y="50292"/>
                </a:lnTo>
                <a:lnTo>
                  <a:pt x="38099" y="50292"/>
                </a:lnTo>
                <a:lnTo>
                  <a:pt x="38099" y="59653"/>
                </a:lnTo>
                <a:lnTo>
                  <a:pt x="38861" y="59544"/>
                </a:lnTo>
                <a:lnTo>
                  <a:pt x="40385" y="59436"/>
                </a:lnTo>
                <a:lnTo>
                  <a:pt x="41147" y="59218"/>
                </a:lnTo>
                <a:lnTo>
                  <a:pt x="41147" y="49530"/>
                </a:lnTo>
                <a:lnTo>
                  <a:pt x="41909" y="48768"/>
                </a:lnTo>
                <a:close/>
              </a:path>
              <a:path w="63500" h="60325">
                <a:moveTo>
                  <a:pt x="39623" y="11430"/>
                </a:moveTo>
                <a:lnTo>
                  <a:pt x="38861" y="10668"/>
                </a:lnTo>
                <a:lnTo>
                  <a:pt x="38861" y="11212"/>
                </a:lnTo>
                <a:lnTo>
                  <a:pt x="39623" y="11430"/>
                </a:lnTo>
                <a:close/>
              </a:path>
              <a:path w="63500" h="60325">
                <a:moveTo>
                  <a:pt x="45719" y="46482"/>
                </a:moveTo>
                <a:lnTo>
                  <a:pt x="41147" y="49530"/>
                </a:lnTo>
                <a:lnTo>
                  <a:pt x="41147" y="59218"/>
                </a:lnTo>
                <a:lnTo>
                  <a:pt x="44957" y="58129"/>
                </a:lnTo>
                <a:lnTo>
                  <a:pt x="44957" y="47244"/>
                </a:lnTo>
                <a:lnTo>
                  <a:pt x="45719" y="46482"/>
                </a:lnTo>
                <a:close/>
              </a:path>
              <a:path w="63500" h="60325">
                <a:moveTo>
                  <a:pt x="43433" y="12954"/>
                </a:moveTo>
                <a:lnTo>
                  <a:pt x="42671" y="12192"/>
                </a:lnTo>
                <a:lnTo>
                  <a:pt x="42671" y="12573"/>
                </a:lnTo>
                <a:lnTo>
                  <a:pt x="43433" y="12954"/>
                </a:lnTo>
                <a:close/>
              </a:path>
              <a:path w="63500" h="60325">
                <a:moveTo>
                  <a:pt x="48223" y="44631"/>
                </a:moveTo>
                <a:lnTo>
                  <a:pt x="44957" y="47244"/>
                </a:lnTo>
                <a:lnTo>
                  <a:pt x="44957" y="58129"/>
                </a:lnTo>
                <a:lnTo>
                  <a:pt x="45719" y="57912"/>
                </a:lnTo>
                <a:lnTo>
                  <a:pt x="46481" y="57150"/>
                </a:lnTo>
                <a:lnTo>
                  <a:pt x="48005" y="56235"/>
                </a:lnTo>
                <a:lnTo>
                  <a:pt x="48005" y="44958"/>
                </a:lnTo>
                <a:lnTo>
                  <a:pt x="48223" y="44631"/>
                </a:lnTo>
                <a:close/>
              </a:path>
              <a:path w="63500" h="60325">
                <a:moveTo>
                  <a:pt x="47243" y="15849"/>
                </a:moveTo>
                <a:lnTo>
                  <a:pt x="47243" y="15240"/>
                </a:lnTo>
                <a:lnTo>
                  <a:pt x="46481" y="15240"/>
                </a:lnTo>
                <a:lnTo>
                  <a:pt x="47243" y="15849"/>
                </a:lnTo>
                <a:close/>
              </a:path>
              <a:path w="63500" h="60325">
                <a:moveTo>
                  <a:pt x="48767" y="44196"/>
                </a:moveTo>
                <a:lnTo>
                  <a:pt x="48223" y="44631"/>
                </a:lnTo>
                <a:lnTo>
                  <a:pt x="48005" y="44958"/>
                </a:lnTo>
                <a:lnTo>
                  <a:pt x="48767" y="44196"/>
                </a:lnTo>
                <a:close/>
              </a:path>
              <a:path w="63500" h="60325">
                <a:moveTo>
                  <a:pt x="48767" y="55778"/>
                </a:moveTo>
                <a:lnTo>
                  <a:pt x="48767" y="44196"/>
                </a:lnTo>
                <a:lnTo>
                  <a:pt x="48005" y="44958"/>
                </a:lnTo>
                <a:lnTo>
                  <a:pt x="48005" y="56235"/>
                </a:lnTo>
                <a:lnTo>
                  <a:pt x="48767" y="55778"/>
                </a:lnTo>
                <a:close/>
              </a:path>
              <a:path w="63500" h="60325">
                <a:moveTo>
                  <a:pt x="53339" y="52578"/>
                </a:moveTo>
                <a:lnTo>
                  <a:pt x="53339" y="37338"/>
                </a:lnTo>
                <a:lnTo>
                  <a:pt x="51053" y="41910"/>
                </a:lnTo>
                <a:lnTo>
                  <a:pt x="51053" y="40386"/>
                </a:lnTo>
                <a:lnTo>
                  <a:pt x="48223" y="44631"/>
                </a:lnTo>
                <a:lnTo>
                  <a:pt x="48767" y="44196"/>
                </a:lnTo>
                <a:lnTo>
                  <a:pt x="48767" y="55778"/>
                </a:lnTo>
                <a:lnTo>
                  <a:pt x="50291" y="54864"/>
                </a:lnTo>
                <a:lnTo>
                  <a:pt x="51053" y="54864"/>
                </a:lnTo>
                <a:lnTo>
                  <a:pt x="53339" y="52578"/>
                </a:lnTo>
                <a:close/>
              </a:path>
              <a:path w="63500" h="60325">
                <a:moveTo>
                  <a:pt x="50291" y="18288"/>
                </a:moveTo>
                <a:lnTo>
                  <a:pt x="49529" y="17526"/>
                </a:lnTo>
                <a:lnTo>
                  <a:pt x="49656" y="17780"/>
                </a:lnTo>
                <a:lnTo>
                  <a:pt x="50291" y="18288"/>
                </a:lnTo>
                <a:close/>
              </a:path>
              <a:path w="63500" h="60325">
                <a:moveTo>
                  <a:pt x="49656" y="17780"/>
                </a:moveTo>
                <a:lnTo>
                  <a:pt x="49529" y="17526"/>
                </a:lnTo>
                <a:lnTo>
                  <a:pt x="49529" y="17678"/>
                </a:lnTo>
                <a:close/>
              </a:path>
              <a:path w="63500" h="60325">
                <a:moveTo>
                  <a:pt x="50291" y="19050"/>
                </a:moveTo>
                <a:lnTo>
                  <a:pt x="50291" y="18288"/>
                </a:lnTo>
                <a:lnTo>
                  <a:pt x="49656" y="17780"/>
                </a:lnTo>
                <a:lnTo>
                  <a:pt x="50291" y="19050"/>
                </a:lnTo>
                <a:close/>
              </a:path>
              <a:path w="63500" h="60325">
                <a:moveTo>
                  <a:pt x="54101" y="51816"/>
                </a:moveTo>
                <a:lnTo>
                  <a:pt x="54101" y="32766"/>
                </a:lnTo>
                <a:lnTo>
                  <a:pt x="52577" y="38100"/>
                </a:lnTo>
                <a:lnTo>
                  <a:pt x="53339" y="37338"/>
                </a:lnTo>
                <a:lnTo>
                  <a:pt x="53339" y="52578"/>
                </a:lnTo>
                <a:lnTo>
                  <a:pt x="54101" y="518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836BBF01-02BE-497B-B0F0-8DD43E605C53}"/>
              </a:ext>
            </a:extLst>
          </p:cNvPr>
          <p:cNvSpPr/>
          <p:nvPr/>
        </p:nvSpPr>
        <p:spPr>
          <a:xfrm>
            <a:off x="2916819" y="1169026"/>
            <a:ext cx="0" cy="4123765"/>
          </a:xfrm>
          <a:custGeom>
            <a:avLst/>
            <a:gdLst/>
            <a:ahLst/>
            <a:cxnLst/>
            <a:rect l="l" t="t" r="r" b="b"/>
            <a:pathLst>
              <a:path h="3505200">
                <a:moveTo>
                  <a:pt x="0" y="0"/>
                </a:moveTo>
                <a:lnTo>
                  <a:pt x="0" y="3505200"/>
                </a:lnTo>
              </a:path>
            </a:pathLst>
          </a:custGeom>
          <a:ln w="381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61147BC3-5D57-40F1-9CEF-39CC66A1C8B6}"/>
              </a:ext>
            </a:extLst>
          </p:cNvPr>
          <p:cNvSpPr/>
          <p:nvPr/>
        </p:nvSpPr>
        <p:spPr>
          <a:xfrm>
            <a:off x="2939643" y="5269976"/>
            <a:ext cx="4303059" cy="0"/>
          </a:xfrm>
          <a:custGeom>
            <a:avLst/>
            <a:gdLst/>
            <a:ahLst/>
            <a:cxnLst/>
            <a:rect l="l" t="t" r="r" b="b"/>
            <a:pathLst>
              <a:path w="3657600">
                <a:moveTo>
                  <a:pt x="0" y="0"/>
                </a:moveTo>
                <a:lnTo>
                  <a:pt x="3657600" y="0"/>
                </a:lnTo>
              </a:path>
            </a:pathLst>
          </a:custGeom>
          <a:ln w="381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18414827-D4C6-45E3-A86B-84232AECE983}"/>
              </a:ext>
            </a:extLst>
          </p:cNvPr>
          <p:cNvSpPr/>
          <p:nvPr/>
        </p:nvSpPr>
        <p:spPr>
          <a:xfrm>
            <a:off x="4445712" y="4646930"/>
            <a:ext cx="70971" cy="56029"/>
          </a:xfrm>
          <a:custGeom>
            <a:avLst/>
            <a:gdLst/>
            <a:ahLst/>
            <a:cxnLst/>
            <a:rect l="l" t="t" r="r" b="b"/>
            <a:pathLst>
              <a:path w="60325" h="47625">
                <a:moveTo>
                  <a:pt x="60198" y="23622"/>
                </a:moveTo>
                <a:lnTo>
                  <a:pt x="57792" y="14466"/>
                </a:lnTo>
                <a:lnTo>
                  <a:pt x="51244" y="6953"/>
                </a:lnTo>
                <a:lnTo>
                  <a:pt x="41552" y="1869"/>
                </a:lnTo>
                <a:lnTo>
                  <a:pt x="29718" y="0"/>
                </a:lnTo>
                <a:lnTo>
                  <a:pt x="18002" y="1869"/>
                </a:lnTo>
                <a:lnTo>
                  <a:pt x="8572" y="6953"/>
                </a:lnTo>
                <a:lnTo>
                  <a:pt x="2285" y="14466"/>
                </a:lnTo>
                <a:lnTo>
                  <a:pt x="0" y="23622"/>
                </a:lnTo>
                <a:lnTo>
                  <a:pt x="2286" y="32777"/>
                </a:lnTo>
                <a:lnTo>
                  <a:pt x="8572" y="40290"/>
                </a:lnTo>
                <a:lnTo>
                  <a:pt x="18002" y="45374"/>
                </a:lnTo>
                <a:lnTo>
                  <a:pt x="29718" y="47244"/>
                </a:lnTo>
                <a:lnTo>
                  <a:pt x="41552" y="45374"/>
                </a:lnTo>
                <a:lnTo>
                  <a:pt x="51244" y="40290"/>
                </a:lnTo>
                <a:lnTo>
                  <a:pt x="57792" y="32777"/>
                </a:lnTo>
                <a:lnTo>
                  <a:pt x="60198" y="236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8EEC62D1-4FC3-4495-BE52-FFDC66554CB5}"/>
              </a:ext>
            </a:extLst>
          </p:cNvPr>
          <p:cNvSpPr/>
          <p:nvPr/>
        </p:nvSpPr>
        <p:spPr>
          <a:xfrm>
            <a:off x="4439439" y="4640655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64008" y="45720"/>
                </a:moveTo>
                <a:lnTo>
                  <a:pt x="64008" y="12192"/>
                </a:lnTo>
                <a:lnTo>
                  <a:pt x="63246" y="12192"/>
                </a:lnTo>
                <a:lnTo>
                  <a:pt x="60198" y="8382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763" y="4572"/>
                </a:lnTo>
                <a:lnTo>
                  <a:pt x="16001" y="4572"/>
                </a:lnTo>
                <a:lnTo>
                  <a:pt x="16001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6095" y="12954"/>
                </a:lnTo>
                <a:lnTo>
                  <a:pt x="3809" y="16764"/>
                </a:lnTo>
                <a:lnTo>
                  <a:pt x="3047" y="16764"/>
                </a:lnTo>
                <a:lnTo>
                  <a:pt x="3047" y="17526"/>
                </a:lnTo>
                <a:lnTo>
                  <a:pt x="2285" y="20574"/>
                </a:lnTo>
                <a:lnTo>
                  <a:pt x="761" y="22860"/>
                </a:lnTo>
                <a:lnTo>
                  <a:pt x="761" y="25908"/>
                </a:lnTo>
                <a:lnTo>
                  <a:pt x="0" y="28956"/>
                </a:lnTo>
                <a:lnTo>
                  <a:pt x="2286" y="38100"/>
                </a:lnTo>
                <a:lnTo>
                  <a:pt x="3048" y="40386"/>
                </a:lnTo>
                <a:lnTo>
                  <a:pt x="3810" y="41148"/>
                </a:lnTo>
                <a:lnTo>
                  <a:pt x="6096" y="44958"/>
                </a:lnTo>
                <a:lnTo>
                  <a:pt x="9906" y="48768"/>
                </a:lnTo>
                <a:lnTo>
                  <a:pt x="9906" y="26670"/>
                </a:lnTo>
                <a:lnTo>
                  <a:pt x="10668" y="25146"/>
                </a:lnTo>
                <a:lnTo>
                  <a:pt x="10668" y="23622"/>
                </a:lnTo>
                <a:lnTo>
                  <a:pt x="11430" y="21336"/>
                </a:lnTo>
                <a:lnTo>
                  <a:pt x="11430" y="22098"/>
                </a:lnTo>
                <a:lnTo>
                  <a:pt x="13716" y="19240"/>
                </a:lnTo>
                <a:lnTo>
                  <a:pt x="13716" y="19050"/>
                </a:lnTo>
                <a:lnTo>
                  <a:pt x="17526" y="15240"/>
                </a:lnTo>
                <a:lnTo>
                  <a:pt x="17526" y="15494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3340" y="15494"/>
                </a:lnTo>
                <a:lnTo>
                  <a:pt x="53340" y="15240"/>
                </a:lnTo>
                <a:lnTo>
                  <a:pt x="57150" y="19050"/>
                </a:lnTo>
                <a:lnTo>
                  <a:pt x="57150" y="19240"/>
                </a:lnTo>
                <a:lnTo>
                  <a:pt x="59436" y="22098"/>
                </a:lnTo>
                <a:lnTo>
                  <a:pt x="59436" y="23622"/>
                </a:lnTo>
                <a:lnTo>
                  <a:pt x="60198" y="25908"/>
                </a:lnTo>
                <a:lnTo>
                  <a:pt x="60198" y="25146"/>
                </a:lnTo>
                <a:lnTo>
                  <a:pt x="60960" y="27432"/>
                </a:lnTo>
                <a:lnTo>
                  <a:pt x="60960" y="48577"/>
                </a:lnTo>
                <a:lnTo>
                  <a:pt x="63246" y="45720"/>
                </a:lnTo>
                <a:lnTo>
                  <a:pt x="64008" y="45720"/>
                </a:lnTo>
                <a:close/>
              </a:path>
              <a:path w="70485" h="57150">
                <a:moveTo>
                  <a:pt x="14139" y="39200"/>
                </a:moveTo>
                <a:lnTo>
                  <a:pt x="11430" y="35814"/>
                </a:lnTo>
                <a:lnTo>
                  <a:pt x="10668" y="34290"/>
                </a:lnTo>
                <a:lnTo>
                  <a:pt x="9906" y="32004"/>
                </a:lnTo>
                <a:lnTo>
                  <a:pt x="9906" y="48768"/>
                </a:lnTo>
                <a:lnTo>
                  <a:pt x="10668" y="49530"/>
                </a:lnTo>
                <a:lnTo>
                  <a:pt x="11430" y="49530"/>
                </a:lnTo>
                <a:lnTo>
                  <a:pt x="13716" y="51054"/>
                </a:lnTo>
                <a:lnTo>
                  <a:pt x="13716" y="38862"/>
                </a:lnTo>
                <a:lnTo>
                  <a:pt x="14139" y="39200"/>
                </a:lnTo>
                <a:close/>
              </a:path>
              <a:path w="70485" h="57150">
                <a:moveTo>
                  <a:pt x="14478" y="18288"/>
                </a:moveTo>
                <a:lnTo>
                  <a:pt x="13716" y="19050"/>
                </a:lnTo>
                <a:lnTo>
                  <a:pt x="13716" y="19240"/>
                </a:lnTo>
                <a:lnTo>
                  <a:pt x="14478" y="18288"/>
                </a:lnTo>
                <a:close/>
              </a:path>
              <a:path w="70485" h="57150">
                <a:moveTo>
                  <a:pt x="14478" y="39624"/>
                </a:moveTo>
                <a:lnTo>
                  <a:pt x="14139" y="39200"/>
                </a:lnTo>
                <a:lnTo>
                  <a:pt x="13716" y="38862"/>
                </a:lnTo>
                <a:lnTo>
                  <a:pt x="14478" y="39624"/>
                </a:lnTo>
                <a:close/>
              </a:path>
              <a:path w="70485" h="57150">
                <a:moveTo>
                  <a:pt x="14478" y="51562"/>
                </a:moveTo>
                <a:lnTo>
                  <a:pt x="14478" y="39624"/>
                </a:lnTo>
                <a:lnTo>
                  <a:pt x="13716" y="38862"/>
                </a:lnTo>
                <a:lnTo>
                  <a:pt x="13716" y="51054"/>
                </a:lnTo>
                <a:lnTo>
                  <a:pt x="14478" y="51562"/>
                </a:lnTo>
                <a:close/>
              </a:path>
              <a:path w="70485" h="57150">
                <a:moveTo>
                  <a:pt x="17526" y="41910"/>
                </a:moveTo>
                <a:lnTo>
                  <a:pt x="14139" y="39200"/>
                </a:lnTo>
                <a:lnTo>
                  <a:pt x="14478" y="39624"/>
                </a:lnTo>
                <a:lnTo>
                  <a:pt x="14478" y="51562"/>
                </a:lnTo>
                <a:lnTo>
                  <a:pt x="16002" y="52578"/>
                </a:lnTo>
                <a:lnTo>
                  <a:pt x="16763" y="53340"/>
                </a:lnTo>
                <a:lnTo>
                  <a:pt x="16763" y="41910"/>
                </a:lnTo>
                <a:lnTo>
                  <a:pt x="17526" y="41910"/>
                </a:lnTo>
                <a:close/>
              </a:path>
              <a:path w="70485" h="57150">
                <a:moveTo>
                  <a:pt x="17526" y="15494"/>
                </a:moveTo>
                <a:lnTo>
                  <a:pt x="17526" y="15240"/>
                </a:lnTo>
                <a:lnTo>
                  <a:pt x="16763" y="16002"/>
                </a:lnTo>
                <a:lnTo>
                  <a:pt x="17526" y="15494"/>
                </a:lnTo>
                <a:close/>
              </a:path>
              <a:path w="70485" h="57150">
                <a:moveTo>
                  <a:pt x="21336" y="54864"/>
                </a:moveTo>
                <a:lnTo>
                  <a:pt x="21336" y="44958"/>
                </a:lnTo>
                <a:lnTo>
                  <a:pt x="16763" y="41910"/>
                </a:lnTo>
                <a:lnTo>
                  <a:pt x="16763" y="53340"/>
                </a:lnTo>
                <a:lnTo>
                  <a:pt x="21336" y="54864"/>
                </a:lnTo>
                <a:close/>
              </a:path>
              <a:path w="70485" h="57150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57150">
                <a:moveTo>
                  <a:pt x="25146" y="46482"/>
                </a:moveTo>
                <a:lnTo>
                  <a:pt x="20574" y="44196"/>
                </a:lnTo>
                <a:lnTo>
                  <a:pt x="21336" y="44958"/>
                </a:lnTo>
                <a:lnTo>
                  <a:pt x="21336" y="54864"/>
                </a:lnTo>
                <a:lnTo>
                  <a:pt x="22098" y="55626"/>
                </a:lnTo>
                <a:lnTo>
                  <a:pt x="24384" y="56197"/>
                </a:lnTo>
                <a:lnTo>
                  <a:pt x="24384" y="46482"/>
                </a:lnTo>
                <a:lnTo>
                  <a:pt x="25146" y="46482"/>
                </a:lnTo>
                <a:close/>
              </a:path>
              <a:path w="70485" h="57150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57150">
                <a:moveTo>
                  <a:pt x="35814" y="57150"/>
                </a:moveTo>
                <a:lnTo>
                  <a:pt x="35814" y="48006"/>
                </a:lnTo>
                <a:lnTo>
                  <a:pt x="35052" y="48006"/>
                </a:lnTo>
                <a:lnTo>
                  <a:pt x="29718" y="47244"/>
                </a:lnTo>
                <a:lnTo>
                  <a:pt x="24384" y="46482"/>
                </a:lnTo>
                <a:lnTo>
                  <a:pt x="24384" y="56197"/>
                </a:lnTo>
                <a:lnTo>
                  <a:pt x="28194" y="57150"/>
                </a:lnTo>
                <a:lnTo>
                  <a:pt x="35814" y="57150"/>
                </a:lnTo>
                <a:close/>
              </a:path>
              <a:path w="70485" h="57150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57150">
                <a:moveTo>
                  <a:pt x="30480" y="47244"/>
                </a:moveTo>
                <a:lnTo>
                  <a:pt x="29718" y="47148"/>
                </a:lnTo>
                <a:lnTo>
                  <a:pt x="30480" y="47244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7150"/>
                </a:moveTo>
                <a:lnTo>
                  <a:pt x="41148" y="47244"/>
                </a:lnTo>
                <a:lnTo>
                  <a:pt x="35433" y="47958"/>
                </a:lnTo>
                <a:lnTo>
                  <a:pt x="35814" y="48006"/>
                </a:lnTo>
                <a:lnTo>
                  <a:pt x="35814" y="57150"/>
                </a:lnTo>
                <a:lnTo>
                  <a:pt x="41148" y="57150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56279"/>
                </a:moveTo>
                <a:lnTo>
                  <a:pt x="45720" y="46482"/>
                </a:lnTo>
                <a:lnTo>
                  <a:pt x="40386" y="47244"/>
                </a:lnTo>
                <a:lnTo>
                  <a:pt x="41148" y="47244"/>
                </a:lnTo>
                <a:lnTo>
                  <a:pt x="41148" y="57150"/>
                </a:lnTo>
                <a:lnTo>
                  <a:pt x="42672" y="57150"/>
                </a:lnTo>
                <a:lnTo>
                  <a:pt x="45720" y="56279"/>
                </a:lnTo>
                <a:close/>
              </a:path>
              <a:path w="70485" h="57150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57150">
                <a:moveTo>
                  <a:pt x="50292" y="44196"/>
                </a:moveTo>
                <a:lnTo>
                  <a:pt x="44958" y="46482"/>
                </a:lnTo>
                <a:lnTo>
                  <a:pt x="45720" y="46482"/>
                </a:lnTo>
                <a:lnTo>
                  <a:pt x="45720" y="56279"/>
                </a:lnTo>
                <a:lnTo>
                  <a:pt x="48006" y="55626"/>
                </a:lnTo>
                <a:lnTo>
                  <a:pt x="48768" y="55626"/>
                </a:lnTo>
                <a:lnTo>
                  <a:pt x="48768" y="54864"/>
                </a:lnTo>
                <a:lnTo>
                  <a:pt x="49530" y="54646"/>
                </a:lnTo>
                <a:lnTo>
                  <a:pt x="49530" y="44958"/>
                </a:lnTo>
                <a:lnTo>
                  <a:pt x="50292" y="44196"/>
                </a:lnTo>
                <a:close/>
              </a:path>
              <a:path w="70485" h="57150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57150">
                <a:moveTo>
                  <a:pt x="54102" y="41910"/>
                </a:moveTo>
                <a:lnTo>
                  <a:pt x="49530" y="44958"/>
                </a:lnTo>
                <a:lnTo>
                  <a:pt x="49530" y="54646"/>
                </a:lnTo>
                <a:lnTo>
                  <a:pt x="53340" y="53557"/>
                </a:lnTo>
                <a:lnTo>
                  <a:pt x="53340" y="42672"/>
                </a:lnTo>
                <a:lnTo>
                  <a:pt x="54102" y="41910"/>
                </a:lnTo>
                <a:close/>
              </a:path>
              <a:path w="70485" h="57150">
                <a:moveTo>
                  <a:pt x="54102" y="16002"/>
                </a:moveTo>
                <a:lnTo>
                  <a:pt x="53340" y="15240"/>
                </a:lnTo>
                <a:lnTo>
                  <a:pt x="53340" y="15494"/>
                </a:lnTo>
                <a:lnTo>
                  <a:pt x="54102" y="16002"/>
                </a:lnTo>
                <a:close/>
              </a:path>
              <a:path w="70485" h="57150">
                <a:moveTo>
                  <a:pt x="57150" y="51054"/>
                </a:moveTo>
                <a:lnTo>
                  <a:pt x="57150" y="38862"/>
                </a:lnTo>
                <a:lnTo>
                  <a:pt x="53340" y="42672"/>
                </a:lnTo>
                <a:lnTo>
                  <a:pt x="53340" y="53557"/>
                </a:lnTo>
                <a:lnTo>
                  <a:pt x="54102" y="53340"/>
                </a:lnTo>
                <a:lnTo>
                  <a:pt x="54102" y="52578"/>
                </a:lnTo>
                <a:lnTo>
                  <a:pt x="54864" y="52578"/>
                </a:lnTo>
                <a:lnTo>
                  <a:pt x="57150" y="51054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50"/>
                </a:lnTo>
                <a:lnTo>
                  <a:pt x="56388" y="18288"/>
                </a:lnTo>
                <a:lnTo>
                  <a:pt x="57150" y="19240"/>
                </a:lnTo>
                <a:close/>
              </a:path>
              <a:path w="70485" h="57150">
                <a:moveTo>
                  <a:pt x="59436" y="49530"/>
                </a:moveTo>
                <a:lnTo>
                  <a:pt x="59436" y="35814"/>
                </a:lnTo>
                <a:lnTo>
                  <a:pt x="56388" y="39624"/>
                </a:lnTo>
                <a:lnTo>
                  <a:pt x="57150" y="38862"/>
                </a:lnTo>
                <a:lnTo>
                  <a:pt x="57150" y="51054"/>
                </a:lnTo>
                <a:lnTo>
                  <a:pt x="59436" y="49530"/>
                </a:lnTo>
                <a:close/>
              </a:path>
              <a:path w="70485" h="57150">
                <a:moveTo>
                  <a:pt x="59436" y="23622"/>
                </a:moveTo>
                <a:lnTo>
                  <a:pt x="59436" y="22098"/>
                </a:lnTo>
                <a:lnTo>
                  <a:pt x="58674" y="21336"/>
                </a:lnTo>
                <a:lnTo>
                  <a:pt x="59436" y="23622"/>
                </a:lnTo>
                <a:close/>
              </a:path>
              <a:path w="70485" h="57150">
                <a:moveTo>
                  <a:pt x="60960" y="48577"/>
                </a:moveTo>
                <a:lnTo>
                  <a:pt x="60960" y="28956"/>
                </a:lnTo>
                <a:lnTo>
                  <a:pt x="60198" y="31242"/>
                </a:lnTo>
                <a:lnTo>
                  <a:pt x="60198" y="32004"/>
                </a:lnTo>
                <a:lnTo>
                  <a:pt x="58674" y="36576"/>
                </a:lnTo>
                <a:lnTo>
                  <a:pt x="59436" y="35814"/>
                </a:lnTo>
                <a:lnTo>
                  <a:pt x="59436" y="49530"/>
                </a:lnTo>
                <a:lnTo>
                  <a:pt x="60198" y="49530"/>
                </a:lnTo>
                <a:lnTo>
                  <a:pt x="60960" y="48577"/>
                </a:lnTo>
                <a:close/>
              </a:path>
              <a:path w="70485" h="57150">
                <a:moveTo>
                  <a:pt x="67056" y="41148"/>
                </a:moveTo>
                <a:lnTo>
                  <a:pt x="67056" y="16764"/>
                </a:lnTo>
                <a:lnTo>
                  <a:pt x="64008" y="12954"/>
                </a:lnTo>
                <a:lnTo>
                  <a:pt x="64008" y="44958"/>
                </a:lnTo>
                <a:lnTo>
                  <a:pt x="67056" y="41148"/>
                </a:lnTo>
                <a:close/>
              </a:path>
              <a:path w="70485" h="57150">
                <a:moveTo>
                  <a:pt x="69342" y="35052"/>
                </a:moveTo>
                <a:lnTo>
                  <a:pt x="69342" y="22098"/>
                </a:lnTo>
                <a:lnTo>
                  <a:pt x="67818" y="17526"/>
                </a:lnTo>
                <a:lnTo>
                  <a:pt x="67056" y="17526"/>
                </a:lnTo>
                <a:lnTo>
                  <a:pt x="67056" y="40386"/>
                </a:lnTo>
                <a:lnTo>
                  <a:pt x="67818" y="39624"/>
                </a:lnTo>
                <a:lnTo>
                  <a:pt x="69342" y="35052"/>
                </a:lnTo>
                <a:close/>
              </a:path>
              <a:path w="70485" h="57150">
                <a:moveTo>
                  <a:pt x="70104" y="31242"/>
                </a:moveTo>
                <a:lnTo>
                  <a:pt x="70104" y="25146"/>
                </a:lnTo>
                <a:lnTo>
                  <a:pt x="69342" y="22860"/>
                </a:lnTo>
                <a:lnTo>
                  <a:pt x="69342" y="34290"/>
                </a:lnTo>
                <a:lnTo>
                  <a:pt x="70104" y="31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3" name="object 18">
            <a:extLst>
              <a:ext uri="{FF2B5EF4-FFF2-40B4-BE49-F238E27FC236}">
                <a16:creationId xmlns:a16="http://schemas.microsoft.com/office/drawing/2014/main" id="{BB944E37-1993-4228-8796-23BA94C7DBA3}"/>
              </a:ext>
            </a:extLst>
          </p:cNvPr>
          <p:cNvSpPr/>
          <p:nvPr/>
        </p:nvSpPr>
        <p:spPr>
          <a:xfrm>
            <a:off x="2990740" y="3313020"/>
            <a:ext cx="81936" cy="671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9">
            <a:extLst>
              <a:ext uri="{FF2B5EF4-FFF2-40B4-BE49-F238E27FC236}">
                <a16:creationId xmlns:a16="http://schemas.microsoft.com/office/drawing/2014/main" id="{266B00CB-947F-4BE0-AF34-0EDC24777985}"/>
              </a:ext>
            </a:extLst>
          </p:cNvPr>
          <p:cNvSpPr/>
          <p:nvPr/>
        </p:nvSpPr>
        <p:spPr>
          <a:xfrm>
            <a:off x="5177233" y="2037304"/>
            <a:ext cx="70971" cy="56776"/>
          </a:xfrm>
          <a:custGeom>
            <a:avLst/>
            <a:gdLst/>
            <a:ahLst/>
            <a:cxnLst/>
            <a:rect l="l" t="t" r="r" b="b"/>
            <a:pathLst>
              <a:path w="60325" h="48260">
                <a:moveTo>
                  <a:pt x="60198" y="23622"/>
                </a:moveTo>
                <a:lnTo>
                  <a:pt x="57912" y="14466"/>
                </a:lnTo>
                <a:lnTo>
                  <a:pt x="51625" y="6953"/>
                </a:lnTo>
                <a:lnTo>
                  <a:pt x="42195" y="1869"/>
                </a:lnTo>
                <a:lnTo>
                  <a:pt x="30480" y="0"/>
                </a:lnTo>
                <a:lnTo>
                  <a:pt x="18645" y="1869"/>
                </a:lnTo>
                <a:lnTo>
                  <a:pt x="8953" y="6953"/>
                </a:lnTo>
                <a:lnTo>
                  <a:pt x="2405" y="14466"/>
                </a:lnTo>
                <a:lnTo>
                  <a:pt x="0" y="23622"/>
                </a:lnTo>
                <a:lnTo>
                  <a:pt x="2405" y="33218"/>
                </a:lnTo>
                <a:lnTo>
                  <a:pt x="8953" y="40957"/>
                </a:lnTo>
                <a:lnTo>
                  <a:pt x="18645" y="46124"/>
                </a:lnTo>
                <a:lnTo>
                  <a:pt x="30480" y="48006"/>
                </a:lnTo>
                <a:lnTo>
                  <a:pt x="42195" y="46124"/>
                </a:lnTo>
                <a:lnTo>
                  <a:pt x="51625" y="40957"/>
                </a:lnTo>
                <a:lnTo>
                  <a:pt x="57912" y="33218"/>
                </a:lnTo>
                <a:lnTo>
                  <a:pt x="6019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20">
            <a:extLst>
              <a:ext uri="{FF2B5EF4-FFF2-40B4-BE49-F238E27FC236}">
                <a16:creationId xmlns:a16="http://schemas.microsoft.com/office/drawing/2014/main" id="{215287E4-B56B-48B4-AD7C-706571C1948A}"/>
              </a:ext>
            </a:extLst>
          </p:cNvPr>
          <p:cNvSpPr/>
          <p:nvPr/>
        </p:nvSpPr>
        <p:spPr>
          <a:xfrm>
            <a:off x="5171854" y="2031924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1523" y="19811"/>
                </a:lnTo>
                <a:lnTo>
                  <a:pt x="0" y="25907"/>
                </a:lnTo>
                <a:lnTo>
                  <a:pt x="0" y="32003"/>
                </a:lnTo>
                <a:lnTo>
                  <a:pt x="762" y="35051"/>
                </a:lnTo>
                <a:lnTo>
                  <a:pt x="1524" y="37337"/>
                </a:lnTo>
                <a:lnTo>
                  <a:pt x="3048" y="39623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191"/>
                </a:lnTo>
                <a:lnTo>
                  <a:pt x="63246" y="12191"/>
                </a:lnTo>
                <a:lnTo>
                  <a:pt x="59436" y="8381"/>
                </a:lnTo>
                <a:lnTo>
                  <a:pt x="59436" y="7619"/>
                </a:lnTo>
                <a:lnTo>
                  <a:pt x="58674" y="7619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1910" y="761"/>
                </a:lnTo>
                <a:lnTo>
                  <a:pt x="40386" y="666"/>
                </a:lnTo>
                <a:lnTo>
                  <a:pt x="35052" y="0"/>
                </a:lnTo>
                <a:lnTo>
                  <a:pt x="34290" y="0"/>
                </a:lnTo>
                <a:lnTo>
                  <a:pt x="28956" y="666"/>
                </a:lnTo>
                <a:lnTo>
                  <a:pt x="27432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5239" y="4571"/>
                </a:lnTo>
                <a:lnTo>
                  <a:pt x="10667" y="7619"/>
                </a:lnTo>
                <a:lnTo>
                  <a:pt x="10667" y="8381"/>
                </a:lnTo>
                <a:lnTo>
                  <a:pt x="6857" y="11429"/>
                </a:lnTo>
                <a:lnTo>
                  <a:pt x="6095" y="12191"/>
                </a:lnTo>
                <a:lnTo>
                  <a:pt x="3047" y="16763"/>
                </a:lnTo>
                <a:lnTo>
                  <a:pt x="3048" y="40385"/>
                </a:lnTo>
                <a:lnTo>
                  <a:pt x="6096" y="44195"/>
                </a:lnTo>
                <a:lnTo>
                  <a:pt x="6096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4383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764" y="15239"/>
                </a:lnTo>
                <a:lnTo>
                  <a:pt x="16764" y="15493"/>
                </a:lnTo>
                <a:lnTo>
                  <a:pt x="19812" y="13461"/>
                </a:lnTo>
                <a:lnTo>
                  <a:pt x="19812" y="12953"/>
                </a:lnTo>
                <a:lnTo>
                  <a:pt x="25146" y="10667"/>
                </a:lnTo>
                <a:lnTo>
                  <a:pt x="25146" y="11212"/>
                </a:lnTo>
                <a:lnTo>
                  <a:pt x="28956" y="10123"/>
                </a:lnTo>
                <a:lnTo>
                  <a:pt x="28956" y="9905"/>
                </a:lnTo>
                <a:lnTo>
                  <a:pt x="34290" y="9239"/>
                </a:lnTo>
                <a:lnTo>
                  <a:pt x="40386" y="9905"/>
                </a:lnTo>
                <a:lnTo>
                  <a:pt x="40386" y="10096"/>
                </a:lnTo>
                <a:lnTo>
                  <a:pt x="44958" y="11239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563"/>
                </a:lnTo>
                <a:lnTo>
                  <a:pt x="53340" y="16001"/>
                </a:lnTo>
                <a:lnTo>
                  <a:pt x="53340" y="15239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097"/>
                </a:lnTo>
                <a:lnTo>
                  <a:pt x="58674" y="21335"/>
                </a:lnTo>
                <a:lnTo>
                  <a:pt x="60198" y="25145"/>
                </a:lnTo>
                <a:lnTo>
                  <a:pt x="60198" y="48005"/>
                </a:lnTo>
                <a:lnTo>
                  <a:pt x="63246" y="44957"/>
                </a:lnTo>
                <a:lnTo>
                  <a:pt x="64008" y="44957"/>
                </a:lnTo>
                <a:lnTo>
                  <a:pt x="64008" y="44195"/>
                </a:lnTo>
                <a:lnTo>
                  <a:pt x="67056" y="40385"/>
                </a:lnTo>
                <a:close/>
              </a:path>
              <a:path w="70485" h="57150">
                <a:moveTo>
                  <a:pt x="13716" y="38861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0668" y="49529"/>
                </a:lnTo>
                <a:lnTo>
                  <a:pt x="11430" y="49529"/>
                </a:lnTo>
                <a:lnTo>
                  <a:pt x="12954" y="50749"/>
                </a:lnTo>
                <a:lnTo>
                  <a:pt x="12954" y="38099"/>
                </a:lnTo>
                <a:lnTo>
                  <a:pt x="13716" y="38861"/>
                </a:lnTo>
                <a:close/>
              </a:path>
              <a:path w="7048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70485" h="57150">
                <a:moveTo>
                  <a:pt x="16764" y="52904"/>
                </a:moveTo>
                <a:lnTo>
                  <a:pt x="16764" y="41909"/>
                </a:lnTo>
                <a:lnTo>
                  <a:pt x="12954" y="38099"/>
                </a:lnTo>
                <a:lnTo>
                  <a:pt x="12954" y="50749"/>
                </a:lnTo>
                <a:lnTo>
                  <a:pt x="15240" y="52577"/>
                </a:lnTo>
                <a:lnTo>
                  <a:pt x="16002" y="52577"/>
                </a:lnTo>
                <a:lnTo>
                  <a:pt x="16764" y="52904"/>
                </a:lnTo>
                <a:close/>
              </a:path>
              <a:path w="70485" h="57150">
                <a:moveTo>
                  <a:pt x="16764" y="15493"/>
                </a:moveTo>
                <a:lnTo>
                  <a:pt x="16764" y="15239"/>
                </a:lnTo>
                <a:lnTo>
                  <a:pt x="16002" y="16001"/>
                </a:lnTo>
                <a:lnTo>
                  <a:pt x="16764" y="15493"/>
                </a:lnTo>
                <a:close/>
              </a:path>
              <a:path w="70485" h="57150">
                <a:moveTo>
                  <a:pt x="20574" y="44195"/>
                </a:moveTo>
                <a:lnTo>
                  <a:pt x="16002" y="41147"/>
                </a:lnTo>
                <a:lnTo>
                  <a:pt x="16764" y="41909"/>
                </a:lnTo>
                <a:lnTo>
                  <a:pt x="16764" y="52904"/>
                </a:lnTo>
                <a:lnTo>
                  <a:pt x="19812" y="54210"/>
                </a:lnTo>
                <a:lnTo>
                  <a:pt x="19812" y="44195"/>
                </a:lnTo>
                <a:lnTo>
                  <a:pt x="20574" y="44195"/>
                </a:lnTo>
                <a:close/>
              </a:path>
              <a:path w="70485" h="57150">
                <a:moveTo>
                  <a:pt x="20574" y="12953"/>
                </a:moveTo>
                <a:lnTo>
                  <a:pt x="19812" y="12953"/>
                </a:lnTo>
                <a:lnTo>
                  <a:pt x="19812" y="13461"/>
                </a:lnTo>
                <a:lnTo>
                  <a:pt x="20574" y="12953"/>
                </a:lnTo>
                <a:close/>
              </a:path>
              <a:path w="70485" h="57150">
                <a:moveTo>
                  <a:pt x="25146" y="55734"/>
                </a:moveTo>
                <a:lnTo>
                  <a:pt x="25146" y="46481"/>
                </a:lnTo>
                <a:lnTo>
                  <a:pt x="19812" y="44195"/>
                </a:lnTo>
                <a:lnTo>
                  <a:pt x="19812" y="54210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734"/>
                </a:lnTo>
                <a:close/>
              </a:path>
              <a:path w="70485" h="57150">
                <a:moveTo>
                  <a:pt x="25146" y="11212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12"/>
                </a:lnTo>
                <a:close/>
              </a:path>
              <a:path w="70485" h="57150">
                <a:moveTo>
                  <a:pt x="29718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734"/>
                </a:lnTo>
                <a:lnTo>
                  <a:pt x="27432" y="56387"/>
                </a:lnTo>
                <a:lnTo>
                  <a:pt x="28956" y="56483"/>
                </a:lnTo>
                <a:lnTo>
                  <a:pt x="28956" y="47243"/>
                </a:lnTo>
                <a:lnTo>
                  <a:pt x="29718" y="47243"/>
                </a:lnTo>
                <a:close/>
              </a:path>
              <a:path w="70485" h="57150">
                <a:moveTo>
                  <a:pt x="29718" y="9905"/>
                </a:moveTo>
                <a:lnTo>
                  <a:pt x="28956" y="9905"/>
                </a:lnTo>
                <a:lnTo>
                  <a:pt x="28956" y="10123"/>
                </a:lnTo>
                <a:lnTo>
                  <a:pt x="29718" y="9905"/>
                </a:lnTo>
                <a:close/>
              </a:path>
              <a:path w="70485" h="57150">
                <a:moveTo>
                  <a:pt x="40386" y="56483"/>
                </a:moveTo>
                <a:lnTo>
                  <a:pt x="40386" y="47243"/>
                </a:lnTo>
                <a:lnTo>
                  <a:pt x="28956" y="47243"/>
                </a:lnTo>
                <a:lnTo>
                  <a:pt x="28956" y="56483"/>
                </a:lnTo>
                <a:lnTo>
                  <a:pt x="34290" y="57149"/>
                </a:lnTo>
                <a:lnTo>
                  <a:pt x="35052" y="57149"/>
                </a:lnTo>
                <a:lnTo>
                  <a:pt x="40386" y="56483"/>
                </a:lnTo>
                <a:close/>
              </a:path>
              <a:path w="70485" h="57150">
                <a:moveTo>
                  <a:pt x="34671" y="9191"/>
                </a:moveTo>
                <a:lnTo>
                  <a:pt x="34290" y="9143"/>
                </a:lnTo>
                <a:lnTo>
                  <a:pt x="34671" y="9191"/>
                </a:lnTo>
                <a:close/>
              </a:path>
              <a:path w="70485" h="57150">
                <a:moveTo>
                  <a:pt x="35052" y="9239"/>
                </a:moveTo>
                <a:lnTo>
                  <a:pt x="34671" y="9191"/>
                </a:lnTo>
                <a:lnTo>
                  <a:pt x="35052" y="9239"/>
                </a:lnTo>
                <a:close/>
              </a:path>
              <a:path w="70485" h="57150">
                <a:moveTo>
                  <a:pt x="40386" y="10096"/>
                </a:moveTo>
                <a:lnTo>
                  <a:pt x="40386" y="9905"/>
                </a:lnTo>
                <a:lnTo>
                  <a:pt x="39624" y="9905"/>
                </a:lnTo>
                <a:lnTo>
                  <a:pt x="40386" y="10096"/>
                </a:lnTo>
                <a:close/>
              </a:path>
              <a:path w="70485" h="57150">
                <a:moveTo>
                  <a:pt x="45720" y="45719"/>
                </a:moveTo>
                <a:lnTo>
                  <a:pt x="39624" y="47243"/>
                </a:lnTo>
                <a:lnTo>
                  <a:pt x="40386" y="47243"/>
                </a:lnTo>
                <a:lnTo>
                  <a:pt x="40386" y="56483"/>
                </a:lnTo>
                <a:lnTo>
                  <a:pt x="41910" y="56387"/>
                </a:lnTo>
                <a:lnTo>
                  <a:pt x="44958" y="55625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39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625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563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563"/>
                </a:lnTo>
                <a:close/>
              </a:path>
              <a:path w="70485" h="57150">
                <a:moveTo>
                  <a:pt x="53775" y="41365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3775" y="41365"/>
                </a:lnTo>
                <a:close/>
              </a:path>
              <a:path w="70485" h="57150">
                <a:moveTo>
                  <a:pt x="54102" y="41147"/>
                </a:moveTo>
                <a:lnTo>
                  <a:pt x="53775" y="41365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52577"/>
                </a:moveTo>
                <a:lnTo>
                  <a:pt x="54102" y="41147"/>
                </a:ln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close/>
              </a:path>
              <a:path w="70485" h="57150">
                <a:moveTo>
                  <a:pt x="60198" y="48005"/>
                </a:moveTo>
                <a:lnTo>
                  <a:pt x="60198" y="31241"/>
                </a:lnTo>
                <a:lnTo>
                  <a:pt x="58674" y="35813"/>
                </a:lnTo>
                <a:lnTo>
                  <a:pt x="58674" y="35051"/>
                </a:lnTo>
                <a:lnTo>
                  <a:pt x="56388" y="38861"/>
                </a:lnTo>
                <a:lnTo>
                  <a:pt x="56388" y="38099"/>
                </a:lnTo>
                <a:lnTo>
                  <a:pt x="53775" y="41365"/>
                </a:lnTo>
                <a:lnTo>
                  <a:pt x="54102" y="41147"/>
                </a:lnTo>
                <a:lnTo>
                  <a:pt x="54102" y="52577"/>
                </a:lnTo>
                <a:lnTo>
                  <a:pt x="58674" y="49529"/>
                </a:lnTo>
                <a:lnTo>
                  <a:pt x="59436" y="49529"/>
                </a:lnTo>
                <a:lnTo>
                  <a:pt x="59436" y="48767"/>
                </a:lnTo>
                <a:lnTo>
                  <a:pt x="60198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8580" y="22097"/>
                </a:lnTo>
                <a:lnTo>
                  <a:pt x="67056" y="17525"/>
                </a:lnTo>
                <a:lnTo>
                  <a:pt x="67056" y="39623"/>
                </a:lnTo>
                <a:lnTo>
                  <a:pt x="68580" y="35051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8193"/>
                </a:lnTo>
                <a:lnTo>
                  <a:pt x="69342" y="25145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8925A35A-14E3-45B8-AF6A-8F9903323B76}"/>
              </a:ext>
            </a:extLst>
          </p:cNvPr>
          <p:cNvSpPr/>
          <p:nvPr/>
        </p:nvSpPr>
        <p:spPr>
          <a:xfrm>
            <a:off x="5246261" y="2997423"/>
            <a:ext cx="82475" cy="672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22">
            <a:extLst>
              <a:ext uri="{FF2B5EF4-FFF2-40B4-BE49-F238E27FC236}">
                <a16:creationId xmlns:a16="http://schemas.microsoft.com/office/drawing/2014/main" id="{1176A48A-3FAB-43F8-9EFA-62A20CD81E9C}"/>
              </a:ext>
            </a:extLst>
          </p:cNvPr>
          <p:cNvSpPr/>
          <p:nvPr/>
        </p:nvSpPr>
        <p:spPr>
          <a:xfrm>
            <a:off x="4082643" y="1859801"/>
            <a:ext cx="71717" cy="60512"/>
          </a:xfrm>
          <a:custGeom>
            <a:avLst/>
            <a:gdLst/>
            <a:ahLst/>
            <a:cxnLst/>
            <a:rect l="l" t="t" r="r" b="b"/>
            <a:pathLst>
              <a:path w="60960" h="51435">
                <a:moveTo>
                  <a:pt x="60960" y="25908"/>
                </a:moveTo>
                <a:lnTo>
                  <a:pt x="58554" y="15751"/>
                </a:lnTo>
                <a:lnTo>
                  <a:pt x="52006" y="7524"/>
                </a:lnTo>
                <a:lnTo>
                  <a:pt x="42314" y="2012"/>
                </a:lnTo>
                <a:lnTo>
                  <a:pt x="30480" y="0"/>
                </a:lnTo>
                <a:lnTo>
                  <a:pt x="18645" y="2012"/>
                </a:lnTo>
                <a:lnTo>
                  <a:pt x="8953" y="7524"/>
                </a:lnTo>
                <a:lnTo>
                  <a:pt x="2405" y="15751"/>
                </a:lnTo>
                <a:lnTo>
                  <a:pt x="0" y="25908"/>
                </a:lnTo>
                <a:lnTo>
                  <a:pt x="2405" y="35623"/>
                </a:lnTo>
                <a:lnTo>
                  <a:pt x="8953" y="43624"/>
                </a:lnTo>
                <a:lnTo>
                  <a:pt x="18645" y="49053"/>
                </a:lnTo>
                <a:lnTo>
                  <a:pt x="30480" y="51054"/>
                </a:lnTo>
                <a:lnTo>
                  <a:pt x="42314" y="49053"/>
                </a:lnTo>
                <a:lnTo>
                  <a:pt x="52006" y="43624"/>
                </a:lnTo>
                <a:lnTo>
                  <a:pt x="58554" y="35623"/>
                </a:lnTo>
                <a:lnTo>
                  <a:pt x="6096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DFACE500-6831-4F95-BE79-151342C1EFDF}"/>
              </a:ext>
            </a:extLst>
          </p:cNvPr>
          <p:cNvSpPr/>
          <p:nvPr/>
        </p:nvSpPr>
        <p:spPr>
          <a:xfrm>
            <a:off x="4077265" y="1854423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09"/>
                </a:moveTo>
                <a:lnTo>
                  <a:pt x="3047" y="18287"/>
                </a:lnTo>
                <a:lnTo>
                  <a:pt x="1523" y="21335"/>
                </a:lnTo>
                <a:lnTo>
                  <a:pt x="0" y="27431"/>
                </a:lnTo>
                <a:lnTo>
                  <a:pt x="0" y="30479"/>
                </a:lnTo>
                <a:lnTo>
                  <a:pt x="762" y="33527"/>
                </a:lnTo>
                <a:lnTo>
                  <a:pt x="762" y="36575"/>
                </a:lnTo>
                <a:lnTo>
                  <a:pt x="2286" y="39623"/>
                </a:lnTo>
                <a:lnTo>
                  <a:pt x="3048" y="41909"/>
                </a:lnTo>
                <a:close/>
              </a:path>
              <a:path w="70485" h="60325">
                <a:moveTo>
                  <a:pt x="54102" y="16001"/>
                </a:move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6001" y="5333"/>
                </a:lnTo>
                <a:lnTo>
                  <a:pt x="15239" y="5333"/>
                </a:lnTo>
                <a:lnTo>
                  <a:pt x="11429" y="8381"/>
                </a:lnTo>
                <a:lnTo>
                  <a:pt x="10667" y="8381"/>
                </a:lnTo>
                <a:lnTo>
                  <a:pt x="10667" y="9143"/>
                </a:lnTo>
                <a:lnTo>
                  <a:pt x="6857" y="12953"/>
                </a:lnTo>
                <a:lnTo>
                  <a:pt x="6095" y="12953"/>
                </a:lnTo>
                <a:lnTo>
                  <a:pt x="6095" y="13715"/>
                </a:lnTo>
                <a:lnTo>
                  <a:pt x="3047" y="17525"/>
                </a:lnTo>
                <a:lnTo>
                  <a:pt x="3048" y="42671"/>
                </a:lnTo>
                <a:lnTo>
                  <a:pt x="6096" y="47243"/>
                </a:lnTo>
                <a:lnTo>
                  <a:pt x="9906" y="51053"/>
                </a:lnTo>
                <a:lnTo>
                  <a:pt x="9906" y="25907"/>
                </a:lnTo>
                <a:lnTo>
                  <a:pt x="10668" y="24383"/>
                </a:lnTo>
                <a:lnTo>
                  <a:pt x="11430" y="22097"/>
                </a:lnTo>
                <a:lnTo>
                  <a:pt x="11430" y="22859"/>
                </a:lnTo>
                <a:lnTo>
                  <a:pt x="13716" y="18287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1336" y="12953"/>
                </a:lnTo>
                <a:lnTo>
                  <a:pt x="21336" y="13334"/>
                </a:lnTo>
                <a:lnTo>
                  <a:pt x="24384" y="11810"/>
                </a:lnTo>
                <a:lnTo>
                  <a:pt x="24384" y="1142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5720" y="11429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3"/>
                </a:lnTo>
                <a:lnTo>
                  <a:pt x="53340" y="15493"/>
                </a:lnTo>
                <a:lnTo>
                  <a:pt x="53340" y="15239"/>
                </a:lnTo>
                <a:lnTo>
                  <a:pt x="54102" y="16001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7"/>
                </a:lnTo>
                <a:lnTo>
                  <a:pt x="13716" y="41147"/>
                </a:lnTo>
                <a:lnTo>
                  <a:pt x="13716" y="41909"/>
                </a:lnTo>
                <a:lnTo>
                  <a:pt x="11430" y="37337"/>
                </a:lnTo>
                <a:lnTo>
                  <a:pt x="11430" y="38099"/>
                </a:lnTo>
                <a:lnTo>
                  <a:pt x="9906" y="33527"/>
                </a:lnTo>
                <a:lnTo>
                  <a:pt x="9906" y="51053"/>
                </a:lnTo>
                <a:lnTo>
                  <a:pt x="10668" y="51815"/>
                </a:lnTo>
                <a:lnTo>
                  <a:pt x="11430" y="51815"/>
                </a:lnTo>
                <a:lnTo>
                  <a:pt x="15240" y="54863"/>
                </a:lnTo>
                <a:lnTo>
                  <a:pt x="16002" y="55625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60325">
                <a:moveTo>
                  <a:pt x="21336" y="47243"/>
                </a:moveTo>
                <a:lnTo>
                  <a:pt x="16763" y="44195"/>
                </a:lnTo>
                <a:lnTo>
                  <a:pt x="17526" y="44957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3"/>
                </a:lnTo>
                <a:lnTo>
                  <a:pt x="21336" y="47243"/>
                </a:lnTo>
                <a:close/>
              </a:path>
              <a:path w="70485" h="60325">
                <a:moveTo>
                  <a:pt x="21336" y="13334"/>
                </a:moveTo>
                <a:lnTo>
                  <a:pt x="21336" y="12953"/>
                </a:lnTo>
                <a:lnTo>
                  <a:pt x="20574" y="13715"/>
                </a:lnTo>
                <a:lnTo>
                  <a:pt x="21336" y="13334"/>
                </a:lnTo>
                <a:close/>
              </a:path>
              <a:path w="70485" h="60325">
                <a:moveTo>
                  <a:pt x="25146" y="58673"/>
                </a:moveTo>
                <a:lnTo>
                  <a:pt x="25146" y="49529"/>
                </a:lnTo>
                <a:lnTo>
                  <a:pt x="20574" y="47243"/>
                </a:lnTo>
                <a:lnTo>
                  <a:pt x="20574" y="57585"/>
                </a:lnTo>
                <a:lnTo>
                  <a:pt x="21336" y="57911"/>
                </a:lnTo>
                <a:lnTo>
                  <a:pt x="22098" y="57911"/>
                </a:lnTo>
                <a:lnTo>
                  <a:pt x="25146" y="58673"/>
                </a:lnTo>
                <a:close/>
              </a:path>
              <a:path w="70485" h="60325">
                <a:moveTo>
                  <a:pt x="25146" y="11429"/>
                </a:moveTo>
                <a:lnTo>
                  <a:pt x="24384" y="11429"/>
                </a:lnTo>
                <a:lnTo>
                  <a:pt x="24384" y="11810"/>
                </a:lnTo>
                <a:lnTo>
                  <a:pt x="25146" y="11429"/>
                </a:lnTo>
                <a:close/>
              </a:path>
              <a:path w="70485" h="60325">
                <a:moveTo>
                  <a:pt x="30480" y="50291"/>
                </a:moveTo>
                <a:lnTo>
                  <a:pt x="24384" y="48767"/>
                </a:lnTo>
                <a:lnTo>
                  <a:pt x="25146" y="49529"/>
                </a:lnTo>
                <a:lnTo>
                  <a:pt x="25146" y="58673"/>
                </a:lnTo>
                <a:lnTo>
                  <a:pt x="28194" y="59435"/>
                </a:lnTo>
                <a:lnTo>
                  <a:pt x="28956" y="60197"/>
                </a:lnTo>
                <a:lnTo>
                  <a:pt x="29718" y="60197"/>
                </a:lnTo>
                <a:lnTo>
                  <a:pt x="29718" y="50291"/>
                </a:lnTo>
                <a:lnTo>
                  <a:pt x="30480" y="50291"/>
                </a:lnTo>
                <a:close/>
              </a:path>
              <a:path w="70485" h="60325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60325">
                <a:moveTo>
                  <a:pt x="35814" y="60197"/>
                </a:moveTo>
                <a:lnTo>
                  <a:pt x="35814" y="51053"/>
                </a:lnTo>
                <a:lnTo>
                  <a:pt x="35052" y="51053"/>
                </a:lnTo>
                <a:lnTo>
                  <a:pt x="29718" y="50291"/>
                </a:lnTo>
                <a:lnTo>
                  <a:pt x="29718" y="60197"/>
                </a:lnTo>
                <a:lnTo>
                  <a:pt x="35814" y="60197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7"/>
                </a:moveTo>
                <a:lnTo>
                  <a:pt x="41148" y="50291"/>
                </a:lnTo>
                <a:lnTo>
                  <a:pt x="35433" y="51006"/>
                </a:lnTo>
                <a:lnTo>
                  <a:pt x="35814" y="51053"/>
                </a:lnTo>
                <a:lnTo>
                  <a:pt x="35814" y="60197"/>
                </a:lnTo>
                <a:lnTo>
                  <a:pt x="41148" y="60197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7"/>
                </a:moveTo>
                <a:lnTo>
                  <a:pt x="40386" y="50291"/>
                </a:lnTo>
                <a:lnTo>
                  <a:pt x="41148" y="50291"/>
                </a:lnTo>
                <a:lnTo>
                  <a:pt x="41148" y="60197"/>
                </a:lnTo>
                <a:lnTo>
                  <a:pt x="41910" y="60197"/>
                </a:lnTo>
                <a:lnTo>
                  <a:pt x="41910" y="59435"/>
                </a:lnTo>
                <a:lnTo>
                  <a:pt x="42672" y="59435"/>
                </a:lnTo>
                <a:lnTo>
                  <a:pt x="44958" y="58782"/>
                </a:lnTo>
                <a:lnTo>
                  <a:pt x="44958" y="49529"/>
                </a:lnTo>
                <a:lnTo>
                  <a:pt x="45720" y="48767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29"/>
                </a:lnTo>
                <a:lnTo>
                  <a:pt x="44958" y="11429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3"/>
                </a:lnTo>
                <a:lnTo>
                  <a:pt x="44958" y="49529"/>
                </a:lnTo>
                <a:lnTo>
                  <a:pt x="44958" y="58782"/>
                </a:lnTo>
                <a:lnTo>
                  <a:pt x="48006" y="57911"/>
                </a:lnTo>
                <a:lnTo>
                  <a:pt x="48768" y="57911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5"/>
                </a:moveTo>
                <a:lnTo>
                  <a:pt x="49530" y="12953"/>
                </a:lnTo>
                <a:lnTo>
                  <a:pt x="49530" y="13389"/>
                </a:lnTo>
                <a:lnTo>
                  <a:pt x="50292" y="13715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3"/>
                </a:lnTo>
                <a:lnTo>
                  <a:pt x="50292" y="47243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7"/>
                </a:lnTo>
                <a:lnTo>
                  <a:pt x="53775" y="44413"/>
                </a:lnTo>
                <a:close/>
              </a:path>
              <a:path w="70485" h="60325">
                <a:moveTo>
                  <a:pt x="54102" y="16001"/>
                </a:moveTo>
                <a:lnTo>
                  <a:pt x="53340" y="15239"/>
                </a:lnTo>
                <a:lnTo>
                  <a:pt x="53775" y="15784"/>
                </a:lnTo>
                <a:lnTo>
                  <a:pt x="54102" y="16001"/>
                </a:lnTo>
                <a:close/>
              </a:path>
              <a:path w="70485" h="60325">
                <a:moveTo>
                  <a:pt x="53775" y="15784"/>
                </a:moveTo>
                <a:lnTo>
                  <a:pt x="53340" y="15239"/>
                </a:lnTo>
                <a:lnTo>
                  <a:pt x="53340" y="15493"/>
                </a:lnTo>
                <a:lnTo>
                  <a:pt x="53775" y="15784"/>
                </a:lnTo>
                <a:close/>
              </a:path>
              <a:path w="70485" h="60325">
                <a:moveTo>
                  <a:pt x="54102" y="44195"/>
                </a:moveTo>
                <a:lnTo>
                  <a:pt x="53775" y="44413"/>
                </a:lnTo>
                <a:lnTo>
                  <a:pt x="53340" y="44957"/>
                </a:lnTo>
                <a:lnTo>
                  <a:pt x="54102" y="44195"/>
                </a:lnTo>
                <a:close/>
              </a:path>
              <a:path w="70485" h="60325">
                <a:moveTo>
                  <a:pt x="54102" y="55625"/>
                </a:moveTo>
                <a:lnTo>
                  <a:pt x="54102" y="44195"/>
                </a:lnTo>
                <a:lnTo>
                  <a:pt x="53340" y="44957"/>
                </a:lnTo>
                <a:lnTo>
                  <a:pt x="53340" y="55952"/>
                </a:lnTo>
                <a:lnTo>
                  <a:pt x="54102" y="55625"/>
                </a:lnTo>
                <a:close/>
              </a:path>
              <a:path w="70485" h="60325">
                <a:moveTo>
                  <a:pt x="67056" y="42671"/>
                </a:moveTo>
                <a:lnTo>
                  <a:pt x="67056" y="17525"/>
                </a:lnTo>
                <a:lnTo>
                  <a:pt x="64008" y="13715"/>
                </a:lnTo>
                <a:lnTo>
                  <a:pt x="64008" y="12953"/>
                </a:lnTo>
                <a:lnTo>
                  <a:pt x="63246" y="12953"/>
                </a:lnTo>
                <a:lnTo>
                  <a:pt x="60198" y="9143"/>
                </a:lnTo>
                <a:lnTo>
                  <a:pt x="59436" y="8381"/>
                </a:lnTo>
                <a:lnTo>
                  <a:pt x="54864" y="5333"/>
                </a:lnTo>
                <a:lnTo>
                  <a:pt x="54102" y="5333"/>
                </a:lnTo>
                <a:lnTo>
                  <a:pt x="54102" y="16001"/>
                </a:lnTo>
                <a:lnTo>
                  <a:pt x="53775" y="15784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859"/>
                </a:lnTo>
                <a:lnTo>
                  <a:pt x="58674" y="22097"/>
                </a:lnTo>
                <a:lnTo>
                  <a:pt x="60198" y="26669"/>
                </a:lnTo>
                <a:lnTo>
                  <a:pt x="60198" y="51815"/>
                </a:lnTo>
                <a:lnTo>
                  <a:pt x="63246" y="48005"/>
                </a:lnTo>
                <a:lnTo>
                  <a:pt x="64008" y="47243"/>
                </a:lnTo>
                <a:lnTo>
                  <a:pt x="67056" y="42671"/>
                </a:lnTo>
                <a:close/>
              </a:path>
              <a:path w="70485" h="60325">
                <a:moveTo>
                  <a:pt x="60198" y="51815"/>
                </a:moveTo>
                <a:lnTo>
                  <a:pt x="60198" y="33527"/>
                </a:lnTo>
                <a:lnTo>
                  <a:pt x="58674" y="38099"/>
                </a:lnTo>
                <a:lnTo>
                  <a:pt x="58674" y="37337"/>
                </a:lnTo>
                <a:lnTo>
                  <a:pt x="56388" y="41909"/>
                </a:lnTo>
                <a:lnTo>
                  <a:pt x="56388" y="41147"/>
                </a:lnTo>
                <a:lnTo>
                  <a:pt x="53775" y="44413"/>
                </a:lnTo>
                <a:lnTo>
                  <a:pt x="54102" y="44195"/>
                </a:lnTo>
                <a:lnTo>
                  <a:pt x="54102" y="55625"/>
                </a:lnTo>
                <a:lnTo>
                  <a:pt x="54864" y="54863"/>
                </a:lnTo>
                <a:lnTo>
                  <a:pt x="59436" y="51815"/>
                </a:lnTo>
                <a:lnTo>
                  <a:pt x="60198" y="51815"/>
                </a:lnTo>
                <a:close/>
              </a:path>
              <a:path w="70485" h="60325">
                <a:moveTo>
                  <a:pt x="69342" y="37337"/>
                </a:moveTo>
                <a:lnTo>
                  <a:pt x="69342" y="23621"/>
                </a:lnTo>
                <a:lnTo>
                  <a:pt x="67056" y="19049"/>
                </a:lnTo>
                <a:lnTo>
                  <a:pt x="67056" y="41909"/>
                </a:lnTo>
                <a:lnTo>
                  <a:pt x="69342" y="37337"/>
                </a:lnTo>
                <a:close/>
              </a:path>
              <a:path w="70485" h="60325">
                <a:moveTo>
                  <a:pt x="70104" y="32765"/>
                </a:moveTo>
                <a:lnTo>
                  <a:pt x="70104" y="26669"/>
                </a:lnTo>
                <a:lnTo>
                  <a:pt x="69342" y="24383"/>
                </a:lnTo>
                <a:lnTo>
                  <a:pt x="69342" y="36575"/>
                </a:lnTo>
                <a:lnTo>
                  <a:pt x="70104" y="32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24">
            <a:extLst>
              <a:ext uri="{FF2B5EF4-FFF2-40B4-BE49-F238E27FC236}">
                <a16:creationId xmlns:a16="http://schemas.microsoft.com/office/drawing/2014/main" id="{2C8149D1-004E-4A63-A70F-1E235D6C0672}"/>
              </a:ext>
            </a:extLst>
          </p:cNvPr>
          <p:cNvSpPr/>
          <p:nvPr/>
        </p:nvSpPr>
        <p:spPr>
          <a:xfrm>
            <a:off x="4642938" y="3118447"/>
            <a:ext cx="64247" cy="56776"/>
          </a:xfrm>
          <a:custGeom>
            <a:avLst/>
            <a:gdLst/>
            <a:ahLst/>
            <a:cxnLst/>
            <a:rect l="l" t="t" r="r" b="b"/>
            <a:pathLst>
              <a:path w="54610" h="48260">
                <a:moveTo>
                  <a:pt x="54102" y="24384"/>
                </a:moveTo>
                <a:lnTo>
                  <a:pt x="51970" y="14787"/>
                </a:lnTo>
                <a:lnTo>
                  <a:pt x="46196" y="7048"/>
                </a:lnTo>
                <a:lnTo>
                  <a:pt x="37707" y="1881"/>
                </a:lnTo>
                <a:lnTo>
                  <a:pt x="27432" y="0"/>
                </a:lnTo>
                <a:lnTo>
                  <a:pt x="16716" y="1881"/>
                </a:lnTo>
                <a:lnTo>
                  <a:pt x="8000" y="7048"/>
                </a:lnTo>
                <a:lnTo>
                  <a:pt x="2143" y="14787"/>
                </a:lnTo>
                <a:lnTo>
                  <a:pt x="0" y="24384"/>
                </a:lnTo>
                <a:lnTo>
                  <a:pt x="2143" y="33539"/>
                </a:lnTo>
                <a:lnTo>
                  <a:pt x="8001" y="41052"/>
                </a:lnTo>
                <a:lnTo>
                  <a:pt x="16716" y="46136"/>
                </a:lnTo>
                <a:lnTo>
                  <a:pt x="27432" y="48006"/>
                </a:lnTo>
                <a:lnTo>
                  <a:pt x="37707" y="46136"/>
                </a:lnTo>
                <a:lnTo>
                  <a:pt x="46196" y="41052"/>
                </a:lnTo>
                <a:lnTo>
                  <a:pt x="51970" y="33539"/>
                </a:lnTo>
                <a:lnTo>
                  <a:pt x="54102" y="2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25">
            <a:extLst>
              <a:ext uri="{FF2B5EF4-FFF2-40B4-BE49-F238E27FC236}">
                <a16:creationId xmlns:a16="http://schemas.microsoft.com/office/drawing/2014/main" id="{60773E86-5949-4EAB-917E-85876DA01991}"/>
              </a:ext>
            </a:extLst>
          </p:cNvPr>
          <p:cNvSpPr/>
          <p:nvPr/>
        </p:nvSpPr>
        <p:spPr>
          <a:xfrm>
            <a:off x="4637559" y="3113068"/>
            <a:ext cx="75453" cy="67235"/>
          </a:xfrm>
          <a:custGeom>
            <a:avLst/>
            <a:gdLst/>
            <a:ahLst/>
            <a:cxnLst/>
            <a:rect l="l" t="t" r="r" b="b"/>
            <a:pathLst>
              <a:path w="64135" h="57150">
                <a:moveTo>
                  <a:pt x="762" y="34289"/>
                </a:moveTo>
                <a:lnTo>
                  <a:pt x="761" y="23621"/>
                </a:lnTo>
                <a:lnTo>
                  <a:pt x="0" y="28193"/>
                </a:lnTo>
                <a:lnTo>
                  <a:pt x="0" y="28955"/>
                </a:lnTo>
                <a:lnTo>
                  <a:pt x="762" y="34289"/>
                </a:lnTo>
                <a:close/>
              </a:path>
              <a:path w="64135" h="57150">
                <a:moveTo>
                  <a:pt x="3048" y="39623"/>
                </a:moveTo>
                <a:lnTo>
                  <a:pt x="3047" y="17525"/>
                </a:lnTo>
                <a:lnTo>
                  <a:pt x="2285" y="17525"/>
                </a:lnTo>
                <a:lnTo>
                  <a:pt x="761" y="22097"/>
                </a:lnTo>
                <a:lnTo>
                  <a:pt x="762" y="35051"/>
                </a:lnTo>
                <a:lnTo>
                  <a:pt x="2286" y="39623"/>
                </a:lnTo>
                <a:lnTo>
                  <a:pt x="3048" y="39623"/>
                </a:lnTo>
                <a:close/>
              </a:path>
              <a:path w="64135" h="57150">
                <a:moveTo>
                  <a:pt x="60960" y="40385"/>
                </a:moveTo>
                <a:lnTo>
                  <a:pt x="60960" y="16763"/>
                </a:lnTo>
                <a:lnTo>
                  <a:pt x="58674" y="12953"/>
                </a:lnTo>
                <a:lnTo>
                  <a:pt x="57912" y="12953"/>
                </a:lnTo>
                <a:lnTo>
                  <a:pt x="57912" y="12191"/>
                </a:lnTo>
                <a:lnTo>
                  <a:pt x="54864" y="8381"/>
                </a:lnTo>
                <a:lnTo>
                  <a:pt x="54038" y="8339"/>
                </a:lnTo>
                <a:lnTo>
                  <a:pt x="49530" y="5333"/>
                </a:lnTo>
                <a:lnTo>
                  <a:pt x="49530" y="4571"/>
                </a:lnTo>
                <a:lnTo>
                  <a:pt x="48768" y="4571"/>
                </a:lnTo>
                <a:lnTo>
                  <a:pt x="44196" y="2285"/>
                </a:lnTo>
                <a:lnTo>
                  <a:pt x="43434" y="2285"/>
                </a:lnTo>
                <a:lnTo>
                  <a:pt x="38862" y="761"/>
                </a:lnTo>
                <a:lnTo>
                  <a:pt x="38100" y="761"/>
                </a:lnTo>
                <a:lnTo>
                  <a:pt x="32004" y="0"/>
                </a:lnTo>
                <a:lnTo>
                  <a:pt x="31242" y="0"/>
                </a:lnTo>
                <a:lnTo>
                  <a:pt x="26670" y="653"/>
                </a:lnTo>
                <a:lnTo>
                  <a:pt x="25145" y="761"/>
                </a:lnTo>
                <a:lnTo>
                  <a:pt x="19811" y="2285"/>
                </a:lnTo>
                <a:lnTo>
                  <a:pt x="19049" y="2285"/>
                </a:lnTo>
                <a:lnTo>
                  <a:pt x="14477" y="4571"/>
                </a:lnTo>
                <a:lnTo>
                  <a:pt x="14477" y="5333"/>
                </a:lnTo>
                <a:lnTo>
                  <a:pt x="13715" y="5333"/>
                </a:lnTo>
                <a:lnTo>
                  <a:pt x="9905" y="8381"/>
                </a:lnTo>
                <a:lnTo>
                  <a:pt x="9143" y="8381"/>
                </a:lnTo>
                <a:lnTo>
                  <a:pt x="6095" y="12191"/>
                </a:lnTo>
                <a:lnTo>
                  <a:pt x="5333" y="12953"/>
                </a:lnTo>
                <a:lnTo>
                  <a:pt x="3047" y="16763"/>
                </a:lnTo>
                <a:lnTo>
                  <a:pt x="3048" y="40385"/>
                </a:lnTo>
                <a:lnTo>
                  <a:pt x="5334" y="44195"/>
                </a:lnTo>
                <a:lnTo>
                  <a:pt x="5334" y="44957"/>
                </a:lnTo>
                <a:lnTo>
                  <a:pt x="6096" y="44957"/>
                </a:lnTo>
                <a:lnTo>
                  <a:pt x="9144" y="48767"/>
                </a:lnTo>
                <a:lnTo>
                  <a:pt x="9906" y="48767"/>
                </a:lnTo>
                <a:lnTo>
                  <a:pt x="9906" y="25145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002" y="15239"/>
                </a:lnTo>
                <a:lnTo>
                  <a:pt x="16002" y="16001"/>
                </a:lnTo>
                <a:lnTo>
                  <a:pt x="19050" y="13563"/>
                </a:lnTo>
                <a:lnTo>
                  <a:pt x="19050" y="12953"/>
                </a:lnTo>
                <a:lnTo>
                  <a:pt x="22860" y="11683"/>
                </a:lnTo>
                <a:lnTo>
                  <a:pt x="22860" y="11429"/>
                </a:lnTo>
                <a:lnTo>
                  <a:pt x="26670" y="10159"/>
                </a:lnTo>
                <a:lnTo>
                  <a:pt x="26670" y="9905"/>
                </a:lnTo>
                <a:lnTo>
                  <a:pt x="36576" y="9905"/>
                </a:lnTo>
                <a:lnTo>
                  <a:pt x="36576" y="10123"/>
                </a:lnTo>
                <a:lnTo>
                  <a:pt x="41148" y="11429"/>
                </a:lnTo>
                <a:lnTo>
                  <a:pt x="41148" y="11683"/>
                </a:lnTo>
                <a:lnTo>
                  <a:pt x="44958" y="12953"/>
                </a:lnTo>
                <a:lnTo>
                  <a:pt x="44958" y="13563"/>
                </a:lnTo>
                <a:lnTo>
                  <a:pt x="47244" y="15392"/>
                </a:lnTo>
                <a:lnTo>
                  <a:pt x="47244" y="15239"/>
                </a:lnTo>
                <a:lnTo>
                  <a:pt x="51053" y="19049"/>
                </a:lnTo>
                <a:lnTo>
                  <a:pt x="51053" y="19557"/>
                </a:lnTo>
                <a:lnTo>
                  <a:pt x="52577" y="22097"/>
                </a:lnTo>
                <a:lnTo>
                  <a:pt x="52577" y="21335"/>
                </a:lnTo>
                <a:lnTo>
                  <a:pt x="54102" y="25145"/>
                </a:lnTo>
                <a:lnTo>
                  <a:pt x="54102" y="48767"/>
                </a:lnTo>
                <a:lnTo>
                  <a:pt x="54864" y="48767"/>
                </a:lnTo>
                <a:lnTo>
                  <a:pt x="57912" y="44957"/>
                </a:lnTo>
                <a:lnTo>
                  <a:pt x="58674" y="44195"/>
                </a:lnTo>
                <a:lnTo>
                  <a:pt x="60960" y="40385"/>
                </a:lnTo>
                <a:close/>
              </a:path>
              <a:path w="64135" h="57150">
                <a:moveTo>
                  <a:pt x="13716" y="39623"/>
                </a:moveTo>
                <a:lnTo>
                  <a:pt x="11430" y="35813"/>
                </a:lnTo>
                <a:lnTo>
                  <a:pt x="11430" y="36575"/>
                </a:lnTo>
                <a:lnTo>
                  <a:pt x="9906" y="32003"/>
                </a:lnTo>
                <a:lnTo>
                  <a:pt x="9906" y="49529"/>
                </a:lnTo>
                <a:lnTo>
                  <a:pt x="12954" y="51968"/>
                </a:lnTo>
                <a:lnTo>
                  <a:pt x="12954" y="38861"/>
                </a:lnTo>
                <a:lnTo>
                  <a:pt x="13716" y="39623"/>
                </a:lnTo>
                <a:close/>
              </a:path>
              <a:path w="6413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64135" h="57150">
                <a:moveTo>
                  <a:pt x="19812" y="54863"/>
                </a:moveTo>
                <a:lnTo>
                  <a:pt x="19812" y="44957"/>
                </a:lnTo>
                <a:lnTo>
                  <a:pt x="16002" y="41909"/>
                </a:lnTo>
                <a:lnTo>
                  <a:pt x="16002" y="42671"/>
                </a:lnTo>
                <a:lnTo>
                  <a:pt x="12954" y="38861"/>
                </a:lnTo>
                <a:lnTo>
                  <a:pt x="12954" y="51968"/>
                </a:lnTo>
                <a:lnTo>
                  <a:pt x="13716" y="52577"/>
                </a:lnTo>
                <a:lnTo>
                  <a:pt x="14478" y="52577"/>
                </a:lnTo>
                <a:lnTo>
                  <a:pt x="19050" y="54863"/>
                </a:lnTo>
                <a:lnTo>
                  <a:pt x="19812" y="54863"/>
                </a:lnTo>
                <a:close/>
              </a:path>
              <a:path w="64135" h="57150">
                <a:moveTo>
                  <a:pt x="19812" y="12953"/>
                </a:moveTo>
                <a:lnTo>
                  <a:pt x="19050" y="12953"/>
                </a:lnTo>
                <a:lnTo>
                  <a:pt x="19050" y="13563"/>
                </a:lnTo>
                <a:lnTo>
                  <a:pt x="19812" y="12953"/>
                </a:lnTo>
                <a:close/>
              </a:path>
              <a:path w="64135" h="57150">
                <a:moveTo>
                  <a:pt x="23622" y="56170"/>
                </a:moveTo>
                <a:lnTo>
                  <a:pt x="23622" y="46481"/>
                </a:lnTo>
                <a:lnTo>
                  <a:pt x="19050" y="44195"/>
                </a:lnTo>
                <a:lnTo>
                  <a:pt x="19812" y="44957"/>
                </a:lnTo>
                <a:lnTo>
                  <a:pt x="19812" y="55625"/>
                </a:lnTo>
                <a:lnTo>
                  <a:pt x="23622" y="56170"/>
                </a:lnTo>
                <a:close/>
              </a:path>
              <a:path w="64135" h="57150">
                <a:moveTo>
                  <a:pt x="23622" y="11429"/>
                </a:moveTo>
                <a:lnTo>
                  <a:pt x="22860" y="11429"/>
                </a:lnTo>
                <a:lnTo>
                  <a:pt x="22860" y="11683"/>
                </a:lnTo>
                <a:lnTo>
                  <a:pt x="23622" y="11429"/>
                </a:lnTo>
                <a:close/>
              </a:path>
              <a:path w="64135" h="57150">
                <a:moveTo>
                  <a:pt x="27432" y="47243"/>
                </a:moveTo>
                <a:lnTo>
                  <a:pt x="22860" y="45719"/>
                </a:lnTo>
                <a:lnTo>
                  <a:pt x="23622" y="46481"/>
                </a:lnTo>
                <a:lnTo>
                  <a:pt x="23622" y="56170"/>
                </a:lnTo>
                <a:lnTo>
                  <a:pt x="25146" y="56387"/>
                </a:lnTo>
                <a:lnTo>
                  <a:pt x="25908" y="56387"/>
                </a:lnTo>
                <a:lnTo>
                  <a:pt x="25908" y="57149"/>
                </a:lnTo>
                <a:lnTo>
                  <a:pt x="26670" y="57149"/>
                </a:lnTo>
                <a:lnTo>
                  <a:pt x="26670" y="47243"/>
                </a:lnTo>
                <a:lnTo>
                  <a:pt x="27432" y="47243"/>
                </a:lnTo>
                <a:close/>
              </a:path>
              <a:path w="64135" h="57150">
                <a:moveTo>
                  <a:pt x="27432" y="9905"/>
                </a:moveTo>
                <a:lnTo>
                  <a:pt x="26670" y="9905"/>
                </a:lnTo>
                <a:lnTo>
                  <a:pt x="26670" y="10159"/>
                </a:lnTo>
                <a:lnTo>
                  <a:pt x="27432" y="9905"/>
                </a:lnTo>
                <a:close/>
              </a:path>
              <a:path w="64135" h="57150">
                <a:moveTo>
                  <a:pt x="32004" y="57149"/>
                </a:moveTo>
                <a:lnTo>
                  <a:pt x="32004" y="48005"/>
                </a:lnTo>
                <a:lnTo>
                  <a:pt x="31242" y="48005"/>
                </a:lnTo>
                <a:lnTo>
                  <a:pt x="26670" y="47243"/>
                </a:lnTo>
                <a:lnTo>
                  <a:pt x="26670" y="57149"/>
                </a:lnTo>
                <a:lnTo>
                  <a:pt x="32004" y="57149"/>
                </a:lnTo>
                <a:close/>
              </a:path>
              <a:path w="64135" h="57150">
                <a:moveTo>
                  <a:pt x="31622" y="47951"/>
                </a:moveTo>
                <a:lnTo>
                  <a:pt x="31242" y="47897"/>
                </a:lnTo>
                <a:lnTo>
                  <a:pt x="31622" y="47951"/>
                </a:lnTo>
                <a:close/>
              </a:path>
              <a:path w="64135" h="57150">
                <a:moveTo>
                  <a:pt x="36576" y="57149"/>
                </a:moveTo>
                <a:lnTo>
                  <a:pt x="36576" y="47243"/>
                </a:lnTo>
                <a:lnTo>
                  <a:pt x="31622" y="47951"/>
                </a:lnTo>
                <a:lnTo>
                  <a:pt x="32004" y="48005"/>
                </a:lnTo>
                <a:lnTo>
                  <a:pt x="32004" y="57149"/>
                </a:lnTo>
                <a:lnTo>
                  <a:pt x="36576" y="57149"/>
                </a:lnTo>
                <a:close/>
              </a:path>
              <a:path w="64135" h="57150">
                <a:moveTo>
                  <a:pt x="36576" y="10123"/>
                </a:moveTo>
                <a:lnTo>
                  <a:pt x="36576" y="9905"/>
                </a:lnTo>
                <a:lnTo>
                  <a:pt x="35814" y="9905"/>
                </a:lnTo>
                <a:lnTo>
                  <a:pt x="36576" y="10123"/>
                </a:lnTo>
                <a:close/>
              </a:path>
              <a:path w="64135" h="57150">
                <a:moveTo>
                  <a:pt x="41148" y="45719"/>
                </a:moveTo>
                <a:lnTo>
                  <a:pt x="35814" y="47243"/>
                </a:lnTo>
                <a:lnTo>
                  <a:pt x="36576" y="47243"/>
                </a:lnTo>
                <a:lnTo>
                  <a:pt x="36576" y="57149"/>
                </a:lnTo>
                <a:lnTo>
                  <a:pt x="38100" y="57149"/>
                </a:lnTo>
                <a:lnTo>
                  <a:pt x="38100" y="56387"/>
                </a:lnTo>
                <a:lnTo>
                  <a:pt x="38862" y="56387"/>
                </a:lnTo>
                <a:lnTo>
                  <a:pt x="40386" y="56133"/>
                </a:lnTo>
                <a:lnTo>
                  <a:pt x="40386" y="46481"/>
                </a:lnTo>
                <a:lnTo>
                  <a:pt x="41148" y="45719"/>
                </a:lnTo>
                <a:close/>
              </a:path>
              <a:path w="64135" h="57150">
                <a:moveTo>
                  <a:pt x="41148" y="11683"/>
                </a:moveTo>
                <a:lnTo>
                  <a:pt x="41148" y="11429"/>
                </a:lnTo>
                <a:lnTo>
                  <a:pt x="40386" y="11429"/>
                </a:lnTo>
                <a:lnTo>
                  <a:pt x="41148" y="11683"/>
                </a:lnTo>
                <a:close/>
              </a:path>
              <a:path w="64135" h="57150">
                <a:moveTo>
                  <a:pt x="44958" y="44195"/>
                </a:moveTo>
                <a:lnTo>
                  <a:pt x="40386" y="46481"/>
                </a:lnTo>
                <a:lnTo>
                  <a:pt x="40386" y="56133"/>
                </a:lnTo>
                <a:lnTo>
                  <a:pt x="43434" y="55625"/>
                </a:lnTo>
                <a:lnTo>
                  <a:pt x="44196" y="54863"/>
                </a:lnTo>
                <a:lnTo>
                  <a:pt x="44196" y="44957"/>
                </a:lnTo>
                <a:lnTo>
                  <a:pt x="44958" y="44195"/>
                </a:lnTo>
                <a:close/>
              </a:path>
              <a:path w="64135" h="57150">
                <a:moveTo>
                  <a:pt x="44958" y="13563"/>
                </a:moveTo>
                <a:lnTo>
                  <a:pt x="44958" y="12953"/>
                </a:lnTo>
                <a:lnTo>
                  <a:pt x="44196" y="12953"/>
                </a:lnTo>
                <a:lnTo>
                  <a:pt x="44958" y="13563"/>
                </a:lnTo>
                <a:close/>
              </a:path>
              <a:path w="64135" h="57150">
                <a:moveTo>
                  <a:pt x="48005" y="41909"/>
                </a:moveTo>
                <a:lnTo>
                  <a:pt x="44196" y="44957"/>
                </a:lnTo>
                <a:lnTo>
                  <a:pt x="44196" y="54863"/>
                </a:lnTo>
                <a:lnTo>
                  <a:pt x="47244" y="53339"/>
                </a:lnTo>
                <a:lnTo>
                  <a:pt x="47244" y="42671"/>
                </a:lnTo>
                <a:lnTo>
                  <a:pt x="48005" y="41909"/>
                </a:lnTo>
                <a:close/>
              </a:path>
              <a:path w="64135" h="57150">
                <a:moveTo>
                  <a:pt x="48005" y="16001"/>
                </a:moveTo>
                <a:lnTo>
                  <a:pt x="47244" y="15239"/>
                </a:lnTo>
                <a:lnTo>
                  <a:pt x="47244" y="15392"/>
                </a:lnTo>
                <a:lnTo>
                  <a:pt x="48005" y="16001"/>
                </a:lnTo>
                <a:close/>
              </a:path>
              <a:path w="64135" h="57150">
                <a:moveTo>
                  <a:pt x="51053" y="51561"/>
                </a:moveTo>
                <a:lnTo>
                  <a:pt x="51053" y="38861"/>
                </a:lnTo>
                <a:lnTo>
                  <a:pt x="47244" y="42671"/>
                </a:lnTo>
                <a:lnTo>
                  <a:pt x="47244" y="53339"/>
                </a:lnTo>
                <a:lnTo>
                  <a:pt x="48768" y="52577"/>
                </a:lnTo>
                <a:lnTo>
                  <a:pt x="49530" y="52577"/>
                </a:lnTo>
                <a:lnTo>
                  <a:pt x="51053" y="51561"/>
                </a:lnTo>
                <a:close/>
              </a:path>
              <a:path w="64135" h="57150">
                <a:moveTo>
                  <a:pt x="51053" y="19557"/>
                </a:moveTo>
                <a:lnTo>
                  <a:pt x="51053" y="19049"/>
                </a:lnTo>
                <a:lnTo>
                  <a:pt x="50292" y="18287"/>
                </a:lnTo>
                <a:lnTo>
                  <a:pt x="51053" y="19557"/>
                </a:lnTo>
                <a:close/>
              </a:path>
              <a:path w="64135" h="57150">
                <a:moveTo>
                  <a:pt x="54102" y="49529"/>
                </a:moveTo>
                <a:lnTo>
                  <a:pt x="54102" y="32003"/>
                </a:lnTo>
                <a:lnTo>
                  <a:pt x="52577" y="36575"/>
                </a:lnTo>
                <a:lnTo>
                  <a:pt x="52577" y="35813"/>
                </a:lnTo>
                <a:lnTo>
                  <a:pt x="50292" y="39623"/>
                </a:lnTo>
                <a:lnTo>
                  <a:pt x="51053" y="38861"/>
                </a:lnTo>
                <a:lnTo>
                  <a:pt x="51053" y="51561"/>
                </a:lnTo>
                <a:lnTo>
                  <a:pt x="54102" y="49529"/>
                </a:lnTo>
                <a:close/>
              </a:path>
              <a:path w="64135" h="57150">
                <a:moveTo>
                  <a:pt x="54102" y="28193"/>
                </a:moveTo>
                <a:lnTo>
                  <a:pt x="54102" y="25145"/>
                </a:lnTo>
                <a:lnTo>
                  <a:pt x="53340" y="24383"/>
                </a:lnTo>
                <a:lnTo>
                  <a:pt x="54038" y="28574"/>
                </a:lnTo>
                <a:lnTo>
                  <a:pt x="54102" y="28193"/>
                </a:lnTo>
                <a:close/>
              </a:path>
              <a:path w="64135" h="57150">
                <a:moveTo>
                  <a:pt x="54102" y="32003"/>
                </a:moveTo>
                <a:lnTo>
                  <a:pt x="54102" y="28955"/>
                </a:lnTo>
                <a:lnTo>
                  <a:pt x="54038" y="28574"/>
                </a:lnTo>
                <a:lnTo>
                  <a:pt x="53340" y="32765"/>
                </a:lnTo>
                <a:lnTo>
                  <a:pt x="54102" y="32003"/>
                </a:lnTo>
                <a:close/>
              </a:path>
              <a:path w="64135" h="57150">
                <a:moveTo>
                  <a:pt x="54102" y="28955"/>
                </a:moveTo>
                <a:lnTo>
                  <a:pt x="54102" y="28193"/>
                </a:lnTo>
                <a:lnTo>
                  <a:pt x="54038" y="28574"/>
                </a:lnTo>
                <a:lnTo>
                  <a:pt x="54102" y="28955"/>
                </a:lnTo>
                <a:close/>
              </a:path>
              <a:path w="64135" h="57150">
                <a:moveTo>
                  <a:pt x="63246" y="35051"/>
                </a:moveTo>
                <a:lnTo>
                  <a:pt x="63246" y="22859"/>
                </a:lnTo>
                <a:lnTo>
                  <a:pt x="62484" y="22097"/>
                </a:lnTo>
                <a:lnTo>
                  <a:pt x="60960" y="17525"/>
                </a:lnTo>
                <a:lnTo>
                  <a:pt x="60960" y="39623"/>
                </a:lnTo>
                <a:lnTo>
                  <a:pt x="62484" y="35051"/>
                </a:lnTo>
                <a:lnTo>
                  <a:pt x="63246" y="35051"/>
                </a:lnTo>
                <a:close/>
              </a:path>
              <a:path w="64135" h="57150">
                <a:moveTo>
                  <a:pt x="64008" y="28955"/>
                </a:moveTo>
                <a:lnTo>
                  <a:pt x="64008" y="28193"/>
                </a:lnTo>
                <a:lnTo>
                  <a:pt x="63246" y="23621"/>
                </a:lnTo>
                <a:lnTo>
                  <a:pt x="63246" y="34289"/>
                </a:lnTo>
                <a:lnTo>
                  <a:pt x="64008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6">
            <a:extLst>
              <a:ext uri="{FF2B5EF4-FFF2-40B4-BE49-F238E27FC236}">
                <a16:creationId xmlns:a16="http://schemas.microsoft.com/office/drawing/2014/main" id="{BEB27B0C-CB78-49B5-B201-D81B9265C9B8}"/>
              </a:ext>
            </a:extLst>
          </p:cNvPr>
          <p:cNvSpPr/>
          <p:nvPr/>
        </p:nvSpPr>
        <p:spPr>
          <a:xfrm>
            <a:off x="3651440" y="2395893"/>
            <a:ext cx="82475" cy="806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7">
            <a:extLst>
              <a:ext uri="{FF2B5EF4-FFF2-40B4-BE49-F238E27FC236}">
                <a16:creationId xmlns:a16="http://schemas.microsoft.com/office/drawing/2014/main" id="{A5A3FD15-6E77-452D-88BE-C2F1DE76333B}"/>
              </a:ext>
            </a:extLst>
          </p:cNvPr>
          <p:cNvSpPr/>
          <p:nvPr/>
        </p:nvSpPr>
        <p:spPr>
          <a:xfrm>
            <a:off x="6077290" y="3566683"/>
            <a:ext cx="71717" cy="60512"/>
          </a:xfrm>
          <a:custGeom>
            <a:avLst/>
            <a:gdLst/>
            <a:ahLst/>
            <a:cxnLst/>
            <a:rect l="l" t="t" r="r" b="b"/>
            <a:pathLst>
              <a:path w="60960" h="51435">
                <a:moveTo>
                  <a:pt x="60960" y="25908"/>
                </a:moveTo>
                <a:lnTo>
                  <a:pt x="58554" y="15751"/>
                </a:lnTo>
                <a:lnTo>
                  <a:pt x="52006" y="7524"/>
                </a:lnTo>
                <a:lnTo>
                  <a:pt x="42314" y="2012"/>
                </a:lnTo>
                <a:lnTo>
                  <a:pt x="30480" y="0"/>
                </a:lnTo>
                <a:lnTo>
                  <a:pt x="18645" y="2012"/>
                </a:lnTo>
                <a:lnTo>
                  <a:pt x="8953" y="7524"/>
                </a:lnTo>
                <a:lnTo>
                  <a:pt x="2405" y="15751"/>
                </a:lnTo>
                <a:lnTo>
                  <a:pt x="0" y="25908"/>
                </a:lnTo>
                <a:lnTo>
                  <a:pt x="2405" y="35623"/>
                </a:lnTo>
                <a:lnTo>
                  <a:pt x="8953" y="43624"/>
                </a:lnTo>
                <a:lnTo>
                  <a:pt x="18645" y="49053"/>
                </a:lnTo>
                <a:lnTo>
                  <a:pt x="30480" y="51054"/>
                </a:lnTo>
                <a:lnTo>
                  <a:pt x="42314" y="49053"/>
                </a:lnTo>
                <a:lnTo>
                  <a:pt x="52006" y="43624"/>
                </a:lnTo>
                <a:lnTo>
                  <a:pt x="58554" y="35623"/>
                </a:lnTo>
                <a:lnTo>
                  <a:pt x="60960" y="259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8">
            <a:extLst>
              <a:ext uri="{FF2B5EF4-FFF2-40B4-BE49-F238E27FC236}">
                <a16:creationId xmlns:a16="http://schemas.microsoft.com/office/drawing/2014/main" id="{D3C6876A-4AAA-49B8-9497-6899C40D3688}"/>
              </a:ext>
            </a:extLst>
          </p:cNvPr>
          <p:cNvSpPr/>
          <p:nvPr/>
        </p:nvSpPr>
        <p:spPr>
          <a:xfrm>
            <a:off x="6071911" y="3561304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10"/>
                </a:moveTo>
                <a:lnTo>
                  <a:pt x="3047" y="18288"/>
                </a:lnTo>
                <a:lnTo>
                  <a:pt x="1523" y="21336"/>
                </a:lnTo>
                <a:lnTo>
                  <a:pt x="0" y="27432"/>
                </a:lnTo>
                <a:lnTo>
                  <a:pt x="0" y="30480"/>
                </a:lnTo>
                <a:lnTo>
                  <a:pt x="762" y="33528"/>
                </a:lnTo>
                <a:lnTo>
                  <a:pt x="762" y="36576"/>
                </a:lnTo>
                <a:lnTo>
                  <a:pt x="2286" y="39624"/>
                </a:lnTo>
                <a:lnTo>
                  <a:pt x="3048" y="41910"/>
                </a:lnTo>
                <a:close/>
              </a:path>
              <a:path w="70485" h="60325">
                <a:moveTo>
                  <a:pt x="6096" y="47244"/>
                </a:moveTo>
                <a:lnTo>
                  <a:pt x="6095" y="13716"/>
                </a:lnTo>
                <a:lnTo>
                  <a:pt x="3047" y="17526"/>
                </a:lnTo>
                <a:lnTo>
                  <a:pt x="3048" y="42672"/>
                </a:lnTo>
                <a:lnTo>
                  <a:pt x="6096" y="47244"/>
                </a:lnTo>
                <a:close/>
              </a:path>
              <a:path w="70485" h="60325">
                <a:moveTo>
                  <a:pt x="54102" y="16002"/>
                </a:move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001" y="4572"/>
                </a:lnTo>
                <a:lnTo>
                  <a:pt x="16001" y="5334"/>
                </a:lnTo>
                <a:lnTo>
                  <a:pt x="15239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10667" y="9144"/>
                </a:lnTo>
                <a:lnTo>
                  <a:pt x="6857" y="12954"/>
                </a:lnTo>
                <a:lnTo>
                  <a:pt x="6095" y="12954"/>
                </a:lnTo>
                <a:lnTo>
                  <a:pt x="6096" y="48006"/>
                </a:lnTo>
                <a:lnTo>
                  <a:pt x="6858" y="48006"/>
                </a:lnTo>
                <a:lnTo>
                  <a:pt x="9906" y="51054"/>
                </a:lnTo>
                <a:lnTo>
                  <a:pt x="9906" y="25908"/>
                </a:lnTo>
                <a:lnTo>
                  <a:pt x="10668" y="24384"/>
                </a:lnTo>
                <a:lnTo>
                  <a:pt x="11430" y="22098"/>
                </a:lnTo>
                <a:lnTo>
                  <a:pt x="11430" y="22860"/>
                </a:lnTo>
                <a:lnTo>
                  <a:pt x="13716" y="19050"/>
                </a:lnTo>
                <a:lnTo>
                  <a:pt x="13716" y="19812"/>
                </a:lnTo>
                <a:lnTo>
                  <a:pt x="16763" y="16764"/>
                </a:lnTo>
                <a:lnTo>
                  <a:pt x="16763" y="16002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4102" y="16002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8"/>
                </a:lnTo>
                <a:lnTo>
                  <a:pt x="13716" y="41148"/>
                </a:lnTo>
                <a:lnTo>
                  <a:pt x="13716" y="41910"/>
                </a:lnTo>
                <a:lnTo>
                  <a:pt x="11430" y="37338"/>
                </a:lnTo>
                <a:lnTo>
                  <a:pt x="11430" y="38100"/>
                </a:lnTo>
                <a:lnTo>
                  <a:pt x="10668" y="35814"/>
                </a:lnTo>
                <a:lnTo>
                  <a:pt x="9906" y="34290"/>
                </a:lnTo>
                <a:lnTo>
                  <a:pt x="9906" y="51054"/>
                </a:lnTo>
                <a:lnTo>
                  <a:pt x="11430" y="52578"/>
                </a:lnTo>
                <a:lnTo>
                  <a:pt x="15240" y="55626"/>
                </a:lnTo>
                <a:lnTo>
                  <a:pt x="16002" y="55626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6002"/>
                </a:moveTo>
                <a:lnTo>
                  <a:pt x="16763" y="16002"/>
                </a:lnTo>
                <a:lnTo>
                  <a:pt x="16763" y="16764"/>
                </a:lnTo>
                <a:lnTo>
                  <a:pt x="17526" y="16002"/>
                </a:lnTo>
                <a:close/>
              </a:path>
              <a:path w="70485" h="60325">
                <a:moveTo>
                  <a:pt x="21336" y="47244"/>
                </a:moveTo>
                <a:lnTo>
                  <a:pt x="16763" y="44196"/>
                </a:lnTo>
                <a:lnTo>
                  <a:pt x="17526" y="44958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4"/>
                </a:lnTo>
                <a:lnTo>
                  <a:pt x="21336" y="47244"/>
                </a:lnTo>
                <a:close/>
              </a:path>
              <a:path w="70485" h="60325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60325">
                <a:moveTo>
                  <a:pt x="25146" y="59436"/>
                </a:moveTo>
                <a:lnTo>
                  <a:pt x="25146" y="49530"/>
                </a:lnTo>
                <a:lnTo>
                  <a:pt x="20574" y="47244"/>
                </a:lnTo>
                <a:lnTo>
                  <a:pt x="20574" y="57585"/>
                </a:lnTo>
                <a:lnTo>
                  <a:pt x="21336" y="57912"/>
                </a:lnTo>
                <a:lnTo>
                  <a:pt x="22098" y="57912"/>
                </a:lnTo>
                <a:lnTo>
                  <a:pt x="22098" y="58674"/>
                </a:lnTo>
                <a:lnTo>
                  <a:pt x="25146" y="59436"/>
                </a:lnTo>
                <a:close/>
              </a:path>
              <a:path w="70485" h="60325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60325">
                <a:moveTo>
                  <a:pt x="30480" y="50292"/>
                </a:moveTo>
                <a:lnTo>
                  <a:pt x="24384" y="48768"/>
                </a:lnTo>
                <a:lnTo>
                  <a:pt x="25146" y="49530"/>
                </a:lnTo>
                <a:lnTo>
                  <a:pt x="25146" y="59436"/>
                </a:lnTo>
                <a:lnTo>
                  <a:pt x="28194" y="60198"/>
                </a:lnTo>
                <a:lnTo>
                  <a:pt x="29718" y="60198"/>
                </a:lnTo>
                <a:lnTo>
                  <a:pt x="29718" y="50292"/>
                </a:lnTo>
                <a:lnTo>
                  <a:pt x="30480" y="50292"/>
                </a:lnTo>
                <a:close/>
              </a:path>
              <a:path w="70485" h="60325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60325">
                <a:moveTo>
                  <a:pt x="35814" y="60198"/>
                </a:moveTo>
                <a:lnTo>
                  <a:pt x="35814" y="51054"/>
                </a:lnTo>
                <a:lnTo>
                  <a:pt x="35052" y="51054"/>
                </a:lnTo>
                <a:lnTo>
                  <a:pt x="29718" y="50292"/>
                </a:lnTo>
                <a:lnTo>
                  <a:pt x="29718" y="60198"/>
                </a:lnTo>
                <a:lnTo>
                  <a:pt x="35814" y="60198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8"/>
                </a:moveTo>
                <a:lnTo>
                  <a:pt x="41148" y="50292"/>
                </a:lnTo>
                <a:lnTo>
                  <a:pt x="35433" y="51006"/>
                </a:lnTo>
                <a:lnTo>
                  <a:pt x="35814" y="51054"/>
                </a:lnTo>
                <a:lnTo>
                  <a:pt x="35814" y="60198"/>
                </a:lnTo>
                <a:lnTo>
                  <a:pt x="41148" y="60198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8"/>
                </a:moveTo>
                <a:lnTo>
                  <a:pt x="40386" y="50292"/>
                </a:lnTo>
                <a:lnTo>
                  <a:pt x="41148" y="50292"/>
                </a:lnTo>
                <a:lnTo>
                  <a:pt x="41148" y="60198"/>
                </a:lnTo>
                <a:lnTo>
                  <a:pt x="42672" y="60198"/>
                </a:lnTo>
                <a:lnTo>
                  <a:pt x="44958" y="59544"/>
                </a:lnTo>
                <a:lnTo>
                  <a:pt x="44958" y="49530"/>
                </a:lnTo>
                <a:lnTo>
                  <a:pt x="45720" y="48768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4"/>
                </a:lnTo>
                <a:lnTo>
                  <a:pt x="44958" y="49530"/>
                </a:lnTo>
                <a:lnTo>
                  <a:pt x="44958" y="59544"/>
                </a:lnTo>
                <a:lnTo>
                  <a:pt x="48006" y="58674"/>
                </a:lnTo>
                <a:lnTo>
                  <a:pt x="48006" y="57912"/>
                </a:lnTo>
                <a:lnTo>
                  <a:pt x="48768" y="57912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4"/>
                </a:lnTo>
                <a:lnTo>
                  <a:pt x="50292" y="47244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8"/>
                </a:lnTo>
                <a:lnTo>
                  <a:pt x="53775" y="44413"/>
                </a:lnTo>
                <a:close/>
              </a:path>
              <a:path w="70485" h="60325">
                <a:moveTo>
                  <a:pt x="64008" y="48006"/>
                </a:moveTo>
                <a:lnTo>
                  <a:pt x="64008" y="12954"/>
                </a:lnTo>
                <a:lnTo>
                  <a:pt x="63246" y="12954"/>
                </a:lnTo>
                <a:lnTo>
                  <a:pt x="60198" y="9144"/>
                </a:lnTo>
                <a:lnTo>
                  <a:pt x="59436" y="9144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5334"/>
                </a:lnTo>
                <a:lnTo>
                  <a:pt x="54102" y="16002"/>
                </a:lnTo>
                <a:lnTo>
                  <a:pt x="53340" y="16002"/>
                </a:lnTo>
                <a:lnTo>
                  <a:pt x="56388" y="19812"/>
                </a:lnTo>
                <a:lnTo>
                  <a:pt x="56388" y="19050"/>
                </a:lnTo>
                <a:lnTo>
                  <a:pt x="58674" y="22860"/>
                </a:lnTo>
                <a:lnTo>
                  <a:pt x="58674" y="22098"/>
                </a:lnTo>
                <a:lnTo>
                  <a:pt x="60198" y="26670"/>
                </a:lnTo>
                <a:lnTo>
                  <a:pt x="60198" y="51816"/>
                </a:lnTo>
                <a:lnTo>
                  <a:pt x="63246" y="48006"/>
                </a:lnTo>
                <a:lnTo>
                  <a:pt x="64008" y="48006"/>
                </a:lnTo>
                <a:close/>
              </a:path>
              <a:path w="70485" h="60325">
                <a:moveTo>
                  <a:pt x="54102" y="44196"/>
                </a:moveTo>
                <a:lnTo>
                  <a:pt x="53775" y="44413"/>
                </a:lnTo>
                <a:lnTo>
                  <a:pt x="53340" y="44958"/>
                </a:lnTo>
                <a:lnTo>
                  <a:pt x="54102" y="44196"/>
                </a:lnTo>
                <a:close/>
              </a:path>
              <a:path w="70485" h="60325">
                <a:moveTo>
                  <a:pt x="54102" y="55626"/>
                </a:moveTo>
                <a:lnTo>
                  <a:pt x="54102" y="44196"/>
                </a:lnTo>
                <a:lnTo>
                  <a:pt x="53340" y="44958"/>
                </a:lnTo>
                <a:lnTo>
                  <a:pt x="53340" y="55952"/>
                </a:lnTo>
                <a:lnTo>
                  <a:pt x="54102" y="55626"/>
                </a:lnTo>
                <a:close/>
              </a:path>
              <a:path w="70485" h="60325">
                <a:moveTo>
                  <a:pt x="60198" y="51816"/>
                </a:moveTo>
                <a:lnTo>
                  <a:pt x="60198" y="33528"/>
                </a:lnTo>
                <a:lnTo>
                  <a:pt x="58674" y="38862"/>
                </a:lnTo>
                <a:lnTo>
                  <a:pt x="58674" y="37338"/>
                </a:lnTo>
                <a:lnTo>
                  <a:pt x="56388" y="41910"/>
                </a:lnTo>
                <a:lnTo>
                  <a:pt x="56388" y="41148"/>
                </a:lnTo>
                <a:lnTo>
                  <a:pt x="53775" y="44413"/>
                </a:lnTo>
                <a:lnTo>
                  <a:pt x="54102" y="44196"/>
                </a:lnTo>
                <a:lnTo>
                  <a:pt x="54102" y="55626"/>
                </a:lnTo>
                <a:lnTo>
                  <a:pt x="54864" y="55626"/>
                </a:lnTo>
                <a:lnTo>
                  <a:pt x="59436" y="52578"/>
                </a:lnTo>
                <a:lnTo>
                  <a:pt x="59436" y="51816"/>
                </a:lnTo>
                <a:lnTo>
                  <a:pt x="60198" y="51816"/>
                </a:lnTo>
                <a:close/>
              </a:path>
              <a:path w="70485" h="60325">
                <a:moveTo>
                  <a:pt x="67056" y="42672"/>
                </a:moveTo>
                <a:lnTo>
                  <a:pt x="67056" y="17526"/>
                </a:lnTo>
                <a:lnTo>
                  <a:pt x="64008" y="13716"/>
                </a:lnTo>
                <a:lnTo>
                  <a:pt x="64008" y="47244"/>
                </a:lnTo>
                <a:lnTo>
                  <a:pt x="67056" y="42672"/>
                </a:lnTo>
                <a:close/>
              </a:path>
              <a:path w="70485" h="60325">
                <a:moveTo>
                  <a:pt x="69342" y="37338"/>
                </a:moveTo>
                <a:lnTo>
                  <a:pt x="69342" y="23622"/>
                </a:lnTo>
                <a:lnTo>
                  <a:pt x="67056" y="19050"/>
                </a:lnTo>
                <a:lnTo>
                  <a:pt x="67056" y="41910"/>
                </a:lnTo>
                <a:lnTo>
                  <a:pt x="69342" y="37338"/>
                </a:lnTo>
                <a:close/>
              </a:path>
              <a:path w="70485" h="60325">
                <a:moveTo>
                  <a:pt x="70104" y="33528"/>
                </a:moveTo>
                <a:lnTo>
                  <a:pt x="70104" y="26670"/>
                </a:lnTo>
                <a:lnTo>
                  <a:pt x="69342" y="24384"/>
                </a:lnTo>
                <a:lnTo>
                  <a:pt x="69342" y="36576"/>
                </a:lnTo>
                <a:lnTo>
                  <a:pt x="7010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9">
            <a:extLst>
              <a:ext uri="{FF2B5EF4-FFF2-40B4-BE49-F238E27FC236}">
                <a16:creationId xmlns:a16="http://schemas.microsoft.com/office/drawing/2014/main" id="{5CB8316A-412C-4F20-8279-9F4CD8345238}"/>
              </a:ext>
            </a:extLst>
          </p:cNvPr>
          <p:cNvSpPr/>
          <p:nvPr/>
        </p:nvSpPr>
        <p:spPr>
          <a:xfrm>
            <a:off x="4640247" y="3947683"/>
            <a:ext cx="73511" cy="681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30">
            <a:extLst>
              <a:ext uri="{FF2B5EF4-FFF2-40B4-BE49-F238E27FC236}">
                <a16:creationId xmlns:a16="http://schemas.microsoft.com/office/drawing/2014/main" id="{7F30915C-1601-491F-AFBB-A9BDA39BFBF2}"/>
              </a:ext>
            </a:extLst>
          </p:cNvPr>
          <p:cNvSpPr/>
          <p:nvPr/>
        </p:nvSpPr>
        <p:spPr>
          <a:xfrm>
            <a:off x="7129745" y="2518821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906"/>
                </a:moveTo>
                <a:lnTo>
                  <a:pt x="18288" y="15906"/>
                </a:lnTo>
                <a:lnTo>
                  <a:pt x="18288" y="5238"/>
                </a:lnTo>
                <a:lnTo>
                  <a:pt x="12954" y="8286"/>
                </a:lnTo>
                <a:lnTo>
                  <a:pt x="12954" y="9048"/>
                </a:lnTo>
                <a:lnTo>
                  <a:pt x="8382" y="12858"/>
                </a:lnTo>
                <a:lnTo>
                  <a:pt x="7620" y="12858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1524" y="24288"/>
                </a:lnTo>
                <a:lnTo>
                  <a:pt x="0" y="28860"/>
                </a:lnTo>
                <a:lnTo>
                  <a:pt x="0" y="35718"/>
                </a:lnTo>
                <a:lnTo>
                  <a:pt x="1524" y="41814"/>
                </a:lnTo>
                <a:lnTo>
                  <a:pt x="4572" y="47910"/>
                </a:lnTo>
                <a:lnTo>
                  <a:pt x="6096" y="50196"/>
                </a:lnTo>
                <a:lnTo>
                  <a:pt x="7620" y="51720"/>
                </a:lnTo>
                <a:lnTo>
                  <a:pt x="7620" y="52482"/>
                </a:lnTo>
                <a:lnTo>
                  <a:pt x="8382" y="52482"/>
                </a:lnTo>
                <a:lnTo>
                  <a:pt x="9906" y="53701"/>
                </a:lnTo>
                <a:lnTo>
                  <a:pt x="9906" y="31146"/>
                </a:lnTo>
                <a:lnTo>
                  <a:pt x="10668" y="26574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8954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62229">
                <a:moveTo>
                  <a:pt x="18288" y="58578"/>
                </a:moveTo>
                <a:lnTo>
                  <a:pt x="18288" y="48672"/>
                </a:lnTo>
                <a:lnTo>
                  <a:pt x="14478" y="44862"/>
                </a:lnTo>
                <a:lnTo>
                  <a:pt x="14478" y="45624"/>
                </a:lnTo>
                <a:lnTo>
                  <a:pt x="12954" y="44100"/>
                </a:lnTo>
                <a:lnTo>
                  <a:pt x="12192" y="41814"/>
                </a:lnTo>
                <a:lnTo>
                  <a:pt x="10668" y="40290"/>
                </a:lnTo>
                <a:lnTo>
                  <a:pt x="10668" y="38766"/>
                </a:lnTo>
                <a:lnTo>
                  <a:pt x="9906" y="36480"/>
                </a:lnTo>
                <a:lnTo>
                  <a:pt x="9906" y="53701"/>
                </a:lnTo>
                <a:lnTo>
                  <a:pt x="12192" y="55530"/>
                </a:lnTo>
                <a:lnTo>
                  <a:pt x="12192" y="56292"/>
                </a:lnTo>
                <a:lnTo>
                  <a:pt x="12954" y="56292"/>
                </a:lnTo>
                <a:lnTo>
                  <a:pt x="17526" y="58578"/>
                </a:lnTo>
                <a:lnTo>
                  <a:pt x="18288" y="58578"/>
                </a:lnTo>
                <a:close/>
              </a:path>
              <a:path w="68579" h="62229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62229">
                <a:moveTo>
                  <a:pt x="22098" y="50196"/>
                </a:moveTo>
                <a:lnTo>
                  <a:pt x="17526" y="47910"/>
                </a:lnTo>
                <a:lnTo>
                  <a:pt x="18288" y="48672"/>
                </a:lnTo>
                <a:lnTo>
                  <a:pt x="18288" y="59340"/>
                </a:lnTo>
                <a:lnTo>
                  <a:pt x="19050" y="59340"/>
                </a:lnTo>
                <a:lnTo>
                  <a:pt x="21336" y="60102"/>
                </a:lnTo>
                <a:lnTo>
                  <a:pt x="21336" y="50196"/>
                </a:lnTo>
                <a:lnTo>
                  <a:pt x="22098" y="50196"/>
                </a:lnTo>
                <a:close/>
              </a:path>
              <a:path w="68579" h="62229">
                <a:moveTo>
                  <a:pt x="60960" y="48672"/>
                </a:moveTo>
                <a:lnTo>
                  <a:pt x="60960" y="8286"/>
                </a:lnTo>
                <a:lnTo>
                  <a:pt x="56388" y="5238"/>
                </a:lnTo>
                <a:lnTo>
                  <a:pt x="55626" y="5238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146" y="2190"/>
                </a:lnTo>
                <a:lnTo>
                  <a:pt x="24384" y="2190"/>
                </a:lnTo>
                <a:lnTo>
                  <a:pt x="19050" y="4476"/>
                </a:lnTo>
                <a:lnTo>
                  <a:pt x="18288" y="4476"/>
                </a:lnTo>
                <a:lnTo>
                  <a:pt x="18288" y="15906"/>
                </a:lnTo>
                <a:lnTo>
                  <a:pt x="23622" y="12858"/>
                </a:lnTo>
                <a:lnTo>
                  <a:pt x="23622" y="13185"/>
                </a:lnTo>
                <a:lnTo>
                  <a:pt x="28194" y="10572"/>
                </a:lnTo>
                <a:lnTo>
                  <a:pt x="28194" y="11144"/>
                </a:lnTo>
                <a:lnTo>
                  <a:pt x="32766" y="10001"/>
                </a:lnTo>
                <a:lnTo>
                  <a:pt x="32766" y="9810"/>
                </a:lnTo>
                <a:lnTo>
                  <a:pt x="37338" y="9239"/>
                </a:lnTo>
                <a:lnTo>
                  <a:pt x="37338" y="9048"/>
                </a:lnTo>
                <a:lnTo>
                  <a:pt x="38862" y="9048"/>
                </a:lnTo>
                <a:lnTo>
                  <a:pt x="38862" y="9239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987"/>
                </a:lnTo>
                <a:lnTo>
                  <a:pt x="50292" y="12967"/>
                </a:lnTo>
                <a:lnTo>
                  <a:pt x="51816" y="13620"/>
                </a:lnTo>
                <a:lnTo>
                  <a:pt x="51816" y="13874"/>
                </a:lnTo>
                <a:lnTo>
                  <a:pt x="54102" y="15398"/>
                </a:lnTo>
                <a:lnTo>
                  <a:pt x="54102" y="15144"/>
                </a:lnTo>
                <a:lnTo>
                  <a:pt x="54864" y="15906"/>
                </a:lnTo>
                <a:lnTo>
                  <a:pt x="54864" y="16097"/>
                </a:lnTo>
                <a:lnTo>
                  <a:pt x="57150" y="18954"/>
                </a:lnTo>
                <a:lnTo>
                  <a:pt x="57150" y="20097"/>
                </a:lnTo>
                <a:lnTo>
                  <a:pt x="57912" y="21240"/>
                </a:lnTo>
                <a:lnTo>
                  <a:pt x="58674" y="22764"/>
                </a:lnTo>
                <a:lnTo>
                  <a:pt x="59436" y="25050"/>
                </a:lnTo>
                <a:lnTo>
                  <a:pt x="59436" y="49434"/>
                </a:lnTo>
                <a:lnTo>
                  <a:pt x="60198" y="48672"/>
                </a:lnTo>
                <a:lnTo>
                  <a:pt x="60960" y="48672"/>
                </a:lnTo>
                <a:close/>
              </a:path>
              <a:path w="68579" h="62229">
                <a:moveTo>
                  <a:pt x="26670" y="61150"/>
                </a:moveTo>
                <a:lnTo>
                  <a:pt x="26670" y="51720"/>
                </a:lnTo>
                <a:lnTo>
                  <a:pt x="21336" y="50196"/>
                </a:lnTo>
                <a:lnTo>
                  <a:pt x="21336" y="60102"/>
                </a:lnTo>
                <a:lnTo>
                  <a:pt x="23622" y="60864"/>
                </a:lnTo>
                <a:lnTo>
                  <a:pt x="25146" y="60960"/>
                </a:lnTo>
                <a:lnTo>
                  <a:pt x="26670" y="61150"/>
                </a:lnTo>
                <a:close/>
              </a:path>
              <a:path w="68579" h="62229">
                <a:moveTo>
                  <a:pt x="23622" y="13185"/>
                </a:moveTo>
                <a:lnTo>
                  <a:pt x="23622" y="12858"/>
                </a:lnTo>
                <a:lnTo>
                  <a:pt x="22860" y="13620"/>
                </a:lnTo>
                <a:lnTo>
                  <a:pt x="23622" y="13185"/>
                </a:lnTo>
                <a:close/>
              </a:path>
              <a:path w="68579" h="62229">
                <a:moveTo>
                  <a:pt x="36576" y="60960"/>
                </a:moveTo>
                <a:lnTo>
                  <a:pt x="36576" y="51720"/>
                </a:lnTo>
                <a:lnTo>
                  <a:pt x="30480" y="51720"/>
                </a:lnTo>
                <a:lnTo>
                  <a:pt x="25908" y="50958"/>
                </a:lnTo>
                <a:lnTo>
                  <a:pt x="26670" y="51720"/>
                </a:lnTo>
                <a:lnTo>
                  <a:pt x="26670" y="61150"/>
                </a:lnTo>
                <a:lnTo>
                  <a:pt x="30480" y="61626"/>
                </a:lnTo>
                <a:lnTo>
                  <a:pt x="32004" y="61531"/>
                </a:lnTo>
                <a:lnTo>
                  <a:pt x="36576" y="60960"/>
                </a:lnTo>
                <a:close/>
              </a:path>
              <a:path w="68579" h="62229">
                <a:moveTo>
                  <a:pt x="28194" y="11144"/>
                </a:moveTo>
                <a:lnTo>
                  <a:pt x="28194" y="10572"/>
                </a:lnTo>
                <a:lnTo>
                  <a:pt x="27432" y="11334"/>
                </a:lnTo>
                <a:lnTo>
                  <a:pt x="28194" y="11144"/>
                </a:lnTo>
                <a:close/>
              </a:path>
              <a:path w="68579" h="62229">
                <a:moveTo>
                  <a:pt x="31242" y="51720"/>
                </a:moveTo>
                <a:lnTo>
                  <a:pt x="30480" y="51611"/>
                </a:lnTo>
                <a:lnTo>
                  <a:pt x="31242" y="51720"/>
                </a:lnTo>
                <a:close/>
              </a:path>
              <a:path w="68579" h="62229">
                <a:moveTo>
                  <a:pt x="33528" y="9810"/>
                </a:moveTo>
                <a:lnTo>
                  <a:pt x="32766" y="9810"/>
                </a:lnTo>
                <a:lnTo>
                  <a:pt x="32766" y="10001"/>
                </a:lnTo>
                <a:lnTo>
                  <a:pt x="33528" y="9810"/>
                </a:lnTo>
                <a:close/>
              </a:path>
              <a:path w="68579" h="62229">
                <a:moveTo>
                  <a:pt x="41148" y="59993"/>
                </a:moveTo>
                <a:lnTo>
                  <a:pt x="41148" y="50196"/>
                </a:lnTo>
                <a:lnTo>
                  <a:pt x="35814" y="51720"/>
                </a:lnTo>
                <a:lnTo>
                  <a:pt x="36576" y="51720"/>
                </a:lnTo>
                <a:lnTo>
                  <a:pt x="36576" y="60960"/>
                </a:lnTo>
                <a:lnTo>
                  <a:pt x="38100" y="60864"/>
                </a:lnTo>
                <a:lnTo>
                  <a:pt x="41148" y="59993"/>
                </a:lnTo>
                <a:close/>
              </a:path>
              <a:path w="68579" h="62229">
                <a:moveTo>
                  <a:pt x="38100" y="9144"/>
                </a:moveTo>
                <a:lnTo>
                  <a:pt x="37338" y="9048"/>
                </a:lnTo>
                <a:lnTo>
                  <a:pt x="37338" y="9239"/>
                </a:lnTo>
                <a:lnTo>
                  <a:pt x="38100" y="9144"/>
                </a:lnTo>
                <a:close/>
              </a:path>
              <a:path w="68579" h="62229">
                <a:moveTo>
                  <a:pt x="38862" y="9239"/>
                </a:moveTo>
                <a:lnTo>
                  <a:pt x="38862" y="9048"/>
                </a:lnTo>
                <a:lnTo>
                  <a:pt x="38100" y="9144"/>
                </a:lnTo>
                <a:lnTo>
                  <a:pt x="38862" y="9239"/>
                </a:lnTo>
                <a:close/>
              </a:path>
              <a:path w="68579" h="62229">
                <a:moveTo>
                  <a:pt x="46482" y="58197"/>
                </a:moveTo>
                <a:lnTo>
                  <a:pt x="46482" y="47910"/>
                </a:lnTo>
                <a:lnTo>
                  <a:pt x="40386" y="50196"/>
                </a:lnTo>
                <a:lnTo>
                  <a:pt x="41148" y="50196"/>
                </a:lnTo>
                <a:lnTo>
                  <a:pt x="41148" y="59993"/>
                </a:lnTo>
                <a:lnTo>
                  <a:pt x="43434" y="59340"/>
                </a:lnTo>
                <a:lnTo>
                  <a:pt x="44196" y="59340"/>
                </a:lnTo>
                <a:lnTo>
                  <a:pt x="46482" y="58197"/>
                </a:lnTo>
                <a:close/>
              </a:path>
              <a:path w="68579" h="62229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62229">
                <a:moveTo>
                  <a:pt x="50292" y="44862"/>
                </a:moveTo>
                <a:lnTo>
                  <a:pt x="45720" y="47910"/>
                </a:lnTo>
                <a:lnTo>
                  <a:pt x="46482" y="47910"/>
                </a:lnTo>
                <a:lnTo>
                  <a:pt x="46482" y="58197"/>
                </a:lnTo>
                <a:lnTo>
                  <a:pt x="49530" y="56673"/>
                </a:lnTo>
                <a:lnTo>
                  <a:pt x="49530" y="45624"/>
                </a:lnTo>
                <a:lnTo>
                  <a:pt x="50292" y="44862"/>
                </a:lnTo>
                <a:close/>
              </a:path>
              <a:path w="68579" h="62229">
                <a:moveTo>
                  <a:pt x="48006" y="11987"/>
                </a:moveTo>
                <a:lnTo>
                  <a:pt x="48006" y="11334"/>
                </a:lnTo>
                <a:lnTo>
                  <a:pt x="46482" y="11334"/>
                </a:lnTo>
                <a:lnTo>
                  <a:pt x="48006" y="11987"/>
                </a:lnTo>
                <a:close/>
              </a:path>
              <a:path w="68579" h="62229">
                <a:moveTo>
                  <a:pt x="53530" y="42291"/>
                </a:moveTo>
                <a:lnTo>
                  <a:pt x="49530" y="45624"/>
                </a:lnTo>
                <a:lnTo>
                  <a:pt x="49530" y="56673"/>
                </a:lnTo>
                <a:lnTo>
                  <a:pt x="50292" y="56292"/>
                </a:lnTo>
                <a:lnTo>
                  <a:pt x="51054" y="56292"/>
                </a:lnTo>
                <a:lnTo>
                  <a:pt x="53340" y="54768"/>
                </a:lnTo>
                <a:lnTo>
                  <a:pt x="53340" y="42576"/>
                </a:lnTo>
                <a:lnTo>
                  <a:pt x="53530" y="42291"/>
                </a:lnTo>
                <a:close/>
              </a:path>
              <a:path w="68579" h="62229">
                <a:moveTo>
                  <a:pt x="51816" y="13620"/>
                </a:moveTo>
                <a:lnTo>
                  <a:pt x="50292" y="12858"/>
                </a:lnTo>
                <a:lnTo>
                  <a:pt x="50749" y="13163"/>
                </a:lnTo>
                <a:lnTo>
                  <a:pt x="51816" y="13620"/>
                </a:lnTo>
                <a:close/>
              </a:path>
              <a:path w="68579" h="62229">
                <a:moveTo>
                  <a:pt x="50749" y="13163"/>
                </a:moveTo>
                <a:lnTo>
                  <a:pt x="50292" y="12858"/>
                </a:lnTo>
                <a:lnTo>
                  <a:pt x="50749" y="13163"/>
                </a:lnTo>
                <a:close/>
              </a:path>
              <a:path w="68579" h="62229">
                <a:moveTo>
                  <a:pt x="51816" y="13874"/>
                </a:moveTo>
                <a:lnTo>
                  <a:pt x="51816" y="13620"/>
                </a:lnTo>
                <a:lnTo>
                  <a:pt x="50749" y="13163"/>
                </a:lnTo>
                <a:lnTo>
                  <a:pt x="51816" y="13874"/>
                </a:lnTo>
                <a:close/>
              </a:path>
              <a:path w="68579" h="62229">
                <a:moveTo>
                  <a:pt x="54102" y="41814"/>
                </a:moveTo>
                <a:lnTo>
                  <a:pt x="53530" y="42291"/>
                </a:lnTo>
                <a:lnTo>
                  <a:pt x="53340" y="42576"/>
                </a:lnTo>
                <a:lnTo>
                  <a:pt x="54102" y="41814"/>
                </a:lnTo>
                <a:close/>
              </a:path>
              <a:path w="68579" h="62229">
                <a:moveTo>
                  <a:pt x="54102" y="54260"/>
                </a:moveTo>
                <a:lnTo>
                  <a:pt x="54102" y="41814"/>
                </a:lnTo>
                <a:lnTo>
                  <a:pt x="53340" y="42576"/>
                </a:lnTo>
                <a:lnTo>
                  <a:pt x="53340" y="54768"/>
                </a:lnTo>
                <a:lnTo>
                  <a:pt x="54102" y="54260"/>
                </a:lnTo>
                <a:close/>
              </a:path>
              <a:path w="68579" h="62229">
                <a:moveTo>
                  <a:pt x="58674" y="50196"/>
                </a:moveTo>
                <a:lnTo>
                  <a:pt x="58674" y="34194"/>
                </a:lnTo>
                <a:lnTo>
                  <a:pt x="56388" y="38766"/>
                </a:lnTo>
                <a:lnTo>
                  <a:pt x="56388" y="38004"/>
                </a:lnTo>
                <a:lnTo>
                  <a:pt x="53530" y="42291"/>
                </a:lnTo>
                <a:lnTo>
                  <a:pt x="54102" y="41814"/>
                </a:lnTo>
                <a:lnTo>
                  <a:pt x="54102" y="54260"/>
                </a:lnTo>
                <a:lnTo>
                  <a:pt x="55626" y="53244"/>
                </a:lnTo>
                <a:lnTo>
                  <a:pt x="58674" y="50196"/>
                </a:lnTo>
                <a:close/>
              </a:path>
              <a:path w="68579" h="62229">
                <a:moveTo>
                  <a:pt x="54864" y="15906"/>
                </a:moveTo>
                <a:lnTo>
                  <a:pt x="54102" y="15144"/>
                </a:lnTo>
                <a:lnTo>
                  <a:pt x="54537" y="15689"/>
                </a:lnTo>
                <a:lnTo>
                  <a:pt x="54864" y="15906"/>
                </a:lnTo>
                <a:close/>
              </a:path>
              <a:path w="68579" h="62229">
                <a:moveTo>
                  <a:pt x="54537" y="15689"/>
                </a:moveTo>
                <a:lnTo>
                  <a:pt x="54102" y="15144"/>
                </a:lnTo>
                <a:lnTo>
                  <a:pt x="54102" y="15398"/>
                </a:lnTo>
                <a:lnTo>
                  <a:pt x="54537" y="15689"/>
                </a:lnTo>
                <a:close/>
              </a:path>
              <a:path w="68579" h="62229">
                <a:moveTo>
                  <a:pt x="54864" y="16097"/>
                </a:moveTo>
                <a:lnTo>
                  <a:pt x="54864" y="15906"/>
                </a:lnTo>
                <a:lnTo>
                  <a:pt x="54537" y="15689"/>
                </a:lnTo>
                <a:lnTo>
                  <a:pt x="54864" y="16097"/>
                </a:lnTo>
                <a:close/>
              </a:path>
              <a:path w="68579" h="62229">
                <a:moveTo>
                  <a:pt x="57150" y="20097"/>
                </a:moveTo>
                <a:lnTo>
                  <a:pt x="57150" y="18954"/>
                </a:lnTo>
                <a:lnTo>
                  <a:pt x="56388" y="18954"/>
                </a:lnTo>
                <a:lnTo>
                  <a:pt x="57150" y="20097"/>
                </a:lnTo>
                <a:close/>
              </a:path>
              <a:path w="68579" h="62229">
                <a:moveTo>
                  <a:pt x="59436" y="49434"/>
                </a:moveTo>
                <a:lnTo>
                  <a:pt x="59436" y="29622"/>
                </a:lnTo>
                <a:lnTo>
                  <a:pt x="57912" y="34956"/>
                </a:lnTo>
                <a:lnTo>
                  <a:pt x="58674" y="34194"/>
                </a:lnTo>
                <a:lnTo>
                  <a:pt x="58674" y="50196"/>
                </a:lnTo>
                <a:lnTo>
                  <a:pt x="59436" y="49434"/>
                </a:lnTo>
                <a:close/>
              </a:path>
              <a:path w="68579" h="62229">
                <a:moveTo>
                  <a:pt x="68580" y="31908"/>
                </a:moveTo>
                <a:lnTo>
                  <a:pt x="68580" y="22002"/>
                </a:lnTo>
                <a:lnTo>
                  <a:pt x="67818" y="18954"/>
                </a:lnTo>
                <a:lnTo>
                  <a:pt x="66294" y="15906"/>
                </a:lnTo>
                <a:lnTo>
                  <a:pt x="61722" y="9048"/>
                </a:lnTo>
                <a:lnTo>
                  <a:pt x="60960" y="9048"/>
                </a:lnTo>
                <a:lnTo>
                  <a:pt x="60960" y="47910"/>
                </a:lnTo>
                <a:lnTo>
                  <a:pt x="64008" y="43338"/>
                </a:lnTo>
                <a:lnTo>
                  <a:pt x="64770" y="43338"/>
                </a:lnTo>
                <a:lnTo>
                  <a:pt x="64770" y="42576"/>
                </a:lnTo>
                <a:lnTo>
                  <a:pt x="67056" y="38004"/>
                </a:lnTo>
                <a:lnTo>
                  <a:pt x="67056" y="37242"/>
                </a:lnTo>
                <a:lnTo>
                  <a:pt x="68580" y="31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31">
            <a:extLst>
              <a:ext uri="{FF2B5EF4-FFF2-40B4-BE49-F238E27FC236}">
                <a16:creationId xmlns:a16="http://schemas.microsoft.com/office/drawing/2014/main" id="{47BE9BE4-232F-4CD3-AF93-1BE553C7E309}"/>
              </a:ext>
            </a:extLst>
          </p:cNvPr>
          <p:cNvSpPr/>
          <p:nvPr/>
        </p:nvSpPr>
        <p:spPr>
          <a:xfrm>
            <a:off x="6302949" y="4072726"/>
            <a:ext cx="69476" cy="61257"/>
          </a:xfrm>
          <a:custGeom>
            <a:avLst/>
            <a:gdLst/>
            <a:ahLst/>
            <a:cxnLst/>
            <a:rect l="l" t="t" r="r" b="b"/>
            <a:pathLst>
              <a:path w="59054" h="52070">
                <a:moveTo>
                  <a:pt x="58662" y="26348"/>
                </a:moveTo>
                <a:lnTo>
                  <a:pt x="58126" y="16394"/>
                </a:lnTo>
                <a:lnTo>
                  <a:pt x="52613" y="7596"/>
                </a:lnTo>
                <a:lnTo>
                  <a:pt x="43743" y="2012"/>
                </a:lnTo>
                <a:lnTo>
                  <a:pt x="32730" y="0"/>
                </a:lnTo>
                <a:lnTo>
                  <a:pt x="20788" y="1916"/>
                </a:lnTo>
                <a:lnTo>
                  <a:pt x="10620" y="7584"/>
                </a:lnTo>
                <a:lnTo>
                  <a:pt x="3452" y="15823"/>
                </a:lnTo>
                <a:lnTo>
                  <a:pt x="0" y="25491"/>
                </a:lnTo>
                <a:lnTo>
                  <a:pt x="976" y="35444"/>
                </a:lnTo>
                <a:lnTo>
                  <a:pt x="6048" y="43922"/>
                </a:lnTo>
                <a:lnTo>
                  <a:pt x="14692" y="49541"/>
                </a:lnTo>
                <a:lnTo>
                  <a:pt x="25622" y="51732"/>
                </a:lnTo>
                <a:lnTo>
                  <a:pt x="37552" y="49922"/>
                </a:lnTo>
                <a:lnTo>
                  <a:pt x="47732" y="44255"/>
                </a:lnTo>
                <a:lnTo>
                  <a:pt x="54983" y="36016"/>
                </a:lnTo>
                <a:lnTo>
                  <a:pt x="58662" y="263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32">
            <a:extLst>
              <a:ext uri="{FF2B5EF4-FFF2-40B4-BE49-F238E27FC236}">
                <a16:creationId xmlns:a16="http://schemas.microsoft.com/office/drawing/2014/main" id="{DA77C502-3438-4B8E-B119-402AEF10567A}"/>
              </a:ext>
            </a:extLst>
          </p:cNvPr>
          <p:cNvSpPr/>
          <p:nvPr/>
        </p:nvSpPr>
        <p:spPr>
          <a:xfrm>
            <a:off x="6296924" y="4067042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893"/>
                </a:moveTo>
                <a:lnTo>
                  <a:pt x="18288" y="15893"/>
                </a:lnTo>
                <a:lnTo>
                  <a:pt x="18288" y="5225"/>
                </a:lnTo>
                <a:lnTo>
                  <a:pt x="12954" y="8273"/>
                </a:lnTo>
                <a:lnTo>
                  <a:pt x="8382" y="12845"/>
                </a:lnTo>
                <a:lnTo>
                  <a:pt x="7620" y="12845"/>
                </a:lnTo>
                <a:lnTo>
                  <a:pt x="7620" y="13607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4275"/>
                </a:lnTo>
                <a:lnTo>
                  <a:pt x="0" y="28847"/>
                </a:lnTo>
                <a:lnTo>
                  <a:pt x="0" y="35705"/>
                </a:lnTo>
                <a:lnTo>
                  <a:pt x="2286" y="44849"/>
                </a:lnTo>
                <a:lnTo>
                  <a:pt x="3810" y="47897"/>
                </a:lnTo>
                <a:lnTo>
                  <a:pt x="6096" y="50183"/>
                </a:lnTo>
                <a:lnTo>
                  <a:pt x="7620" y="52469"/>
                </a:lnTo>
                <a:lnTo>
                  <a:pt x="8382" y="52469"/>
                </a:lnTo>
                <a:lnTo>
                  <a:pt x="9144" y="53078"/>
                </a:lnTo>
                <a:lnTo>
                  <a:pt x="9144" y="31133"/>
                </a:lnTo>
                <a:lnTo>
                  <a:pt x="10668" y="26561"/>
                </a:lnTo>
                <a:lnTo>
                  <a:pt x="10668" y="27323"/>
                </a:lnTo>
                <a:lnTo>
                  <a:pt x="12192" y="24275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close/>
              </a:path>
              <a:path w="68579" h="62229">
                <a:moveTo>
                  <a:pt x="9906" y="30371"/>
                </a:moveTo>
                <a:lnTo>
                  <a:pt x="9144" y="31133"/>
                </a:lnTo>
                <a:lnTo>
                  <a:pt x="9144" y="32657"/>
                </a:lnTo>
                <a:lnTo>
                  <a:pt x="9906" y="30371"/>
                </a:lnTo>
                <a:close/>
              </a:path>
              <a:path w="68579" h="62229">
                <a:moveTo>
                  <a:pt x="18288" y="58565"/>
                </a:moveTo>
                <a:lnTo>
                  <a:pt x="18288" y="48659"/>
                </a:lnTo>
                <a:lnTo>
                  <a:pt x="14478" y="44849"/>
                </a:lnTo>
                <a:lnTo>
                  <a:pt x="14478" y="45611"/>
                </a:lnTo>
                <a:lnTo>
                  <a:pt x="12954" y="44087"/>
                </a:lnTo>
                <a:lnTo>
                  <a:pt x="12192" y="41801"/>
                </a:lnTo>
                <a:lnTo>
                  <a:pt x="10668" y="40277"/>
                </a:lnTo>
                <a:lnTo>
                  <a:pt x="9906" y="38753"/>
                </a:lnTo>
                <a:lnTo>
                  <a:pt x="9906" y="36467"/>
                </a:lnTo>
                <a:lnTo>
                  <a:pt x="9144" y="34943"/>
                </a:lnTo>
                <a:lnTo>
                  <a:pt x="9144" y="53078"/>
                </a:lnTo>
                <a:lnTo>
                  <a:pt x="12192" y="55517"/>
                </a:lnTo>
                <a:lnTo>
                  <a:pt x="12192" y="56279"/>
                </a:lnTo>
                <a:lnTo>
                  <a:pt x="12954" y="56279"/>
                </a:lnTo>
                <a:lnTo>
                  <a:pt x="17526" y="58565"/>
                </a:lnTo>
                <a:lnTo>
                  <a:pt x="18288" y="58565"/>
                </a:lnTo>
                <a:close/>
              </a:path>
              <a:path w="68579" h="62229">
                <a:moveTo>
                  <a:pt x="12954" y="22751"/>
                </a:moveTo>
                <a:lnTo>
                  <a:pt x="12192" y="23513"/>
                </a:lnTo>
                <a:lnTo>
                  <a:pt x="12192" y="24275"/>
                </a:lnTo>
                <a:lnTo>
                  <a:pt x="12954" y="22751"/>
                </a:lnTo>
                <a:close/>
              </a:path>
              <a:path w="68579" h="62229">
                <a:moveTo>
                  <a:pt x="22098" y="50183"/>
                </a:moveTo>
                <a:lnTo>
                  <a:pt x="17526" y="47897"/>
                </a:lnTo>
                <a:lnTo>
                  <a:pt x="18288" y="48659"/>
                </a:lnTo>
                <a:lnTo>
                  <a:pt x="18288" y="59327"/>
                </a:lnTo>
                <a:lnTo>
                  <a:pt x="21336" y="60198"/>
                </a:lnTo>
                <a:lnTo>
                  <a:pt x="21336" y="50183"/>
                </a:lnTo>
                <a:lnTo>
                  <a:pt x="22098" y="50183"/>
                </a:lnTo>
                <a:close/>
              </a:path>
              <a:path w="68579" h="62229">
                <a:moveTo>
                  <a:pt x="60960" y="48659"/>
                </a:moveTo>
                <a:lnTo>
                  <a:pt x="60960" y="9035"/>
                </a:lnTo>
                <a:lnTo>
                  <a:pt x="60198" y="9035"/>
                </a:lnTo>
                <a:lnTo>
                  <a:pt x="56388" y="5225"/>
                </a:lnTo>
                <a:lnTo>
                  <a:pt x="55626" y="5225"/>
                </a:lnTo>
                <a:lnTo>
                  <a:pt x="51054" y="2939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4463"/>
                </a:lnTo>
                <a:lnTo>
                  <a:pt x="18288" y="4463"/>
                </a:lnTo>
                <a:lnTo>
                  <a:pt x="18288" y="15893"/>
                </a:lnTo>
                <a:lnTo>
                  <a:pt x="23622" y="12845"/>
                </a:lnTo>
                <a:lnTo>
                  <a:pt x="23622" y="13280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232"/>
                </a:lnTo>
                <a:lnTo>
                  <a:pt x="47244" y="11321"/>
                </a:lnTo>
                <a:lnTo>
                  <a:pt x="47244" y="11702"/>
                </a:lnTo>
                <a:lnTo>
                  <a:pt x="50292" y="13226"/>
                </a:lnTo>
                <a:lnTo>
                  <a:pt x="50292" y="12845"/>
                </a:lnTo>
                <a:lnTo>
                  <a:pt x="54102" y="15385"/>
                </a:lnTo>
                <a:lnTo>
                  <a:pt x="54102" y="15131"/>
                </a:lnTo>
                <a:lnTo>
                  <a:pt x="54864" y="15893"/>
                </a:lnTo>
                <a:lnTo>
                  <a:pt x="54864" y="16274"/>
                </a:lnTo>
                <a:lnTo>
                  <a:pt x="57150" y="19703"/>
                </a:lnTo>
                <a:lnTo>
                  <a:pt x="57150" y="20084"/>
                </a:lnTo>
                <a:lnTo>
                  <a:pt x="57912" y="21227"/>
                </a:lnTo>
                <a:lnTo>
                  <a:pt x="58674" y="22751"/>
                </a:lnTo>
                <a:lnTo>
                  <a:pt x="58674" y="25037"/>
                </a:lnTo>
                <a:lnTo>
                  <a:pt x="59436" y="26561"/>
                </a:lnTo>
                <a:lnTo>
                  <a:pt x="59436" y="49421"/>
                </a:lnTo>
                <a:lnTo>
                  <a:pt x="60198" y="48659"/>
                </a:lnTo>
                <a:lnTo>
                  <a:pt x="60960" y="48659"/>
                </a:lnTo>
                <a:close/>
              </a:path>
              <a:path w="68579" h="62229">
                <a:moveTo>
                  <a:pt x="26670" y="61136"/>
                </a:moveTo>
                <a:lnTo>
                  <a:pt x="26670" y="51707"/>
                </a:lnTo>
                <a:lnTo>
                  <a:pt x="21336" y="50183"/>
                </a:lnTo>
                <a:lnTo>
                  <a:pt x="21336" y="60198"/>
                </a:lnTo>
                <a:lnTo>
                  <a:pt x="23622" y="60851"/>
                </a:lnTo>
                <a:lnTo>
                  <a:pt x="25146" y="60946"/>
                </a:lnTo>
                <a:lnTo>
                  <a:pt x="26670" y="61136"/>
                </a:lnTo>
                <a:close/>
              </a:path>
              <a:path w="68579" h="62229">
                <a:moveTo>
                  <a:pt x="23622" y="13280"/>
                </a:moveTo>
                <a:lnTo>
                  <a:pt x="23622" y="12845"/>
                </a:lnTo>
                <a:lnTo>
                  <a:pt x="22860" y="13607"/>
                </a:lnTo>
                <a:lnTo>
                  <a:pt x="23622" y="13280"/>
                </a:lnTo>
                <a:close/>
              </a:path>
              <a:path w="68579" h="62229">
                <a:moveTo>
                  <a:pt x="36576" y="60851"/>
                </a:moveTo>
                <a:lnTo>
                  <a:pt x="36576" y="51707"/>
                </a:lnTo>
                <a:lnTo>
                  <a:pt x="30480" y="51707"/>
                </a:lnTo>
                <a:lnTo>
                  <a:pt x="25908" y="50945"/>
                </a:lnTo>
                <a:lnTo>
                  <a:pt x="26670" y="51707"/>
                </a:lnTo>
                <a:lnTo>
                  <a:pt x="26670" y="61136"/>
                </a:lnTo>
                <a:lnTo>
                  <a:pt x="30480" y="61613"/>
                </a:lnTo>
                <a:lnTo>
                  <a:pt x="32004" y="61504"/>
                </a:lnTo>
                <a:lnTo>
                  <a:pt x="36576" y="60851"/>
                </a:lnTo>
                <a:close/>
              </a:path>
              <a:path w="68579" h="62229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62229">
                <a:moveTo>
                  <a:pt x="31242" y="51707"/>
                </a:moveTo>
                <a:lnTo>
                  <a:pt x="30480" y="51598"/>
                </a:lnTo>
                <a:lnTo>
                  <a:pt x="31242" y="51707"/>
                </a:lnTo>
                <a:close/>
              </a:path>
              <a:path w="68579" h="62229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62229">
                <a:moveTo>
                  <a:pt x="41148" y="59898"/>
                </a:moveTo>
                <a:lnTo>
                  <a:pt x="41148" y="50183"/>
                </a:lnTo>
                <a:lnTo>
                  <a:pt x="35052" y="51707"/>
                </a:lnTo>
                <a:lnTo>
                  <a:pt x="36576" y="51707"/>
                </a:lnTo>
                <a:lnTo>
                  <a:pt x="36576" y="60851"/>
                </a:lnTo>
                <a:lnTo>
                  <a:pt x="37338" y="60851"/>
                </a:lnTo>
                <a:lnTo>
                  <a:pt x="41148" y="59898"/>
                </a:lnTo>
                <a:close/>
              </a:path>
              <a:path w="68579" h="62229">
                <a:moveTo>
                  <a:pt x="46482" y="47897"/>
                </a:moveTo>
                <a:lnTo>
                  <a:pt x="40386" y="50183"/>
                </a:lnTo>
                <a:lnTo>
                  <a:pt x="41148" y="50183"/>
                </a:lnTo>
                <a:lnTo>
                  <a:pt x="41148" y="59898"/>
                </a:lnTo>
                <a:lnTo>
                  <a:pt x="43434" y="59327"/>
                </a:lnTo>
                <a:lnTo>
                  <a:pt x="44196" y="59327"/>
                </a:lnTo>
                <a:lnTo>
                  <a:pt x="45720" y="58565"/>
                </a:lnTo>
                <a:lnTo>
                  <a:pt x="45720" y="48659"/>
                </a:lnTo>
                <a:lnTo>
                  <a:pt x="46482" y="47897"/>
                </a:lnTo>
                <a:close/>
              </a:path>
              <a:path w="68579" h="62229">
                <a:moveTo>
                  <a:pt x="43434" y="10232"/>
                </a:moveTo>
                <a:lnTo>
                  <a:pt x="43434" y="9797"/>
                </a:lnTo>
                <a:lnTo>
                  <a:pt x="41910" y="9797"/>
                </a:lnTo>
                <a:lnTo>
                  <a:pt x="43434" y="10232"/>
                </a:lnTo>
                <a:close/>
              </a:path>
              <a:path w="68579" h="62229">
                <a:moveTo>
                  <a:pt x="50292" y="44849"/>
                </a:moveTo>
                <a:lnTo>
                  <a:pt x="45720" y="48659"/>
                </a:lnTo>
                <a:lnTo>
                  <a:pt x="45720" y="58565"/>
                </a:lnTo>
                <a:lnTo>
                  <a:pt x="49530" y="56660"/>
                </a:lnTo>
                <a:lnTo>
                  <a:pt x="49530" y="45611"/>
                </a:lnTo>
                <a:lnTo>
                  <a:pt x="50292" y="44849"/>
                </a:lnTo>
                <a:close/>
              </a:path>
              <a:path w="68579" h="62229">
                <a:moveTo>
                  <a:pt x="47244" y="11702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702"/>
                </a:lnTo>
                <a:close/>
              </a:path>
              <a:path w="68579" h="62229">
                <a:moveTo>
                  <a:pt x="53530" y="42277"/>
                </a:moveTo>
                <a:lnTo>
                  <a:pt x="49530" y="45611"/>
                </a:lnTo>
                <a:lnTo>
                  <a:pt x="49530" y="56660"/>
                </a:lnTo>
                <a:lnTo>
                  <a:pt x="50292" y="56279"/>
                </a:lnTo>
                <a:lnTo>
                  <a:pt x="51054" y="56279"/>
                </a:lnTo>
                <a:lnTo>
                  <a:pt x="53340" y="54755"/>
                </a:lnTo>
                <a:lnTo>
                  <a:pt x="53340" y="42563"/>
                </a:lnTo>
                <a:lnTo>
                  <a:pt x="53530" y="42277"/>
                </a:lnTo>
                <a:close/>
              </a:path>
              <a:path w="68579" h="62229">
                <a:moveTo>
                  <a:pt x="51054" y="13607"/>
                </a:moveTo>
                <a:lnTo>
                  <a:pt x="50292" y="12845"/>
                </a:lnTo>
                <a:lnTo>
                  <a:pt x="50292" y="13226"/>
                </a:lnTo>
                <a:lnTo>
                  <a:pt x="51054" y="13607"/>
                </a:lnTo>
                <a:close/>
              </a:path>
              <a:path w="68579" h="62229">
                <a:moveTo>
                  <a:pt x="54102" y="41801"/>
                </a:moveTo>
                <a:lnTo>
                  <a:pt x="53530" y="42277"/>
                </a:lnTo>
                <a:lnTo>
                  <a:pt x="53340" y="42563"/>
                </a:lnTo>
                <a:lnTo>
                  <a:pt x="54102" y="41801"/>
                </a:lnTo>
                <a:close/>
              </a:path>
              <a:path w="68579" h="62229">
                <a:moveTo>
                  <a:pt x="54102" y="54247"/>
                </a:moveTo>
                <a:lnTo>
                  <a:pt x="54102" y="41801"/>
                </a:lnTo>
                <a:lnTo>
                  <a:pt x="53340" y="42563"/>
                </a:lnTo>
                <a:lnTo>
                  <a:pt x="53340" y="54755"/>
                </a:lnTo>
                <a:lnTo>
                  <a:pt x="54102" y="54247"/>
                </a:lnTo>
                <a:close/>
              </a:path>
              <a:path w="68579" h="62229">
                <a:moveTo>
                  <a:pt x="58674" y="50183"/>
                </a:moveTo>
                <a:lnTo>
                  <a:pt x="58674" y="34181"/>
                </a:lnTo>
                <a:lnTo>
                  <a:pt x="56388" y="38753"/>
                </a:lnTo>
                <a:lnTo>
                  <a:pt x="56388" y="37991"/>
                </a:lnTo>
                <a:lnTo>
                  <a:pt x="53530" y="42277"/>
                </a:lnTo>
                <a:lnTo>
                  <a:pt x="54102" y="41801"/>
                </a:lnTo>
                <a:lnTo>
                  <a:pt x="54102" y="54247"/>
                </a:lnTo>
                <a:lnTo>
                  <a:pt x="55626" y="53231"/>
                </a:lnTo>
                <a:lnTo>
                  <a:pt x="58674" y="50183"/>
                </a:lnTo>
                <a:close/>
              </a:path>
              <a:path w="68579" h="62229">
                <a:moveTo>
                  <a:pt x="54864" y="15893"/>
                </a:moveTo>
                <a:lnTo>
                  <a:pt x="54102" y="15131"/>
                </a:lnTo>
                <a:lnTo>
                  <a:pt x="54406" y="15588"/>
                </a:lnTo>
                <a:lnTo>
                  <a:pt x="54864" y="15893"/>
                </a:lnTo>
                <a:close/>
              </a:path>
              <a:path w="68579" h="62229">
                <a:moveTo>
                  <a:pt x="54406" y="15588"/>
                </a:moveTo>
                <a:lnTo>
                  <a:pt x="54102" y="15131"/>
                </a:lnTo>
                <a:lnTo>
                  <a:pt x="54102" y="15385"/>
                </a:lnTo>
                <a:lnTo>
                  <a:pt x="54406" y="15588"/>
                </a:lnTo>
                <a:close/>
              </a:path>
              <a:path w="68579" h="62229">
                <a:moveTo>
                  <a:pt x="54864" y="16274"/>
                </a:moveTo>
                <a:lnTo>
                  <a:pt x="54864" y="15893"/>
                </a:lnTo>
                <a:lnTo>
                  <a:pt x="54406" y="15588"/>
                </a:lnTo>
                <a:lnTo>
                  <a:pt x="54864" y="16274"/>
                </a:lnTo>
                <a:close/>
              </a:path>
              <a:path w="68579" h="62229">
                <a:moveTo>
                  <a:pt x="57150" y="20084"/>
                </a:moveTo>
                <a:lnTo>
                  <a:pt x="57150" y="19703"/>
                </a:lnTo>
                <a:lnTo>
                  <a:pt x="56388" y="18941"/>
                </a:lnTo>
                <a:lnTo>
                  <a:pt x="57150" y="20084"/>
                </a:lnTo>
                <a:close/>
              </a:path>
              <a:path w="68579" h="62229">
                <a:moveTo>
                  <a:pt x="59436" y="49421"/>
                </a:moveTo>
                <a:lnTo>
                  <a:pt x="59436" y="30371"/>
                </a:lnTo>
                <a:lnTo>
                  <a:pt x="57912" y="34943"/>
                </a:lnTo>
                <a:lnTo>
                  <a:pt x="58674" y="34181"/>
                </a:lnTo>
                <a:lnTo>
                  <a:pt x="58674" y="50183"/>
                </a:lnTo>
                <a:lnTo>
                  <a:pt x="59436" y="49421"/>
                </a:lnTo>
                <a:close/>
              </a:path>
              <a:path w="68579" h="62229">
                <a:moveTo>
                  <a:pt x="64770" y="43325"/>
                </a:moveTo>
                <a:lnTo>
                  <a:pt x="64770" y="13607"/>
                </a:lnTo>
                <a:lnTo>
                  <a:pt x="60960" y="9797"/>
                </a:lnTo>
                <a:lnTo>
                  <a:pt x="60960" y="47897"/>
                </a:lnTo>
                <a:lnTo>
                  <a:pt x="64008" y="44087"/>
                </a:lnTo>
                <a:lnTo>
                  <a:pt x="64008" y="43325"/>
                </a:lnTo>
                <a:lnTo>
                  <a:pt x="64770" y="43325"/>
                </a:lnTo>
                <a:close/>
              </a:path>
              <a:path w="68579" h="62229">
                <a:moveTo>
                  <a:pt x="68580" y="32657"/>
                </a:moveTo>
                <a:lnTo>
                  <a:pt x="68580" y="21989"/>
                </a:lnTo>
                <a:lnTo>
                  <a:pt x="67056" y="18941"/>
                </a:lnTo>
                <a:lnTo>
                  <a:pt x="66294" y="16655"/>
                </a:lnTo>
                <a:lnTo>
                  <a:pt x="64770" y="14369"/>
                </a:lnTo>
                <a:lnTo>
                  <a:pt x="64770" y="42563"/>
                </a:lnTo>
                <a:lnTo>
                  <a:pt x="67056" y="37991"/>
                </a:lnTo>
                <a:lnTo>
                  <a:pt x="67056" y="37229"/>
                </a:lnTo>
                <a:lnTo>
                  <a:pt x="68580" y="32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3" name="object 33">
            <a:extLst>
              <a:ext uri="{FF2B5EF4-FFF2-40B4-BE49-F238E27FC236}">
                <a16:creationId xmlns:a16="http://schemas.microsoft.com/office/drawing/2014/main" id="{B743C174-385A-4779-AF4B-A84E39E52C2A}"/>
              </a:ext>
            </a:extLst>
          </p:cNvPr>
          <p:cNvSpPr/>
          <p:nvPr/>
        </p:nvSpPr>
        <p:spPr>
          <a:xfrm>
            <a:off x="3741985" y="1857113"/>
            <a:ext cx="80681" cy="726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5" name="object 34">
            <a:extLst>
              <a:ext uri="{FF2B5EF4-FFF2-40B4-BE49-F238E27FC236}">
                <a16:creationId xmlns:a16="http://schemas.microsoft.com/office/drawing/2014/main" id="{F33CA814-37F2-4F07-831B-89B0EDD4F181}"/>
              </a:ext>
            </a:extLst>
          </p:cNvPr>
          <p:cNvSpPr/>
          <p:nvPr/>
        </p:nvSpPr>
        <p:spPr>
          <a:xfrm>
            <a:off x="5615368" y="2942403"/>
            <a:ext cx="70224" cy="62005"/>
          </a:xfrm>
          <a:custGeom>
            <a:avLst/>
            <a:gdLst/>
            <a:ahLst/>
            <a:cxnLst/>
            <a:rect l="l" t="t" r="r" b="b"/>
            <a:pathLst>
              <a:path w="59689" h="52704">
                <a:moveTo>
                  <a:pt x="59078" y="26681"/>
                </a:moveTo>
                <a:lnTo>
                  <a:pt x="58114" y="16287"/>
                </a:lnTo>
                <a:lnTo>
                  <a:pt x="52613" y="7810"/>
                </a:lnTo>
                <a:lnTo>
                  <a:pt x="43826" y="2190"/>
                </a:lnTo>
                <a:lnTo>
                  <a:pt x="33039" y="0"/>
                </a:lnTo>
                <a:lnTo>
                  <a:pt x="21538" y="1809"/>
                </a:lnTo>
                <a:lnTo>
                  <a:pt x="10929" y="7489"/>
                </a:lnTo>
                <a:lnTo>
                  <a:pt x="3536" y="15811"/>
                </a:lnTo>
                <a:lnTo>
                  <a:pt x="0" y="25705"/>
                </a:lnTo>
                <a:lnTo>
                  <a:pt x="964" y="36099"/>
                </a:lnTo>
                <a:lnTo>
                  <a:pt x="6357" y="44576"/>
                </a:lnTo>
                <a:lnTo>
                  <a:pt x="14966" y="50196"/>
                </a:lnTo>
                <a:lnTo>
                  <a:pt x="25717" y="52387"/>
                </a:lnTo>
                <a:lnTo>
                  <a:pt x="37540" y="50577"/>
                </a:lnTo>
                <a:lnTo>
                  <a:pt x="48148" y="44898"/>
                </a:lnTo>
                <a:lnTo>
                  <a:pt x="55542" y="36575"/>
                </a:lnTo>
                <a:lnTo>
                  <a:pt x="59078" y="266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35">
            <a:extLst>
              <a:ext uri="{FF2B5EF4-FFF2-40B4-BE49-F238E27FC236}">
                <a16:creationId xmlns:a16="http://schemas.microsoft.com/office/drawing/2014/main" id="{2D5ED7B2-FDCF-4A2D-9D13-448F26C6C215}"/>
              </a:ext>
            </a:extLst>
          </p:cNvPr>
          <p:cNvSpPr/>
          <p:nvPr/>
        </p:nvSpPr>
        <p:spPr>
          <a:xfrm>
            <a:off x="5609331" y="2937360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8382" y="51816"/>
                </a:moveTo>
                <a:lnTo>
                  <a:pt x="8382" y="12954"/>
                </a:lnTo>
                <a:lnTo>
                  <a:pt x="4572" y="17526"/>
                </a:lnTo>
                <a:lnTo>
                  <a:pt x="4572" y="18288"/>
                </a:lnTo>
                <a:lnTo>
                  <a:pt x="2286" y="22860"/>
                </a:lnTo>
                <a:lnTo>
                  <a:pt x="1524" y="23622"/>
                </a:lnTo>
                <a:lnTo>
                  <a:pt x="762" y="28956"/>
                </a:lnTo>
                <a:lnTo>
                  <a:pt x="0" y="29718"/>
                </a:lnTo>
                <a:lnTo>
                  <a:pt x="0" y="35814"/>
                </a:lnTo>
                <a:lnTo>
                  <a:pt x="1524" y="41910"/>
                </a:lnTo>
                <a:lnTo>
                  <a:pt x="3048" y="44958"/>
                </a:lnTo>
                <a:lnTo>
                  <a:pt x="4572" y="47244"/>
                </a:lnTo>
                <a:lnTo>
                  <a:pt x="6096" y="50292"/>
                </a:lnTo>
                <a:lnTo>
                  <a:pt x="7620" y="51816"/>
                </a:lnTo>
                <a:lnTo>
                  <a:pt x="8382" y="51816"/>
                </a:lnTo>
                <a:close/>
              </a:path>
              <a:path w="69850" h="60960">
                <a:moveTo>
                  <a:pt x="60960" y="48768"/>
                </a:moveTo>
                <a:lnTo>
                  <a:pt x="60960" y="8382"/>
                </a:lnTo>
                <a:lnTo>
                  <a:pt x="56388" y="5334"/>
                </a:lnTo>
                <a:lnTo>
                  <a:pt x="56388" y="4572"/>
                </a:lnTo>
                <a:lnTo>
                  <a:pt x="55626" y="4572"/>
                </a:lnTo>
                <a:lnTo>
                  <a:pt x="51054" y="2286"/>
                </a:lnTo>
                <a:lnTo>
                  <a:pt x="50292" y="2286"/>
                </a:lnTo>
                <a:lnTo>
                  <a:pt x="44958" y="762"/>
                </a:lnTo>
                <a:lnTo>
                  <a:pt x="44196" y="0"/>
                </a:lnTo>
                <a:lnTo>
                  <a:pt x="30886" y="88"/>
                </a:lnTo>
                <a:lnTo>
                  <a:pt x="25146" y="1524"/>
                </a:lnTo>
                <a:lnTo>
                  <a:pt x="24384" y="2286"/>
                </a:lnTo>
                <a:lnTo>
                  <a:pt x="19050" y="4572"/>
                </a:lnTo>
                <a:lnTo>
                  <a:pt x="18288" y="4572"/>
                </a:lnTo>
                <a:lnTo>
                  <a:pt x="13716" y="8382"/>
                </a:lnTo>
                <a:lnTo>
                  <a:pt x="12954" y="8382"/>
                </a:lnTo>
                <a:lnTo>
                  <a:pt x="8382" y="12192"/>
                </a:lnTo>
                <a:lnTo>
                  <a:pt x="8382" y="52578"/>
                </a:lnTo>
                <a:lnTo>
                  <a:pt x="9906" y="53797"/>
                </a:lnTo>
                <a:lnTo>
                  <a:pt x="9906" y="31242"/>
                </a:lnTo>
                <a:lnTo>
                  <a:pt x="10668" y="25908"/>
                </a:lnTo>
                <a:lnTo>
                  <a:pt x="10668" y="27432"/>
                </a:lnTo>
                <a:lnTo>
                  <a:pt x="12192" y="23876"/>
                </a:lnTo>
                <a:lnTo>
                  <a:pt x="12192" y="22860"/>
                </a:lnTo>
                <a:lnTo>
                  <a:pt x="15240" y="19812"/>
                </a:lnTo>
                <a:lnTo>
                  <a:pt x="15240" y="19050"/>
                </a:lnTo>
                <a:lnTo>
                  <a:pt x="19050" y="15240"/>
                </a:lnTo>
                <a:lnTo>
                  <a:pt x="19050" y="15566"/>
                </a:lnTo>
                <a:lnTo>
                  <a:pt x="22860" y="13389"/>
                </a:lnTo>
                <a:lnTo>
                  <a:pt x="22860" y="12954"/>
                </a:lnTo>
                <a:lnTo>
                  <a:pt x="27432" y="10994"/>
                </a:lnTo>
                <a:lnTo>
                  <a:pt x="27432" y="10668"/>
                </a:lnTo>
                <a:lnTo>
                  <a:pt x="32766" y="10001"/>
                </a:lnTo>
                <a:lnTo>
                  <a:pt x="38100" y="9239"/>
                </a:lnTo>
                <a:lnTo>
                  <a:pt x="43434" y="9906"/>
                </a:lnTo>
                <a:lnTo>
                  <a:pt x="43434" y="10123"/>
                </a:lnTo>
                <a:lnTo>
                  <a:pt x="47244" y="11212"/>
                </a:lnTo>
                <a:lnTo>
                  <a:pt x="47244" y="10668"/>
                </a:lnTo>
                <a:lnTo>
                  <a:pt x="51816" y="12954"/>
                </a:lnTo>
                <a:lnTo>
                  <a:pt x="51816" y="13563"/>
                </a:lnTo>
                <a:lnTo>
                  <a:pt x="54102" y="15392"/>
                </a:lnTo>
                <a:lnTo>
                  <a:pt x="54102" y="15240"/>
                </a:lnTo>
                <a:lnTo>
                  <a:pt x="54864" y="16002"/>
                </a:lnTo>
                <a:lnTo>
                  <a:pt x="54864" y="16192"/>
                </a:lnTo>
                <a:lnTo>
                  <a:pt x="57150" y="19050"/>
                </a:lnTo>
                <a:lnTo>
                  <a:pt x="57150" y="18288"/>
                </a:lnTo>
                <a:lnTo>
                  <a:pt x="58674" y="22860"/>
                </a:lnTo>
                <a:lnTo>
                  <a:pt x="59436" y="24384"/>
                </a:lnTo>
                <a:lnTo>
                  <a:pt x="59436" y="50038"/>
                </a:lnTo>
                <a:lnTo>
                  <a:pt x="60960" y="48768"/>
                </a:lnTo>
                <a:close/>
              </a:path>
              <a:path w="69850" h="60960">
                <a:moveTo>
                  <a:pt x="15240" y="57367"/>
                </a:moveTo>
                <a:lnTo>
                  <a:pt x="15240" y="45720"/>
                </a:lnTo>
                <a:lnTo>
                  <a:pt x="12954" y="43434"/>
                </a:lnTo>
                <a:lnTo>
                  <a:pt x="11430" y="40386"/>
                </a:lnTo>
                <a:lnTo>
                  <a:pt x="10668" y="38100"/>
                </a:lnTo>
                <a:lnTo>
                  <a:pt x="9906" y="36576"/>
                </a:lnTo>
                <a:lnTo>
                  <a:pt x="9906" y="53797"/>
                </a:lnTo>
                <a:lnTo>
                  <a:pt x="12192" y="55626"/>
                </a:lnTo>
                <a:lnTo>
                  <a:pt x="12954" y="55626"/>
                </a:lnTo>
                <a:lnTo>
                  <a:pt x="12954" y="56388"/>
                </a:lnTo>
                <a:lnTo>
                  <a:pt x="15240" y="57367"/>
                </a:lnTo>
                <a:close/>
              </a:path>
              <a:path w="69850" h="60960">
                <a:moveTo>
                  <a:pt x="12954" y="22098"/>
                </a:moveTo>
                <a:lnTo>
                  <a:pt x="12192" y="22860"/>
                </a:lnTo>
                <a:lnTo>
                  <a:pt x="12192" y="23876"/>
                </a:lnTo>
                <a:lnTo>
                  <a:pt x="12954" y="22098"/>
                </a:lnTo>
                <a:close/>
              </a:path>
              <a:path w="69850" h="60960">
                <a:moveTo>
                  <a:pt x="18288" y="48006"/>
                </a:moveTo>
                <a:lnTo>
                  <a:pt x="14478" y="44958"/>
                </a:lnTo>
                <a:lnTo>
                  <a:pt x="15240" y="45720"/>
                </a:lnTo>
                <a:lnTo>
                  <a:pt x="15240" y="57367"/>
                </a:lnTo>
                <a:lnTo>
                  <a:pt x="17526" y="58347"/>
                </a:lnTo>
                <a:lnTo>
                  <a:pt x="17526" y="48006"/>
                </a:lnTo>
                <a:lnTo>
                  <a:pt x="18288" y="48006"/>
                </a:lnTo>
                <a:close/>
              </a:path>
              <a:path w="69850" h="60960">
                <a:moveTo>
                  <a:pt x="16002" y="19050"/>
                </a:moveTo>
                <a:lnTo>
                  <a:pt x="15240" y="19050"/>
                </a:lnTo>
                <a:lnTo>
                  <a:pt x="15240" y="19812"/>
                </a:lnTo>
                <a:lnTo>
                  <a:pt x="16002" y="19050"/>
                </a:lnTo>
                <a:close/>
              </a:path>
              <a:path w="69850" h="60960">
                <a:moveTo>
                  <a:pt x="22098" y="59544"/>
                </a:moveTo>
                <a:lnTo>
                  <a:pt x="22098" y="50292"/>
                </a:lnTo>
                <a:lnTo>
                  <a:pt x="17526" y="48006"/>
                </a:lnTo>
                <a:lnTo>
                  <a:pt x="17526" y="58347"/>
                </a:lnTo>
                <a:lnTo>
                  <a:pt x="18288" y="58674"/>
                </a:lnTo>
                <a:lnTo>
                  <a:pt x="19050" y="58674"/>
                </a:lnTo>
                <a:lnTo>
                  <a:pt x="22098" y="59544"/>
                </a:lnTo>
                <a:close/>
              </a:path>
              <a:path w="69850" h="60960">
                <a:moveTo>
                  <a:pt x="19050" y="15566"/>
                </a:moveTo>
                <a:lnTo>
                  <a:pt x="19050" y="15240"/>
                </a:lnTo>
                <a:lnTo>
                  <a:pt x="18288" y="16002"/>
                </a:lnTo>
                <a:lnTo>
                  <a:pt x="19050" y="15566"/>
                </a:lnTo>
                <a:close/>
              </a:path>
              <a:path w="69850" h="60960">
                <a:moveTo>
                  <a:pt x="26670" y="51054"/>
                </a:moveTo>
                <a:lnTo>
                  <a:pt x="21336" y="49530"/>
                </a:lnTo>
                <a:lnTo>
                  <a:pt x="22098" y="50292"/>
                </a:lnTo>
                <a:lnTo>
                  <a:pt x="22098" y="59544"/>
                </a:lnTo>
                <a:lnTo>
                  <a:pt x="24384" y="60198"/>
                </a:lnTo>
                <a:lnTo>
                  <a:pt x="25908" y="60306"/>
                </a:lnTo>
                <a:lnTo>
                  <a:pt x="25908" y="51054"/>
                </a:lnTo>
                <a:lnTo>
                  <a:pt x="26670" y="51054"/>
                </a:lnTo>
                <a:close/>
              </a:path>
              <a:path w="69850" h="60960">
                <a:moveTo>
                  <a:pt x="23622" y="12954"/>
                </a:moveTo>
                <a:lnTo>
                  <a:pt x="22860" y="12954"/>
                </a:lnTo>
                <a:lnTo>
                  <a:pt x="22860" y="13389"/>
                </a:lnTo>
                <a:lnTo>
                  <a:pt x="23622" y="12954"/>
                </a:lnTo>
                <a:close/>
              </a:path>
              <a:path w="69850" h="60960">
                <a:moveTo>
                  <a:pt x="31242" y="60960"/>
                </a:moveTo>
                <a:lnTo>
                  <a:pt x="31242" y="51816"/>
                </a:lnTo>
                <a:lnTo>
                  <a:pt x="30480" y="51816"/>
                </a:lnTo>
                <a:lnTo>
                  <a:pt x="25908" y="51054"/>
                </a:lnTo>
                <a:lnTo>
                  <a:pt x="25908" y="60306"/>
                </a:lnTo>
                <a:lnTo>
                  <a:pt x="30480" y="60960"/>
                </a:lnTo>
                <a:lnTo>
                  <a:pt x="31242" y="60960"/>
                </a:lnTo>
                <a:close/>
              </a:path>
              <a:path w="69850" h="60960">
                <a:moveTo>
                  <a:pt x="28194" y="10668"/>
                </a:moveTo>
                <a:lnTo>
                  <a:pt x="27432" y="10668"/>
                </a:lnTo>
                <a:lnTo>
                  <a:pt x="27432" y="10994"/>
                </a:lnTo>
                <a:lnTo>
                  <a:pt x="28194" y="10668"/>
                </a:lnTo>
                <a:close/>
              </a:path>
              <a:path w="69850" h="60960">
                <a:moveTo>
                  <a:pt x="30886" y="51765"/>
                </a:moveTo>
                <a:lnTo>
                  <a:pt x="30480" y="51707"/>
                </a:lnTo>
                <a:lnTo>
                  <a:pt x="30886" y="51765"/>
                </a:lnTo>
                <a:close/>
              </a:path>
              <a:path w="69850" h="60960">
                <a:moveTo>
                  <a:pt x="36576" y="60960"/>
                </a:moveTo>
                <a:lnTo>
                  <a:pt x="36576" y="51054"/>
                </a:lnTo>
                <a:lnTo>
                  <a:pt x="30886" y="51765"/>
                </a:lnTo>
                <a:lnTo>
                  <a:pt x="31242" y="51816"/>
                </a:lnTo>
                <a:lnTo>
                  <a:pt x="31242" y="60960"/>
                </a:lnTo>
                <a:lnTo>
                  <a:pt x="36576" y="60960"/>
                </a:lnTo>
                <a:close/>
              </a:path>
              <a:path w="69850" h="60960">
                <a:moveTo>
                  <a:pt x="33528" y="9906"/>
                </a:moveTo>
                <a:lnTo>
                  <a:pt x="32766" y="9906"/>
                </a:lnTo>
                <a:lnTo>
                  <a:pt x="33528" y="9906"/>
                </a:lnTo>
                <a:close/>
              </a:path>
              <a:path w="69850" h="60960">
                <a:moveTo>
                  <a:pt x="41910" y="49530"/>
                </a:moveTo>
                <a:lnTo>
                  <a:pt x="35814" y="51054"/>
                </a:lnTo>
                <a:lnTo>
                  <a:pt x="36576" y="51054"/>
                </a:lnTo>
                <a:lnTo>
                  <a:pt x="36576" y="60960"/>
                </a:lnTo>
                <a:lnTo>
                  <a:pt x="38455" y="60871"/>
                </a:lnTo>
                <a:lnTo>
                  <a:pt x="41148" y="60198"/>
                </a:lnTo>
                <a:lnTo>
                  <a:pt x="41148" y="50292"/>
                </a:lnTo>
                <a:lnTo>
                  <a:pt x="41910" y="49530"/>
                </a:lnTo>
                <a:close/>
              </a:path>
              <a:path w="69850" h="60960">
                <a:moveTo>
                  <a:pt x="38455" y="9194"/>
                </a:moveTo>
                <a:lnTo>
                  <a:pt x="38100" y="9144"/>
                </a:lnTo>
                <a:lnTo>
                  <a:pt x="38455" y="9194"/>
                </a:lnTo>
                <a:close/>
              </a:path>
              <a:path w="69850" h="60960">
                <a:moveTo>
                  <a:pt x="38862" y="9252"/>
                </a:moveTo>
                <a:lnTo>
                  <a:pt x="38455" y="9194"/>
                </a:lnTo>
                <a:lnTo>
                  <a:pt x="38862" y="9252"/>
                </a:lnTo>
                <a:close/>
              </a:path>
              <a:path w="69850" h="60960">
                <a:moveTo>
                  <a:pt x="46482" y="58020"/>
                </a:moveTo>
                <a:lnTo>
                  <a:pt x="46482" y="48006"/>
                </a:lnTo>
                <a:lnTo>
                  <a:pt x="41148" y="50292"/>
                </a:lnTo>
                <a:lnTo>
                  <a:pt x="41148" y="60198"/>
                </a:lnTo>
                <a:lnTo>
                  <a:pt x="44196" y="59436"/>
                </a:lnTo>
                <a:lnTo>
                  <a:pt x="44196" y="58674"/>
                </a:lnTo>
                <a:lnTo>
                  <a:pt x="44958" y="58674"/>
                </a:lnTo>
                <a:lnTo>
                  <a:pt x="46482" y="58020"/>
                </a:lnTo>
                <a:close/>
              </a:path>
              <a:path w="69850" h="60960">
                <a:moveTo>
                  <a:pt x="43434" y="10123"/>
                </a:moveTo>
                <a:lnTo>
                  <a:pt x="43434" y="9906"/>
                </a:lnTo>
                <a:lnTo>
                  <a:pt x="42672" y="9906"/>
                </a:lnTo>
                <a:lnTo>
                  <a:pt x="43434" y="10123"/>
                </a:lnTo>
                <a:close/>
              </a:path>
              <a:path w="69850" h="60960">
                <a:moveTo>
                  <a:pt x="54102" y="53848"/>
                </a:moveTo>
                <a:lnTo>
                  <a:pt x="54102" y="41910"/>
                </a:lnTo>
                <a:lnTo>
                  <a:pt x="50292" y="45720"/>
                </a:lnTo>
                <a:lnTo>
                  <a:pt x="50292" y="44958"/>
                </a:lnTo>
                <a:lnTo>
                  <a:pt x="45720" y="48006"/>
                </a:lnTo>
                <a:lnTo>
                  <a:pt x="46482" y="48006"/>
                </a:lnTo>
                <a:lnTo>
                  <a:pt x="46482" y="58020"/>
                </a:lnTo>
                <a:lnTo>
                  <a:pt x="50292" y="56388"/>
                </a:lnTo>
                <a:lnTo>
                  <a:pt x="51054" y="56388"/>
                </a:lnTo>
                <a:lnTo>
                  <a:pt x="54102" y="53848"/>
                </a:lnTo>
                <a:close/>
              </a:path>
              <a:path w="69850" h="60960">
                <a:moveTo>
                  <a:pt x="48006" y="11430"/>
                </a:moveTo>
                <a:lnTo>
                  <a:pt x="47244" y="10668"/>
                </a:lnTo>
                <a:lnTo>
                  <a:pt x="47244" y="11212"/>
                </a:lnTo>
                <a:lnTo>
                  <a:pt x="48006" y="11430"/>
                </a:lnTo>
                <a:close/>
              </a:path>
              <a:path w="69850" h="60960">
                <a:moveTo>
                  <a:pt x="51816" y="13563"/>
                </a:moveTo>
                <a:lnTo>
                  <a:pt x="51816" y="12954"/>
                </a:lnTo>
                <a:lnTo>
                  <a:pt x="51054" y="12954"/>
                </a:lnTo>
                <a:lnTo>
                  <a:pt x="51816" y="13563"/>
                </a:lnTo>
                <a:close/>
              </a:path>
              <a:path w="69850" h="60960">
                <a:moveTo>
                  <a:pt x="58674" y="50673"/>
                </a:moveTo>
                <a:lnTo>
                  <a:pt x="58674" y="33528"/>
                </a:lnTo>
                <a:lnTo>
                  <a:pt x="56388" y="38862"/>
                </a:lnTo>
                <a:lnTo>
                  <a:pt x="56388" y="38100"/>
                </a:lnTo>
                <a:lnTo>
                  <a:pt x="53340" y="41910"/>
                </a:lnTo>
                <a:lnTo>
                  <a:pt x="54102" y="41910"/>
                </a:lnTo>
                <a:lnTo>
                  <a:pt x="54102" y="53848"/>
                </a:lnTo>
                <a:lnTo>
                  <a:pt x="55626" y="52578"/>
                </a:lnTo>
                <a:lnTo>
                  <a:pt x="56388" y="52578"/>
                </a:lnTo>
                <a:lnTo>
                  <a:pt x="58674" y="50673"/>
                </a:lnTo>
                <a:close/>
              </a:path>
              <a:path w="69850" h="60960">
                <a:moveTo>
                  <a:pt x="54864" y="16002"/>
                </a:moveTo>
                <a:lnTo>
                  <a:pt x="54102" y="15240"/>
                </a:lnTo>
                <a:lnTo>
                  <a:pt x="54440" y="15663"/>
                </a:lnTo>
                <a:lnTo>
                  <a:pt x="54864" y="16002"/>
                </a:lnTo>
                <a:close/>
              </a:path>
              <a:path w="69850" h="60960">
                <a:moveTo>
                  <a:pt x="54440" y="15663"/>
                </a:moveTo>
                <a:lnTo>
                  <a:pt x="54102" y="15240"/>
                </a:lnTo>
                <a:lnTo>
                  <a:pt x="54102" y="15392"/>
                </a:lnTo>
                <a:lnTo>
                  <a:pt x="54440" y="15663"/>
                </a:lnTo>
                <a:close/>
              </a:path>
              <a:path w="69850" h="60960">
                <a:moveTo>
                  <a:pt x="54864" y="16192"/>
                </a:moveTo>
                <a:lnTo>
                  <a:pt x="54864" y="16002"/>
                </a:lnTo>
                <a:lnTo>
                  <a:pt x="54440" y="15663"/>
                </a:lnTo>
                <a:lnTo>
                  <a:pt x="54864" y="16192"/>
                </a:lnTo>
                <a:close/>
              </a:path>
              <a:path w="69850" h="60960">
                <a:moveTo>
                  <a:pt x="59436" y="50038"/>
                </a:moveTo>
                <a:lnTo>
                  <a:pt x="59436" y="29718"/>
                </a:lnTo>
                <a:lnTo>
                  <a:pt x="57912" y="35052"/>
                </a:lnTo>
                <a:lnTo>
                  <a:pt x="58674" y="33528"/>
                </a:lnTo>
                <a:lnTo>
                  <a:pt x="58674" y="50673"/>
                </a:lnTo>
                <a:lnTo>
                  <a:pt x="59436" y="50038"/>
                </a:lnTo>
                <a:close/>
              </a:path>
              <a:path w="69850" h="60960">
                <a:moveTo>
                  <a:pt x="64770" y="43434"/>
                </a:moveTo>
                <a:lnTo>
                  <a:pt x="64770" y="12954"/>
                </a:lnTo>
                <a:lnTo>
                  <a:pt x="61722" y="9144"/>
                </a:lnTo>
                <a:lnTo>
                  <a:pt x="60960" y="9144"/>
                </a:lnTo>
                <a:lnTo>
                  <a:pt x="60960" y="48006"/>
                </a:lnTo>
                <a:lnTo>
                  <a:pt x="64770" y="43434"/>
                </a:lnTo>
                <a:close/>
              </a:path>
              <a:path w="69850" h="60960">
                <a:moveTo>
                  <a:pt x="68580" y="32004"/>
                </a:moveTo>
                <a:lnTo>
                  <a:pt x="68580" y="22098"/>
                </a:lnTo>
                <a:lnTo>
                  <a:pt x="67818" y="19050"/>
                </a:lnTo>
                <a:lnTo>
                  <a:pt x="66294" y="16002"/>
                </a:lnTo>
                <a:lnTo>
                  <a:pt x="64770" y="13716"/>
                </a:lnTo>
                <a:lnTo>
                  <a:pt x="64770" y="42672"/>
                </a:lnTo>
                <a:lnTo>
                  <a:pt x="67056" y="38100"/>
                </a:lnTo>
                <a:lnTo>
                  <a:pt x="67056" y="37338"/>
                </a:lnTo>
                <a:lnTo>
                  <a:pt x="67818" y="37338"/>
                </a:lnTo>
                <a:lnTo>
                  <a:pt x="68580" y="32004"/>
                </a:lnTo>
                <a:close/>
              </a:path>
              <a:path w="69850" h="60960">
                <a:moveTo>
                  <a:pt x="69342" y="25908"/>
                </a:moveTo>
                <a:lnTo>
                  <a:pt x="69342" y="25146"/>
                </a:lnTo>
                <a:lnTo>
                  <a:pt x="68580" y="25146"/>
                </a:lnTo>
                <a:lnTo>
                  <a:pt x="68580" y="31242"/>
                </a:lnTo>
                <a:lnTo>
                  <a:pt x="69342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36">
            <a:extLst>
              <a:ext uri="{FF2B5EF4-FFF2-40B4-BE49-F238E27FC236}">
                <a16:creationId xmlns:a16="http://schemas.microsoft.com/office/drawing/2014/main" id="{051E6143-3821-4266-AFAA-2F02BF400184}"/>
              </a:ext>
            </a:extLst>
          </p:cNvPr>
          <p:cNvSpPr/>
          <p:nvPr/>
        </p:nvSpPr>
        <p:spPr>
          <a:xfrm>
            <a:off x="6969277" y="4008755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19050" y="15906"/>
                </a:moveTo>
                <a:lnTo>
                  <a:pt x="19050" y="5238"/>
                </a:lnTo>
                <a:lnTo>
                  <a:pt x="18288" y="5238"/>
                </a:lnTo>
                <a:lnTo>
                  <a:pt x="13716" y="8286"/>
                </a:lnTo>
                <a:lnTo>
                  <a:pt x="12954" y="8286"/>
                </a:lnTo>
                <a:lnTo>
                  <a:pt x="12954" y="9048"/>
                </a:lnTo>
                <a:lnTo>
                  <a:pt x="9144" y="12858"/>
                </a:lnTo>
                <a:lnTo>
                  <a:pt x="8382" y="12858"/>
                </a:lnTo>
                <a:lnTo>
                  <a:pt x="5334" y="17430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762" y="28098"/>
                </a:lnTo>
                <a:lnTo>
                  <a:pt x="0" y="28860"/>
                </a:lnTo>
                <a:lnTo>
                  <a:pt x="7620" y="50196"/>
                </a:lnTo>
                <a:lnTo>
                  <a:pt x="7620" y="50958"/>
                </a:lnTo>
                <a:lnTo>
                  <a:pt x="8382" y="50958"/>
                </a:lnTo>
                <a:lnTo>
                  <a:pt x="9144" y="51568"/>
                </a:lnTo>
                <a:lnTo>
                  <a:pt x="9144" y="33432"/>
                </a:lnTo>
                <a:lnTo>
                  <a:pt x="9906" y="31908"/>
                </a:lnTo>
                <a:lnTo>
                  <a:pt x="9906" y="31146"/>
                </a:lnTo>
                <a:lnTo>
                  <a:pt x="10668" y="25812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9869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59054">
                <a:moveTo>
                  <a:pt x="14260" y="43774"/>
                </a:moveTo>
                <a:lnTo>
                  <a:pt x="12954" y="41814"/>
                </a:lnTo>
                <a:lnTo>
                  <a:pt x="11430" y="40290"/>
                </a:lnTo>
                <a:lnTo>
                  <a:pt x="9906" y="37242"/>
                </a:lnTo>
                <a:lnTo>
                  <a:pt x="9906" y="35718"/>
                </a:lnTo>
                <a:lnTo>
                  <a:pt x="9144" y="33432"/>
                </a:lnTo>
                <a:lnTo>
                  <a:pt x="9144" y="51568"/>
                </a:lnTo>
                <a:lnTo>
                  <a:pt x="12192" y="54006"/>
                </a:lnTo>
                <a:lnTo>
                  <a:pt x="12954" y="54006"/>
                </a:lnTo>
                <a:lnTo>
                  <a:pt x="13716" y="54387"/>
                </a:lnTo>
                <a:lnTo>
                  <a:pt x="13716" y="43338"/>
                </a:lnTo>
                <a:lnTo>
                  <a:pt x="14260" y="43774"/>
                </a:lnTo>
                <a:close/>
              </a:path>
              <a:path w="68579" h="59054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59054">
                <a:moveTo>
                  <a:pt x="14478" y="44100"/>
                </a:moveTo>
                <a:lnTo>
                  <a:pt x="14260" y="43774"/>
                </a:lnTo>
                <a:lnTo>
                  <a:pt x="13716" y="43338"/>
                </a:lnTo>
                <a:lnTo>
                  <a:pt x="14478" y="44100"/>
                </a:lnTo>
                <a:close/>
              </a:path>
              <a:path w="68579" h="59054">
                <a:moveTo>
                  <a:pt x="14478" y="54768"/>
                </a:moveTo>
                <a:lnTo>
                  <a:pt x="14478" y="44100"/>
                </a:lnTo>
                <a:lnTo>
                  <a:pt x="13716" y="43338"/>
                </a:lnTo>
                <a:lnTo>
                  <a:pt x="13716" y="54387"/>
                </a:lnTo>
                <a:lnTo>
                  <a:pt x="14478" y="54768"/>
                </a:lnTo>
                <a:close/>
              </a:path>
              <a:path w="68579" h="59054">
                <a:moveTo>
                  <a:pt x="17526" y="56292"/>
                </a:moveTo>
                <a:lnTo>
                  <a:pt x="17526" y="46386"/>
                </a:lnTo>
                <a:lnTo>
                  <a:pt x="14260" y="43774"/>
                </a:lnTo>
                <a:lnTo>
                  <a:pt x="14478" y="44100"/>
                </a:lnTo>
                <a:lnTo>
                  <a:pt x="14478" y="54768"/>
                </a:lnTo>
                <a:lnTo>
                  <a:pt x="17526" y="56292"/>
                </a:lnTo>
                <a:close/>
              </a:path>
              <a:path w="68579" h="59054">
                <a:moveTo>
                  <a:pt x="16002" y="18954"/>
                </a:moveTo>
                <a:lnTo>
                  <a:pt x="15240" y="19716"/>
                </a:lnTo>
                <a:lnTo>
                  <a:pt x="15240" y="19869"/>
                </a:lnTo>
                <a:lnTo>
                  <a:pt x="16002" y="18954"/>
                </a:lnTo>
                <a:close/>
              </a:path>
              <a:path w="68579" h="59054">
                <a:moveTo>
                  <a:pt x="21336" y="47910"/>
                </a:moveTo>
                <a:lnTo>
                  <a:pt x="16764" y="45624"/>
                </a:lnTo>
                <a:lnTo>
                  <a:pt x="17526" y="46386"/>
                </a:lnTo>
                <a:lnTo>
                  <a:pt x="17526" y="56292"/>
                </a:lnTo>
                <a:lnTo>
                  <a:pt x="18288" y="57054"/>
                </a:lnTo>
                <a:lnTo>
                  <a:pt x="20574" y="57381"/>
                </a:lnTo>
                <a:lnTo>
                  <a:pt x="20574" y="47910"/>
                </a:lnTo>
                <a:lnTo>
                  <a:pt x="21336" y="47910"/>
                </a:lnTo>
                <a:close/>
              </a:path>
              <a:path w="68579" h="59054">
                <a:moveTo>
                  <a:pt x="68580" y="30384"/>
                </a:moveTo>
                <a:lnTo>
                  <a:pt x="68580" y="24288"/>
                </a:lnTo>
                <a:lnTo>
                  <a:pt x="67818" y="20478"/>
                </a:lnTo>
                <a:lnTo>
                  <a:pt x="67056" y="18192"/>
                </a:lnTo>
                <a:lnTo>
                  <a:pt x="66294" y="15144"/>
                </a:lnTo>
                <a:lnTo>
                  <a:pt x="64770" y="12858"/>
                </a:lnTo>
                <a:lnTo>
                  <a:pt x="64770" y="12096"/>
                </a:lnTo>
                <a:lnTo>
                  <a:pt x="61722" y="8286"/>
                </a:lnTo>
                <a:lnTo>
                  <a:pt x="60198" y="8286"/>
                </a:lnTo>
                <a:lnTo>
                  <a:pt x="56388" y="5238"/>
                </a:lnTo>
                <a:lnTo>
                  <a:pt x="56388" y="4476"/>
                </a:lnTo>
                <a:lnTo>
                  <a:pt x="55626" y="4476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908" y="2190"/>
                </a:lnTo>
                <a:lnTo>
                  <a:pt x="25146" y="2190"/>
                </a:lnTo>
                <a:lnTo>
                  <a:pt x="19050" y="4476"/>
                </a:lnTo>
                <a:lnTo>
                  <a:pt x="19050" y="16668"/>
                </a:lnTo>
                <a:lnTo>
                  <a:pt x="22860" y="14128"/>
                </a:lnTo>
                <a:lnTo>
                  <a:pt x="22860" y="13620"/>
                </a:lnTo>
                <a:lnTo>
                  <a:pt x="28194" y="11620"/>
                </a:lnTo>
                <a:lnTo>
                  <a:pt x="28194" y="11334"/>
                </a:lnTo>
                <a:lnTo>
                  <a:pt x="32766" y="10028"/>
                </a:lnTo>
                <a:lnTo>
                  <a:pt x="32766" y="9810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588"/>
                </a:lnTo>
                <a:lnTo>
                  <a:pt x="51816" y="12858"/>
                </a:lnTo>
                <a:lnTo>
                  <a:pt x="51816" y="13468"/>
                </a:lnTo>
                <a:lnTo>
                  <a:pt x="54102" y="15297"/>
                </a:lnTo>
                <a:lnTo>
                  <a:pt x="54102" y="15144"/>
                </a:lnTo>
                <a:lnTo>
                  <a:pt x="57150" y="18192"/>
                </a:lnTo>
                <a:lnTo>
                  <a:pt x="57150" y="18573"/>
                </a:lnTo>
                <a:lnTo>
                  <a:pt x="57912" y="19716"/>
                </a:lnTo>
                <a:lnTo>
                  <a:pt x="58674" y="21240"/>
                </a:lnTo>
                <a:lnTo>
                  <a:pt x="58674" y="23526"/>
                </a:lnTo>
                <a:lnTo>
                  <a:pt x="59340" y="24860"/>
                </a:lnTo>
                <a:lnTo>
                  <a:pt x="59436" y="24288"/>
                </a:lnTo>
                <a:lnTo>
                  <a:pt x="59436" y="47021"/>
                </a:lnTo>
                <a:lnTo>
                  <a:pt x="60198" y="46386"/>
                </a:lnTo>
                <a:lnTo>
                  <a:pt x="60198" y="45624"/>
                </a:lnTo>
                <a:lnTo>
                  <a:pt x="64008" y="41814"/>
                </a:lnTo>
                <a:lnTo>
                  <a:pt x="64008" y="41052"/>
                </a:lnTo>
                <a:lnTo>
                  <a:pt x="66294" y="36480"/>
                </a:lnTo>
                <a:lnTo>
                  <a:pt x="67056" y="35718"/>
                </a:lnTo>
                <a:lnTo>
                  <a:pt x="67056" y="34956"/>
                </a:lnTo>
                <a:lnTo>
                  <a:pt x="68580" y="30384"/>
                </a:lnTo>
                <a:close/>
              </a:path>
              <a:path w="68579" h="59054">
                <a:moveTo>
                  <a:pt x="30480" y="58578"/>
                </a:moveTo>
                <a:lnTo>
                  <a:pt x="30480" y="49434"/>
                </a:lnTo>
                <a:lnTo>
                  <a:pt x="29718" y="49434"/>
                </a:lnTo>
                <a:lnTo>
                  <a:pt x="25146" y="48672"/>
                </a:lnTo>
                <a:lnTo>
                  <a:pt x="20574" y="47910"/>
                </a:lnTo>
                <a:lnTo>
                  <a:pt x="20574" y="57381"/>
                </a:lnTo>
                <a:lnTo>
                  <a:pt x="23622" y="57816"/>
                </a:lnTo>
                <a:lnTo>
                  <a:pt x="24384" y="58578"/>
                </a:lnTo>
                <a:lnTo>
                  <a:pt x="30480" y="58578"/>
                </a:lnTo>
                <a:close/>
              </a:path>
              <a:path w="68579" h="59054">
                <a:moveTo>
                  <a:pt x="23622" y="13620"/>
                </a:moveTo>
                <a:lnTo>
                  <a:pt x="22860" y="13620"/>
                </a:lnTo>
                <a:lnTo>
                  <a:pt x="22860" y="14128"/>
                </a:lnTo>
                <a:lnTo>
                  <a:pt x="23622" y="13620"/>
                </a:lnTo>
                <a:close/>
              </a:path>
              <a:path w="68579" h="59054">
                <a:moveTo>
                  <a:pt x="25908" y="48672"/>
                </a:moveTo>
                <a:lnTo>
                  <a:pt x="25146" y="48563"/>
                </a:lnTo>
                <a:lnTo>
                  <a:pt x="25908" y="48672"/>
                </a:lnTo>
                <a:close/>
              </a:path>
              <a:path w="68579" h="59054">
                <a:moveTo>
                  <a:pt x="28956" y="11334"/>
                </a:moveTo>
                <a:lnTo>
                  <a:pt x="28194" y="11334"/>
                </a:lnTo>
                <a:lnTo>
                  <a:pt x="28194" y="11620"/>
                </a:lnTo>
                <a:lnTo>
                  <a:pt x="28956" y="11334"/>
                </a:lnTo>
                <a:close/>
              </a:path>
              <a:path w="68579" h="59054">
                <a:moveTo>
                  <a:pt x="30124" y="49383"/>
                </a:moveTo>
                <a:lnTo>
                  <a:pt x="29718" y="49325"/>
                </a:lnTo>
                <a:lnTo>
                  <a:pt x="30124" y="49383"/>
                </a:lnTo>
                <a:close/>
              </a:path>
              <a:path w="68579" h="59054">
                <a:moveTo>
                  <a:pt x="35814" y="58578"/>
                </a:moveTo>
                <a:lnTo>
                  <a:pt x="35814" y="48672"/>
                </a:lnTo>
                <a:lnTo>
                  <a:pt x="30124" y="49383"/>
                </a:lnTo>
                <a:lnTo>
                  <a:pt x="30480" y="49434"/>
                </a:lnTo>
                <a:lnTo>
                  <a:pt x="30480" y="58578"/>
                </a:lnTo>
                <a:lnTo>
                  <a:pt x="35814" y="58578"/>
                </a:lnTo>
                <a:close/>
              </a:path>
              <a:path w="68579" h="59054">
                <a:moveTo>
                  <a:pt x="33528" y="9810"/>
                </a:moveTo>
                <a:lnTo>
                  <a:pt x="32766" y="9810"/>
                </a:lnTo>
                <a:lnTo>
                  <a:pt x="32766" y="10028"/>
                </a:lnTo>
                <a:lnTo>
                  <a:pt x="33528" y="9810"/>
                </a:lnTo>
                <a:close/>
              </a:path>
              <a:path w="68579" h="59054">
                <a:moveTo>
                  <a:pt x="41148" y="47148"/>
                </a:moveTo>
                <a:lnTo>
                  <a:pt x="35052" y="48672"/>
                </a:lnTo>
                <a:lnTo>
                  <a:pt x="35814" y="48672"/>
                </a:lnTo>
                <a:lnTo>
                  <a:pt x="35814" y="58578"/>
                </a:lnTo>
                <a:lnTo>
                  <a:pt x="36576" y="58578"/>
                </a:lnTo>
                <a:lnTo>
                  <a:pt x="36576" y="57816"/>
                </a:lnTo>
                <a:lnTo>
                  <a:pt x="37338" y="57816"/>
                </a:lnTo>
                <a:lnTo>
                  <a:pt x="40386" y="57054"/>
                </a:lnTo>
                <a:lnTo>
                  <a:pt x="40386" y="47910"/>
                </a:lnTo>
                <a:lnTo>
                  <a:pt x="41148" y="47148"/>
                </a:lnTo>
                <a:close/>
              </a:path>
              <a:path w="68579" h="59054">
                <a:moveTo>
                  <a:pt x="45720" y="44862"/>
                </a:moveTo>
                <a:lnTo>
                  <a:pt x="40386" y="47910"/>
                </a:lnTo>
                <a:lnTo>
                  <a:pt x="40386" y="57054"/>
                </a:lnTo>
                <a:lnTo>
                  <a:pt x="43434" y="56292"/>
                </a:lnTo>
                <a:lnTo>
                  <a:pt x="44196" y="56292"/>
                </a:lnTo>
                <a:lnTo>
                  <a:pt x="44958" y="55966"/>
                </a:lnTo>
                <a:lnTo>
                  <a:pt x="44958" y="45624"/>
                </a:lnTo>
                <a:lnTo>
                  <a:pt x="45720" y="44862"/>
                </a:lnTo>
                <a:close/>
              </a:path>
              <a:path w="68579" h="59054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59054">
                <a:moveTo>
                  <a:pt x="50292" y="54006"/>
                </a:moveTo>
                <a:lnTo>
                  <a:pt x="50292" y="42576"/>
                </a:lnTo>
                <a:lnTo>
                  <a:pt x="44958" y="45624"/>
                </a:lnTo>
                <a:lnTo>
                  <a:pt x="44958" y="55966"/>
                </a:lnTo>
                <a:lnTo>
                  <a:pt x="49530" y="54006"/>
                </a:lnTo>
                <a:lnTo>
                  <a:pt x="50292" y="54006"/>
                </a:lnTo>
                <a:close/>
              </a:path>
              <a:path w="68579" h="59054">
                <a:moveTo>
                  <a:pt x="48006" y="11588"/>
                </a:moveTo>
                <a:lnTo>
                  <a:pt x="48006" y="11334"/>
                </a:lnTo>
                <a:lnTo>
                  <a:pt x="47244" y="11334"/>
                </a:lnTo>
                <a:lnTo>
                  <a:pt x="48006" y="11588"/>
                </a:lnTo>
                <a:close/>
              </a:path>
              <a:path w="68579" h="59054">
                <a:moveTo>
                  <a:pt x="53340" y="51212"/>
                </a:moveTo>
                <a:lnTo>
                  <a:pt x="53340" y="39528"/>
                </a:lnTo>
                <a:lnTo>
                  <a:pt x="49530" y="42576"/>
                </a:lnTo>
                <a:lnTo>
                  <a:pt x="50292" y="42576"/>
                </a:lnTo>
                <a:lnTo>
                  <a:pt x="50292" y="53244"/>
                </a:lnTo>
                <a:lnTo>
                  <a:pt x="53340" y="51212"/>
                </a:lnTo>
                <a:close/>
              </a:path>
              <a:path w="68579" h="59054">
                <a:moveTo>
                  <a:pt x="51816" y="13468"/>
                </a:moveTo>
                <a:lnTo>
                  <a:pt x="51816" y="12858"/>
                </a:lnTo>
                <a:lnTo>
                  <a:pt x="51054" y="12858"/>
                </a:lnTo>
                <a:lnTo>
                  <a:pt x="51816" y="13468"/>
                </a:lnTo>
                <a:close/>
              </a:path>
              <a:path w="68579" h="59054">
                <a:moveTo>
                  <a:pt x="56388" y="49561"/>
                </a:moveTo>
                <a:lnTo>
                  <a:pt x="56388" y="35718"/>
                </a:lnTo>
                <a:lnTo>
                  <a:pt x="52578" y="39528"/>
                </a:lnTo>
                <a:lnTo>
                  <a:pt x="53340" y="39528"/>
                </a:lnTo>
                <a:lnTo>
                  <a:pt x="53340" y="51212"/>
                </a:lnTo>
                <a:lnTo>
                  <a:pt x="54864" y="50196"/>
                </a:lnTo>
                <a:lnTo>
                  <a:pt x="55626" y="50196"/>
                </a:lnTo>
                <a:lnTo>
                  <a:pt x="56388" y="49561"/>
                </a:lnTo>
                <a:close/>
              </a:path>
              <a:path w="68579" h="59054">
                <a:moveTo>
                  <a:pt x="54864" y="15906"/>
                </a:moveTo>
                <a:lnTo>
                  <a:pt x="54102" y="15144"/>
                </a:lnTo>
                <a:lnTo>
                  <a:pt x="54102" y="15297"/>
                </a:lnTo>
                <a:lnTo>
                  <a:pt x="54864" y="15906"/>
                </a:lnTo>
                <a:close/>
              </a:path>
              <a:path w="68579" h="59054">
                <a:moveTo>
                  <a:pt x="59436" y="47021"/>
                </a:moveTo>
                <a:lnTo>
                  <a:pt x="59436" y="25050"/>
                </a:lnTo>
                <a:lnTo>
                  <a:pt x="59340" y="24860"/>
                </a:lnTo>
                <a:lnTo>
                  <a:pt x="58674" y="28860"/>
                </a:lnTo>
                <a:lnTo>
                  <a:pt x="58674" y="28098"/>
                </a:lnTo>
                <a:lnTo>
                  <a:pt x="57912" y="32670"/>
                </a:lnTo>
                <a:lnTo>
                  <a:pt x="57912" y="31908"/>
                </a:lnTo>
                <a:lnTo>
                  <a:pt x="55626" y="36480"/>
                </a:lnTo>
                <a:lnTo>
                  <a:pt x="56388" y="35718"/>
                </a:lnTo>
                <a:lnTo>
                  <a:pt x="56388" y="49561"/>
                </a:lnTo>
                <a:lnTo>
                  <a:pt x="59436" y="47021"/>
                </a:lnTo>
                <a:close/>
              </a:path>
              <a:path w="68579" h="59054">
                <a:moveTo>
                  <a:pt x="57150" y="18573"/>
                </a:moveTo>
                <a:lnTo>
                  <a:pt x="57150" y="18192"/>
                </a:lnTo>
                <a:lnTo>
                  <a:pt x="56388" y="17430"/>
                </a:lnTo>
                <a:lnTo>
                  <a:pt x="57150" y="18573"/>
                </a:lnTo>
                <a:close/>
              </a:path>
              <a:path w="68579" h="59054">
                <a:moveTo>
                  <a:pt x="59436" y="25050"/>
                </a:moveTo>
                <a:lnTo>
                  <a:pt x="59436" y="24288"/>
                </a:lnTo>
                <a:lnTo>
                  <a:pt x="59340" y="24860"/>
                </a:lnTo>
                <a:lnTo>
                  <a:pt x="59436" y="25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1" name="object 37">
            <a:extLst>
              <a:ext uri="{FF2B5EF4-FFF2-40B4-BE49-F238E27FC236}">
                <a16:creationId xmlns:a16="http://schemas.microsoft.com/office/drawing/2014/main" id="{9CAC1A0E-5160-49B6-B00A-5108D2DCD685}"/>
              </a:ext>
            </a:extLst>
          </p:cNvPr>
          <p:cNvSpPr/>
          <p:nvPr/>
        </p:nvSpPr>
        <p:spPr>
          <a:xfrm>
            <a:off x="3736886" y="3007691"/>
            <a:ext cx="69476" cy="58271"/>
          </a:xfrm>
          <a:custGeom>
            <a:avLst/>
            <a:gdLst/>
            <a:ahLst/>
            <a:cxnLst/>
            <a:rect l="l" t="t" r="r" b="b"/>
            <a:pathLst>
              <a:path w="59054" h="49529">
                <a:moveTo>
                  <a:pt x="58531" y="24610"/>
                </a:moveTo>
                <a:lnTo>
                  <a:pt x="57673" y="14894"/>
                </a:lnTo>
                <a:lnTo>
                  <a:pt x="52613" y="6977"/>
                </a:lnTo>
                <a:lnTo>
                  <a:pt x="44053" y="1845"/>
                </a:lnTo>
                <a:lnTo>
                  <a:pt x="33349" y="0"/>
                </a:lnTo>
                <a:lnTo>
                  <a:pt x="21859" y="1940"/>
                </a:lnTo>
                <a:lnTo>
                  <a:pt x="11239" y="7477"/>
                </a:lnTo>
                <a:lnTo>
                  <a:pt x="3762" y="15370"/>
                </a:lnTo>
                <a:lnTo>
                  <a:pt x="0" y="24550"/>
                </a:lnTo>
                <a:lnTo>
                  <a:pt x="523" y="33944"/>
                </a:lnTo>
                <a:lnTo>
                  <a:pt x="5917" y="42183"/>
                </a:lnTo>
                <a:lnTo>
                  <a:pt x="14525" y="47279"/>
                </a:lnTo>
                <a:lnTo>
                  <a:pt x="25276" y="48946"/>
                </a:lnTo>
                <a:lnTo>
                  <a:pt x="37099" y="46898"/>
                </a:lnTo>
                <a:lnTo>
                  <a:pt x="47386" y="41469"/>
                </a:lnTo>
                <a:lnTo>
                  <a:pt x="54816" y="33754"/>
                </a:lnTo>
                <a:lnTo>
                  <a:pt x="58531" y="24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3" name="object 38">
            <a:extLst>
              <a:ext uri="{FF2B5EF4-FFF2-40B4-BE49-F238E27FC236}">
                <a16:creationId xmlns:a16="http://schemas.microsoft.com/office/drawing/2014/main" id="{12938BAF-3947-442A-BB86-A4B2AEC0D786}"/>
              </a:ext>
            </a:extLst>
          </p:cNvPr>
          <p:cNvSpPr/>
          <p:nvPr/>
        </p:nvSpPr>
        <p:spPr>
          <a:xfrm>
            <a:off x="3731225" y="3002034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68580" y="25037"/>
                </a:moveTo>
                <a:lnTo>
                  <a:pt x="68580" y="24275"/>
                </a:lnTo>
                <a:lnTo>
                  <a:pt x="67056" y="18179"/>
                </a:lnTo>
                <a:lnTo>
                  <a:pt x="65532" y="15131"/>
                </a:lnTo>
                <a:lnTo>
                  <a:pt x="64770" y="12845"/>
                </a:lnTo>
                <a:lnTo>
                  <a:pt x="64008" y="12845"/>
                </a:lnTo>
                <a:lnTo>
                  <a:pt x="64008" y="12083"/>
                </a:lnTo>
                <a:lnTo>
                  <a:pt x="60960" y="9035"/>
                </a:lnTo>
                <a:lnTo>
                  <a:pt x="60960" y="8273"/>
                </a:lnTo>
                <a:lnTo>
                  <a:pt x="60198" y="8273"/>
                </a:lnTo>
                <a:lnTo>
                  <a:pt x="56388" y="5225"/>
                </a:lnTo>
                <a:lnTo>
                  <a:pt x="55626" y="4463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5225"/>
                </a:lnTo>
                <a:lnTo>
                  <a:pt x="18288" y="5225"/>
                </a:lnTo>
                <a:lnTo>
                  <a:pt x="12954" y="8273"/>
                </a:lnTo>
                <a:lnTo>
                  <a:pt x="12954" y="9035"/>
                </a:lnTo>
                <a:lnTo>
                  <a:pt x="8382" y="12845"/>
                </a:lnTo>
                <a:lnTo>
                  <a:pt x="7620" y="12845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3513"/>
                </a:lnTo>
                <a:lnTo>
                  <a:pt x="0" y="28085"/>
                </a:lnTo>
                <a:lnTo>
                  <a:pt x="9144" y="52164"/>
                </a:lnTo>
                <a:lnTo>
                  <a:pt x="9144" y="31133"/>
                </a:lnTo>
                <a:lnTo>
                  <a:pt x="9906" y="28466"/>
                </a:lnTo>
                <a:lnTo>
                  <a:pt x="9906" y="27323"/>
                </a:lnTo>
                <a:lnTo>
                  <a:pt x="10668" y="25799"/>
                </a:lnTo>
                <a:lnTo>
                  <a:pt x="10668" y="26180"/>
                </a:lnTo>
                <a:lnTo>
                  <a:pt x="12192" y="23894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lnTo>
                  <a:pt x="19050" y="16219"/>
                </a:lnTo>
                <a:lnTo>
                  <a:pt x="22860" y="14042"/>
                </a:lnTo>
                <a:lnTo>
                  <a:pt x="22860" y="13607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051"/>
                </a:lnTo>
                <a:lnTo>
                  <a:pt x="47244" y="11321"/>
                </a:lnTo>
                <a:lnTo>
                  <a:pt x="47244" y="11575"/>
                </a:lnTo>
                <a:lnTo>
                  <a:pt x="51054" y="12845"/>
                </a:lnTo>
                <a:lnTo>
                  <a:pt x="51054" y="13454"/>
                </a:lnTo>
                <a:lnTo>
                  <a:pt x="53340" y="15283"/>
                </a:lnTo>
                <a:lnTo>
                  <a:pt x="53340" y="15131"/>
                </a:lnTo>
                <a:lnTo>
                  <a:pt x="57150" y="18179"/>
                </a:lnTo>
                <a:lnTo>
                  <a:pt x="57150" y="19703"/>
                </a:lnTo>
                <a:lnTo>
                  <a:pt x="57912" y="21227"/>
                </a:lnTo>
                <a:lnTo>
                  <a:pt x="58674" y="23513"/>
                </a:lnTo>
                <a:lnTo>
                  <a:pt x="58674" y="47135"/>
                </a:lnTo>
                <a:lnTo>
                  <a:pt x="60198" y="45611"/>
                </a:lnTo>
                <a:lnTo>
                  <a:pt x="63246" y="41801"/>
                </a:lnTo>
                <a:lnTo>
                  <a:pt x="63246" y="41039"/>
                </a:lnTo>
                <a:lnTo>
                  <a:pt x="64008" y="41039"/>
                </a:lnTo>
                <a:lnTo>
                  <a:pt x="66294" y="36467"/>
                </a:lnTo>
                <a:lnTo>
                  <a:pt x="66294" y="35705"/>
                </a:lnTo>
                <a:lnTo>
                  <a:pt x="67818" y="30371"/>
                </a:lnTo>
                <a:lnTo>
                  <a:pt x="67818" y="29609"/>
                </a:lnTo>
                <a:lnTo>
                  <a:pt x="68580" y="25037"/>
                </a:lnTo>
                <a:close/>
              </a:path>
              <a:path w="68579" h="59054">
                <a:moveTo>
                  <a:pt x="17526" y="56279"/>
                </a:moveTo>
                <a:lnTo>
                  <a:pt x="17526" y="46373"/>
                </a:lnTo>
                <a:lnTo>
                  <a:pt x="13716" y="43325"/>
                </a:lnTo>
                <a:lnTo>
                  <a:pt x="13716" y="44087"/>
                </a:lnTo>
                <a:lnTo>
                  <a:pt x="12192" y="41801"/>
                </a:lnTo>
                <a:lnTo>
                  <a:pt x="9144" y="35705"/>
                </a:lnTo>
                <a:lnTo>
                  <a:pt x="9144" y="52164"/>
                </a:lnTo>
                <a:lnTo>
                  <a:pt x="11430" y="53993"/>
                </a:lnTo>
                <a:lnTo>
                  <a:pt x="12192" y="53993"/>
                </a:lnTo>
                <a:lnTo>
                  <a:pt x="12192" y="54755"/>
                </a:lnTo>
                <a:lnTo>
                  <a:pt x="17526" y="56279"/>
                </a:lnTo>
                <a:close/>
              </a:path>
              <a:path w="68579" h="59054">
                <a:moveTo>
                  <a:pt x="10668" y="25799"/>
                </a:moveTo>
                <a:lnTo>
                  <a:pt x="9906" y="27323"/>
                </a:lnTo>
                <a:lnTo>
                  <a:pt x="10477" y="26465"/>
                </a:lnTo>
                <a:lnTo>
                  <a:pt x="10668" y="25799"/>
                </a:lnTo>
                <a:close/>
              </a:path>
              <a:path w="68579" h="59054">
                <a:moveTo>
                  <a:pt x="10477" y="26465"/>
                </a:moveTo>
                <a:lnTo>
                  <a:pt x="9906" y="27323"/>
                </a:lnTo>
                <a:lnTo>
                  <a:pt x="9906" y="28466"/>
                </a:lnTo>
                <a:lnTo>
                  <a:pt x="10477" y="26465"/>
                </a:lnTo>
                <a:close/>
              </a:path>
              <a:path w="68579" h="59054">
                <a:moveTo>
                  <a:pt x="10668" y="26180"/>
                </a:moveTo>
                <a:lnTo>
                  <a:pt x="10668" y="25799"/>
                </a:lnTo>
                <a:lnTo>
                  <a:pt x="10477" y="26465"/>
                </a:lnTo>
                <a:lnTo>
                  <a:pt x="10668" y="26180"/>
                </a:lnTo>
                <a:close/>
              </a:path>
              <a:path w="68579" h="59054">
                <a:moveTo>
                  <a:pt x="12954" y="22751"/>
                </a:moveTo>
                <a:lnTo>
                  <a:pt x="12192" y="23513"/>
                </a:lnTo>
                <a:lnTo>
                  <a:pt x="12192" y="23894"/>
                </a:lnTo>
                <a:lnTo>
                  <a:pt x="12954" y="22751"/>
                </a:lnTo>
                <a:close/>
              </a:path>
              <a:path w="68579" h="59054">
                <a:moveTo>
                  <a:pt x="21336" y="47897"/>
                </a:moveTo>
                <a:lnTo>
                  <a:pt x="16764" y="45611"/>
                </a:lnTo>
                <a:lnTo>
                  <a:pt x="17526" y="46373"/>
                </a:lnTo>
                <a:lnTo>
                  <a:pt x="17526" y="57041"/>
                </a:lnTo>
                <a:lnTo>
                  <a:pt x="18288" y="57041"/>
                </a:lnTo>
                <a:lnTo>
                  <a:pt x="20574" y="57422"/>
                </a:lnTo>
                <a:lnTo>
                  <a:pt x="20574" y="47897"/>
                </a:lnTo>
                <a:lnTo>
                  <a:pt x="21336" y="47897"/>
                </a:lnTo>
                <a:close/>
              </a:path>
              <a:path w="68579" h="59054">
                <a:moveTo>
                  <a:pt x="19050" y="16219"/>
                </a:moveTo>
                <a:lnTo>
                  <a:pt x="19050" y="15893"/>
                </a:lnTo>
                <a:lnTo>
                  <a:pt x="18288" y="16655"/>
                </a:lnTo>
                <a:lnTo>
                  <a:pt x="19050" y="16219"/>
                </a:lnTo>
                <a:close/>
              </a:path>
              <a:path w="68579" h="59054">
                <a:moveTo>
                  <a:pt x="25146" y="48659"/>
                </a:moveTo>
                <a:lnTo>
                  <a:pt x="20574" y="47897"/>
                </a:lnTo>
                <a:lnTo>
                  <a:pt x="20574" y="57422"/>
                </a:lnTo>
                <a:lnTo>
                  <a:pt x="22860" y="57803"/>
                </a:lnTo>
                <a:lnTo>
                  <a:pt x="23622" y="58565"/>
                </a:lnTo>
                <a:lnTo>
                  <a:pt x="24384" y="58565"/>
                </a:lnTo>
                <a:lnTo>
                  <a:pt x="24384" y="48659"/>
                </a:lnTo>
                <a:lnTo>
                  <a:pt x="25146" y="48659"/>
                </a:lnTo>
                <a:close/>
              </a:path>
              <a:path w="68579" h="59054">
                <a:moveTo>
                  <a:pt x="23622" y="13607"/>
                </a:moveTo>
                <a:lnTo>
                  <a:pt x="22860" y="13607"/>
                </a:lnTo>
                <a:lnTo>
                  <a:pt x="22860" y="14042"/>
                </a:lnTo>
                <a:lnTo>
                  <a:pt x="23622" y="13607"/>
                </a:lnTo>
                <a:close/>
              </a:path>
              <a:path w="68579" h="59054">
                <a:moveTo>
                  <a:pt x="30480" y="58565"/>
                </a:moveTo>
                <a:lnTo>
                  <a:pt x="30480" y="49421"/>
                </a:lnTo>
                <a:lnTo>
                  <a:pt x="29718" y="49421"/>
                </a:lnTo>
                <a:lnTo>
                  <a:pt x="24384" y="48659"/>
                </a:lnTo>
                <a:lnTo>
                  <a:pt x="24384" y="58565"/>
                </a:lnTo>
                <a:lnTo>
                  <a:pt x="30480" y="58565"/>
                </a:lnTo>
                <a:close/>
              </a:path>
              <a:path w="68579" h="59054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59054">
                <a:moveTo>
                  <a:pt x="30073" y="49370"/>
                </a:moveTo>
                <a:lnTo>
                  <a:pt x="29718" y="49325"/>
                </a:lnTo>
                <a:lnTo>
                  <a:pt x="30073" y="49370"/>
                </a:lnTo>
                <a:close/>
              </a:path>
              <a:path w="68579" h="59054">
                <a:moveTo>
                  <a:pt x="35052" y="58565"/>
                </a:moveTo>
                <a:lnTo>
                  <a:pt x="35052" y="48659"/>
                </a:lnTo>
                <a:lnTo>
                  <a:pt x="30073" y="49370"/>
                </a:lnTo>
                <a:lnTo>
                  <a:pt x="30480" y="49421"/>
                </a:lnTo>
                <a:lnTo>
                  <a:pt x="30480" y="58565"/>
                </a:lnTo>
                <a:lnTo>
                  <a:pt x="35052" y="58565"/>
                </a:lnTo>
                <a:close/>
              </a:path>
              <a:path w="68579" h="59054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59054">
                <a:moveTo>
                  <a:pt x="40386" y="47135"/>
                </a:moveTo>
                <a:lnTo>
                  <a:pt x="34290" y="48659"/>
                </a:lnTo>
                <a:lnTo>
                  <a:pt x="35052" y="48659"/>
                </a:lnTo>
                <a:lnTo>
                  <a:pt x="35052" y="58565"/>
                </a:lnTo>
                <a:lnTo>
                  <a:pt x="36576" y="58565"/>
                </a:lnTo>
                <a:lnTo>
                  <a:pt x="36576" y="57803"/>
                </a:lnTo>
                <a:lnTo>
                  <a:pt x="39624" y="57041"/>
                </a:lnTo>
                <a:lnTo>
                  <a:pt x="39624" y="47897"/>
                </a:lnTo>
                <a:lnTo>
                  <a:pt x="40386" y="47135"/>
                </a:lnTo>
                <a:close/>
              </a:path>
              <a:path w="68579" h="59054">
                <a:moveTo>
                  <a:pt x="45720" y="55299"/>
                </a:moveTo>
                <a:lnTo>
                  <a:pt x="45720" y="45611"/>
                </a:lnTo>
                <a:lnTo>
                  <a:pt x="39624" y="47897"/>
                </a:lnTo>
                <a:lnTo>
                  <a:pt x="39624" y="57041"/>
                </a:lnTo>
                <a:lnTo>
                  <a:pt x="42672" y="56279"/>
                </a:lnTo>
                <a:lnTo>
                  <a:pt x="43434" y="56279"/>
                </a:lnTo>
                <a:lnTo>
                  <a:pt x="45720" y="55299"/>
                </a:lnTo>
                <a:close/>
              </a:path>
              <a:path w="68579" h="59054">
                <a:moveTo>
                  <a:pt x="43434" y="10051"/>
                </a:moveTo>
                <a:lnTo>
                  <a:pt x="43434" y="9797"/>
                </a:lnTo>
                <a:lnTo>
                  <a:pt x="42672" y="9797"/>
                </a:lnTo>
                <a:lnTo>
                  <a:pt x="43434" y="10051"/>
                </a:lnTo>
                <a:close/>
              </a:path>
              <a:path w="68579" h="59054">
                <a:moveTo>
                  <a:pt x="49530" y="42563"/>
                </a:moveTo>
                <a:lnTo>
                  <a:pt x="44958" y="45611"/>
                </a:lnTo>
                <a:lnTo>
                  <a:pt x="45720" y="45611"/>
                </a:lnTo>
                <a:lnTo>
                  <a:pt x="45720" y="55299"/>
                </a:lnTo>
                <a:lnTo>
                  <a:pt x="48768" y="53993"/>
                </a:lnTo>
                <a:lnTo>
                  <a:pt x="48768" y="43325"/>
                </a:lnTo>
                <a:lnTo>
                  <a:pt x="49530" y="42563"/>
                </a:lnTo>
                <a:close/>
              </a:path>
              <a:path w="68579" h="59054">
                <a:moveTo>
                  <a:pt x="47244" y="11575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575"/>
                </a:lnTo>
                <a:close/>
              </a:path>
              <a:path w="68579" h="59054">
                <a:moveTo>
                  <a:pt x="53340" y="51271"/>
                </a:moveTo>
                <a:lnTo>
                  <a:pt x="53340" y="39515"/>
                </a:lnTo>
                <a:lnTo>
                  <a:pt x="48768" y="43325"/>
                </a:lnTo>
                <a:lnTo>
                  <a:pt x="48768" y="53993"/>
                </a:lnTo>
                <a:lnTo>
                  <a:pt x="49530" y="53993"/>
                </a:lnTo>
                <a:lnTo>
                  <a:pt x="53340" y="51271"/>
                </a:lnTo>
                <a:close/>
              </a:path>
              <a:path w="68579" h="59054">
                <a:moveTo>
                  <a:pt x="51054" y="13454"/>
                </a:moveTo>
                <a:lnTo>
                  <a:pt x="51054" y="12845"/>
                </a:lnTo>
                <a:lnTo>
                  <a:pt x="50292" y="12845"/>
                </a:lnTo>
                <a:lnTo>
                  <a:pt x="51054" y="13454"/>
                </a:lnTo>
                <a:close/>
              </a:path>
              <a:path w="68579" h="59054">
                <a:moveTo>
                  <a:pt x="57912" y="47897"/>
                </a:moveTo>
                <a:lnTo>
                  <a:pt x="57912" y="31895"/>
                </a:lnTo>
                <a:lnTo>
                  <a:pt x="55626" y="36467"/>
                </a:lnTo>
                <a:lnTo>
                  <a:pt x="55626" y="35705"/>
                </a:lnTo>
                <a:lnTo>
                  <a:pt x="52578" y="39515"/>
                </a:lnTo>
                <a:lnTo>
                  <a:pt x="53340" y="39515"/>
                </a:lnTo>
                <a:lnTo>
                  <a:pt x="53340" y="51271"/>
                </a:lnTo>
                <a:lnTo>
                  <a:pt x="54864" y="50183"/>
                </a:lnTo>
                <a:lnTo>
                  <a:pt x="55626" y="50183"/>
                </a:lnTo>
                <a:lnTo>
                  <a:pt x="57912" y="47897"/>
                </a:lnTo>
                <a:close/>
              </a:path>
              <a:path w="68579" h="59054">
                <a:moveTo>
                  <a:pt x="54102" y="15893"/>
                </a:moveTo>
                <a:lnTo>
                  <a:pt x="53340" y="15131"/>
                </a:lnTo>
                <a:lnTo>
                  <a:pt x="53340" y="15283"/>
                </a:lnTo>
                <a:lnTo>
                  <a:pt x="54102" y="15893"/>
                </a:lnTo>
                <a:close/>
              </a:path>
              <a:path w="68579" h="59054">
                <a:moveTo>
                  <a:pt x="57150" y="19703"/>
                </a:moveTo>
                <a:lnTo>
                  <a:pt x="57150" y="18179"/>
                </a:lnTo>
                <a:lnTo>
                  <a:pt x="56388" y="18179"/>
                </a:lnTo>
                <a:lnTo>
                  <a:pt x="57150" y="19703"/>
                </a:lnTo>
                <a:close/>
              </a:path>
              <a:path w="68579" h="59054">
                <a:moveTo>
                  <a:pt x="58674" y="47135"/>
                </a:moveTo>
                <a:lnTo>
                  <a:pt x="58674" y="28085"/>
                </a:lnTo>
                <a:lnTo>
                  <a:pt x="57150" y="32657"/>
                </a:lnTo>
                <a:lnTo>
                  <a:pt x="57912" y="31895"/>
                </a:lnTo>
                <a:lnTo>
                  <a:pt x="57912" y="47897"/>
                </a:lnTo>
                <a:lnTo>
                  <a:pt x="58674" y="47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5" name="object 39">
            <a:extLst>
              <a:ext uri="{FF2B5EF4-FFF2-40B4-BE49-F238E27FC236}">
                <a16:creationId xmlns:a16="http://schemas.microsoft.com/office/drawing/2014/main" id="{C027132C-52AD-4524-B5DE-9FAB83AEC79B}"/>
              </a:ext>
            </a:extLst>
          </p:cNvPr>
          <p:cNvSpPr/>
          <p:nvPr/>
        </p:nvSpPr>
        <p:spPr>
          <a:xfrm>
            <a:off x="4611559" y="2321485"/>
            <a:ext cx="74407" cy="672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7" name="object 40">
            <a:extLst>
              <a:ext uri="{FF2B5EF4-FFF2-40B4-BE49-F238E27FC236}">
                <a16:creationId xmlns:a16="http://schemas.microsoft.com/office/drawing/2014/main" id="{9C47A7B6-7DE2-4856-B9B0-7A6F85723C62}"/>
              </a:ext>
            </a:extLst>
          </p:cNvPr>
          <p:cNvSpPr/>
          <p:nvPr/>
        </p:nvSpPr>
        <p:spPr>
          <a:xfrm>
            <a:off x="4928911" y="4891666"/>
            <a:ext cx="82475" cy="7619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9" name="object 41">
            <a:extLst>
              <a:ext uri="{FF2B5EF4-FFF2-40B4-BE49-F238E27FC236}">
                <a16:creationId xmlns:a16="http://schemas.microsoft.com/office/drawing/2014/main" id="{35F2079C-EBFA-4B3B-980E-05F52DCE6552}"/>
              </a:ext>
            </a:extLst>
          </p:cNvPr>
          <p:cNvSpPr/>
          <p:nvPr/>
        </p:nvSpPr>
        <p:spPr>
          <a:xfrm>
            <a:off x="3723158" y="3549649"/>
            <a:ext cx="83087" cy="681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1" name="object 42">
            <a:extLst>
              <a:ext uri="{FF2B5EF4-FFF2-40B4-BE49-F238E27FC236}">
                <a16:creationId xmlns:a16="http://schemas.microsoft.com/office/drawing/2014/main" id="{98CD29BC-3181-4AF6-9A3D-7C27D0C55A38}"/>
              </a:ext>
            </a:extLst>
          </p:cNvPr>
          <p:cNvSpPr/>
          <p:nvPr/>
        </p:nvSpPr>
        <p:spPr>
          <a:xfrm>
            <a:off x="5171854" y="1540657"/>
            <a:ext cx="74407" cy="672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3" name="object 43">
            <a:extLst>
              <a:ext uri="{FF2B5EF4-FFF2-40B4-BE49-F238E27FC236}">
                <a16:creationId xmlns:a16="http://schemas.microsoft.com/office/drawing/2014/main" id="{A0BD4064-AD1F-49B3-9559-75DB0604D527}"/>
              </a:ext>
            </a:extLst>
          </p:cNvPr>
          <p:cNvSpPr/>
          <p:nvPr/>
        </p:nvSpPr>
        <p:spPr>
          <a:xfrm>
            <a:off x="6305888" y="3597164"/>
            <a:ext cx="82280" cy="7978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5" name="object 44">
            <a:extLst>
              <a:ext uri="{FF2B5EF4-FFF2-40B4-BE49-F238E27FC236}">
                <a16:creationId xmlns:a16="http://schemas.microsoft.com/office/drawing/2014/main" id="{57FD5AA0-4D4B-4C30-8E13-818197A6AC76}"/>
              </a:ext>
            </a:extLst>
          </p:cNvPr>
          <p:cNvSpPr/>
          <p:nvPr/>
        </p:nvSpPr>
        <p:spPr>
          <a:xfrm>
            <a:off x="5204127" y="3523651"/>
            <a:ext cx="74407" cy="681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7" name="object 45">
            <a:extLst>
              <a:ext uri="{FF2B5EF4-FFF2-40B4-BE49-F238E27FC236}">
                <a16:creationId xmlns:a16="http://schemas.microsoft.com/office/drawing/2014/main" id="{EC9DDC7C-41FF-4909-847C-88C233A10D83}"/>
              </a:ext>
            </a:extLst>
          </p:cNvPr>
          <p:cNvSpPr/>
          <p:nvPr/>
        </p:nvSpPr>
        <p:spPr>
          <a:xfrm>
            <a:off x="6673442" y="2683657"/>
            <a:ext cx="74407" cy="6723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9" name="object 46">
            <a:extLst>
              <a:ext uri="{FF2B5EF4-FFF2-40B4-BE49-F238E27FC236}">
                <a16:creationId xmlns:a16="http://schemas.microsoft.com/office/drawing/2014/main" id="{665A1BAB-470A-4DAD-84F7-CD012F0FD822}"/>
              </a:ext>
            </a:extLst>
          </p:cNvPr>
          <p:cNvSpPr/>
          <p:nvPr/>
        </p:nvSpPr>
        <p:spPr>
          <a:xfrm>
            <a:off x="3697160" y="1494042"/>
            <a:ext cx="70224" cy="56029"/>
          </a:xfrm>
          <a:custGeom>
            <a:avLst/>
            <a:gdLst/>
            <a:ahLst/>
            <a:cxnLst/>
            <a:rect l="l" t="t" r="r" b="b"/>
            <a:pathLst>
              <a:path w="59689" h="47625">
                <a:moveTo>
                  <a:pt x="59435" y="28194"/>
                </a:moveTo>
                <a:lnTo>
                  <a:pt x="58269" y="18645"/>
                </a:lnTo>
                <a:lnTo>
                  <a:pt x="52958" y="10096"/>
                </a:lnTo>
                <a:lnTo>
                  <a:pt x="44219" y="3548"/>
                </a:lnTo>
                <a:lnTo>
                  <a:pt x="32765" y="0"/>
                </a:lnTo>
                <a:lnTo>
                  <a:pt x="21109" y="202"/>
                </a:lnTo>
                <a:lnTo>
                  <a:pt x="10953" y="3905"/>
                </a:lnTo>
                <a:lnTo>
                  <a:pt x="3512" y="10608"/>
                </a:lnTo>
                <a:lnTo>
                  <a:pt x="0" y="19812"/>
                </a:lnTo>
                <a:lnTo>
                  <a:pt x="833" y="29241"/>
                </a:lnTo>
                <a:lnTo>
                  <a:pt x="6095" y="37528"/>
                </a:lnTo>
                <a:lnTo>
                  <a:pt x="14787" y="43815"/>
                </a:lnTo>
                <a:lnTo>
                  <a:pt x="25907" y="47244"/>
                </a:lnTo>
                <a:lnTo>
                  <a:pt x="37897" y="47053"/>
                </a:lnTo>
                <a:lnTo>
                  <a:pt x="48101" y="43434"/>
                </a:lnTo>
                <a:lnTo>
                  <a:pt x="55590" y="36957"/>
                </a:lnTo>
                <a:lnTo>
                  <a:pt x="59435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1" name="object 47">
            <a:extLst>
              <a:ext uri="{FF2B5EF4-FFF2-40B4-BE49-F238E27FC236}">
                <a16:creationId xmlns:a16="http://schemas.microsoft.com/office/drawing/2014/main" id="{DCFCCD51-1FC1-4800-A271-F4E61C01DF9F}"/>
              </a:ext>
            </a:extLst>
          </p:cNvPr>
          <p:cNvSpPr/>
          <p:nvPr/>
        </p:nvSpPr>
        <p:spPr>
          <a:xfrm>
            <a:off x="3690884" y="1487768"/>
            <a:ext cx="82176" cy="68728"/>
          </a:xfrm>
          <a:custGeom>
            <a:avLst/>
            <a:gdLst/>
            <a:ahLst/>
            <a:cxnLst/>
            <a:rect l="l" t="t" r="r" b="b"/>
            <a:pathLst>
              <a:path w="69850" h="58419">
                <a:moveTo>
                  <a:pt x="4572" y="41148"/>
                </a:moveTo>
                <a:lnTo>
                  <a:pt x="4572" y="13716"/>
                </a:lnTo>
                <a:lnTo>
                  <a:pt x="2286" y="17526"/>
                </a:lnTo>
                <a:lnTo>
                  <a:pt x="2286" y="18288"/>
                </a:lnTo>
                <a:lnTo>
                  <a:pt x="1524" y="18288"/>
                </a:lnTo>
                <a:lnTo>
                  <a:pt x="0" y="24384"/>
                </a:lnTo>
                <a:lnTo>
                  <a:pt x="0" y="30480"/>
                </a:lnTo>
                <a:lnTo>
                  <a:pt x="1524" y="35052"/>
                </a:lnTo>
                <a:lnTo>
                  <a:pt x="1524" y="36576"/>
                </a:lnTo>
                <a:lnTo>
                  <a:pt x="3810" y="41148"/>
                </a:lnTo>
                <a:lnTo>
                  <a:pt x="4572" y="41148"/>
                </a:lnTo>
                <a:close/>
              </a:path>
              <a:path w="69850" h="58419">
                <a:moveTo>
                  <a:pt x="32004" y="10001"/>
                </a:moveTo>
                <a:lnTo>
                  <a:pt x="32004" y="762"/>
                </a:lnTo>
                <a:lnTo>
                  <a:pt x="25146" y="762"/>
                </a:lnTo>
                <a:lnTo>
                  <a:pt x="19812" y="2286"/>
                </a:lnTo>
                <a:lnTo>
                  <a:pt x="19050" y="3048"/>
                </a:lnTo>
                <a:lnTo>
                  <a:pt x="14478" y="5334"/>
                </a:lnTo>
                <a:lnTo>
                  <a:pt x="13716" y="5334"/>
                </a:lnTo>
                <a:lnTo>
                  <a:pt x="9144" y="8382"/>
                </a:lnTo>
                <a:lnTo>
                  <a:pt x="8382" y="9144"/>
                </a:lnTo>
                <a:lnTo>
                  <a:pt x="5334" y="12954"/>
                </a:lnTo>
                <a:lnTo>
                  <a:pt x="4572" y="12954"/>
                </a:lnTo>
                <a:lnTo>
                  <a:pt x="4572" y="41910"/>
                </a:lnTo>
                <a:lnTo>
                  <a:pt x="7620" y="45720"/>
                </a:lnTo>
                <a:lnTo>
                  <a:pt x="7620" y="46482"/>
                </a:lnTo>
                <a:lnTo>
                  <a:pt x="8382" y="46482"/>
                </a:lnTo>
                <a:lnTo>
                  <a:pt x="9906" y="47701"/>
                </a:lnTo>
                <a:lnTo>
                  <a:pt x="9906" y="23622"/>
                </a:lnTo>
                <a:lnTo>
                  <a:pt x="10668" y="21336"/>
                </a:lnTo>
                <a:lnTo>
                  <a:pt x="10668" y="22860"/>
                </a:lnTo>
                <a:lnTo>
                  <a:pt x="12192" y="19812"/>
                </a:lnTo>
                <a:lnTo>
                  <a:pt x="12192" y="19050"/>
                </a:lnTo>
                <a:lnTo>
                  <a:pt x="14478" y="16192"/>
                </a:lnTo>
                <a:lnTo>
                  <a:pt x="14478" y="16002"/>
                </a:lnTo>
                <a:lnTo>
                  <a:pt x="15240" y="15240"/>
                </a:lnTo>
                <a:lnTo>
                  <a:pt x="15240" y="15494"/>
                </a:lnTo>
                <a:lnTo>
                  <a:pt x="19050" y="12954"/>
                </a:lnTo>
                <a:lnTo>
                  <a:pt x="19050" y="13335"/>
                </a:lnTo>
                <a:lnTo>
                  <a:pt x="22098" y="11811"/>
                </a:lnTo>
                <a:lnTo>
                  <a:pt x="22098" y="11430"/>
                </a:lnTo>
                <a:lnTo>
                  <a:pt x="26670" y="10776"/>
                </a:lnTo>
                <a:lnTo>
                  <a:pt x="32004" y="10001"/>
                </a:lnTo>
                <a:close/>
              </a:path>
              <a:path w="69850" h="58419">
                <a:moveTo>
                  <a:pt x="12192" y="49530"/>
                </a:moveTo>
                <a:lnTo>
                  <a:pt x="12192" y="36576"/>
                </a:lnTo>
                <a:lnTo>
                  <a:pt x="10668" y="32004"/>
                </a:lnTo>
                <a:lnTo>
                  <a:pt x="10668" y="33528"/>
                </a:lnTo>
                <a:lnTo>
                  <a:pt x="9906" y="28194"/>
                </a:lnTo>
                <a:lnTo>
                  <a:pt x="9906" y="47701"/>
                </a:lnTo>
                <a:lnTo>
                  <a:pt x="12192" y="49530"/>
                </a:lnTo>
                <a:close/>
              </a:path>
              <a:path w="69850" h="58419">
                <a:moveTo>
                  <a:pt x="12954" y="18288"/>
                </a:moveTo>
                <a:lnTo>
                  <a:pt x="12192" y="19050"/>
                </a:lnTo>
                <a:lnTo>
                  <a:pt x="12192" y="19812"/>
                </a:lnTo>
                <a:lnTo>
                  <a:pt x="12954" y="18288"/>
                </a:lnTo>
                <a:close/>
              </a:path>
              <a:path w="69850" h="58419">
                <a:moveTo>
                  <a:pt x="15240" y="39624"/>
                </a:moveTo>
                <a:lnTo>
                  <a:pt x="12192" y="35814"/>
                </a:lnTo>
                <a:lnTo>
                  <a:pt x="12192" y="50292"/>
                </a:lnTo>
                <a:lnTo>
                  <a:pt x="12954" y="50292"/>
                </a:lnTo>
                <a:lnTo>
                  <a:pt x="14478" y="51308"/>
                </a:lnTo>
                <a:lnTo>
                  <a:pt x="14478" y="38862"/>
                </a:lnTo>
                <a:lnTo>
                  <a:pt x="15240" y="39624"/>
                </a:lnTo>
                <a:close/>
              </a:path>
              <a:path w="69850" h="58419">
                <a:moveTo>
                  <a:pt x="15240" y="15240"/>
                </a:moveTo>
                <a:lnTo>
                  <a:pt x="14478" y="16002"/>
                </a:lnTo>
                <a:lnTo>
                  <a:pt x="14804" y="15784"/>
                </a:lnTo>
                <a:lnTo>
                  <a:pt x="15240" y="15240"/>
                </a:lnTo>
                <a:close/>
              </a:path>
              <a:path w="69850" h="58419">
                <a:moveTo>
                  <a:pt x="14804" y="15784"/>
                </a:moveTo>
                <a:lnTo>
                  <a:pt x="14478" y="16002"/>
                </a:lnTo>
                <a:lnTo>
                  <a:pt x="14478" y="16192"/>
                </a:lnTo>
                <a:lnTo>
                  <a:pt x="14804" y="15784"/>
                </a:lnTo>
                <a:close/>
              </a:path>
              <a:path w="69850" h="58419">
                <a:moveTo>
                  <a:pt x="18288" y="53340"/>
                </a:moveTo>
                <a:lnTo>
                  <a:pt x="18288" y="42672"/>
                </a:lnTo>
                <a:lnTo>
                  <a:pt x="14478" y="38862"/>
                </a:lnTo>
                <a:lnTo>
                  <a:pt x="14478" y="51308"/>
                </a:lnTo>
                <a:lnTo>
                  <a:pt x="17526" y="53340"/>
                </a:lnTo>
                <a:lnTo>
                  <a:pt x="18288" y="53340"/>
                </a:lnTo>
                <a:close/>
              </a:path>
              <a:path w="69850" h="58419">
                <a:moveTo>
                  <a:pt x="15240" y="15494"/>
                </a:moveTo>
                <a:lnTo>
                  <a:pt x="15240" y="15240"/>
                </a:lnTo>
                <a:lnTo>
                  <a:pt x="14804" y="15784"/>
                </a:lnTo>
                <a:lnTo>
                  <a:pt x="15240" y="15494"/>
                </a:lnTo>
                <a:close/>
              </a:path>
              <a:path w="69850" h="58419">
                <a:moveTo>
                  <a:pt x="22860" y="44958"/>
                </a:moveTo>
                <a:lnTo>
                  <a:pt x="17526" y="41910"/>
                </a:lnTo>
                <a:lnTo>
                  <a:pt x="18288" y="42672"/>
                </a:lnTo>
                <a:lnTo>
                  <a:pt x="18288" y="53340"/>
                </a:lnTo>
                <a:lnTo>
                  <a:pt x="22098" y="54972"/>
                </a:lnTo>
                <a:lnTo>
                  <a:pt x="22098" y="44958"/>
                </a:lnTo>
                <a:lnTo>
                  <a:pt x="22860" y="44958"/>
                </a:lnTo>
                <a:close/>
              </a:path>
              <a:path w="69850" h="58419">
                <a:moveTo>
                  <a:pt x="19050" y="13335"/>
                </a:moveTo>
                <a:lnTo>
                  <a:pt x="19050" y="12954"/>
                </a:lnTo>
                <a:lnTo>
                  <a:pt x="18288" y="13716"/>
                </a:lnTo>
                <a:lnTo>
                  <a:pt x="19050" y="13335"/>
                </a:lnTo>
                <a:close/>
              </a:path>
              <a:path w="69850" h="58419">
                <a:moveTo>
                  <a:pt x="22860" y="11430"/>
                </a:moveTo>
                <a:lnTo>
                  <a:pt x="22098" y="11430"/>
                </a:lnTo>
                <a:lnTo>
                  <a:pt x="22098" y="11811"/>
                </a:lnTo>
                <a:lnTo>
                  <a:pt x="22860" y="11430"/>
                </a:lnTo>
                <a:close/>
              </a:path>
              <a:path w="69850" h="58419">
                <a:moveTo>
                  <a:pt x="27432" y="56388"/>
                </a:moveTo>
                <a:lnTo>
                  <a:pt x="27432" y="47244"/>
                </a:lnTo>
                <a:lnTo>
                  <a:pt x="22098" y="44958"/>
                </a:lnTo>
                <a:lnTo>
                  <a:pt x="22098" y="54972"/>
                </a:lnTo>
                <a:lnTo>
                  <a:pt x="23622" y="55626"/>
                </a:lnTo>
                <a:lnTo>
                  <a:pt x="24384" y="55626"/>
                </a:lnTo>
                <a:lnTo>
                  <a:pt x="27432" y="56388"/>
                </a:lnTo>
                <a:close/>
              </a:path>
              <a:path w="69850" h="58419">
                <a:moveTo>
                  <a:pt x="27432" y="10668"/>
                </a:moveTo>
                <a:lnTo>
                  <a:pt x="26670" y="10668"/>
                </a:lnTo>
                <a:lnTo>
                  <a:pt x="27432" y="10668"/>
                </a:lnTo>
                <a:close/>
              </a:path>
              <a:path w="69850" h="58419">
                <a:moveTo>
                  <a:pt x="32766" y="48006"/>
                </a:moveTo>
                <a:lnTo>
                  <a:pt x="26670" y="46482"/>
                </a:lnTo>
                <a:lnTo>
                  <a:pt x="27432" y="47244"/>
                </a:lnTo>
                <a:lnTo>
                  <a:pt x="27432" y="56388"/>
                </a:lnTo>
                <a:lnTo>
                  <a:pt x="30480" y="57150"/>
                </a:lnTo>
                <a:lnTo>
                  <a:pt x="32004" y="57245"/>
                </a:lnTo>
                <a:lnTo>
                  <a:pt x="32004" y="48006"/>
                </a:lnTo>
                <a:lnTo>
                  <a:pt x="32766" y="48006"/>
                </a:lnTo>
                <a:close/>
              </a:path>
              <a:path w="69850" h="58419">
                <a:moveTo>
                  <a:pt x="57912" y="22860"/>
                </a:moveTo>
                <a:lnTo>
                  <a:pt x="57150" y="21336"/>
                </a:lnTo>
                <a:lnTo>
                  <a:pt x="57150" y="7620"/>
                </a:lnTo>
                <a:lnTo>
                  <a:pt x="51816" y="5334"/>
                </a:lnTo>
                <a:lnTo>
                  <a:pt x="51816" y="4572"/>
                </a:lnTo>
                <a:lnTo>
                  <a:pt x="45720" y="2286"/>
                </a:lnTo>
                <a:lnTo>
                  <a:pt x="44958" y="2286"/>
                </a:lnTo>
                <a:lnTo>
                  <a:pt x="39624" y="762"/>
                </a:lnTo>
                <a:lnTo>
                  <a:pt x="32766" y="762"/>
                </a:lnTo>
                <a:lnTo>
                  <a:pt x="32004" y="0"/>
                </a:lnTo>
                <a:lnTo>
                  <a:pt x="32004" y="9906"/>
                </a:lnTo>
                <a:lnTo>
                  <a:pt x="37338" y="10572"/>
                </a:lnTo>
                <a:lnTo>
                  <a:pt x="37338" y="9906"/>
                </a:lnTo>
                <a:lnTo>
                  <a:pt x="43434" y="11430"/>
                </a:lnTo>
                <a:lnTo>
                  <a:pt x="43434" y="11756"/>
                </a:lnTo>
                <a:lnTo>
                  <a:pt x="47244" y="13389"/>
                </a:lnTo>
                <a:lnTo>
                  <a:pt x="47244" y="12954"/>
                </a:lnTo>
                <a:lnTo>
                  <a:pt x="51054" y="15494"/>
                </a:lnTo>
                <a:lnTo>
                  <a:pt x="51054" y="15240"/>
                </a:lnTo>
                <a:lnTo>
                  <a:pt x="54864" y="19050"/>
                </a:lnTo>
                <a:lnTo>
                  <a:pt x="54864" y="18287"/>
                </a:lnTo>
                <a:lnTo>
                  <a:pt x="57912" y="22860"/>
                </a:lnTo>
                <a:close/>
              </a:path>
              <a:path w="69850" h="58419">
                <a:moveTo>
                  <a:pt x="32385" y="9953"/>
                </a:moveTo>
                <a:lnTo>
                  <a:pt x="32004" y="9906"/>
                </a:lnTo>
                <a:lnTo>
                  <a:pt x="32385" y="9953"/>
                </a:lnTo>
                <a:close/>
              </a:path>
              <a:path w="69850" h="58419">
                <a:moveTo>
                  <a:pt x="42672" y="57258"/>
                </a:moveTo>
                <a:lnTo>
                  <a:pt x="42672" y="48006"/>
                </a:lnTo>
                <a:lnTo>
                  <a:pt x="32004" y="48006"/>
                </a:lnTo>
                <a:lnTo>
                  <a:pt x="32004" y="57245"/>
                </a:lnTo>
                <a:lnTo>
                  <a:pt x="37338" y="57912"/>
                </a:lnTo>
                <a:lnTo>
                  <a:pt x="38862" y="57803"/>
                </a:lnTo>
                <a:lnTo>
                  <a:pt x="42672" y="57258"/>
                </a:lnTo>
                <a:close/>
              </a:path>
              <a:path w="69850" h="58419">
                <a:moveTo>
                  <a:pt x="32766" y="10001"/>
                </a:moveTo>
                <a:lnTo>
                  <a:pt x="32385" y="9953"/>
                </a:lnTo>
                <a:lnTo>
                  <a:pt x="32766" y="10001"/>
                </a:lnTo>
                <a:close/>
              </a:path>
              <a:path w="69850" h="58419">
                <a:moveTo>
                  <a:pt x="38100" y="10668"/>
                </a:moveTo>
                <a:lnTo>
                  <a:pt x="37338" y="9906"/>
                </a:lnTo>
                <a:lnTo>
                  <a:pt x="37338" y="10572"/>
                </a:lnTo>
                <a:lnTo>
                  <a:pt x="38100" y="10668"/>
                </a:lnTo>
                <a:close/>
              </a:path>
              <a:path w="69850" h="58419">
                <a:moveTo>
                  <a:pt x="47244" y="56496"/>
                </a:moveTo>
                <a:lnTo>
                  <a:pt x="47244" y="46482"/>
                </a:lnTo>
                <a:lnTo>
                  <a:pt x="41910" y="48006"/>
                </a:lnTo>
                <a:lnTo>
                  <a:pt x="42672" y="48006"/>
                </a:lnTo>
                <a:lnTo>
                  <a:pt x="42672" y="57258"/>
                </a:lnTo>
                <a:lnTo>
                  <a:pt x="44958" y="57150"/>
                </a:lnTo>
                <a:lnTo>
                  <a:pt x="47244" y="56496"/>
                </a:lnTo>
                <a:close/>
              </a:path>
              <a:path w="69850" h="58419">
                <a:moveTo>
                  <a:pt x="43434" y="11756"/>
                </a:moveTo>
                <a:lnTo>
                  <a:pt x="43434" y="11430"/>
                </a:lnTo>
                <a:lnTo>
                  <a:pt x="42672" y="11430"/>
                </a:lnTo>
                <a:lnTo>
                  <a:pt x="43434" y="11756"/>
                </a:lnTo>
                <a:close/>
              </a:path>
              <a:path w="69850" h="58419">
                <a:moveTo>
                  <a:pt x="51816" y="44196"/>
                </a:moveTo>
                <a:lnTo>
                  <a:pt x="46482" y="46482"/>
                </a:lnTo>
                <a:lnTo>
                  <a:pt x="47244" y="46482"/>
                </a:lnTo>
                <a:lnTo>
                  <a:pt x="47244" y="56496"/>
                </a:lnTo>
                <a:lnTo>
                  <a:pt x="50292" y="55626"/>
                </a:lnTo>
                <a:lnTo>
                  <a:pt x="51054" y="55626"/>
                </a:lnTo>
                <a:lnTo>
                  <a:pt x="51054" y="44958"/>
                </a:lnTo>
                <a:lnTo>
                  <a:pt x="51816" y="44196"/>
                </a:lnTo>
                <a:close/>
              </a:path>
              <a:path w="69850" h="58419">
                <a:moveTo>
                  <a:pt x="48006" y="13716"/>
                </a:moveTo>
                <a:lnTo>
                  <a:pt x="47244" y="12954"/>
                </a:lnTo>
                <a:lnTo>
                  <a:pt x="47244" y="13389"/>
                </a:lnTo>
                <a:lnTo>
                  <a:pt x="48006" y="13716"/>
                </a:lnTo>
                <a:close/>
              </a:path>
              <a:path w="69850" h="58419">
                <a:moveTo>
                  <a:pt x="51816" y="16002"/>
                </a:moveTo>
                <a:lnTo>
                  <a:pt x="51054" y="15240"/>
                </a:lnTo>
                <a:lnTo>
                  <a:pt x="51054" y="15494"/>
                </a:lnTo>
                <a:lnTo>
                  <a:pt x="51816" y="16002"/>
                </a:lnTo>
                <a:close/>
              </a:path>
              <a:path w="69850" h="58419">
                <a:moveTo>
                  <a:pt x="54864" y="41910"/>
                </a:moveTo>
                <a:lnTo>
                  <a:pt x="51054" y="44958"/>
                </a:lnTo>
                <a:lnTo>
                  <a:pt x="51054" y="55626"/>
                </a:lnTo>
                <a:lnTo>
                  <a:pt x="54102" y="54102"/>
                </a:lnTo>
                <a:lnTo>
                  <a:pt x="54102" y="42672"/>
                </a:lnTo>
                <a:lnTo>
                  <a:pt x="54864" y="41910"/>
                </a:lnTo>
                <a:close/>
              </a:path>
              <a:path w="69850" h="58419">
                <a:moveTo>
                  <a:pt x="57912" y="51358"/>
                </a:moveTo>
                <a:lnTo>
                  <a:pt x="57912" y="38862"/>
                </a:lnTo>
                <a:lnTo>
                  <a:pt x="54102" y="42672"/>
                </a:lnTo>
                <a:lnTo>
                  <a:pt x="54102" y="54102"/>
                </a:lnTo>
                <a:lnTo>
                  <a:pt x="55626" y="53340"/>
                </a:lnTo>
                <a:lnTo>
                  <a:pt x="56388" y="52578"/>
                </a:lnTo>
                <a:lnTo>
                  <a:pt x="57912" y="51358"/>
                </a:lnTo>
                <a:close/>
              </a:path>
              <a:path w="69850" h="58419">
                <a:moveTo>
                  <a:pt x="69748" y="36537"/>
                </a:moveTo>
                <a:lnTo>
                  <a:pt x="69430" y="31762"/>
                </a:lnTo>
                <a:lnTo>
                  <a:pt x="69342" y="25146"/>
                </a:lnTo>
                <a:lnTo>
                  <a:pt x="68580" y="22860"/>
                </a:lnTo>
                <a:lnTo>
                  <a:pt x="68580" y="22098"/>
                </a:lnTo>
                <a:lnTo>
                  <a:pt x="67818" y="22098"/>
                </a:lnTo>
                <a:lnTo>
                  <a:pt x="65532" y="17526"/>
                </a:lnTo>
                <a:lnTo>
                  <a:pt x="65532" y="16764"/>
                </a:lnTo>
                <a:lnTo>
                  <a:pt x="62484" y="12954"/>
                </a:lnTo>
                <a:lnTo>
                  <a:pt x="57912" y="8382"/>
                </a:lnTo>
                <a:lnTo>
                  <a:pt x="57150" y="8382"/>
                </a:lnTo>
                <a:lnTo>
                  <a:pt x="57150" y="21336"/>
                </a:lnTo>
                <a:lnTo>
                  <a:pt x="59436" y="25908"/>
                </a:lnTo>
                <a:lnTo>
                  <a:pt x="59436" y="25146"/>
                </a:lnTo>
                <a:lnTo>
                  <a:pt x="60198" y="27432"/>
                </a:lnTo>
                <a:lnTo>
                  <a:pt x="60198" y="33340"/>
                </a:lnTo>
                <a:lnTo>
                  <a:pt x="60934" y="32346"/>
                </a:lnTo>
                <a:lnTo>
                  <a:pt x="60934" y="49530"/>
                </a:lnTo>
                <a:lnTo>
                  <a:pt x="60960" y="48768"/>
                </a:lnTo>
                <a:lnTo>
                  <a:pt x="64770" y="45720"/>
                </a:lnTo>
                <a:lnTo>
                  <a:pt x="64770" y="44958"/>
                </a:lnTo>
                <a:lnTo>
                  <a:pt x="66294" y="42672"/>
                </a:lnTo>
                <a:lnTo>
                  <a:pt x="69748" y="36537"/>
                </a:lnTo>
                <a:close/>
              </a:path>
              <a:path w="69850" h="58419">
                <a:moveTo>
                  <a:pt x="60934" y="49530"/>
                </a:moveTo>
                <a:lnTo>
                  <a:pt x="60934" y="32346"/>
                </a:lnTo>
                <a:lnTo>
                  <a:pt x="57912" y="38100"/>
                </a:lnTo>
                <a:lnTo>
                  <a:pt x="57150" y="39624"/>
                </a:lnTo>
                <a:lnTo>
                  <a:pt x="57912" y="38862"/>
                </a:lnTo>
                <a:lnTo>
                  <a:pt x="57912" y="51358"/>
                </a:lnTo>
                <a:lnTo>
                  <a:pt x="60096" y="49611"/>
                </a:lnTo>
                <a:lnTo>
                  <a:pt x="60934" y="49530"/>
                </a:lnTo>
                <a:close/>
              </a:path>
              <a:path w="69850" h="58419">
                <a:moveTo>
                  <a:pt x="60198" y="33340"/>
                </a:moveTo>
                <a:lnTo>
                  <a:pt x="60198" y="27432"/>
                </a:lnTo>
                <a:lnTo>
                  <a:pt x="60096" y="33477"/>
                </a:lnTo>
                <a:lnTo>
                  <a:pt x="60198" y="3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3" name="object 48">
            <a:extLst>
              <a:ext uri="{FF2B5EF4-FFF2-40B4-BE49-F238E27FC236}">
                <a16:creationId xmlns:a16="http://schemas.microsoft.com/office/drawing/2014/main" id="{358D3559-4C57-4098-93F9-A216B6C57D24}"/>
              </a:ext>
            </a:extLst>
          </p:cNvPr>
          <p:cNvSpPr/>
          <p:nvPr/>
        </p:nvSpPr>
        <p:spPr>
          <a:xfrm>
            <a:off x="6251206" y="2575187"/>
            <a:ext cx="74407" cy="6723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5" name="object 49">
            <a:extLst>
              <a:ext uri="{FF2B5EF4-FFF2-40B4-BE49-F238E27FC236}">
                <a16:creationId xmlns:a16="http://schemas.microsoft.com/office/drawing/2014/main" id="{4D7431A5-1DCE-46A6-BEBA-90191CC9AE1C}"/>
              </a:ext>
            </a:extLst>
          </p:cNvPr>
          <p:cNvSpPr/>
          <p:nvPr/>
        </p:nvSpPr>
        <p:spPr>
          <a:xfrm>
            <a:off x="6095220" y="4274894"/>
            <a:ext cx="62753" cy="69476"/>
          </a:xfrm>
          <a:custGeom>
            <a:avLst/>
            <a:gdLst/>
            <a:ahLst/>
            <a:cxnLst/>
            <a:rect l="l" t="t" r="r" b="b"/>
            <a:pathLst>
              <a:path w="53339" h="59054">
                <a:moveTo>
                  <a:pt x="53339" y="33528"/>
                </a:moveTo>
                <a:lnTo>
                  <a:pt x="52875" y="21859"/>
                </a:lnTo>
                <a:lnTo>
                  <a:pt x="48482" y="11620"/>
                </a:lnTo>
                <a:lnTo>
                  <a:pt x="40802" y="3952"/>
                </a:lnTo>
                <a:lnTo>
                  <a:pt x="30479" y="0"/>
                </a:lnTo>
                <a:lnTo>
                  <a:pt x="19931" y="1047"/>
                </a:lnTo>
                <a:lnTo>
                  <a:pt x="10667" y="6096"/>
                </a:lnTo>
                <a:lnTo>
                  <a:pt x="3690" y="14573"/>
                </a:lnTo>
                <a:lnTo>
                  <a:pt x="0" y="25908"/>
                </a:lnTo>
                <a:lnTo>
                  <a:pt x="452" y="37457"/>
                </a:lnTo>
                <a:lnTo>
                  <a:pt x="4762" y="47434"/>
                </a:lnTo>
                <a:lnTo>
                  <a:pt x="12215" y="54840"/>
                </a:lnTo>
                <a:lnTo>
                  <a:pt x="22097" y="58674"/>
                </a:lnTo>
                <a:lnTo>
                  <a:pt x="32765" y="57959"/>
                </a:lnTo>
                <a:lnTo>
                  <a:pt x="42290" y="52958"/>
                </a:lnTo>
                <a:lnTo>
                  <a:pt x="49529" y="44529"/>
                </a:lnTo>
                <a:lnTo>
                  <a:pt x="53339" y="335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7" name="object 50">
            <a:extLst>
              <a:ext uri="{FF2B5EF4-FFF2-40B4-BE49-F238E27FC236}">
                <a16:creationId xmlns:a16="http://schemas.microsoft.com/office/drawing/2014/main" id="{95AAD291-5297-474B-87DD-2A2A149C4903}"/>
              </a:ext>
            </a:extLst>
          </p:cNvPr>
          <p:cNvSpPr/>
          <p:nvPr/>
        </p:nvSpPr>
        <p:spPr>
          <a:xfrm>
            <a:off x="6088944" y="4269517"/>
            <a:ext cx="74705" cy="79935"/>
          </a:xfrm>
          <a:custGeom>
            <a:avLst/>
            <a:gdLst/>
            <a:ahLst/>
            <a:cxnLst/>
            <a:rect l="l" t="t" r="r" b="b"/>
            <a:pathLst>
              <a:path w="63500" h="67945">
                <a:moveTo>
                  <a:pt x="18573" y="14287"/>
                </a:moveTo>
                <a:lnTo>
                  <a:pt x="18287" y="14478"/>
                </a:lnTo>
                <a:lnTo>
                  <a:pt x="18287" y="3810"/>
                </a:lnTo>
                <a:lnTo>
                  <a:pt x="17525" y="3810"/>
                </a:lnTo>
                <a:lnTo>
                  <a:pt x="12953" y="6858"/>
                </a:lnTo>
                <a:lnTo>
                  <a:pt x="7619" y="12192"/>
                </a:lnTo>
                <a:lnTo>
                  <a:pt x="4571" y="16764"/>
                </a:lnTo>
                <a:lnTo>
                  <a:pt x="4571" y="17526"/>
                </a:lnTo>
                <a:lnTo>
                  <a:pt x="2285" y="22098"/>
                </a:lnTo>
                <a:lnTo>
                  <a:pt x="2285" y="22860"/>
                </a:lnTo>
                <a:lnTo>
                  <a:pt x="1523" y="22860"/>
                </a:lnTo>
                <a:lnTo>
                  <a:pt x="0" y="28956"/>
                </a:lnTo>
                <a:lnTo>
                  <a:pt x="0" y="36576"/>
                </a:lnTo>
                <a:lnTo>
                  <a:pt x="761" y="42672"/>
                </a:lnTo>
                <a:lnTo>
                  <a:pt x="761" y="43434"/>
                </a:lnTo>
                <a:lnTo>
                  <a:pt x="3047" y="48768"/>
                </a:lnTo>
                <a:lnTo>
                  <a:pt x="3047" y="49530"/>
                </a:lnTo>
                <a:lnTo>
                  <a:pt x="5333" y="54102"/>
                </a:lnTo>
                <a:lnTo>
                  <a:pt x="6095" y="54102"/>
                </a:lnTo>
                <a:lnTo>
                  <a:pt x="6095" y="54864"/>
                </a:lnTo>
                <a:lnTo>
                  <a:pt x="9143" y="57912"/>
                </a:lnTo>
                <a:lnTo>
                  <a:pt x="9143" y="35052"/>
                </a:lnTo>
                <a:lnTo>
                  <a:pt x="9239" y="35814"/>
                </a:lnTo>
                <a:lnTo>
                  <a:pt x="9905" y="30480"/>
                </a:lnTo>
                <a:lnTo>
                  <a:pt x="9905" y="31242"/>
                </a:lnTo>
                <a:lnTo>
                  <a:pt x="10667" y="25146"/>
                </a:lnTo>
                <a:lnTo>
                  <a:pt x="10667" y="26670"/>
                </a:lnTo>
                <a:lnTo>
                  <a:pt x="12953" y="21336"/>
                </a:lnTo>
                <a:lnTo>
                  <a:pt x="12953" y="22098"/>
                </a:lnTo>
                <a:lnTo>
                  <a:pt x="15239" y="18669"/>
                </a:lnTo>
                <a:lnTo>
                  <a:pt x="15239" y="18288"/>
                </a:lnTo>
                <a:lnTo>
                  <a:pt x="18573" y="14287"/>
                </a:lnTo>
                <a:close/>
              </a:path>
              <a:path w="63500" h="67945">
                <a:moveTo>
                  <a:pt x="9239" y="35814"/>
                </a:moveTo>
                <a:lnTo>
                  <a:pt x="9143" y="35052"/>
                </a:lnTo>
                <a:lnTo>
                  <a:pt x="9143" y="36576"/>
                </a:lnTo>
                <a:lnTo>
                  <a:pt x="9239" y="35814"/>
                </a:lnTo>
                <a:close/>
              </a:path>
              <a:path w="63500" h="67945">
                <a:moveTo>
                  <a:pt x="9905" y="58674"/>
                </a:moveTo>
                <a:lnTo>
                  <a:pt x="9905" y="41148"/>
                </a:lnTo>
                <a:lnTo>
                  <a:pt x="9239" y="35814"/>
                </a:lnTo>
                <a:lnTo>
                  <a:pt x="9143" y="36576"/>
                </a:lnTo>
                <a:lnTo>
                  <a:pt x="9143" y="57912"/>
                </a:lnTo>
                <a:lnTo>
                  <a:pt x="9905" y="58674"/>
                </a:lnTo>
                <a:close/>
              </a:path>
              <a:path w="63500" h="67945">
                <a:moveTo>
                  <a:pt x="16763" y="52577"/>
                </a:moveTo>
                <a:lnTo>
                  <a:pt x="13715" y="48768"/>
                </a:lnTo>
                <a:lnTo>
                  <a:pt x="13715" y="49530"/>
                </a:lnTo>
                <a:lnTo>
                  <a:pt x="11429" y="44958"/>
                </a:lnTo>
                <a:lnTo>
                  <a:pt x="11429" y="45720"/>
                </a:lnTo>
                <a:lnTo>
                  <a:pt x="9905" y="40386"/>
                </a:lnTo>
                <a:lnTo>
                  <a:pt x="9905" y="59436"/>
                </a:lnTo>
                <a:lnTo>
                  <a:pt x="14477" y="63246"/>
                </a:lnTo>
                <a:lnTo>
                  <a:pt x="15239" y="63246"/>
                </a:lnTo>
                <a:lnTo>
                  <a:pt x="16001" y="63681"/>
                </a:lnTo>
                <a:lnTo>
                  <a:pt x="16001" y="52577"/>
                </a:lnTo>
                <a:lnTo>
                  <a:pt x="16763" y="52577"/>
                </a:lnTo>
                <a:close/>
              </a:path>
              <a:path w="63500" h="67945">
                <a:moveTo>
                  <a:pt x="16001" y="17526"/>
                </a:moveTo>
                <a:lnTo>
                  <a:pt x="15239" y="18288"/>
                </a:lnTo>
                <a:lnTo>
                  <a:pt x="15239" y="18669"/>
                </a:lnTo>
                <a:lnTo>
                  <a:pt x="16001" y="17526"/>
                </a:lnTo>
                <a:close/>
              </a:path>
              <a:path w="63500" h="67945">
                <a:moveTo>
                  <a:pt x="20573" y="66294"/>
                </a:moveTo>
                <a:lnTo>
                  <a:pt x="20573" y="55626"/>
                </a:lnTo>
                <a:lnTo>
                  <a:pt x="16001" y="52577"/>
                </a:lnTo>
                <a:lnTo>
                  <a:pt x="16001" y="63681"/>
                </a:lnTo>
                <a:lnTo>
                  <a:pt x="20573" y="66294"/>
                </a:lnTo>
                <a:close/>
              </a:path>
              <a:path w="63500" h="67945">
                <a:moveTo>
                  <a:pt x="53339" y="27432"/>
                </a:moveTo>
                <a:lnTo>
                  <a:pt x="53339" y="8381"/>
                </a:lnTo>
                <a:lnTo>
                  <a:pt x="48767" y="5333"/>
                </a:lnTo>
                <a:lnTo>
                  <a:pt x="48767" y="4571"/>
                </a:lnTo>
                <a:lnTo>
                  <a:pt x="48005" y="4571"/>
                </a:lnTo>
                <a:lnTo>
                  <a:pt x="43433" y="2285"/>
                </a:lnTo>
                <a:lnTo>
                  <a:pt x="42671" y="1523"/>
                </a:lnTo>
                <a:lnTo>
                  <a:pt x="36575" y="0"/>
                </a:lnTo>
                <a:lnTo>
                  <a:pt x="29717" y="0"/>
                </a:lnTo>
                <a:lnTo>
                  <a:pt x="24383" y="762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8287" y="14478"/>
                </a:lnTo>
                <a:lnTo>
                  <a:pt x="19049" y="13716"/>
                </a:lnTo>
                <a:lnTo>
                  <a:pt x="19049" y="13970"/>
                </a:lnTo>
                <a:lnTo>
                  <a:pt x="22859" y="11430"/>
                </a:lnTo>
                <a:lnTo>
                  <a:pt x="22859" y="11811"/>
                </a:lnTo>
                <a:lnTo>
                  <a:pt x="26669" y="9906"/>
                </a:lnTo>
                <a:lnTo>
                  <a:pt x="26669" y="10450"/>
                </a:lnTo>
                <a:lnTo>
                  <a:pt x="30479" y="9361"/>
                </a:lnTo>
                <a:lnTo>
                  <a:pt x="30479" y="9144"/>
                </a:lnTo>
                <a:lnTo>
                  <a:pt x="33527" y="9144"/>
                </a:lnTo>
                <a:lnTo>
                  <a:pt x="35813" y="9906"/>
                </a:lnTo>
                <a:lnTo>
                  <a:pt x="37337" y="9906"/>
                </a:lnTo>
                <a:lnTo>
                  <a:pt x="39623" y="10668"/>
                </a:lnTo>
                <a:lnTo>
                  <a:pt x="39623" y="10994"/>
                </a:lnTo>
                <a:lnTo>
                  <a:pt x="42671" y="12300"/>
                </a:lnTo>
                <a:lnTo>
                  <a:pt x="44195" y="12954"/>
                </a:lnTo>
                <a:lnTo>
                  <a:pt x="44195" y="13462"/>
                </a:lnTo>
                <a:lnTo>
                  <a:pt x="46481" y="15367"/>
                </a:lnTo>
                <a:lnTo>
                  <a:pt x="46481" y="15240"/>
                </a:lnTo>
                <a:lnTo>
                  <a:pt x="50291" y="19050"/>
                </a:lnTo>
                <a:lnTo>
                  <a:pt x="50291" y="20066"/>
                </a:lnTo>
                <a:lnTo>
                  <a:pt x="51815" y="23622"/>
                </a:lnTo>
                <a:lnTo>
                  <a:pt x="51815" y="22098"/>
                </a:lnTo>
                <a:lnTo>
                  <a:pt x="53339" y="27432"/>
                </a:lnTo>
                <a:close/>
              </a:path>
              <a:path w="63500" h="67945">
                <a:moveTo>
                  <a:pt x="19049" y="13716"/>
                </a:moveTo>
                <a:lnTo>
                  <a:pt x="18287" y="14478"/>
                </a:lnTo>
                <a:lnTo>
                  <a:pt x="18573" y="14287"/>
                </a:lnTo>
                <a:lnTo>
                  <a:pt x="19049" y="13716"/>
                </a:lnTo>
                <a:close/>
              </a:path>
              <a:path w="63500" h="67945">
                <a:moveTo>
                  <a:pt x="19049" y="13970"/>
                </a:moveTo>
                <a:lnTo>
                  <a:pt x="19049" y="13716"/>
                </a:lnTo>
                <a:lnTo>
                  <a:pt x="18573" y="14287"/>
                </a:lnTo>
                <a:lnTo>
                  <a:pt x="19049" y="13970"/>
                </a:lnTo>
                <a:close/>
              </a:path>
              <a:path w="63500" h="67945">
                <a:moveTo>
                  <a:pt x="37337" y="67273"/>
                </a:moveTo>
                <a:lnTo>
                  <a:pt x="37337" y="57912"/>
                </a:lnTo>
                <a:lnTo>
                  <a:pt x="32003" y="58674"/>
                </a:lnTo>
                <a:lnTo>
                  <a:pt x="28193" y="58674"/>
                </a:lnTo>
                <a:lnTo>
                  <a:pt x="23621" y="57150"/>
                </a:lnTo>
                <a:lnTo>
                  <a:pt x="19811" y="54864"/>
                </a:lnTo>
                <a:lnTo>
                  <a:pt x="20573" y="55626"/>
                </a:lnTo>
                <a:lnTo>
                  <a:pt x="20573" y="66294"/>
                </a:lnTo>
                <a:lnTo>
                  <a:pt x="26669" y="67818"/>
                </a:lnTo>
                <a:lnTo>
                  <a:pt x="33527" y="67818"/>
                </a:lnTo>
                <a:lnTo>
                  <a:pt x="37337" y="67273"/>
                </a:lnTo>
                <a:close/>
              </a:path>
              <a:path w="63500" h="67945">
                <a:moveTo>
                  <a:pt x="22859" y="11811"/>
                </a:moveTo>
                <a:lnTo>
                  <a:pt x="22859" y="11430"/>
                </a:lnTo>
                <a:lnTo>
                  <a:pt x="22097" y="12192"/>
                </a:lnTo>
                <a:lnTo>
                  <a:pt x="22859" y="11811"/>
                </a:lnTo>
                <a:close/>
              </a:path>
              <a:path w="63500" h="67945">
                <a:moveTo>
                  <a:pt x="26669" y="10450"/>
                </a:moveTo>
                <a:lnTo>
                  <a:pt x="26669" y="9906"/>
                </a:lnTo>
                <a:lnTo>
                  <a:pt x="25907" y="10668"/>
                </a:lnTo>
                <a:lnTo>
                  <a:pt x="26669" y="10450"/>
                </a:lnTo>
                <a:close/>
              </a:path>
              <a:path w="63500" h="67945">
                <a:moveTo>
                  <a:pt x="31241" y="9144"/>
                </a:moveTo>
                <a:lnTo>
                  <a:pt x="30479" y="9144"/>
                </a:lnTo>
                <a:lnTo>
                  <a:pt x="30479" y="9361"/>
                </a:lnTo>
                <a:lnTo>
                  <a:pt x="31241" y="9144"/>
                </a:lnTo>
                <a:close/>
              </a:path>
              <a:path w="63500" h="67945">
                <a:moveTo>
                  <a:pt x="41147" y="55626"/>
                </a:moveTo>
                <a:lnTo>
                  <a:pt x="36575" y="57912"/>
                </a:lnTo>
                <a:lnTo>
                  <a:pt x="37337" y="57912"/>
                </a:lnTo>
                <a:lnTo>
                  <a:pt x="37337" y="67273"/>
                </a:lnTo>
                <a:lnTo>
                  <a:pt x="38861" y="67056"/>
                </a:lnTo>
                <a:lnTo>
                  <a:pt x="40385" y="67056"/>
                </a:lnTo>
                <a:lnTo>
                  <a:pt x="40385" y="56388"/>
                </a:lnTo>
                <a:lnTo>
                  <a:pt x="41147" y="55626"/>
                </a:lnTo>
                <a:close/>
              </a:path>
              <a:path w="63500" h="67945">
                <a:moveTo>
                  <a:pt x="39623" y="10994"/>
                </a:moveTo>
                <a:lnTo>
                  <a:pt x="39623" y="10668"/>
                </a:lnTo>
                <a:lnTo>
                  <a:pt x="38861" y="10668"/>
                </a:lnTo>
                <a:lnTo>
                  <a:pt x="39623" y="10994"/>
                </a:lnTo>
                <a:close/>
              </a:path>
              <a:path w="63500" h="67945">
                <a:moveTo>
                  <a:pt x="44957" y="53340"/>
                </a:moveTo>
                <a:lnTo>
                  <a:pt x="40385" y="56388"/>
                </a:lnTo>
                <a:lnTo>
                  <a:pt x="40385" y="67056"/>
                </a:lnTo>
                <a:lnTo>
                  <a:pt x="44195" y="65151"/>
                </a:lnTo>
                <a:lnTo>
                  <a:pt x="44195" y="54102"/>
                </a:lnTo>
                <a:lnTo>
                  <a:pt x="44957" y="53340"/>
                </a:lnTo>
                <a:close/>
              </a:path>
              <a:path w="63500" h="67945">
                <a:moveTo>
                  <a:pt x="44195" y="12954"/>
                </a:moveTo>
                <a:lnTo>
                  <a:pt x="42671" y="12192"/>
                </a:lnTo>
                <a:lnTo>
                  <a:pt x="42940" y="12416"/>
                </a:lnTo>
                <a:lnTo>
                  <a:pt x="44195" y="12954"/>
                </a:lnTo>
                <a:close/>
              </a:path>
              <a:path w="63500" h="67945">
                <a:moveTo>
                  <a:pt x="42940" y="12416"/>
                </a:moveTo>
                <a:lnTo>
                  <a:pt x="42671" y="12192"/>
                </a:lnTo>
                <a:lnTo>
                  <a:pt x="42940" y="12416"/>
                </a:lnTo>
                <a:close/>
              </a:path>
              <a:path w="63500" h="67945">
                <a:moveTo>
                  <a:pt x="44195" y="13462"/>
                </a:moveTo>
                <a:lnTo>
                  <a:pt x="44195" y="12954"/>
                </a:lnTo>
                <a:lnTo>
                  <a:pt x="42940" y="12416"/>
                </a:lnTo>
                <a:lnTo>
                  <a:pt x="44195" y="13462"/>
                </a:lnTo>
                <a:close/>
              </a:path>
              <a:path w="63500" h="67945">
                <a:moveTo>
                  <a:pt x="48005" y="62484"/>
                </a:moveTo>
                <a:lnTo>
                  <a:pt x="48005" y="50292"/>
                </a:lnTo>
                <a:lnTo>
                  <a:pt x="44195" y="54102"/>
                </a:lnTo>
                <a:lnTo>
                  <a:pt x="44195" y="65151"/>
                </a:lnTo>
                <a:lnTo>
                  <a:pt x="44957" y="64770"/>
                </a:lnTo>
                <a:lnTo>
                  <a:pt x="45719" y="64769"/>
                </a:lnTo>
                <a:lnTo>
                  <a:pt x="45719" y="64008"/>
                </a:lnTo>
                <a:lnTo>
                  <a:pt x="48005" y="62484"/>
                </a:lnTo>
                <a:close/>
              </a:path>
              <a:path w="63500" h="67945">
                <a:moveTo>
                  <a:pt x="47243" y="16001"/>
                </a:moveTo>
                <a:lnTo>
                  <a:pt x="46481" y="15240"/>
                </a:lnTo>
                <a:lnTo>
                  <a:pt x="46481" y="15367"/>
                </a:lnTo>
                <a:lnTo>
                  <a:pt x="47243" y="16001"/>
                </a:lnTo>
                <a:close/>
              </a:path>
              <a:path w="63500" h="67945">
                <a:moveTo>
                  <a:pt x="51053" y="60960"/>
                </a:moveTo>
                <a:lnTo>
                  <a:pt x="51053" y="46482"/>
                </a:lnTo>
                <a:lnTo>
                  <a:pt x="47243" y="51054"/>
                </a:lnTo>
                <a:lnTo>
                  <a:pt x="48005" y="50292"/>
                </a:lnTo>
                <a:lnTo>
                  <a:pt x="48005" y="62484"/>
                </a:lnTo>
                <a:lnTo>
                  <a:pt x="50291" y="60960"/>
                </a:lnTo>
                <a:lnTo>
                  <a:pt x="51053" y="60960"/>
                </a:lnTo>
                <a:close/>
              </a:path>
              <a:path w="63500" h="67945">
                <a:moveTo>
                  <a:pt x="50291" y="20066"/>
                </a:moveTo>
                <a:lnTo>
                  <a:pt x="50291" y="19050"/>
                </a:lnTo>
                <a:lnTo>
                  <a:pt x="49529" y="18288"/>
                </a:lnTo>
                <a:lnTo>
                  <a:pt x="50291" y="20066"/>
                </a:lnTo>
                <a:close/>
              </a:path>
              <a:path w="63500" h="67945">
                <a:moveTo>
                  <a:pt x="54101" y="57911"/>
                </a:moveTo>
                <a:lnTo>
                  <a:pt x="54101" y="36576"/>
                </a:lnTo>
                <a:lnTo>
                  <a:pt x="52577" y="42672"/>
                </a:lnTo>
                <a:lnTo>
                  <a:pt x="52577" y="41910"/>
                </a:lnTo>
                <a:lnTo>
                  <a:pt x="50291" y="47244"/>
                </a:lnTo>
                <a:lnTo>
                  <a:pt x="51053" y="46482"/>
                </a:lnTo>
                <a:lnTo>
                  <a:pt x="51053" y="60960"/>
                </a:lnTo>
                <a:lnTo>
                  <a:pt x="54101" y="57911"/>
                </a:lnTo>
                <a:close/>
              </a:path>
              <a:path w="63500" h="67945">
                <a:moveTo>
                  <a:pt x="63245" y="38862"/>
                </a:moveTo>
                <a:lnTo>
                  <a:pt x="63245" y="31242"/>
                </a:lnTo>
                <a:lnTo>
                  <a:pt x="62483" y="25908"/>
                </a:lnTo>
                <a:lnTo>
                  <a:pt x="62483" y="25145"/>
                </a:lnTo>
                <a:lnTo>
                  <a:pt x="60959" y="19811"/>
                </a:lnTo>
                <a:lnTo>
                  <a:pt x="60959" y="19049"/>
                </a:lnTo>
                <a:lnTo>
                  <a:pt x="60197" y="19049"/>
                </a:lnTo>
                <a:lnTo>
                  <a:pt x="60197" y="18287"/>
                </a:lnTo>
                <a:lnTo>
                  <a:pt x="57911" y="13716"/>
                </a:lnTo>
                <a:lnTo>
                  <a:pt x="57149" y="13716"/>
                </a:lnTo>
                <a:lnTo>
                  <a:pt x="57149" y="12954"/>
                </a:lnTo>
                <a:lnTo>
                  <a:pt x="54101" y="9143"/>
                </a:lnTo>
                <a:lnTo>
                  <a:pt x="53339" y="9143"/>
                </a:lnTo>
                <a:lnTo>
                  <a:pt x="53339" y="26670"/>
                </a:lnTo>
                <a:lnTo>
                  <a:pt x="54051" y="32359"/>
                </a:lnTo>
                <a:lnTo>
                  <a:pt x="54101" y="32004"/>
                </a:lnTo>
                <a:lnTo>
                  <a:pt x="54101" y="57911"/>
                </a:lnTo>
                <a:lnTo>
                  <a:pt x="54863" y="57150"/>
                </a:lnTo>
                <a:lnTo>
                  <a:pt x="54863" y="56388"/>
                </a:lnTo>
                <a:lnTo>
                  <a:pt x="55625" y="56388"/>
                </a:lnTo>
                <a:lnTo>
                  <a:pt x="58673" y="51816"/>
                </a:lnTo>
                <a:lnTo>
                  <a:pt x="58673" y="51053"/>
                </a:lnTo>
                <a:lnTo>
                  <a:pt x="61721" y="45720"/>
                </a:lnTo>
                <a:lnTo>
                  <a:pt x="61721" y="44958"/>
                </a:lnTo>
                <a:lnTo>
                  <a:pt x="63245" y="38862"/>
                </a:lnTo>
                <a:close/>
              </a:path>
              <a:path w="63500" h="67945">
                <a:moveTo>
                  <a:pt x="54101" y="36576"/>
                </a:moveTo>
                <a:lnTo>
                  <a:pt x="54101" y="32766"/>
                </a:lnTo>
                <a:lnTo>
                  <a:pt x="54051" y="32359"/>
                </a:lnTo>
                <a:lnTo>
                  <a:pt x="53339" y="37338"/>
                </a:lnTo>
                <a:lnTo>
                  <a:pt x="54101" y="36576"/>
                </a:lnTo>
                <a:close/>
              </a:path>
              <a:path w="63500" h="67945">
                <a:moveTo>
                  <a:pt x="54101" y="32766"/>
                </a:moveTo>
                <a:lnTo>
                  <a:pt x="54101" y="32004"/>
                </a:lnTo>
                <a:lnTo>
                  <a:pt x="54051" y="32359"/>
                </a:lnTo>
                <a:lnTo>
                  <a:pt x="54101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9" name="object 51">
            <a:extLst>
              <a:ext uri="{FF2B5EF4-FFF2-40B4-BE49-F238E27FC236}">
                <a16:creationId xmlns:a16="http://schemas.microsoft.com/office/drawing/2014/main" id="{5A0681A6-9F47-4913-9D3D-DB44D315167A}"/>
              </a:ext>
            </a:extLst>
          </p:cNvPr>
          <p:cNvSpPr/>
          <p:nvPr/>
        </p:nvSpPr>
        <p:spPr>
          <a:xfrm>
            <a:off x="4180358" y="2879988"/>
            <a:ext cx="83252" cy="7978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1" name="object 52">
            <a:extLst>
              <a:ext uri="{FF2B5EF4-FFF2-40B4-BE49-F238E27FC236}">
                <a16:creationId xmlns:a16="http://schemas.microsoft.com/office/drawing/2014/main" id="{C9790656-0F0C-44EB-8478-ADF534B7AF03}"/>
              </a:ext>
            </a:extLst>
          </p:cNvPr>
          <p:cNvSpPr/>
          <p:nvPr/>
        </p:nvSpPr>
        <p:spPr>
          <a:xfrm>
            <a:off x="5534029" y="4906009"/>
            <a:ext cx="74407" cy="6723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3" name="object 53">
            <a:extLst>
              <a:ext uri="{FF2B5EF4-FFF2-40B4-BE49-F238E27FC236}">
                <a16:creationId xmlns:a16="http://schemas.microsoft.com/office/drawing/2014/main" id="{13FFA4C3-D01D-407D-A464-297336FB714A}"/>
              </a:ext>
            </a:extLst>
          </p:cNvPr>
          <p:cNvSpPr/>
          <p:nvPr/>
        </p:nvSpPr>
        <p:spPr>
          <a:xfrm>
            <a:off x="5175441" y="4457775"/>
            <a:ext cx="74407" cy="6723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5" name="object 54">
            <a:extLst>
              <a:ext uri="{FF2B5EF4-FFF2-40B4-BE49-F238E27FC236}">
                <a16:creationId xmlns:a16="http://schemas.microsoft.com/office/drawing/2014/main" id="{6FF7F12B-E3FE-45B8-B87B-4DF35B02DCFC}"/>
              </a:ext>
            </a:extLst>
          </p:cNvPr>
          <p:cNvSpPr/>
          <p:nvPr/>
        </p:nvSpPr>
        <p:spPr>
          <a:xfrm>
            <a:off x="3382499" y="3113069"/>
            <a:ext cx="75304" cy="8068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7" name="object 55">
            <a:extLst>
              <a:ext uri="{FF2B5EF4-FFF2-40B4-BE49-F238E27FC236}">
                <a16:creationId xmlns:a16="http://schemas.microsoft.com/office/drawing/2014/main" id="{5D1BE1AD-B493-4D6A-9B31-0D923A4E0830}"/>
              </a:ext>
            </a:extLst>
          </p:cNvPr>
          <p:cNvSpPr/>
          <p:nvPr/>
        </p:nvSpPr>
        <p:spPr>
          <a:xfrm>
            <a:off x="4432266" y="1988894"/>
            <a:ext cx="74407" cy="7082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9" name="object 56">
            <a:extLst>
              <a:ext uri="{FF2B5EF4-FFF2-40B4-BE49-F238E27FC236}">
                <a16:creationId xmlns:a16="http://schemas.microsoft.com/office/drawing/2014/main" id="{42404EEB-68CB-47AD-A04A-D600ABD64489}"/>
              </a:ext>
            </a:extLst>
          </p:cNvPr>
          <p:cNvSpPr/>
          <p:nvPr/>
        </p:nvSpPr>
        <p:spPr>
          <a:xfrm>
            <a:off x="5191578" y="3865963"/>
            <a:ext cx="69476" cy="59765"/>
          </a:xfrm>
          <a:custGeom>
            <a:avLst/>
            <a:gdLst/>
            <a:ahLst/>
            <a:cxnLst/>
            <a:rect l="l" t="t" r="r" b="b"/>
            <a:pathLst>
              <a:path w="59054" h="50800">
                <a:moveTo>
                  <a:pt x="58674" y="19931"/>
                </a:moveTo>
                <a:lnTo>
                  <a:pt x="54709" y="10620"/>
                </a:lnTo>
                <a:lnTo>
                  <a:pt x="46958" y="3738"/>
                </a:lnTo>
                <a:lnTo>
                  <a:pt x="36492" y="0"/>
                </a:lnTo>
                <a:lnTo>
                  <a:pt x="24384" y="119"/>
                </a:lnTo>
                <a:lnTo>
                  <a:pt x="13394" y="4238"/>
                </a:lnTo>
                <a:lnTo>
                  <a:pt x="5048" y="11358"/>
                </a:lnTo>
                <a:lnTo>
                  <a:pt x="273" y="20478"/>
                </a:lnTo>
                <a:lnTo>
                  <a:pt x="0" y="30599"/>
                </a:lnTo>
                <a:lnTo>
                  <a:pt x="3952" y="39909"/>
                </a:lnTo>
                <a:lnTo>
                  <a:pt x="11620" y="46791"/>
                </a:lnTo>
                <a:lnTo>
                  <a:pt x="21859" y="50530"/>
                </a:lnTo>
                <a:lnTo>
                  <a:pt x="33528" y="50411"/>
                </a:lnTo>
                <a:lnTo>
                  <a:pt x="44958" y="46291"/>
                </a:lnTo>
                <a:lnTo>
                  <a:pt x="53530" y="39171"/>
                </a:lnTo>
                <a:lnTo>
                  <a:pt x="58388" y="30051"/>
                </a:lnTo>
                <a:lnTo>
                  <a:pt x="58674" y="1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1" name="object 57">
            <a:extLst>
              <a:ext uri="{FF2B5EF4-FFF2-40B4-BE49-F238E27FC236}">
                <a16:creationId xmlns:a16="http://schemas.microsoft.com/office/drawing/2014/main" id="{D90B5702-0720-4A03-AE0C-073145F1C935}"/>
              </a:ext>
            </a:extLst>
          </p:cNvPr>
          <p:cNvSpPr/>
          <p:nvPr/>
        </p:nvSpPr>
        <p:spPr>
          <a:xfrm>
            <a:off x="5185300" y="3859827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60197" y="28194"/>
                </a:moveTo>
                <a:lnTo>
                  <a:pt x="60197" y="8382"/>
                </a:lnTo>
                <a:lnTo>
                  <a:pt x="59435" y="8382"/>
                </a:lnTo>
                <a:lnTo>
                  <a:pt x="54863" y="5334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3433" y="762"/>
                </a:lnTo>
                <a:lnTo>
                  <a:pt x="41909" y="666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859" y="3048"/>
                </a:lnTo>
                <a:lnTo>
                  <a:pt x="22097" y="3048"/>
                </a:lnTo>
                <a:lnTo>
                  <a:pt x="16763" y="5334"/>
                </a:lnTo>
                <a:lnTo>
                  <a:pt x="16001" y="5334"/>
                </a:lnTo>
                <a:lnTo>
                  <a:pt x="16001" y="6096"/>
                </a:lnTo>
                <a:lnTo>
                  <a:pt x="11429" y="9144"/>
                </a:lnTo>
                <a:lnTo>
                  <a:pt x="6095" y="14478"/>
                </a:lnTo>
                <a:lnTo>
                  <a:pt x="3809" y="18288"/>
                </a:lnTo>
                <a:lnTo>
                  <a:pt x="3047" y="19050"/>
                </a:lnTo>
                <a:lnTo>
                  <a:pt x="761" y="24384"/>
                </a:lnTo>
                <a:lnTo>
                  <a:pt x="761" y="25146"/>
                </a:lnTo>
                <a:lnTo>
                  <a:pt x="0" y="29718"/>
                </a:lnTo>
                <a:lnTo>
                  <a:pt x="0" y="37338"/>
                </a:lnTo>
                <a:lnTo>
                  <a:pt x="761" y="40386"/>
                </a:lnTo>
                <a:lnTo>
                  <a:pt x="2285" y="42672"/>
                </a:lnTo>
                <a:lnTo>
                  <a:pt x="2285" y="43434"/>
                </a:lnTo>
                <a:lnTo>
                  <a:pt x="5333" y="48006"/>
                </a:lnTo>
                <a:lnTo>
                  <a:pt x="5333" y="48768"/>
                </a:lnTo>
                <a:lnTo>
                  <a:pt x="9143" y="52578"/>
                </a:lnTo>
                <a:lnTo>
                  <a:pt x="9143" y="32004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4384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256"/>
                </a:lnTo>
                <a:lnTo>
                  <a:pt x="20573" y="14224"/>
                </a:lnTo>
                <a:lnTo>
                  <a:pt x="20573" y="13716"/>
                </a:lnTo>
                <a:lnTo>
                  <a:pt x="25907" y="11430"/>
                </a:lnTo>
                <a:lnTo>
                  <a:pt x="25907" y="11906"/>
                </a:lnTo>
                <a:lnTo>
                  <a:pt x="31241" y="9906"/>
                </a:lnTo>
                <a:lnTo>
                  <a:pt x="31241" y="10572"/>
                </a:lnTo>
                <a:lnTo>
                  <a:pt x="35813" y="10001"/>
                </a:lnTo>
                <a:lnTo>
                  <a:pt x="41909" y="9906"/>
                </a:lnTo>
                <a:lnTo>
                  <a:pt x="41909" y="10123"/>
                </a:lnTo>
                <a:lnTo>
                  <a:pt x="46481" y="11430"/>
                </a:lnTo>
                <a:lnTo>
                  <a:pt x="46481" y="11811"/>
                </a:lnTo>
                <a:lnTo>
                  <a:pt x="49529" y="13335"/>
                </a:lnTo>
                <a:lnTo>
                  <a:pt x="49529" y="12954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911" y="20574"/>
                </a:lnTo>
                <a:lnTo>
                  <a:pt x="58673" y="22098"/>
                </a:lnTo>
                <a:lnTo>
                  <a:pt x="59435" y="24384"/>
                </a:lnTo>
                <a:lnTo>
                  <a:pt x="59435" y="26670"/>
                </a:lnTo>
                <a:lnTo>
                  <a:pt x="60197" y="28194"/>
                </a:lnTo>
                <a:close/>
              </a:path>
              <a:path w="69850" h="60960">
                <a:moveTo>
                  <a:pt x="9905" y="52578"/>
                </a:moveTo>
                <a:lnTo>
                  <a:pt x="9905" y="35052"/>
                </a:lnTo>
                <a:lnTo>
                  <a:pt x="9143" y="32766"/>
                </a:lnTo>
                <a:lnTo>
                  <a:pt x="9143" y="52578"/>
                </a:lnTo>
                <a:lnTo>
                  <a:pt x="9905" y="52578"/>
                </a:lnTo>
                <a:close/>
              </a:path>
              <a:path w="69850" h="60960">
                <a:moveTo>
                  <a:pt x="15566" y="45175"/>
                </a:moveTo>
                <a:lnTo>
                  <a:pt x="12953" y="41910"/>
                </a:lnTo>
                <a:lnTo>
                  <a:pt x="12953" y="42672"/>
                </a:lnTo>
                <a:lnTo>
                  <a:pt x="10667" y="38862"/>
                </a:lnTo>
                <a:lnTo>
                  <a:pt x="9905" y="36576"/>
                </a:lnTo>
                <a:lnTo>
                  <a:pt x="9905" y="53340"/>
                </a:lnTo>
                <a:lnTo>
                  <a:pt x="14477" y="56388"/>
                </a:lnTo>
                <a:lnTo>
                  <a:pt x="15239" y="56388"/>
                </a:lnTo>
                <a:lnTo>
                  <a:pt x="15239" y="44958"/>
                </a:lnTo>
                <a:lnTo>
                  <a:pt x="15566" y="45175"/>
                </a:lnTo>
                <a:close/>
              </a:path>
              <a:path w="69850" h="60960">
                <a:moveTo>
                  <a:pt x="12191" y="22860"/>
                </a:moveTo>
                <a:lnTo>
                  <a:pt x="11429" y="23622"/>
                </a:lnTo>
                <a:lnTo>
                  <a:pt x="11429" y="24384"/>
                </a:lnTo>
                <a:lnTo>
                  <a:pt x="12191" y="22860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6001" y="45720"/>
                </a:moveTo>
                <a:lnTo>
                  <a:pt x="15566" y="45175"/>
                </a:lnTo>
                <a:lnTo>
                  <a:pt x="15239" y="44958"/>
                </a:lnTo>
                <a:lnTo>
                  <a:pt x="16001" y="45720"/>
                </a:lnTo>
                <a:close/>
              </a:path>
              <a:path w="69850" h="60960">
                <a:moveTo>
                  <a:pt x="16001" y="56769"/>
                </a:moveTo>
                <a:lnTo>
                  <a:pt x="16001" y="45720"/>
                </a:lnTo>
                <a:lnTo>
                  <a:pt x="15239" y="44958"/>
                </a:lnTo>
                <a:lnTo>
                  <a:pt x="15239" y="56388"/>
                </a:lnTo>
                <a:lnTo>
                  <a:pt x="16001" y="56769"/>
                </a:lnTo>
                <a:close/>
              </a:path>
              <a:path w="69850" h="60960">
                <a:moveTo>
                  <a:pt x="19811" y="48006"/>
                </a:moveTo>
                <a:lnTo>
                  <a:pt x="15566" y="45175"/>
                </a:lnTo>
                <a:lnTo>
                  <a:pt x="16001" y="45720"/>
                </a:lnTo>
                <a:lnTo>
                  <a:pt x="16001" y="56769"/>
                </a:lnTo>
                <a:lnTo>
                  <a:pt x="19049" y="58293"/>
                </a:lnTo>
                <a:lnTo>
                  <a:pt x="19049" y="48006"/>
                </a:lnTo>
                <a:lnTo>
                  <a:pt x="19811" y="48006"/>
                </a:lnTo>
                <a:close/>
              </a:path>
              <a:path w="69850" h="60960">
                <a:moveTo>
                  <a:pt x="17525" y="16256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256"/>
                </a:lnTo>
                <a:close/>
              </a:path>
              <a:path w="69850" h="60960">
                <a:moveTo>
                  <a:pt x="23621" y="59544"/>
                </a:moveTo>
                <a:lnTo>
                  <a:pt x="23621" y="50292"/>
                </a:lnTo>
                <a:lnTo>
                  <a:pt x="19049" y="48006"/>
                </a:lnTo>
                <a:lnTo>
                  <a:pt x="19049" y="58293"/>
                </a:lnTo>
                <a:lnTo>
                  <a:pt x="19811" y="58674"/>
                </a:lnTo>
                <a:lnTo>
                  <a:pt x="20573" y="58674"/>
                </a:lnTo>
                <a:lnTo>
                  <a:pt x="23621" y="59544"/>
                </a:lnTo>
                <a:close/>
              </a:path>
              <a:path w="69850" h="60960">
                <a:moveTo>
                  <a:pt x="21335" y="13716"/>
                </a:moveTo>
                <a:lnTo>
                  <a:pt x="20573" y="13716"/>
                </a:lnTo>
                <a:lnTo>
                  <a:pt x="20573" y="14224"/>
                </a:lnTo>
                <a:lnTo>
                  <a:pt x="21335" y="13716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3621" y="50292"/>
                </a:lnTo>
                <a:lnTo>
                  <a:pt x="23621" y="59544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906"/>
                </a:moveTo>
                <a:lnTo>
                  <a:pt x="25907" y="11430"/>
                </a:lnTo>
                <a:lnTo>
                  <a:pt x="25145" y="12192"/>
                </a:lnTo>
                <a:lnTo>
                  <a:pt x="25907" y="11906"/>
                </a:lnTo>
                <a:close/>
              </a:path>
              <a:path w="69850" h="60960">
                <a:moveTo>
                  <a:pt x="38861" y="60293"/>
                </a:moveTo>
                <a:lnTo>
                  <a:pt x="38861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lnTo>
                  <a:pt x="38861" y="60293"/>
                </a:lnTo>
                <a:close/>
              </a:path>
              <a:path w="69850" h="60960">
                <a:moveTo>
                  <a:pt x="31241" y="10572"/>
                </a:moveTo>
                <a:lnTo>
                  <a:pt x="31241" y="9906"/>
                </a:lnTo>
                <a:lnTo>
                  <a:pt x="30479" y="10668"/>
                </a:lnTo>
                <a:lnTo>
                  <a:pt x="31241" y="10572"/>
                </a:lnTo>
                <a:close/>
              </a:path>
              <a:path w="69850" h="60960">
                <a:moveTo>
                  <a:pt x="36575" y="9906"/>
                </a:moveTo>
                <a:lnTo>
                  <a:pt x="35813" y="9906"/>
                </a:lnTo>
                <a:lnTo>
                  <a:pt x="36575" y="9906"/>
                </a:lnTo>
                <a:close/>
              </a:path>
              <a:path w="69850" h="60960">
                <a:moveTo>
                  <a:pt x="44195" y="59245"/>
                </a:moveTo>
                <a:lnTo>
                  <a:pt x="44195" y="49530"/>
                </a:lnTo>
                <a:lnTo>
                  <a:pt x="38099" y="51054"/>
                </a:lnTo>
                <a:lnTo>
                  <a:pt x="38861" y="51054"/>
                </a:lnTo>
                <a:lnTo>
                  <a:pt x="38861" y="60293"/>
                </a:lnTo>
                <a:lnTo>
                  <a:pt x="40385" y="60198"/>
                </a:lnTo>
                <a:lnTo>
                  <a:pt x="44195" y="59245"/>
                </a:lnTo>
                <a:close/>
              </a:path>
              <a:path w="69850" h="60960">
                <a:moveTo>
                  <a:pt x="41909" y="10123"/>
                </a:moveTo>
                <a:lnTo>
                  <a:pt x="41909" y="9906"/>
                </a:lnTo>
                <a:lnTo>
                  <a:pt x="41147" y="9906"/>
                </a:lnTo>
                <a:lnTo>
                  <a:pt x="41909" y="10123"/>
                </a:lnTo>
                <a:close/>
              </a:path>
              <a:path w="69850" h="60960">
                <a:moveTo>
                  <a:pt x="48767" y="57258"/>
                </a:moveTo>
                <a:lnTo>
                  <a:pt x="48767" y="47244"/>
                </a:lnTo>
                <a:lnTo>
                  <a:pt x="43433" y="49530"/>
                </a:lnTo>
                <a:lnTo>
                  <a:pt x="44195" y="49530"/>
                </a:lnTo>
                <a:lnTo>
                  <a:pt x="44195" y="59245"/>
                </a:lnTo>
                <a:lnTo>
                  <a:pt x="46481" y="58674"/>
                </a:lnTo>
                <a:lnTo>
                  <a:pt x="47243" y="58674"/>
                </a:lnTo>
                <a:lnTo>
                  <a:pt x="47243" y="57912"/>
                </a:lnTo>
                <a:lnTo>
                  <a:pt x="48767" y="57258"/>
                </a:lnTo>
                <a:close/>
              </a:path>
              <a:path w="69850" h="60960">
                <a:moveTo>
                  <a:pt x="46481" y="11811"/>
                </a:moveTo>
                <a:lnTo>
                  <a:pt x="46481" y="11430"/>
                </a:lnTo>
                <a:lnTo>
                  <a:pt x="45719" y="11430"/>
                </a:lnTo>
                <a:lnTo>
                  <a:pt x="46481" y="11811"/>
                </a:lnTo>
                <a:close/>
              </a:path>
              <a:path w="69850" h="60960">
                <a:moveTo>
                  <a:pt x="52577" y="44196"/>
                </a:moveTo>
                <a:lnTo>
                  <a:pt x="48005" y="47244"/>
                </a:lnTo>
                <a:lnTo>
                  <a:pt x="48767" y="47244"/>
                </a:lnTo>
                <a:lnTo>
                  <a:pt x="48767" y="57258"/>
                </a:lnTo>
                <a:lnTo>
                  <a:pt x="51815" y="55952"/>
                </a:lnTo>
                <a:lnTo>
                  <a:pt x="51815" y="44958"/>
                </a:lnTo>
                <a:lnTo>
                  <a:pt x="52577" y="44196"/>
                </a:lnTo>
                <a:close/>
              </a:path>
              <a:path w="69850" h="60960">
                <a:moveTo>
                  <a:pt x="50291" y="13716"/>
                </a:moveTo>
                <a:lnTo>
                  <a:pt x="49529" y="12954"/>
                </a:lnTo>
                <a:lnTo>
                  <a:pt x="49529" y="13335"/>
                </a:lnTo>
                <a:lnTo>
                  <a:pt x="50291" y="13716"/>
                </a:lnTo>
                <a:close/>
              </a:path>
              <a:path w="69850" h="60960">
                <a:moveTo>
                  <a:pt x="55625" y="53721"/>
                </a:moveTo>
                <a:lnTo>
                  <a:pt x="55625" y="41148"/>
                </a:lnTo>
                <a:lnTo>
                  <a:pt x="51815" y="44958"/>
                </a:lnTo>
                <a:lnTo>
                  <a:pt x="51815" y="55952"/>
                </a:lnTo>
                <a:lnTo>
                  <a:pt x="52577" y="55626"/>
                </a:lnTo>
                <a:lnTo>
                  <a:pt x="53339" y="55626"/>
                </a:lnTo>
                <a:lnTo>
                  <a:pt x="55625" y="53721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910"/>
                </a:lnTo>
                <a:lnTo>
                  <a:pt x="55625" y="41148"/>
                </a:lnTo>
                <a:lnTo>
                  <a:pt x="55625" y="53721"/>
                </a:lnTo>
                <a:lnTo>
                  <a:pt x="57911" y="51816"/>
                </a:lnTo>
                <a:close/>
              </a:path>
              <a:path w="69850" h="60960">
                <a:moveTo>
                  <a:pt x="69710" y="27686"/>
                </a:moveTo>
                <a:lnTo>
                  <a:pt x="68491" y="20345"/>
                </a:lnTo>
                <a:lnTo>
                  <a:pt x="65531" y="15240"/>
                </a:lnTo>
                <a:lnTo>
                  <a:pt x="64007" y="12954"/>
                </a:lnTo>
                <a:lnTo>
                  <a:pt x="60197" y="9144"/>
                </a:lnTo>
                <a:lnTo>
                  <a:pt x="60197" y="30480"/>
                </a:lnTo>
                <a:lnTo>
                  <a:pt x="59435" y="32004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816"/>
                </a:lnTo>
                <a:lnTo>
                  <a:pt x="58673" y="51816"/>
                </a:lnTo>
                <a:lnTo>
                  <a:pt x="62483" y="48006"/>
                </a:lnTo>
                <a:lnTo>
                  <a:pt x="62483" y="47244"/>
                </a:lnTo>
                <a:lnTo>
                  <a:pt x="65531" y="42672"/>
                </a:lnTo>
                <a:lnTo>
                  <a:pt x="66293" y="42672"/>
                </a:lnTo>
                <a:lnTo>
                  <a:pt x="66293" y="41910"/>
                </a:lnTo>
                <a:lnTo>
                  <a:pt x="67817" y="37338"/>
                </a:lnTo>
                <a:lnTo>
                  <a:pt x="68579" y="36576"/>
                </a:lnTo>
                <a:lnTo>
                  <a:pt x="69341" y="33528"/>
                </a:lnTo>
                <a:lnTo>
                  <a:pt x="69710" y="2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3" name="object 58">
            <a:extLst>
              <a:ext uri="{FF2B5EF4-FFF2-40B4-BE49-F238E27FC236}">
                <a16:creationId xmlns:a16="http://schemas.microsoft.com/office/drawing/2014/main" id="{F50A88E1-E32A-4D94-B7A8-24B9BDA4F387}"/>
              </a:ext>
            </a:extLst>
          </p:cNvPr>
          <p:cNvSpPr/>
          <p:nvPr/>
        </p:nvSpPr>
        <p:spPr>
          <a:xfrm>
            <a:off x="3011360" y="2347482"/>
            <a:ext cx="81579" cy="8126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5" name="object 59">
            <a:extLst>
              <a:ext uri="{FF2B5EF4-FFF2-40B4-BE49-F238E27FC236}">
                <a16:creationId xmlns:a16="http://schemas.microsoft.com/office/drawing/2014/main" id="{2BAA66AE-6F6E-4897-80A8-84BB083EA15F}"/>
              </a:ext>
            </a:extLst>
          </p:cNvPr>
          <p:cNvSpPr/>
          <p:nvPr/>
        </p:nvSpPr>
        <p:spPr>
          <a:xfrm>
            <a:off x="4695829" y="4663067"/>
            <a:ext cx="83431" cy="7709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7" name="object 60">
            <a:extLst>
              <a:ext uri="{FF2B5EF4-FFF2-40B4-BE49-F238E27FC236}">
                <a16:creationId xmlns:a16="http://schemas.microsoft.com/office/drawing/2014/main" id="{B8BF1164-CF6B-4BE4-87E8-6AB9DDD9014D}"/>
              </a:ext>
            </a:extLst>
          </p:cNvPr>
          <p:cNvSpPr/>
          <p:nvPr/>
        </p:nvSpPr>
        <p:spPr>
          <a:xfrm>
            <a:off x="6305888" y="4327519"/>
            <a:ext cx="70224" cy="59765"/>
          </a:xfrm>
          <a:custGeom>
            <a:avLst/>
            <a:gdLst/>
            <a:ahLst/>
            <a:cxnLst/>
            <a:rect l="l" t="t" r="r" b="b"/>
            <a:pathLst>
              <a:path w="59689" h="50800">
                <a:moveTo>
                  <a:pt x="59436" y="20038"/>
                </a:moveTo>
                <a:lnTo>
                  <a:pt x="55471" y="10406"/>
                </a:lnTo>
                <a:lnTo>
                  <a:pt x="47720" y="3559"/>
                </a:lnTo>
                <a:lnTo>
                  <a:pt x="37254" y="0"/>
                </a:lnTo>
                <a:lnTo>
                  <a:pt x="25146" y="226"/>
                </a:lnTo>
                <a:lnTo>
                  <a:pt x="14144" y="4345"/>
                </a:lnTo>
                <a:lnTo>
                  <a:pt x="5715" y="11465"/>
                </a:lnTo>
                <a:lnTo>
                  <a:pt x="714" y="20585"/>
                </a:lnTo>
                <a:lnTo>
                  <a:pt x="0" y="30706"/>
                </a:lnTo>
                <a:lnTo>
                  <a:pt x="4393" y="39909"/>
                </a:lnTo>
                <a:lnTo>
                  <a:pt x="12287" y="46612"/>
                </a:lnTo>
                <a:lnTo>
                  <a:pt x="22609" y="50315"/>
                </a:lnTo>
                <a:lnTo>
                  <a:pt x="34290" y="50518"/>
                </a:lnTo>
                <a:lnTo>
                  <a:pt x="45612" y="46398"/>
                </a:lnTo>
                <a:lnTo>
                  <a:pt x="54006" y="39278"/>
                </a:lnTo>
                <a:lnTo>
                  <a:pt x="58828" y="30158"/>
                </a:lnTo>
                <a:lnTo>
                  <a:pt x="59436" y="200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9" name="object 61">
            <a:extLst>
              <a:ext uri="{FF2B5EF4-FFF2-40B4-BE49-F238E27FC236}">
                <a16:creationId xmlns:a16="http://schemas.microsoft.com/office/drawing/2014/main" id="{987E9046-13A5-48DB-A2A2-00616073416D}"/>
              </a:ext>
            </a:extLst>
          </p:cNvPr>
          <p:cNvSpPr/>
          <p:nvPr/>
        </p:nvSpPr>
        <p:spPr>
          <a:xfrm>
            <a:off x="6300511" y="4321510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11429" y="22860"/>
                </a:moveTo>
                <a:lnTo>
                  <a:pt x="11429" y="9144"/>
                </a:lnTo>
                <a:lnTo>
                  <a:pt x="10667" y="9144"/>
                </a:lnTo>
                <a:lnTo>
                  <a:pt x="6095" y="13716"/>
                </a:lnTo>
                <a:lnTo>
                  <a:pt x="3047" y="18288"/>
                </a:lnTo>
                <a:lnTo>
                  <a:pt x="3047" y="19050"/>
                </a:lnTo>
                <a:lnTo>
                  <a:pt x="761" y="23622"/>
                </a:lnTo>
                <a:lnTo>
                  <a:pt x="761" y="24384"/>
                </a:lnTo>
                <a:lnTo>
                  <a:pt x="0" y="29718"/>
                </a:lnTo>
                <a:lnTo>
                  <a:pt x="0" y="36576"/>
                </a:lnTo>
                <a:lnTo>
                  <a:pt x="1523" y="42672"/>
                </a:lnTo>
                <a:lnTo>
                  <a:pt x="2285" y="42672"/>
                </a:lnTo>
                <a:lnTo>
                  <a:pt x="2285" y="43434"/>
                </a:lnTo>
                <a:lnTo>
                  <a:pt x="4571" y="47244"/>
                </a:lnTo>
                <a:lnTo>
                  <a:pt x="9143" y="51816"/>
                </a:lnTo>
                <a:lnTo>
                  <a:pt x="9143" y="31242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2860"/>
                </a:lnTo>
                <a:close/>
              </a:path>
              <a:path w="69850" h="60960">
                <a:moveTo>
                  <a:pt x="12953" y="42672"/>
                </a:moveTo>
                <a:lnTo>
                  <a:pt x="10667" y="38100"/>
                </a:lnTo>
                <a:lnTo>
                  <a:pt x="10667" y="38862"/>
                </a:lnTo>
                <a:lnTo>
                  <a:pt x="9143" y="34290"/>
                </a:lnTo>
                <a:lnTo>
                  <a:pt x="9143" y="52578"/>
                </a:lnTo>
                <a:lnTo>
                  <a:pt x="9905" y="52578"/>
                </a:lnTo>
                <a:lnTo>
                  <a:pt x="12191" y="54406"/>
                </a:lnTo>
                <a:lnTo>
                  <a:pt x="12191" y="41910"/>
                </a:lnTo>
                <a:lnTo>
                  <a:pt x="12953" y="42672"/>
                </a:lnTo>
                <a:close/>
              </a:path>
              <a:path w="69850" h="60960">
                <a:moveTo>
                  <a:pt x="59435" y="24384"/>
                </a:moveTo>
                <a:lnTo>
                  <a:pt x="59435" y="7620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8005" y="1524"/>
                </a:lnTo>
                <a:lnTo>
                  <a:pt x="42671" y="762"/>
                </a:lnTo>
                <a:lnTo>
                  <a:pt x="41147" y="653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097" y="2286"/>
                </a:lnTo>
                <a:lnTo>
                  <a:pt x="16763" y="5334"/>
                </a:lnTo>
                <a:lnTo>
                  <a:pt x="16001" y="5334"/>
                </a:lnTo>
                <a:lnTo>
                  <a:pt x="11429" y="8382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129"/>
                </a:lnTo>
                <a:lnTo>
                  <a:pt x="21335" y="12954"/>
                </a:lnTo>
                <a:lnTo>
                  <a:pt x="21335" y="13389"/>
                </a:lnTo>
                <a:lnTo>
                  <a:pt x="25145" y="11756"/>
                </a:lnTo>
                <a:lnTo>
                  <a:pt x="25145" y="11430"/>
                </a:lnTo>
                <a:lnTo>
                  <a:pt x="30479" y="10096"/>
                </a:lnTo>
                <a:lnTo>
                  <a:pt x="30479" y="9906"/>
                </a:lnTo>
                <a:lnTo>
                  <a:pt x="35813" y="9239"/>
                </a:lnTo>
                <a:lnTo>
                  <a:pt x="41147" y="9906"/>
                </a:lnTo>
                <a:lnTo>
                  <a:pt x="41147" y="10123"/>
                </a:lnTo>
                <a:lnTo>
                  <a:pt x="44957" y="11212"/>
                </a:lnTo>
                <a:lnTo>
                  <a:pt x="44957" y="10668"/>
                </a:lnTo>
                <a:lnTo>
                  <a:pt x="50291" y="12954"/>
                </a:lnTo>
                <a:lnTo>
                  <a:pt x="50291" y="13462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149" y="20574"/>
                </a:lnTo>
                <a:lnTo>
                  <a:pt x="58673" y="22098"/>
                </a:lnTo>
                <a:lnTo>
                  <a:pt x="59435" y="24384"/>
                </a:lnTo>
                <a:close/>
              </a:path>
              <a:path w="69850" h="60960">
                <a:moveTo>
                  <a:pt x="16001" y="57041"/>
                </a:moveTo>
                <a:lnTo>
                  <a:pt x="16001" y="45720"/>
                </a:lnTo>
                <a:lnTo>
                  <a:pt x="12191" y="41910"/>
                </a:lnTo>
                <a:lnTo>
                  <a:pt x="12191" y="54406"/>
                </a:lnTo>
                <a:lnTo>
                  <a:pt x="13715" y="55626"/>
                </a:lnTo>
                <a:lnTo>
                  <a:pt x="14477" y="55626"/>
                </a:lnTo>
                <a:lnTo>
                  <a:pt x="14477" y="56388"/>
                </a:lnTo>
                <a:lnTo>
                  <a:pt x="16001" y="57041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9354" y="47701"/>
                </a:moveTo>
                <a:lnTo>
                  <a:pt x="15239" y="44958"/>
                </a:lnTo>
                <a:lnTo>
                  <a:pt x="16001" y="45720"/>
                </a:lnTo>
                <a:lnTo>
                  <a:pt x="16001" y="57041"/>
                </a:lnTo>
                <a:lnTo>
                  <a:pt x="18287" y="58020"/>
                </a:lnTo>
                <a:lnTo>
                  <a:pt x="18287" y="47244"/>
                </a:lnTo>
                <a:lnTo>
                  <a:pt x="19354" y="47701"/>
                </a:lnTo>
                <a:close/>
              </a:path>
              <a:path w="69850" h="60960">
                <a:moveTo>
                  <a:pt x="17525" y="16129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129"/>
                </a:lnTo>
                <a:close/>
              </a:path>
              <a:path w="69850" h="60960">
                <a:moveTo>
                  <a:pt x="19811" y="48006"/>
                </a:moveTo>
                <a:lnTo>
                  <a:pt x="19354" y="47701"/>
                </a:lnTo>
                <a:lnTo>
                  <a:pt x="18287" y="47244"/>
                </a:lnTo>
                <a:lnTo>
                  <a:pt x="19811" y="48006"/>
                </a:lnTo>
                <a:close/>
              </a:path>
              <a:path w="69850" h="60960">
                <a:moveTo>
                  <a:pt x="19811" y="58674"/>
                </a:moveTo>
                <a:lnTo>
                  <a:pt x="19811" y="48006"/>
                </a:lnTo>
                <a:lnTo>
                  <a:pt x="18287" y="47244"/>
                </a:lnTo>
                <a:lnTo>
                  <a:pt x="18287" y="58020"/>
                </a:lnTo>
                <a:lnTo>
                  <a:pt x="19811" y="58674"/>
                </a:lnTo>
                <a:close/>
              </a:path>
              <a:path w="69850" h="60960">
                <a:moveTo>
                  <a:pt x="23621" y="49530"/>
                </a:moveTo>
                <a:lnTo>
                  <a:pt x="19354" y="47701"/>
                </a:lnTo>
                <a:lnTo>
                  <a:pt x="19811" y="48006"/>
                </a:lnTo>
                <a:lnTo>
                  <a:pt x="19811" y="58674"/>
                </a:lnTo>
                <a:lnTo>
                  <a:pt x="20573" y="58674"/>
                </a:lnTo>
                <a:lnTo>
                  <a:pt x="22859" y="59327"/>
                </a:lnTo>
                <a:lnTo>
                  <a:pt x="22859" y="49530"/>
                </a:lnTo>
                <a:lnTo>
                  <a:pt x="23621" y="49530"/>
                </a:lnTo>
                <a:close/>
              </a:path>
              <a:path w="69850" h="60960">
                <a:moveTo>
                  <a:pt x="21335" y="13389"/>
                </a:moveTo>
                <a:lnTo>
                  <a:pt x="21335" y="12954"/>
                </a:lnTo>
                <a:lnTo>
                  <a:pt x="20573" y="13716"/>
                </a:lnTo>
                <a:lnTo>
                  <a:pt x="21335" y="13389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2859" y="59327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430"/>
                </a:moveTo>
                <a:lnTo>
                  <a:pt x="25145" y="11430"/>
                </a:lnTo>
                <a:lnTo>
                  <a:pt x="25145" y="11756"/>
                </a:lnTo>
                <a:lnTo>
                  <a:pt x="25907" y="11430"/>
                </a:lnTo>
                <a:close/>
              </a:path>
              <a:path w="69850" h="60960">
                <a:moveTo>
                  <a:pt x="33527" y="60960"/>
                </a:moveTo>
                <a:lnTo>
                  <a:pt x="33527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close/>
              </a:path>
              <a:path w="69850" h="60960">
                <a:moveTo>
                  <a:pt x="31241" y="9906"/>
                </a:moveTo>
                <a:lnTo>
                  <a:pt x="30479" y="9906"/>
                </a:lnTo>
                <a:lnTo>
                  <a:pt x="30479" y="10096"/>
                </a:lnTo>
                <a:lnTo>
                  <a:pt x="31241" y="9906"/>
                </a:lnTo>
                <a:close/>
              </a:path>
              <a:path w="69850" h="60960">
                <a:moveTo>
                  <a:pt x="43433" y="48768"/>
                </a:moveTo>
                <a:lnTo>
                  <a:pt x="38099" y="51054"/>
                </a:lnTo>
                <a:lnTo>
                  <a:pt x="38099" y="50387"/>
                </a:lnTo>
                <a:lnTo>
                  <a:pt x="32765" y="51054"/>
                </a:lnTo>
                <a:lnTo>
                  <a:pt x="33527" y="51054"/>
                </a:lnTo>
                <a:lnTo>
                  <a:pt x="33527" y="60960"/>
                </a:lnTo>
                <a:lnTo>
                  <a:pt x="38099" y="60388"/>
                </a:lnTo>
                <a:lnTo>
                  <a:pt x="38099" y="51054"/>
                </a:lnTo>
                <a:lnTo>
                  <a:pt x="38861" y="50292"/>
                </a:lnTo>
                <a:lnTo>
                  <a:pt x="38861" y="60293"/>
                </a:lnTo>
                <a:lnTo>
                  <a:pt x="40385" y="60198"/>
                </a:lnTo>
                <a:lnTo>
                  <a:pt x="42671" y="59340"/>
                </a:lnTo>
                <a:lnTo>
                  <a:pt x="42671" y="49530"/>
                </a:lnTo>
                <a:lnTo>
                  <a:pt x="43433" y="48768"/>
                </a:lnTo>
                <a:close/>
              </a:path>
              <a:path w="69850" h="60960">
                <a:moveTo>
                  <a:pt x="36169" y="9194"/>
                </a:moveTo>
                <a:lnTo>
                  <a:pt x="35813" y="9144"/>
                </a:lnTo>
                <a:lnTo>
                  <a:pt x="36169" y="9194"/>
                </a:lnTo>
                <a:close/>
              </a:path>
              <a:path w="69850" h="60960">
                <a:moveTo>
                  <a:pt x="36575" y="9252"/>
                </a:moveTo>
                <a:lnTo>
                  <a:pt x="36169" y="9194"/>
                </a:lnTo>
                <a:lnTo>
                  <a:pt x="36575" y="9252"/>
                </a:lnTo>
                <a:close/>
              </a:path>
              <a:path w="69850" h="60960">
                <a:moveTo>
                  <a:pt x="41147" y="10123"/>
                </a:moveTo>
                <a:lnTo>
                  <a:pt x="41147" y="9906"/>
                </a:lnTo>
                <a:lnTo>
                  <a:pt x="40385" y="9906"/>
                </a:lnTo>
                <a:lnTo>
                  <a:pt x="41147" y="10123"/>
                </a:lnTo>
                <a:close/>
              </a:path>
              <a:path w="69850" h="60960">
                <a:moveTo>
                  <a:pt x="48005" y="57585"/>
                </a:moveTo>
                <a:lnTo>
                  <a:pt x="48005" y="47244"/>
                </a:lnTo>
                <a:lnTo>
                  <a:pt x="42671" y="49530"/>
                </a:lnTo>
                <a:lnTo>
                  <a:pt x="42671" y="59340"/>
                </a:lnTo>
                <a:lnTo>
                  <a:pt x="46481" y="57912"/>
                </a:lnTo>
                <a:lnTo>
                  <a:pt x="47243" y="57912"/>
                </a:lnTo>
                <a:lnTo>
                  <a:pt x="48005" y="57585"/>
                </a:lnTo>
                <a:close/>
              </a:path>
              <a:path w="69850" h="60960">
                <a:moveTo>
                  <a:pt x="45719" y="11430"/>
                </a:moveTo>
                <a:lnTo>
                  <a:pt x="44957" y="10668"/>
                </a:lnTo>
                <a:lnTo>
                  <a:pt x="44957" y="11212"/>
                </a:lnTo>
                <a:lnTo>
                  <a:pt x="45719" y="11430"/>
                </a:lnTo>
                <a:close/>
              </a:path>
              <a:path w="69850" h="60960">
                <a:moveTo>
                  <a:pt x="55625" y="53122"/>
                </a:moveTo>
                <a:lnTo>
                  <a:pt x="55625" y="40386"/>
                </a:lnTo>
                <a:lnTo>
                  <a:pt x="51815" y="44958"/>
                </a:lnTo>
                <a:lnTo>
                  <a:pt x="51815" y="44196"/>
                </a:lnTo>
                <a:lnTo>
                  <a:pt x="47243" y="47244"/>
                </a:lnTo>
                <a:lnTo>
                  <a:pt x="48005" y="47244"/>
                </a:lnTo>
                <a:lnTo>
                  <a:pt x="48005" y="57585"/>
                </a:lnTo>
                <a:lnTo>
                  <a:pt x="52577" y="55626"/>
                </a:lnTo>
                <a:lnTo>
                  <a:pt x="52577" y="54864"/>
                </a:lnTo>
                <a:lnTo>
                  <a:pt x="55625" y="53122"/>
                </a:lnTo>
                <a:close/>
              </a:path>
              <a:path w="69850" h="60960">
                <a:moveTo>
                  <a:pt x="50291" y="13462"/>
                </a:moveTo>
                <a:lnTo>
                  <a:pt x="50291" y="12954"/>
                </a:lnTo>
                <a:lnTo>
                  <a:pt x="49529" y="12954"/>
                </a:lnTo>
                <a:lnTo>
                  <a:pt x="50291" y="13462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148"/>
                </a:lnTo>
                <a:lnTo>
                  <a:pt x="55625" y="40386"/>
                </a:lnTo>
                <a:lnTo>
                  <a:pt x="55625" y="53122"/>
                </a:lnTo>
                <a:lnTo>
                  <a:pt x="57911" y="51816"/>
                </a:lnTo>
                <a:close/>
              </a:path>
              <a:path w="69850" h="60960">
                <a:moveTo>
                  <a:pt x="69341" y="29718"/>
                </a:moveTo>
                <a:lnTo>
                  <a:pt x="69341" y="26670"/>
                </a:lnTo>
                <a:lnTo>
                  <a:pt x="67055" y="17526"/>
                </a:lnTo>
                <a:lnTo>
                  <a:pt x="64007" y="12954"/>
                </a:lnTo>
                <a:lnTo>
                  <a:pt x="64007" y="12192"/>
                </a:lnTo>
                <a:lnTo>
                  <a:pt x="63245" y="12192"/>
                </a:lnTo>
                <a:lnTo>
                  <a:pt x="60197" y="8382"/>
                </a:lnTo>
                <a:lnTo>
                  <a:pt x="59435" y="8382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054"/>
                </a:lnTo>
                <a:lnTo>
                  <a:pt x="61721" y="47244"/>
                </a:lnTo>
                <a:lnTo>
                  <a:pt x="62483" y="47244"/>
                </a:lnTo>
                <a:lnTo>
                  <a:pt x="62483" y="46482"/>
                </a:lnTo>
                <a:lnTo>
                  <a:pt x="65531" y="42672"/>
                </a:lnTo>
                <a:lnTo>
                  <a:pt x="65531" y="41910"/>
                </a:lnTo>
                <a:lnTo>
                  <a:pt x="66293" y="41910"/>
                </a:lnTo>
                <a:lnTo>
                  <a:pt x="67817" y="36576"/>
                </a:lnTo>
                <a:lnTo>
                  <a:pt x="68579" y="35814"/>
                </a:lnTo>
                <a:lnTo>
                  <a:pt x="68579" y="32766"/>
                </a:lnTo>
                <a:lnTo>
                  <a:pt x="69341" y="29718"/>
                </a:lnTo>
                <a:close/>
              </a:path>
              <a:path w="69850" h="60960">
                <a:moveTo>
                  <a:pt x="59435" y="33528"/>
                </a:moveTo>
                <a:lnTo>
                  <a:pt x="59435" y="32004"/>
                </a:lnTo>
                <a:lnTo>
                  <a:pt x="58673" y="34290"/>
                </a:lnTo>
                <a:lnTo>
                  <a:pt x="59435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1" name="object 63">
            <a:extLst>
              <a:ext uri="{FF2B5EF4-FFF2-40B4-BE49-F238E27FC236}">
                <a16:creationId xmlns:a16="http://schemas.microsoft.com/office/drawing/2014/main" id="{75D664D1-B291-4725-9E75-E1AF3E574BE0}"/>
              </a:ext>
            </a:extLst>
          </p:cNvPr>
          <p:cNvSpPr txBox="1"/>
          <p:nvPr/>
        </p:nvSpPr>
        <p:spPr>
          <a:xfrm>
            <a:off x="8016027" y="898841"/>
            <a:ext cx="620059" cy="396828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2471" i="1" spc="-95" dirty="0">
                <a:latin typeface="Tahoma"/>
                <a:cs typeface="Tahoma"/>
              </a:rPr>
              <a:t>+</a:t>
            </a:r>
            <a:r>
              <a:rPr sz="2471" i="1" spc="-129" dirty="0">
                <a:latin typeface="Tahoma"/>
                <a:cs typeface="Tahoma"/>
              </a:rPr>
              <a:t> 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b</a:t>
            </a:r>
            <a:r>
              <a:rPr sz="2471" i="1" spc="-65" dirty="0">
                <a:latin typeface="Tahoma"/>
                <a:cs typeface="Tahoma"/>
              </a:rPr>
              <a:t>)</a:t>
            </a:r>
            <a:endParaRPr sz="2471">
              <a:latin typeface="Tahoma"/>
              <a:cs typeface="Tahoma"/>
            </a:endParaRPr>
          </a:p>
        </p:txBody>
      </p:sp>
      <p:sp>
        <p:nvSpPr>
          <p:cNvPr id="113" name="object 64">
            <a:extLst>
              <a:ext uri="{FF2B5EF4-FFF2-40B4-BE49-F238E27FC236}">
                <a16:creationId xmlns:a16="http://schemas.microsoft.com/office/drawing/2014/main" id="{6555F38A-3C2A-45F6-8BA0-8B502B135B42}"/>
              </a:ext>
            </a:extLst>
          </p:cNvPr>
          <p:cNvSpPr txBox="1"/>
          <p:nvPr/>
        </p:nvSpPr>
        <p:spPr>
          <a:xfrm>
            <a:off x="7757575" y="3168051"/>
            <a:ext cx="3019612" cy="2728475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 marR="88903">
              <a:spcBef>
                <a:spcPts val="112"/>
              </a:spcBef>
            </a:pP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sz="2353" spc="-5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maximum margin  linear classifier </a:t>
            </a: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sz="2353" spc="-12" dirty="0">
                <a:latin typeface="Calibri" panose="020F0502020204030204" pitchFamily="34" charset="0"/>
                <a:cs typeface="Calibri" panose="020F0502020204030204" pitchFamily="34" charset="0"/>
              </a:rPr>
              <a:t>the  </a:t>
            </a: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linear classifier with  the maximum</a:t>
            </a:r>
            <a:r>
              <a:rPr sz="2353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margin.</a:t>
            </a:r>
            <a:endParaRPr sz="235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941" marR="5977">
              <a:spcBef>
                <a:spcPts val="1412"/>
              </a:spcBef>
            </a:pP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This is the </a:t>
            </a:r>
            <a:r>
              <a:rPr sz="2353" spc="-12" dirty="0">
                <a:latin typeface="Calibri" panose="020F0502020204030204" pitchFamily="34" charset="0"/>
                <a:cs typeface="Calibri" panose="020F0502020204030204" pitchFamily="34" charset="0"/>
              </a:rPr>
              <a:t>simplest  </a:t>
            </a: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kind of SVM (Called an  LSVM)</a:t>
            </a:r>
            <a:endParaRPr sz="235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F6EB2415-AC61-486D-B48E-56ED35C602BE}"/>
              </a:ext>
            </a:extLst>
          </p:cNvPr>
          <p:cNvSpPr/>
          <p:nvPr/>
        </p:nvSpPr>
        <p:spPr>
          <a:xfrm>
            <a:off x="5297360" y="5737040"/>
            <a:ext cx="2374153" cy="611841"/>
          </a:xfrm>
          <a:custGeom>
            <a:avLst/>
            <a:gdLst/>
            <a:ahLst/>
            <a:cxnLst/>
            <a:rect l="l" t="t" r="r" b="b"/>
            <a:pathLst>
              <a:path w="2018029" h="520065">
                <a:moveTo>
                  <a:pt x="2017776" y="0"/>
                </a:moveTo>
                <a:lnTo>
                  <a:pt x="1025652" y="138684"/>
                </a:lnTo>
                <a:lnTo>
                  <a:pt x="0" y="138684"/>
                </a:lnTo>
                <a:lnTo>
                  <a:pt x="0" y="519684"/>
                </a:lnTo>
                <a:lnTo>
                  <a:pt x="1465326" y="519684"/>
                </a:lnTo>
                <a:lnTo>
                  <a:pt x="1465326" y="138684"/>
                </a:lnTo>
                <a:lnTo>
                  <a:pt x="2017776" y="0"/>
                </a:lnTo>
                <a:close/>
              </a:path>
              <a:path w="2018029" h="520065">
                <a:moveTo>
                  <a:pt x="1758695" y="519684"/>
                </a:moveTo>
                <a:lnTo>
                  <a:pt x="1758695" y="138684"/>
                </a:lnTo>
                <a:lnTo>
                  <a:pt x="1465326" y="138684"/>
                </a:lnTo>
                <a:lnTo>
                  <a:pt x="1465326" y="519684"/>
                </a:lnTo>
                <a:lnTo>
                  <a:pt x="1758695" y="519684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7" name="object 66">
            <a:extLst>
              <a:ext uri="{FF2B5EF4-FFF2-40B4-BE49-F238E27FC236}">
                <a16:creationId xmlns:a16="http://schemas.microsoft.com/office/drawing/2014/main" id="{0F26FEC5-18B5-42D6-B0E6-EAE17A8DD9C3}"/>
              </a:ext>
            </a:extLst>
          </p:cNvPr>
          <p:cNvSpPr/>
          <p:nvPr/>
        </p:nvSpPr>
        <p:spPr>
          <a:xfrm>
            <a:off x="5289293" y="5721798"/>
            <a:ext cx="2441388" cy="634253"/>
          </a:xfrm>
          <a:custGeom>
            <a:avLst/>
            <a:gdLst/>
            <a:ahLst/>
            <a:cxnLst/>
            <a:rect l="l" t="t" r="r" b="b"/>
            <a:pathLst>
              <a:path w="2075179" h="539115">
                <a:moveTo>
                  <a:pt x="1032510" y="157733"/>
                </a:moveTo>
                <a:lnTo>
                  <a:pt x="1032510" y="144779"/>
                </a:lnTo>
                <a:lnTo>
                  <a:pt x="0" y="144779"/>
                </a:lnTo>
                <a:lnTo>
                  <a:pt x="0" y="538733"/>
                </a:lnTo>
                <a:lnTo>
                  <a:pt x="6857" y="538733"/>
                </a:lnTo>
                <a:lnTo>
                  <a:pt x="6858" y="157733"/>
                </a:lnTo>
                <a:lnTo>
                  <a:pt x="12953" y="151637"/>
                </a:lnTo>
                <a:lnTo>
                  <a:pt x="12953" y="157733"/>
                </a:lnTo>
                <a:lnTo>
                  <a:pt x="1032510" y="157733"/>
                </a:lnTo>
                <a:close/>
              </a:path>
              <a:path w="2075179" h="539115">
                <a:moveTo>
                  <a:pt x="12953" y="157733"/>
                </a:moveTo>
                <a:lnTo>
                  <a:pt x="12953" y="151637"/>
                </a:lnTo>
                <a:lnTo>
                  <a:pt x="6858" y="157733"/>
                </a:lnTo>
                <a:lnTo>
                  <a:pt x="12953" y="157733"/>
                </a:lnTo>
                <a:close/>
              </a:path>
              <a:path w="2075179" h="539115">
                <a:moveTo>
                  <a:pt x="12953" y="525779"/>
                </a:moveTo>
                <a:lnTo>
                  <a:pt x="12953" y="157733"/>
                </a:lnTo>
                <a:lnTo>
                  <a:pt x="6858" y="157733"/>
                </a:lnTo>
                <a:lnTo>
                  <a:pt x="6858" y="525779"/>
                </a:lnTo>
                <a:lnTo>
                  <a:pt x="12953" y="525779"/>
                </a:lnTo>
                <a:close/>
              </a:path>
              <a:path w="2075179" h="539115">
                <a:moveTo>
                  <a:pt x="1765554" y="525779"/>
                </a:moveTo>
                <a:lnTo>
                  <a:pt x="6858" y="525779"/>
                </a:lnTo>
                <a:lnTo>
                  <a:pt x="12953" y="532637"/>
                </a:lnTo>
                <a:lnTo>
                  <a:pt x="12953" y="538733"/>
                </a:lnTo>
                <a:lnTo>
                  <a:pt x="1759458" y="538733"/>
                </a:lnTo>
                <a:lnTo>
                  <a:pt x="1759458" y="532637"/>
                </a:lnTo>
                <a:lnTo>
                  <a:pt x="1765554" y="525779"/>
                </a:lnTo>
                <a:close/>
              </a:path>
              <a:path w="2075179" h="539115">
                <a:moveTo>
                  <a:pt x="12953" y="538733"/>
                </a:moveTo>
                <a:lnTo>
                  <a:pt x="12953" y="532637"/>
                </a:lnTo>
                <a:lnTo>
                  <a:pt x="6858" y="525779"/>
                </a:lnTo>
                <a:lnTo>
                  <a:pt x="6857" y="538733"/>
                </a:lnTo>
                <a:lnTo>
                  <a:pt x="12953" y="538733"/>
                </a:lnTo>
                <a:close/>
              </a:path>
              <a:path w="2075179" h="539115">
                <a:moveTo>
                  <a:pt x="2021930" y="7154"/>
                </a:moveTo>
                <a:lnTo>
                  <a:pt x="1031747" y="144779"/>
                </a:lnTo>
                <a:lnTo>
                  <a:pt x="1032510" y="144779"/>
                </a:lnTo>
                <a:lnTo>
                  <a:pt x="1032510" y="157733"/>
                </a:lnTo>
                <a:lnTo>
                  <a:pt x="1033272" y="157733"/>
                </a:lnTo>
                <a:lnTo>
                  <a:pt x="1904541" y="36612"/>
                </a:lnTo>
                <a:lnTo>
                  <a:pt x="2021930" y="7154"/>
                </a:lnTo>
                <a:close/>
              </a:path>
              <a:path w="2075179" h="539115">
                <a:moveTo>
                  <a:pt x="1473708" y="157733"/>
                </a:moveTo>
                <a:lnTo>
                  <a:pt x="1472222" y="145103"/>
                </a:lnTo>
                <a:lnTo>
                  <a:pt x="1421892" y="157733"/>
                </a:lnTo>
                <a:lnTo>
                  <a:pt x="1473708" y="157733"/>
                </a:lnTo>
                <a:close/>
              </a:path>
              <a:path w="2075179" h="539115">
                <a:moveTo>
                  <a:pt x="1473511" y="144779"/>
                </a:moveTo>
                <a:lnTo>
                  <a:pt x="1472184" y="144779"/>
                </a:lnTo>
                <a:lnTo>
                  <a:pt x="1472222" y="145103"/>
                </a:lnTo>
                <a:lnTo>
                  <a:pt x="1473511" y="144779"/>
                </a:lnTo>
                <a:close/>
              </a:path>
              <a:path w="2075179" h="539115">
                <a:moveTo>
                  <a:pt x="1525327" y="144779"/>
                </a:moveTo>
                <a:lnTo>
                  <a:pt x="1473511" y="144779"/>
                </a:lnTo>
                <a:lnTo>
                  <a:pt x="1472222" y="145103"/>
                </a:lnTo>
                <a:lnTo>
                  <a:pt x="1473708" y="157733"/>
                </a:lnTo>
                <a:lnTo>
                  <a:pt x="1525327" y="144779"/>
                </a:lnTo>
                <a:close/>
              </a:path>
              <a:path w="2075179" h="539115">
                <a:moveTo>
                  <a:pt x="2020710" y="20463"/>
                </a:moveTo>
                <a:lnTo>
                  <a:pt x="1904541" y="36612"/>
                </a:lnTo>
                <a:lnTo>
                  <a:pt x="1473511" y="144779"/>
                </a:lnTo>
                <a:lnTo>
                  <a:pt x="1525327" y="144779"/>
                </a:lnTo>
                <a:lnTo>
                  <a:pt x="2020710" y="20463"/>
                </a:lnTo>
                <a:close/>
              </a:path>
              <a:path w="2075179" h="539115">
                <a:moveTo>
                  <a:pt x="1771650" y="538733"/>
                </a:moveTo>
                <a:lnTo>
                  <a:pt x="1771650" y="144779"/>
                </a:lnTo>
                <a:lnTo>
                  <a:pt x="1525327" y="144779"/>
                </a:lnTo>
                <a:lnTo>
                  <a:pt x="1473708" y="157733"/>
                </a:lnTo>
                <a:lnTo>
                  <a:pt x="1759458" y="157733"/>
                </a:lnTo>
                <a:lnTo>
                  <a:pt x="1759458" y="151637"/>
                </a:lnTo>
                <a:lnTo>
                  <a:pt x="1765554" y="157733"/>
                </a:lnTo>
                <a:lnTo>
                  <a:pt x="1765554" y="538733"/>
                </a:lnTo>
                <a:lnTo>
                  <a:pt x="1771650" y="538733"/>
                </a:lnTo>
                <a:close/>
              </a:path>
              <a:path w="2075179" h="539115">
                <a:moveTo>
                  <a:pt x="1765554" y="157733"/>
                </a:moveTo>
                <a:lnTo>
                  <a:pt x="1759458" y="151637"/>
                </a:lnTo>
                <a:lnTo>
                  <a:pt x="1759458" y="157733"/>
                </a:lnTo>
                <a:lnTo>
                  <a:pt x="1765554" y="157733"/>
                </a:lnTo>
                <a:close/>
              </a:path>
              <a:path w="2075179" h="539115">
                <a:moveTo>
                  <a:pt x="1765554" y="525779"/>
                </a:moveTo>
                <a:lnTo>
                  <a:pt x="1765554" y="157733"/>
                </a:lnTo>
                <a:lnTo>
                  <a:pt x="1759458" y="157733"/>
                </a:lnTo>
                <a:lnTo>
                  <a:pt x="1759458" y="525779"/>
                </a:lnTo>
                <a:lnTo>
                  <a:pt x="1765554" y="525779"/>
                </a:lnTo>
                <a:close/>
              </a:path>
              <a:path w="2075179" h="539115">
                <a:moveTo>
                  <a:pt x="1765554" y="538733"/>
                </a:moveTo>
                <a:lnTo>
                  <a:pt x="1765554" y="525779"/>
                </a:lnTo>
                <a:lnTo>
                  <a:pt x="1759458" y="532637"/>
                </a:lnTo>
                <a:lnTo>
                  <a:pt x="1759458" y="538733"/>
                </a:lnTo>
                <a:lnTo>
                  <a:pt x="1765554" y="538733"/>
                </a:lnTo>
                <a:close/>
              </a:path>
              <a:path w="2075179" h="539115">
                <a:moveTo>
                  <a:pt x="2025307" y="19309"/>
                </a:moveTo>
                <a:lnTo>
                  <a:pt x="2023132" y="6986"/>
                </a:lnTo>
                <a:lnTo>
                  <a:pt x="2021930" y="7154"/>
                </a:lnTo>
                <a:lnTo>
                  <a:pt x="1904541" y="36612"/>
                </a:lnTo>
                <a:lnTo>
                  <a:pt x="2020710" y="20463"/>
                </a:lnTo>
                <a:lnTo>
                  <a:pt x="2025307" y="19309"/>
                </a:lnTo>
                <a:close/>
              </a:path>
              <a:path w="2075179" h="539115">
                <a:moveTo>
                  <a:pt x="2025395" y="19811"/>
                </a:moveTo>
                <a:lnTo>
                  <a:pt x="2025307" y="19309"/>
                </a:lnTo>
                <a:lnTo>
                  <a:pt x="2020710" y="20463"/>
                </a:lnTo>
                <a:lnTo>
                  <a:pt x="2025395" y="19811"/>
                </a:lnTo>
                <a:close/>
              </a:path>
              <a:path w="2075179" h="539115">
                <a:moveTo>
                  <a:pt x="2023132" y="6986"/>
                </a:moveTo>
                <a:lnTo>
                  <a:pt x="2023110" y="6857"/>
                </a:lnTo>
                <a:lnTo>
                  <a:pt x="2021930" y="7154"/>
                </a:lnTo>
                <a:lnTo>
                  <a:pt x="2023132" y="6986"/>
                </a:lnTo>
                <a:close/>
              </a:path>
              <a:path w="2075179" h="539115">
                <a:moveTo>
                  <a:pt x="2074926" y="6857"/>
                </a:moveTo>
                <a:lnTo>
                  <a:pt x="2073402" y="0"/>
                </a:lnTo>
                <a:lnTo>
                  <a:pt x="2023132" y="6986"/>
                </a:lnTo>
                <a:lnTo>
                  <a:pt x="2025307" y="19309"/>
                </a:lnTo>
                <a:lnTo>
                  <a:pt x="2074926" y="68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9" name="object 67">
            <a:extLst>
              <a:ext uri="{FF2B5EF4-FFF2-40B4-BE49-F238E27FC236}">
                <a16:creationId xmlns:a16="http://schemas.microsoft.com/office/drawing/2014/main" id="{1FA8AAF4-5F89-4967-8006-511EB9FEA5B7}"/>
              </a:ext>
            </a:extLst>
          </p:cNvPr>
          <p:cNvSpPr txBox="1"/>
          <p:nvPr/>
        </p:nvSpPr>
        <p:spPr>
          <a:xfrm>
            <a:off x="367073" y="3087383"/>
            <a:ext cx="2117912" cy="2186851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 marR="5977">
              <a:spcBef>
                <a:spcPts val="112"/>
              </a:spcBef>
            </a:pPr>
            <a:r>
              <a:rPr sz="2353" spc="-5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</a:t>
            </a:r>
            <a:r>
              <a:rPr sz="2353" spc="-65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353" spc="-24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Vectors  </a:t>
            </a:r>
            <a:r>
              <a:rPr sz="2353" spc="-12" dirty="0">
                <a:latin typeface="Calibri" panose="020F0502020204030204" pitchFamily="34" charset="0"/>
                <a:cs typeface="Calibri" panose="020F0502020204030204" pitchFamily="34" charset="0"/>
              </a:rPr>
              <a:t>are those  </a:t>
            </a: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datapoints </a:t>
            </a:r>
            <a:r>
              <a:rPr sz="2353" spc="-12" dirty="0">
                <a:latin typeface="Calibri" panose="020F0502020204030204" pitchFamily="34" charset="0"/>
                <a:cs typeface="Calibri" panose="020F0502020204030204" pitchFamily="34" charset="0"/>
              </a:rPr>
              <a:t>that  </a:t>
            </a: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sz="2353" spc="-12" dirty="0">
                <a:latin typeface="Calibri" panose="020F0502020204030204" pitchFamily="34" charset="0"/>
                <a:cs typeface="Calibri" panose="020F0502020204030204" pitchFamily="34" charset="0"/>
              </a:rPr>
              <a:t>margin  </a:t>
            </a: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pushes up  against</a:t>
            </a:r>
            <a:endParaRPr sz="235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object 68">
            <a:extLst>
              <a:ext uri="{FF2B5EF4-FFF2-40B4-BE49-F238E27FC236}">
                <a16:creationId xmlns:a16="http://schemas.microsoft.com/office/drawing/2014/main" id="{B1173A54-9E44-44E9-A924-6AEC53F1F326}"/>
              </a:ext>
            </a:extLst>
          </p:cNvPr>
          <p:cNvSpPr/>
          <p:nvPr/>
        </p:nvSpPr>
        <p:spPr>
          <a:xfrm>
            <a:off x="2550575" y="3087070"/>
            <a:ext cx="2016311" cy="227105"/>
          </a:xfrm>
          <a:custGeom>
            <a:avLst/>
            <a:gdLst/>
            <a:ahLst/>
            <a:cxnLst/>
            <a:rect l="l" t="t" r="r" b="b"/>
            <a:pathLst>
              <a:path w="1713864" h="193039">
                <a:moveTo>
                  <a:pt x="159766" y="65024"/>
                </a:moveTo>
                <a:lnTo>
                  <a:pt x="151638" y="68580"/>
                </a:lnTo>
                <a:lnTo>
                  <a:pt x="115404" y="88021"/>
                </a:lnTo>
                <a:lnTo>
                  <a:pt x="81395" y="111299"/>
                </a:lnTo>
                <a:lnTo>
                  <a:pt x="47266" y="134363"/>
                </a:lnTo>
                <a:lnTo>
                  <a:pt x="10668" y="153162"/>
                </a:lnTo>
                <a:lnTo>
                  <a:pt x="0" y="156210"/>
                </a:lnTo>
                <a:lnTo>
                  <a:pt x="11430" y="192786"/>
                </a:lnTo>
                <a:lnTo>
                  <a:pt x="22860" y="188976"/>
                </a:lnTo>
                <a:lnTo>
                  <a:pt x="60776" y="170576"/>
                </a:lnTo>
                <a:lnTo>
                  <a:pt x="95983" y="147327"/>
                </a:lnTo>
                <a:lnTo>
                  <a:pt x="130823" y="123376"/>
                </a:lnTo>
                <a:lnTo>
                  <a:pt x="157734" y="108387"/>
                </a:lnTo>
                <a:lnTo>
                  <a:pt x="157734" y="67056"/>
                </a:lnTo>
                <a:lnTo>
                  <a:pt x="159766" y="65024"/>
                </a:lnTo>
                <a:close/>
              </a:path>
              <a:path w="1713864" h="193039">
                <a:moveTo>
                  <a:pt x="163830" y="63246"/>
                </a:moveTo>
                <a:lnTo>
                  <a:pt x="159766" y="65024"/>
                </a:lnTo>
                <a:lnTo>
                  <a:pt x="157734" y="67056"/>
                </a:lnTo>
                <a:lnTo>
                  <a:pt x="163830" y="63246"/>
                </a:lnTo>
                <a:close/>
              </a:path>
              <a:path w="1713864" h="193039">
                <a:moveTo>
                  <a:pt x="163830" y="104992"/>
                </a:moveTo>
                <a:lnTo>
                  <a:pt x="163830" y="63246"/>
                </a:lnTo>
                <a:lnTo>
                  <a:pt x="157734" y="67056"/>
                </a:lnTo>
                <a:lnTo>
                  <a:pt x="157734" y="108387"/>
                </a:lnTo>
                <a:lnTo>
                  <a:pt x="163830" y="104992"/>
                </a:lnTo>
                <a:close/>
              </a:path>
              <a:path w="1713864" h="193039">
                <a:moveTo>
                  <a:pt x="819763" y="130095"/>
                </a:moveTo>
                <a:lnTo>
                  <a:pt x="797814" y="123444"/>
                </a:lnTo>
                <a:lnTo>
                  <a:pt x="755062" y="108501"/>
                </a:lnTo>
                <a:lnTo>
                  <a:pt x="712231" y="92873"/>
                </a:lnTo>
                <a:lnTo>
                  <a:pt x="669330" y="77672"/>
                </a:lnTo>
                <a:lnTo>
                  <a:pt x="626364" y="64008"/>
                </a:lnTo>
                <a:lnTo>
                  <a:pt x="531114" y="19050"/>
                </a:lnTo>
                <a:lnTo>
                  <a:pt x="530352" y="19050"/>
                </a:lnTo>
                <a:lnTo>
                  <a:pt x="528828" y="18288"/>
                </a:lnTo>
                <a:lnTo>
                  <a:pt x="528066" y="18288"/>
                </a:lnTo>
                <a:lnTo>
                  <a:pt x="515873" y="15240"/>
                </a:lnTo>
                <a:lnTo>
                  <a:pt x="476773" y="7409"/>
                </a:lnTo>
                <a:lnTo>
                  <a:pt x="437107" y="3962"/>
                </a:lnTo>
                <a:lnTo>
                  <a:pt x="397200" y="2534"/>
                </a:lnTo>
                <a:lnTo>
                  <a:pt x="355854" y="681"/>
                </a:lnTo>
                <a:lnTo>
                  <a:pt x="345186" y="120"/>
                </a:lnTo>
                <a:lnTo>
                  <a:pt x="339852" y="0"/>
                </a:lnTo>
                <a:lnTo>
                  <a:pt x="315468" y="3810"/>
                </a:lnTo>
                <a:lnTo>
                  <a:pt x="275183" y="10175"/>
                </a:lnTo>
                <a:lnTo>
                  <a:pt x="236267" y="19745"/>
                </a:lnTo>
                <a:lnTo>
                  <a:pt x="199614" y="35063"/>
                </a:lnTo>
                <a:lnTo>
                  <a:pt x="166116" y="58674"/>
                </a:lnTo>
                <a:lnTo>
                  <a:pt x="159766" y="65024"/>
                </a:lnTo>
                <a:lnTo>
                  <a:pt x="163830" y="63246"/>
                </a:lnTo>
                <a:lnTo>
                  <a:pt x="163830" y="104992"/>
                </a:lnTo>
                <a:lnTo>
                  <a:pt x="167640" y="102870"/>
                </a:lnTo>
                <a:lnTo>
                  <a:pt x="177546" y="98298"/>
                </a:lnTo>
                <a:lnTo>
                  <a:pt x="180594" y="97536"/>
                </a:lnTo>
                <a:lnTo>
                  <a:pt x="182118" y="96012"/>
                </a:lnTo>
                <a:lnTo>
                  <a:pt x="184404" y="94488"/>
                </a:lnTo>
                <a:lnTo>
                  <a:pt x="192786" y="86106"/>
                </a:lnTo>
                <a:lnTo>
                  <a:pt x="221415" y="66731"/>
                </a:lnTo>
                <a:lnTo>
                  <a:pt x="253517" y="54306"/>
                </a:lnTo>
                <a:lnTo>
                  <a:pt x="287447" y="46542"/>
                </a:lnTo>
                <a:lnTo>
                  <a:pt x="321564" y="41148"/>
                </a:lnTo>
                <a:lnTo>
                  <a:pt x="341376" y="38591"/>
                </a:lnTo>
                <a:lnTo>
                  <a:pt x="341376" y="38100"/>
                </a:lnTo>
                <a:lnTo>
                  <a:pt x="345186" y="38100"/>
                </a:lnTo>
                <a:lnTo>
                  <a:pt x="345186" y="38300"/>
                </a:lnTo>
                <a:lnTo>
                  <a:pt x="357378" y="38929"/>
                </a:lnTo>
                <a:lnTo>
                  <a:pt x="394420" y="40566"/>
                </a:lnTo>
                <a:lnTo>
                  <a:pt x="431834" y="41914"/>
                </a:lnTo>
                <a:lnTo>
                  <a:pt x="469168" y="44975"/>
                </a:lnTo>
                <a:lnTo>
                  <a:pt x="507492" y="51816"/>
                </a:lnTo>
                <a:lnTo>
                  <a:pt x="518159" y="54864"/>
                </a:lnTo>
                <a:lnTo>
                  <a:pt x="518159" y="55516"/>
                </a:lnTo>
                <a:lnTo>
                  <a:pt x="610362" y="98298"/>
                </a:lnTo>
                <a:lnTo>
                  <a:pt x="654348" y="113061"/>
                </a:lnTo>
                <a:lnTo>
                  <a:pt x="698096" y="128497"/>
                </a:lnTo>
                <a:lnTo>
                  <a:pt x="741792" y="144073"/>
                </a:lnTo>
                <a:lnTo>
                  <a:pt x="785622" y="159258"/>
                </a:lnTo>
                <a:lnTo>
                  <a:pt x="813054" y="168402"/>
                </a:lnTo>
                <a:lnTo>
                  <a:pt x="816102" y="168402"/>
                </a:lnTo>
                <a:lnTo>
                  <a:pt x="816102" y="130302"/>
                </a:lnTo>
                <a:lnTo>
                  <a:pt x="819763" y="130095"/>
                </a:lnTo>
                <a:close/>
              </a:path>
              <a:path w="1713864" h="193039">
                <a:moveTo>
                  <a:pt x="345186" y="38100"/>
                </a:moveTo>
                <a:lnTo>
                  <a:pt x="341376" y="38100"/>
                </a:lnTo>
                <a:lnTo>
                  <a:pt x="344082" y="38242"/>
                </a:lnTo>
                <a:lnTo>
                  <a:pt x="345186" y="38100"/>
                </a:lnTo>
                <a:close/>
              </a:path>
              <a:path w="1713864" h="193039">
                <a:moveTo>
                  <a:pt x="344082" y="38242"/>
                </a:moveTo>
                <a:lnTo>
                  <a:pt x="341376" y="38100"/>
                </a:lnTo>
                <a:lnTo>
                  <a:pt x="341376" y="38591"/>
                </a:lnTo>
                <a:lnTo>
                  <a:pt x="344082" y="38242"/>
                </a:lnTo>
                <a:close/>
              </a:path>
              <a:path w="1713864" h="193039">
                <a:moveTo>
                  <a:pt x="345186" y="38300"/>
                </a:moveTo>
                <a:lnTo>
                  <a:pt x="345186" y="38100"/>
                </a:lnTo>
                <a:lnTo>
                  <a:pt x="344082" y="38242"/>
                </a:lnTo>
                <a:lnTo>
                  <a:pt x="345186" y="38300"/>
                </a:lnTo>
                <a:close/>
              </a:path>
              <a:path w="1713864" h="193039">
                <a:moveTo>
                  <a:pt x="518159" y="55516"/>
                </a:moveTo>
                <a:lnTo>
                  <a:pt x="518159" y="54864"/>
                </a:lnTo>
                <a:lnTo>
                  <a:pt x="515112" y="54102"/>
                </a:lnTo>
                <a:lnTo>
                  <a:pt x="518159" y="55516"/>
                </a:lnTo>
                <a:close/>
              </a:path>
              <a:path w="1713864" h="193039">
                <a:moveTo>
                  <a:pt x="822960" y="131064"/>
                </a:moveTo>
                <a:lnTo>
                  <a:pt x="819763" y="130095"/>
                </a:lnTo>
                <a:lnTo>
                  <a:pt x="816102" y="130302"/>
                </a:lnTo>
                <a:lnTo>
                  <a:pt x="822960" y="131064"/>
                </a:lnTo>
                <a:close/>
              </a:path>
              <a:path w="1713864" h="193039">
                <a:moveTo>
                  <a:pt x="822960" y="168103"/>
                </a:moveTo>
                <a:lnTo>
                  <a:pt x="822960" y="131064"/>
                </a:lnTo>
                <a:lnTo>
                  <a:pt x="816102" y="130302"/>
                </a:lnTo>
                <a:lnTo>
                  <a:pt x="816102" y="168402"/>
                </a:lnTo>
                <a:lnTo>
                  <a:pt x="819763" y="168282"/>
                </a:lnTo>
                <a:lnTo>
                  <a:pt x="822960" y="168103"/>
                </a:lnTo>
                <a:close/>
              </a:path>
              <a:path w="1713864" h="193039">
                <a:moveTo>
                  <a:pt x="1602517" y="121668"/>
                </a:moveTo>
                <a:lnTo>
                  <a:pt x="1597986" y="84169"/>
                </a:lnTo>
                <a:lnTo>
                  <a:pt x="1589532" y="85344"/>
                </a:lnTo>
                <a:lnTo>
                  <a:pt x="1575054" y="87630"/>
                </a:lnTo>
                <a:lnTo>
                  <a:pt x="1479804" y="90678"/>
                </a:lnTo>
                <a:lnTo>
                  <a:pt x="1289304" y="101346"/>
                </a:lnTo>
                <a:lnTo>
                  <a:pt x="1194816" y="106680"/>
                </a:lnTo>
                <a:lnTo>
                  <a:pt x="1099566" y="113538"/>
                </a:lnTo>
                <a:lnTo>
                  <a:pt x="1005078" y="119634"/>
                </a:lnTo>
                <a:lnTo>
                  <a:pt x="819763" y="130095"/>
                </a:lnTo>
                <a:lnTo>
                  <a:pt x="822960" y="131064"/>
                </a:lnTo>
                <a:lnTo>
                  <a:pt x="822960" y="168103"/>
                </a:lnTo>
                <a:lnTo>
                  <a:pt x="912876" y="163068"/>
                </a:lnTo>
                <a:lnTo>
                  <a:pt x="1007363" y="157734"/>
                </a:lnTo>
                <a:lnTo>
                  <a:pt x="1101852" y="151638"/>
                </a:lnTo>
                <a:lnTo>
                  <a:pt x="1197102" y="144780"/>
                </a:lnTo>
                <a:lnTo>
                  <a:pt x="1291590" y="139446"/>
                </a:lnTo>
                <a:lnTo>
                  <a:pt x="1386840" y="133350"/>
                </a:lnTo>
                <a:lnTo>
                  <a:pt x="1481328" y="128778"/>
                </a:lnTo>
                <a:lnTo>
                  <a:pt x="1576578" y="125730"/>
                </a:lnTo>
                <a:lnTo>
                  <a:pt x="1595628" y="122682"/>
                </a:lnTo>
                <a:lnTo>
                  <a:pt x="1602517" y="121668"/>
                </a:lnTo>
                <a:close/>
              </a:path>
              <a:path w="1713864" h="193039">
                <a:moveTo>
                  <a:pt x="1713738" y="89154"/>
                </a:moveTo>
                <a:lnTo>
                  <a:pt x="1593342" y="45720"/>
                </a:lnTo>
                <a:lnTo>
                  <a:pt x="1597986" y="84169"/>
                </a:lnTo>
                <a:lnTo>
                  <a:pt x="1616964" y="81534"/>
                </a:lnTo>
                <a:lnTo>
                  <a:pt x="1621536" y="118872"/>
                </a:lnTo>
                <a:lnTo>
                  <a:pt x="1621536" y="149743"/>
                </a:lnTo>
                <a:lnTo>
                  <a:pt x="1713738" y="89154"/>
                </a:lnTo>
                <a:close/>
              </a:path>
              <a:path w="1713864" h="193039">
                <a:moveTo>
                  <a:pt x="1621536" y="118872"/>
                </a:moveTo>
                <a:lnTo>
                  <a:pt x="1616964" y="81534"/>
                </a:lnTo>
                <a:lnTo>
                  <a:pt x="1597986" y="84169"/>
                </a:lnTo>
                <a:lnTo>
                  <a:pt x="1602517" y="121668"/>
                </a:lnTo>
                <a:lnTo>
                  <a:pt x="1621536" y="118872"/>
                </a:lnTo>
                <a:close/>
              </a:path>
              <a:path w="1713864" h="193039">
                <a:moveTo>
                  <a:pt x="1621536" y="149743"/>
                </a:moveTo>
                <a:lnTo>
                  <a:pt x="1621536" y="118872"/>
                </a:lnTo>
                <a:lnTo>
                  <a:pt x="1602517" y="121668"/>
                </a:lnTo>
                <a:lnTo>
                  <a:pt x="1607058" y="159258"/>
                </a:lnTo>
                <a:lnTo>
                  <a:pt x="1621536" y="149743"/>
                </a:lnTo>
                <a:close/>
              </a:path>
            </a:pathLst>
          </a:custGeom>
          <a:solidFill>
            <a:srgbClr val="33CC33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3" name="object 69">
            <a:extLst>
              <a:ext uri="{FF2B5EF4-FFF2-40B4-BE49-F238E27FC236}">
                <a16:creationId xmlns:a16="http://schemas.microsoft.com/office/drawing/2014/main" id="{E390A8E1-BDC3-45B1-BB67-1F982D3DC2AB}"/>
              </a:ext>
            </a:extLst>
          </p:cNvPr>
          <p:cNvSpPr/>
          <p:nvPr/>
        </p:nvSpPr>
        <p:spPr>
          <a:xfrm>
            <a:off x="2511130" y="2611176"/>
            <a:ext cx="2705847" cy="611841"/>
          </a:xfrm>
          <a:custGeom>
            <a:avLst/>
            <a:gdLst/>
            <a:ahLst/>
            <a:cxnLst/>
            <a:rect l="l" t="t" r="r" b="b"/>
            <a:pathLst>
              <a:path w="2299970" h="520064">
                <a:moveTo>
                  <a:pt x="18034" y="479441"/>
                </a:moveTo>
                <a:lnTo>
                  <a:pt x="16002" y="479949"/>
                </a:lnTo>
                <a:lnTo>
                  <a:pt x="8382" y="480711"/>
                </a:lnTo>
                <a:lnTo>
                  <a:pt x="3048" y="482235"/>
                </a:lnTo>
                <a:lnTo>
                  <a:pt x="0" y="482997"/>
                </a:lnTo>
                <a:lnTo>
                  <a:pt x="11430" y="519573"/>
                </a:lnTo>
                <a:lnTo>
                  <a:pt x="14478" y="518811"/>
                </a:lnTo>
                <a:lnTo>
                  <a:pt x="16002" y="518049"/>
                </a:lnTo>
                <a:lnTo>
                  <a:pt x="16764" y="517954"/>
                </a:lnTo>
                <a:lnTo>
                  <a:pt x="16764" y="480711"/>
                </a:lnTo>
                <a:lnTo>
                  <a:pt x="18034" y="479441"/>
                </a:lnTo>
                <a:close/>
              </a:path>
              <a:path w="2299970" h="520064">
                <a:moveTo>
                  <a:pt x="18288" y="479568"/>
                </a:moveTo>
                <a:lnTo>
                  <a:pt x="17526" y="479949"/>
                </a:lnTo>
                <a:lnTo>
                  <a:pt x="16764" y="480711"/>
                </a:lnTo>
                <a:lnTo>
                  <a:pt x="18288" y="479568"/>
                </a:lnTo>
                <a:close/>
              </a:path>
              <a:path w="2299970" h="520064">
                <a:moveTo>
                  <a:pt x="20574" y="478425"/>
                </a:moveTo>
                <a:lnTo>
                  <a:pt x="18288" y="479568"/>
                </a:lnTo>
                <a:lnTo>
                  <a:pt x="16764" y="480711"/>
                </a:lnTo>
                <a:lnTo>
                  <a:pt x="20574" y="478425"/>
                </a:lnTo>
                <a:close/>
              </a:path>
              <a:path w="2299970" h="520064">
                <a:moveTo>
                  <a:pt x="20574" y="517477"/>
                </a:moveTo>
                <a:lnTo>
                  <a:pt x="20574" y="478425"/>
                </a:lnTo>
                <a:lnTo>
                  <a:pt x="16764" y="480711"/>
                </a:lnTo>
                <a:lnTo>
                  <a:pt x="16764" y="517954"/>
                </a:lnTo>
                <a:lnTo>
                  <a:pt x="20574" y="517477"/>
                </a:lnTo>
                <a:close/>
              </a:path>
              <a:path w="2299970" h="520064">
                <a:moveTo>
                  <a:pt x="18440" y="479339"/>
                </a:moveTo>
                <a:lnTo>
                  <a:pt x="18034" y="479441"/>
                </a:lnTo>
                <a:lnTo>
                  <a:pt x="17526" y="479949"/>
                </a:lnTo>
                <a:lnTo>
                  <a:pt x="18440" y="479339"/>
                </a:lnTo>
                <a:close/>
              </a:path>
              <a:path w="2299970" h="520064">
                <a:moveTo>
                  <a:pt x="18669" y="479282"/>
                </a:moveTo>
                <a:lnTo>
                  <a:pt x="18440" y="479339"/>
                </a:lnTo>
                <a:lnTo>
                  <a:pt x="17526" y="479949"/>
                </a:lnTo>
                <a:lnTo>
                  <a:pt x="18288" y="479568"/>
                </a:lnTo>
                <a:lnTo>
                  <a:pt x="18669" y="479282"/>
                </a:lnTo>
                <a:close/>
              </a:path>
              <a:path w="2299970" h="520064">
                <a:moveTo>
                  <a:pt x="357987" y="165646"/>
                </a:moveTo>
                <a:lnTo>
                  <a:pt x="292881" y="196590"/>
                </a:lnTo>
                <a:lnTo>
                  <a:pt x="249228" y="226956"/>
                </a:lnTo>
                <a:lnTo>
                  <a:pt x="205743" y="260852"/>
                </a:lnTo>
                <a:lnTo>
                  <a:pt x="163087" y="295166"/>
                </a:lnTo>
                <a:lnTo>
                  <a:pt x="121920" y="326787"/>
                </a:lnTo>
                <a:lnTo>
                  <a:pt x="102107" y="343551"/>
                </a:lnTo>
                <a:lnTo>
                  <a:pt x="92963" y="351171"/>
                </a:lnTo>
                <a:lnTo>
                  <a:pt x="80075" y="363157"/>
                </a:lnTo>
                <a:lnTo>
                  <a:pt x="68827" y="376460"/>
                </a:lnTo>
                <a:lnTo>
                  <a:pt x="58598" y="390644"/>
                </a:lnTo>
                <a:lnTo>
                  <a:pt x="48767" y="405273"/>
                </a:lnTo>
                <a:lnTo>
                  <a:pt x="40386" y="418227"/>
                </a:lnTo>
                <a:lnTo>
                  <a:pt x="35813" y="425085"/>
                </a:lnTo>
                <a:lnTo>
                  <a:pt x="23621" y="458613"/>
                </a:lnTo>
                <a:lnTo>
                  <a:pt x="22098" y="464709"/>
                </a:lnTo>
                <a:lnTo>
                  <a:pt x="20574" y="475377"/>
                </a:lnTo>
                <a:lnTo>
                  <a:pt x="19812" y="476901"/>
                </a:lnTo>
                <a:lnTo>
                  <a:pt x="19050" y="477663"/>
                </a:lnTo>
                <a:lnTo>
                  <a:pt x="19050" y="478425"/>
                </a:lnTo>
                <a:lnTo>
                  <a:pt x="18034" y="479441"/>
                </a:lnTo>
                <a:lnTo>
                  <a:pt x="18440" y="479339"/>
                </a:lnTo>
                <a:lnTo>
                  <a:pt x="19812" y="478425"/>
                </a:lnTo>
                <a:lnTo>
                  <a:pt x="19812" y="478806"/>
                </a:lnTo>
                <a:lnTo>
                  <a:pt x="20574" y="478425"/>
                </a:lnTo>
                <a:lnTo>
                  <a:pt x="20574" y="517477"/>
                </a:lnTo>
                <a:lnTo>
                  <a:pt x="22098" y="517287"/>
                </a:lnTo>
                <a:lnTo>
                  <a:pt x="25908" y="516525"/>
                </a:lnTo>
                <a:lnTo>
                  <a:pt x="31242" y="515001"/>
                </a:lnTo>
                <a:lnTo>
                  <a:pt x="32004" y="515001"/>
                </a:lnTo>
                <a:lnTo>
                  <a:pt x="33528" y="514239"/>
                </a:lnTo>
                <a:lnTo>
                  <a:pt x="34290" y="514239"/>
                </a:lnTo>
                <a:lnTo>
                  <a:pt x="37338" y="512715"/>
                </a:lnTo>
                <a:lnTo>
                  <a:pt x="38100" y="511953"/>
                </a:lnTo>
                <a:lnTo>
                  <a:pt x="39624" y="511191"/>
                </a:lnTo>
                <a:lnTo>
                  <a:pt x="42672" y="508143"/>
                </a:lnTo>
                <a:lnTo>
                  <a:pt x="60198" y="472329"/>
                </a:lnTo>
                <a:lnTo>
                  <a:pt x="60960" y="463947"/>
                </a:lnTo>
                <a:lnTo>
                  <a:pt x="62484" y="457851"/>
                </a:lnTo>
                <a:lnTo>
                  <a:pt x="64008" y="452517"/>
                </a:lnTo>
                <a:lnTo>
                  <a:pt x="64769" y="451755"/>
                </a:lnTo>
                <a:lnTo>
                  <a:pt x="68580" y="444135"/>
                </a:lnTo>
                <a:lnTo>
                  <a:pt x="72390" y="438039"/>
                </a:lnTo>
                <a:lnTo>
                  <a:pt x="80772" y="426609"/>
                </a:lnTo>
                <a:lnTo>
                  <a:pt x="96787" y="402024"/>
                </a:lnTo>
                <a:lnTo>
                  <a:pt x="127254" y="371745"/>
                </a:lnTo>
                <a:lnTo>
                  <a:pt x="146304" y="356505"/>
                </a:lnTo>
                <a:lnTo>
                  <a:pt x="156210" y="348123"/>
                </a:lnTo>
                <a:lnTo>
                  <a:pt x="193749" y="319474"/>
                </a:lnTo>
                <a:lnTo>
                  <a:pt x="232848" y="288024"/>
                </a:lnTo>
                <a:lnTo>
                  <a:pt x="272686" y="256877"/>
                </a:lnTo>
                <a:lnTo>
                  <a:pt x="312438" y="229139"/>
                </a:lnTo>
                <a:lnTo>
                  <a:pt x="351282" y="207915"/>
                </a:lnTo>
                <a:lnTo>
                  <a:pt x="357378" y="205738"/>
                </a:lnTo>
                <a:lnTo>
                  <a:pt x="357378" y="166005"/>
                </a:lnTo>
                <a:lnTo>
                  <a:pt x="357987" y="165646"/>
                </a:lnTo>
                <a:close/>
              </a:path>
              <a:path w="2299970" h="520064">
                <a:moveTo>
                  <a:pt x="19050" y="479187"/>
                </a:moveTo>
                <a:lnTo>
                  <a:pt x="18669" y="479282"/>
                </a:lnTo>
                <a:lnTo>
                  <a:pt x="18288" y="479568"/>
                </a:lnTo>
                <a:lnTo>
                  <a:pt x="19050" y="479187"/>
                </a:lnTo>
                <a:close/>
              </a:path>
              <a:path w="2299970" h="520064">
                <a:moveTo>
                  <a:pt x="19812" y="478806"/>
                </a:moveTo>
                <a:lnTo>
                  <a:pt x="19812" y="478425"/>
                </a:lnTo>
                <a:lnTo>
                  <a:pt x="19050" y="479187"/>
                </a:lnTo>
                <a:lnTo>
                  <a:pt x="19812" y="478806"/>
                </a:lnTo>
                <a:close/>
              </a:path>
              <a:path w="2299970" h="520064">
                <a:moveTo>
                  <a:pt x="361950" y="164481"/>
                </a:moveTo>
                <a:lnTo>
                  <a:pt x="357987" y="165646"/>
                </a:lnTo>
                <a:lnTo>
                  <a:pt x="357378" y="166005"/>
                </a:lnTo>
                <a:lnTo>
                  <a:pt x="361950" y="164481"/>
                </a:lnTo>
                <a:close/>
              </a:path>
              <a:path w="2299970" h="520064">
                <a:moveTo>
                  <a:pt x="361950" y="204105"/>
                </a:moveTo>
                <a:lnTo>
                  <a:pt x="361950" y="164481"/>
                </a:lnTo>
                <a:lnTo>
                  <a:pt x="357378" y="166005"/>
                </a:lnTo>
                <a:lnTo>
                  <a:pt x="357378" y="205738"/>
                </a:lnTo>
                <a:lnTo>
                  <a:pt x="361950" y="204105"/>
                </a:lnTo>
                <a:close/>
              </a:path>
              <a:path w="2299970" h="520064">
                <a:moveTo>
                  <a:pt x="471212" y="114082"/>
                </a:moveTo>
                <a:lnTo>
                  <a:pt x="434491" y="125670"/>
                </a:lnTo>
                <a:lnTo>
                  <a:pt x="391737" y="145522"/>
                </a:lnTo>
                <a:lnTo>
                  <a:pt x="370332" y="158385"/>
                </a:lnTo>
                <a:lnTo>
                  <a:pt x="357987" y="165646"/>
                </a:lnTo>
                <a:lnTo>
                  <a:pt x="361950" y="164481"/>
                </a:lnTo>
                <a:lnTo>
                  <a:pt x="361950" y="204105"/>
                </a:lnTo>
                <a:lnTo>
                  <a:pt x="373380" y="200295"/>
                </a:lnTo>
                <a:lnTo>
                  <a:pt x="374904" y="200295"/>
                </a:lnTo>
                <a:lnTo>
                  <a:pt x="376428" y="199533"/>
                </a:lnTo>
                <a:lnTo>
                  <a:pt x="377952" y="198009"/>
                </a:lnTo>
                <a:lnTo>
                  <a:pt x="390906" y="190389"/>
                </a:lnTo>
                <a:lnTo>
                  <a:pt x="409683" y="179152"/>
                </a:lnTo>
                <a:lnTo>
                  <a:pt x="429267" y="169396"/>
                </a:lnTo>
                <a:lnTo>
                  <a:pt x="449482" y="160992"/>
                </a:lnTo>
                <a:lnTo>
                  <a:pt x="468630" y="154342"/>
                </a:lnTo>
                <a:lnTo>
                  <a:pt x="468630" y="115713"/>
                </a:lnTo>
                <a:lnTo>
                  <a:pt x="471212" y="114082"/>
                </a:lnTo>
                <a:close/>
              </a:path>
              <a:path w="2299970" h="520064">
                <a:moveTo>
                  <a:pt x="473964" y="113427"/>
                </a:moveTo>
                <a:lnTo>
                  <a:pt x="471212" y="114082"/>
                </a:lnTo>
                <a:lnTo>
                  <a:pt x="468630" y="115713"/>
                </a:lnTo>
                <a:lnTo>
                  <a:pt x="473964" y="113427"/>
                </a:lnTo>
                <a:close/>
              </a:path>
              <a:path w="2299970" h="520064">
                <a:moveTo>
                  <a:pt x="473964" y="152754"/>
                </a:moveTo>
                <a:lnTo>
                  <a:pt x="473964" y="113427"/>
                </a:lnTo>
                <a:lnTo>
                  <a:pt x="468630" y="115713"/>
                </a:lnTo>
                <a:lnTo>
                  <a:pt x="468630" y="154342"/>
                </a:lnTo>
                <a:lnTo>
                  <a:pt x="470154" y="153813"/>
                </a:lnTo>
                <a:lnTo>
                  <a:pt x="473964" y="152754"/>
                </a:lnTo>
                <a:close/>
              </a:path>
              <a:path w="2299970" h="520064">
                <a:moveTo>
                  <a:pt x="2194246" y="228763"/>
                </a:moveTo>
                <a:lnTo>
                  <a:pt x="2175510" y="222393"/>
                </a:lnTo>
                <a:lnTo>
                  <a:pt x="2164842" y="217821"/>
                </a:lnTo>
                <a:lnTo>
                  <a:pt x="2114382" y="201400"/>
                </a:lnTo>
                <a:lnTo>
                  <a:pt x="2066024" y="184583"/>
                </a:lnTo>
                <a:lnTo>
                  <a:pt x="2018307" y="165716"/>
                </a:lnTo>
                <a:lnTo>
                  <a:pt x="1969770" y="143145"/>
                </a:lnTo>
                <a:lnTo>
                  <a:pt x="1945386" y="131715"/>
                </a:lnTo>
                <a:lnTo>
                  <a:pt x="1935480" y="127143"/>
                </a:lnTo>
                <a:lnTo>
                  <a:pt x="1904619" y="114457"/>
                </a:lnTo>
                <a:lnTo>
                  <a:pt x="1872362" y="102978"/>
                </a:lnTo>
                <a:lnTo>
                  <a:pt x="1840612" y="90627"/>
                </a:lnTo>
                <a:lnTo>
                  <a:pt x="1811274" y="75327"/>
                </a:lnTo>
                <a:lnTo>
                  <a:pt x="1802130" y="69993"/>
                </a:lnTo>
                <a:lnTo>
                  <a:pt x="1792986" y="63897"/>
                </a:lnTo>
                <a:lnTo>
                  <a:pt x="1791462" y="62373"/>
                </a:lnTo>
                <a:lnTo>
                  <a:pt x="1789176" y="60849"/>
                </a:lnTo>
                <a:lnTo>
                  <a:pt x="1786889" y="60849"/>
                </a:lnTo>
                <a:lnTo>
                  <a:pt x="1756410" y="53229"/>
                </a:lnTo>
                <a:lnTo>
                  <a:pt x="1726692" y="45609"/>
                </a:lnTo>
                <a:lnTo>
                  <a:pt x="1697736" y="36465"/>
                </a:lnTo>
                <a:lnTo>
                  <a:pt x="1682495" y="31131"/>
                </a:lnTo>
                <a:lnTo>
                  <a:pt x="1668018" y="26559"/>
                </a:lnTo>
                <a:lnTo>
                  <a:pt x="1666494" y="25797"/>
                </a:lnTo>
                <a:lnTo>
                  <a:pt x="1664970" y="25797"/>
                </a:lnTo>
                <a:lnTo>
                  <a:pt x="1664208" y="25035"/>
                </a:lnTo>
                <a:lnTo>
                  <a:pt x="1623060" y="20463"/>
                </a:lnTo>
                <a:lnTo>
                  <a:pt x="1582674" y="15891"/>
                </a:lnTo>
                <a:lnTo>
                  <a:pt x="1541526" y="12843"/>
                </a:lnTo>
                <a:lnTo>
                  <a:pt x="1494402" y="9403"/>
                </a:lnTo>
                <a:lnTo>
                  <a:pt x="1447179" y="6916"/>
                </a:lnTo>
                <a:lnTo>
                  <a:pt x="1399894" y="5166"/>
                </a:lnTo>
                <a:lnTo>
                  <a:pt x="1352586" y="3936"/>
                </a:lnTo>
                <a:lnTo>
                  <a:pt x="1305296" y="3011"/>
                </a:lnTo>
                <a:lnTo>
                  <a:pt x="1258062" y="2175"/>
                </a:lnTo>
                <a:lnTo>
                  <a:pt x="1177290" y="1413"/>
                </a:lnTo>
                <a:lnTo>
                  <a:pt x="1095756" y="1413"/>
                </a:lnTo>
                <a:lnTo>
                  <a:pt x="1039555" y="0"/>
                </a:lnTo>
                <a:lnTo>
                  <a:pt x="985994" y="1756"/>
                </a:lnTo>
                <a:lnTo>
                  <a:pt x="932640" y="5245"/>
                </a:lnTo>
                <a:lnTo>
                  <a:pt x="877062" y="9033"/>
                </a:lnTo>
                <a:lnTo>
                  <a:pt x="806958" y="15129"/>
                </a:lnTo>
                <a:lnTo>
                  <a:pt x="724294" y="26045"/>
                </a:lnTo>
                <a:lnTo>
                  <a:pt x="677587" y="34831"/>
                </a:lnTo>
                <a:lnTo>
                  <a:pt x="631369" y="45828"/>
                </a:lnTo>
                <a:lnTo>
                  <a:pt x="585986" y="59570"/>
                </a:lnTo>
                <a:lnTo>
                  <a:pt x="541784" y="76591"/>
                </a:lnTo>
                <a:lnTo>
                  <a:pt x="499109" y="97425"/>
                </a:lnTo>
                <a:lnTo>
                  <a:pt x="471212" y="114082"/>
                </a:lnTo>
                <a:lnTo>
                  <a:pt x="473964" y="113427"/>
                </a:lnTo>
                <a:lnTo>
                  <a:pt x="473964" y="152754"/>
                </a:lnTo>
                <a:lnTo>
                  <a:pt x="483870" y="150003"/>
                </a:lnTo>
                <a:lnTo>
                  <a:pt x="485394" y="149241"/>
                </a:lnTo>
                <a:lnTo>
                  <a:pt x="487680" y="148479"/>
                </a:lnTo>
                <a:lnTo>
                  <a:pt x="489204" y="147717"/>
                </a:lnTo>
                <a:lnTo>
                  <a:pt x="503681" y="138573"/>
                </a:lnTo>
                <a:lnTo>
                  <a:pt x="517398" y="130953"/>
                </a:lnTo>
                <a:lnTo>
                  <a:pt x="563354" y="109060"/>
                </a:lnTo>
                <a:lnTo>
                  <a:pt x="611050" y="91512"/>
                </a:lnTo>
                <a:lnTo>
                  <a:pt x="660063" y="77732"/>
                </a:lnTo>
                <a:lnTo>
                  <a:pt x="709969" y="67142"/>
                </a:lnTo>
                <a:lnTo>
                  <a:pt x="760345" y="59167"/>
                </a:lnTo>
                <a:lnTo>
                  <a:pt x="810768" y="53229"/>
                </a:lnTo>
                <a:lnTo>
                  <a:pt x="914400" y="44847"/>
                </a:lnTo>
                <a:lnTo>
                  <a:pt x="968786" y="40572"/>
                </a:lnTo>
                <a:lnTo>
                  <a:pt x="1020371" y="38906"/>
                </a:lnTo>
                <a:lnTo>
                  <a:pt x="1071053" y="38843"/>
                </a:lnTo>
                <a:lnTo>
                  <a:pt x="1122727" y="39380"/>
                </a:lnTo>
                <a:lnTo>
                  <a:pt x="1177290" y="39513"/>
                </a:lnTo>
                <a:lnTo>
                  <a:pt x="1258062" y="40275"/>
                </a:lnTo>
                <a:lnTo>
                  <a:pt x="1338834" y="41799"/>
                </a:lnTo>
                <a:lnTo>
                  <a:pt x="1388896" y="42972"/>
                </a:lnTo>
                <a:lnTo>
                  <a:pt x="1439122" y="44737"/>
                </a:lnTo>
                <a:lnTo>
                  <a:pt x="1489306" y="47319"/>
                </a:lnTo>
                <a:lnTo>
                  <a:pt x="1539240" y="50943"/>
                </a:lnTo>
                <a:lnTo>
                  <a:pt x="1578864" y="53991"/>
                </a:lnTo>
                <a:lnTo>
                  <a:pt x="1655064" y="62617"/>
                </a:lnTo>
                <a:lnTo>
                  <a:pt x="1655064" y="62373"/>
                </a:lnTo>
                <a:lnTo>
                  <a:pt x="1659636" y="63135"/>
                </a:lnTo>
                <a:lnTo>
                  <a:pt x="1659636" y="63973"/>
                </a:lnTo>
                <a:lnTo>
                  <a:pt x="1670304" y="67707"/>
                </a:lnTo>
                <a:lnTo>
                  <a:pt x="1716024" y="81423"/>
                </a:lnTo>
                <a:lnTo>
                  <a:pt x="1746504" y="89805"/>
                </a:lnTo>
                <a:lnTo>
                  <a:pt x="1771650" y="95938"/>
                </a:lnTo>
                <a:lnTo>
                  <a:pt x="1771650" y="94377"/>
                </a:lnTo>
                <a:lnTo>
                  <a:pt x="1777745" y="97425"/>
                </a:lnTo>
                <a:lnTo>
                  <a:pt x="1777745" y="98949"/>
                </a:lnTo>
                <a:lnTo>
                  <a:pt x="1780794" y="101235"/>
                </a:lnTo>
                <a:lnTo>
                  <a:pt x="1790700" y="107331"/>
                </a:lnTo>
                <a:lnTo>
                  <a:pt x="1824214" y="124955"/>
                </a:lnTo>
                <a:lnTo>
                  <a:pt x="1859346" y="139044"/>
                </a:lnTo>
                <a:lnTo>
                  <a:pt x="1895016" y="151945"/>
                </a:lnTo>
                <a:lnTo>
                  <a:pt x="1930145" y="166005"/>
                </a:lnTo>
                <a:lnTo>
                  <a:pt x="1976627" y="188865"/>
                </a:lnTo>
                <a:lnTo>
                  <a:pt x="2020257" y="207677"/>
                </a:lnTo>
                <a:lnTo>
                  <a:pt x="2063272" y="223836"/>
                </a:lnTo>
                <a:lnTo>
                  <a:pt x="2106588" y="238701"/>
                </a:lnTo>
                <a:lnTo>
                  <a:pt x="2151126" y="253635"/>
                </a:lnTo>
                <a:lnTo>
                  <a:pt x="2161794" y="258207"/>
                </a:lnTo>
                <a:lnTo>
                  <a:pt x="2184578" y="265655"/>
                </a:lnTo>
                <a:lnTo>
                  <a:pt x="2194246" y="228763"/>
                </a:lnTo>
                <a:close/>
              </a:path>
              <a:path w="2299970" h="520064">
                <a:moveTo>
                  <a:pt x="1659636" y="63135"/>
                </a:moveTo>
                <a:lnTo>
                  <a:pt x="1655064" y="62373"/>
                </a:lnTo>
                <a:lnTo>
                  <a:pt x="1656096" y="62734"/>
                </a:lnTo>
                <a:lnTo>
                  <a:pt x="1659636" y="63135"/>
                </a:lnTo>
                <a:close/>
              </a:path>
              <a:path w="2299970" h="520064">
                <a:moveTo>
                  <a:pt x="1656096" y="62734"/>
                </a:moveTo>
                <a:lnTo>
                  <a:pt x="1655064" y="62373"/>
                </a:lnTo>
                <a:lnTo>
                  <a:pt x="1655064" y="62617"/>
                </a:lnTo>
                <a:lnTo>
                  <a:pt x="1656096" y="62734"/>
                </a:lnTo>
                <a:close/>
              </a:path>
              <a:path w="2299970" h="520064">
                <a:moveTo>
                  <a:pt x="1659636" y="63973"/>
                </a:moveTo>
                <a:lnTo>
                  <a:pt x="1659636" y="63135"/>
                </a:lnTo>
                <a:lnTo>
                  <a:pt x="1656096" y="62734"/>
                </a:lnTo>
                <a:lnTo>
                  <a:pt x="1659636" y="63973"/>
                </a:lnTo>
                <a:close/>
              </a:path>
              <a:path w="2299970" h="520064">
                <a:moveTo>
                  <a:pt x="1777745" y="97425"/>
                </a:moveTo>
                <a:lnTo>
                  <a:pt x="1771650" y="94377"/>
                </a:lnTo>
                <a:lnTo>
                  <a:pt x="1774734" y="96690"/>
                </a:lnTo>
                <a:lnTo>
                  <a:pt x="1777745" y="97425"/>
                </a:lnTo>
                <a:close/>
              </a:path>
              <a:path w="2299970" h="520064">
                <a:moveTo>
                  <a:pt x="1774734" y="96690"/>
                </a:moveTo>
                <a:lnTo>
                  <a:pt x="1771650" y="94377"/>
                </a:lnTo>
                <a:lnTo>
                  <a:pt x="1771650" y="95938"/>
                </a:lnTo>
                <a:lnTo>
                  <a:pt x="1774734" y="96690"/>
                </a:lnTo>
                <a:close/>
              </a:path>
              <a:path w="2299970" h="520064">
                <a:moveTo>
                  <a:pt x="1777745" y="98949"/>
                </a:moveTo>
                <a:lnTo>
                  <a:pt x="1777745" y="97425"/>
                </a:lnTo>
                <a:lnTo>
                  <a:pt x="1774734" y="96690"/>
                </a:lnTo>
                <a:lnTo>
                  <a:pt x="1777745" y="98949"/>
                </a:lnTo>
                <a:close/>
              </a:path>
              <a:path w="2299970" h="520064">
                <a:moveTo>
                  <a:pt x="2213610" y="295108"/>
                </a:moveTo>
                <a:lnTo>
                  <a:pt x="2213610" y="235347"/>
                </a:lnTo>
                <a:lnTo>
                  <a:pt x="2201418" y="271161"/>
                </a:lnTo>
                <a:lnTo>
                  <a:pt x="2184578" y="265655"/>
                </a:lnTo>
                <a:lnTo>
                  <a:pt x="2174748" y="303165"/>
                </a:lnTo>
                <a:lnTo>
                  <a:pt x="2213610" y="295108"/>
                </a:lnTo>
                <a:close/>
              </a:path>
              <a:path w="2299970" h="520064">
                <a:moveTo>
                  <a:pt x="2213610" y="235347"/>
                </a:moveTo>
                <a:lnTo>
                  <a:pt x="2194246" y="228763"/>
                </a:lnTo>
                <a:lnTo>
                  <a:pt x="2184578" y="265655"/>
                </a:lnTo>
                <a:lnTo>
                  <a:pt x="2201418" y="271161"/>
                </a:lnTo>
                <a:lnTo>
                  <a:pt x="2213610" y="235347"/>
                </a:lnTo>
                <a:close/>
              </a:path>
              <a:path w="2299970" h="520064">
                <a:moveTo>
                  <a:pt x="2299716" y="277257"/>
                </a:moveTo>
                <a:lnTo>
                  <a:pt x="2203704" y="192675"/>
                </a:lnTo>
                <a:lnTo>
                  <a:pt x="2194246" y="228763"/>
                </a:lnTo>
                <a:lnTo>
                  <a:pt x="2213610" y="235347"/>
                </a:lnTo>
                <a:lnTo>
                  <a:pt x="2213610" y="295108"/>
                </a:lnTo>
                <a:lnTo>
                  <a:pt x="2299716" y="277257"/>
                </a:lnTo>
                <a:close/>
              </a:path>
            </a:pathLst>
          </a:custGeom>
          <a:solidFill>
            <a:srgbClr val="33CC33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5" name="object 70">
            <a:extLst>
              <a:ext uri="{FF2B5EF4-FFF2-40B4-BE49-F238E27FC236}">
                <a16:creationId xmlns:a16="http://schemas.microsoft.com/office/drawing/2014/main" id="{E8E5376F-4081-43EC-8897-D6F6C23A8011}"/>
              </a:ext>
            </a:extLst>
          </p:cNvPr>
          <p:cNvSpPr/>
          <p:nvPr/>
        </p:nvSpPr>
        <p:spPr>
          <a:xfrm>
            <a:off x="2543402" y="3403524"/>
            <a:ext cx="2043953" cy="598393"/>
          </a:xfrm>
          <a:custGeom>
            <a:avLst/>
            <a:gdLst/>
            <a:ahLst/>
            <a:cxnLst/>
            <a:rect l="l" t="t" r="r" b="b"/>
            <a:pathLst>
              <a:path w="1737360" h="508635">
                <a:moveTo>
                  <a:pt x="1642109" y="469391"/>
                </a:moveTo>
                <a:lnTo>
                  <a:pt x="1642109" y="431291"/>
                </a:lnTo>
                <a:lnTo>
                  <a:pt x="1512570" y="432053"/>
                </a:lnTo>
                <a:lnTo>
                  <a:pt x="1460069" y="431973"/>
                </a:lnTo>
                <a:lnTo>
                  <a:pt x="1410737" y="431406"/>
                </a:lnTo>
                <a:lnTo>
                  <a:pt x="1359107" y="430139"/>
                </a:lnTo>
                <a:lnTo>
                  <a:pt x="1307202" y="428043"/>
                </a:lnTo>
                <a:lnTo>
                  <a:pt x="1255170" y="424969"/>
                </a:lnTo>
                <a:lnTo>
                  <a:pt x="1203159" y="420766"/>
                </a:lnTo>
                <a:lnTo>
                  <a:pt x="1151321" y="415286"/>
                </a:lnTo>
                <a:lnTo>
                  <a:pt x="1099803" y="408378"/>
                </a:lnTo>
                <a:lnTo>
                  <a:pt x="1048754" y="399892"/>
                </a:lnTo>
                <a:lnTo>
                  <a:pt x="998325" y="389680"/>
                </a:lnTo>
                <a:lnTo>
                  <a:pt x="948665" y="377590"/>
                </a:lnTo>
                <a:lnTo>
                  <a:pt x="899922" y="363473"/>
                </a:lnTo>
                <a:lnTo>
                  <a:pt x="846582" y="345185"/>
                </a:lnTo>
                <a:lnTo>
                  <a:pt x="845819" y="344423"/>
                </a:lnTo>
                <a:lnTo>
                  <a:pt x="843533" y="344423"/>
                </a:lnTo>
                <a:lnTo>
                  <a:pt x="830579" y="341375"/>
                </a:lnTo>
                <a:lnTo>
                  <a:pt x="817626" y="339089"/>
                </a:lnTo>
                <a:lnTo>
                  <a:pt x="770336" y="326857"/>
                </a:lnTo>
                <a:lnTo>
                  <a:pt x="724052" y="311343"/>
                </a:lnTo>
                <a:lnTo>
                  <a:pt x="678644" y="293319"/>
                </a:lnTo>
                <a:lnTo>
                  <a:pt x="633983" y="273557"/>
                </a:lnTo>
                <a:lnTo>
                  <a:pt x="625601" y="270509"/>
                </a:lnTo>
                <a:lnTo>
                  <a:pt x="610361" y="265938"/>
                </a:lnTo>
                <a:lnTo>
                  <a:pt x="593715" y="260844"/>
                </a:lnTo>
                <a:lnTo>
                  <a:pt x="576829" y="255727"/>
                </a:lnTo>
                <a:lnTo>
                  <a:pt x="560136" y="250000"/>
                </a:lnTo>
                <a:lnTo>
                  <a:pt x="544068" y="243077"/>
                </a:lnTo>
                <a:lnTo>
                  <a:pt x="537971" y="240029"/>
                </a:lnTo>
                <a:lnTo>
                  <a:pt x="531876" y="235457"/>
                </a:lnTo>
                <a:lnTo>
                  <a:pt x="530351" y="234695"/>
                </a:lnTo>
                <a:lnTo>
                  <a:pt x="528065" y="233933"/>
                </a:lnTo>
                <a:lnTo>
                  <a:pt x="526541" y="233171"/>
                </a:lnTo>
                <a:lnTo>
                  <a:pt x="507491" y="227837"/>
                </a:lnTo>
                <a:lnTo>
                  <a:pt x="460825" y="212788"/>
                </a:lnTo>
                <a:lnTo>
                  <a:pt x="413980" y="195173"/>
                </a:lnTo>
                <a:lnTo>
                  <a:pt x="367603" y="175107"/>
                </a:lnTo>
                <a:lnTo>
                  <a:pt x="322340" y="152704"/>
                </a:lnTo>
                <a:lnTo>
                  <a:pt x="278838" y="128079"/>
                </a:lnTo>
                <a:lnTo>
                  <a:pt x="237743" y="101346"/>
                </a:lnTo>
                <a:lnTo>
                  <a:pt x="220217" y="87630"/>
                </a:lnTo>
                <a:lnTo>
                  <a:pt x="217931" y="86867"/>
                </a:lnTo>
                <a:lnTo>
                  <a:pt x="216407" y="86105"/>
                </a:lnTo>
                <a:lnTo>
                  <a:pt x="203453" y="81533"/>
                </a:lnTo>
                <a:lnTo>
                  <a:pt x="158152" y="62562"/>
                </a:lnTo>
                <a:lnTo>
                  <a:pt x="113476" y="40071"/>
                </a:lnTo>
                <a:lnTo>
                  <a:pt x="68449" y="18690"/>
                </a:lnTo>
                <a:lnTo>
                  <a:pt x="22097" y="3047"/>
                </a:lnTo>
                <a:lnTo>
                  <a:pt x="7619" y="0"/>
                </a:lnTo>
                <a:lnTo>
                  <a:pt x="0" y="37338"/>
                </a:lnTo>
                <a:lnTo>
                  <a:pt x="13715" y="40386"/>
                </a:lnTo>
                <a:lnTo>
                  <a:pt x="58694" y="56095"/>
                </a:lnTo>
                <a:lnTo>
                  <a:pt x="102303" y="76976"/>
                </a:lnTo>
                <a:lnTo>
                  <a:pt x="145623" y="98802"/>
                </a:lnTo>
                <a:lnTo>
                  <a:pt x="189737" y="117348"/>
                </a:lnTo>
                <a:lnTo>
                  <a:pt x="198881" y="120235"/>
                </a:lnTo>
                <a:lnTo>
                  <a:pt x="198881" y="119633"/>
                </a:lnTo>
                <a:lnTo>
                  <a:pt x="204215" y="121919"/>
                </a:lnTo>
                <a:lnTo>
                  <a:pt x="204215" y="123697"/>
                </a:lnTo>
                <a:lnTo>
                  <a:pt x="214883" y="131826"/>
                </a:lnTo>
                <a:lnTo>
                  <a:pt x="257743" y="159945"/>
                </a:lnTo>
                <a:lnTo>
                  <a:pt x="303047" y="185755"/>
                </a:lnTo>
                <a:lnTo>
                  <a:pt x="350162" y="209183"/>
                </a:lnTo>
                <a:lnTo>
                  <a:pt x="398458" y="230152"/>
                </a:lnTo>
                <a:lnTo>
                  <a:pt x="447301" y="248587"/>
                </a:lnTo>
                <a:lnTo>
                  <a:pt x="496061" y="264413"/>
                </a:lnTo>
                <a:lnTo>
                  <a:pt x="511301" y="268517"/>
                </a:lnTo>
                <a:lnTo>
                  <a:pt x="511301" y="268223"/>
                </a:lnTo>
                <a:lnTo>
                  <a:pt x="515873" y="269747"/>
                </a:lnTo>
                <a:lnTo>
                  <a:pt x="515873" y="271081"/>
                </a:lnTo>
                <a:lnTo>
                  <a:pt x="517397" y="272034"/>
                </a:lnTo>
                <a:lnTo>
                  <a:pt x="525018" y="276605"/>
                </a:lnTo>
                <a:lnTo>
                  <a:pt x="547307" y="286142"/>
                </a:lnTo>
                <a:lnTo>
                  <a:pt x="568885" y="293269"/>
                </a:lnTo>
                <a:lnTo>
                  <a:pt x="590627" y="299685"/>
                </a:lnTo>
                <a:lnTo>
                  <a:pt x="613410" y="307085"/>
                </a:lnTo>
                <a:lnTo>
                  <a:pt x="620268" y="309371"/>
                </a:lnTo>
                <a:lnTo>
                  <a:pt x="626363" y="312420"/>
                </a:lnTo>
                <a:lnTo>
                  <a:pt x="671343" y="331484"/>
                </a:lnTo>
                <a:lnTo>
                  <a:pt x="715841" y="348810"/>
                </a:lnTo>
                <a:lnTo>
                  <a:pt x="761130" y="363942"/>
                </a:lnTo>
                <a:lnTo>
                  <a:pt x="808482" y="376427"/>
                </a:lnTo>
                <a:lnTo>
                  <a:pt x="822960" y="378713"/>
                </a:lnTo>
                <a:lnTo>
                  <a:pt x="834389" y="381253"/>
                </a:lnTo>
                <a:lnTo>
                  <a:pt x="834389" y="380999"/>
                </a:lnTo>
                <a:lnTo>
                  <a:pt x="836495" y="381701"/>
                </a:lnTo>
                <a:lnTo>
                  <a:pt x="836676" y="381783"/>
                </a:lnTo>
                <a:lnTo>
                  <a:pt x="887729" y="399288"/>
                </a:lnTo>
                <a:lnTo>
                  <a:pt x="938379" y="413906"/>
                </a:lnTo>
                <a:lnTo>
                  <a:pt x="989467" y="426421"/>
                </a:lnTo>
                <a:lnTo>
                  <a:pt x="1040939" y="436987"/>
                </a:lnTo>
                <a:lnTo>
                  <a:pt x="1092741" y="445761"/>
                </a:lnTo>
                <a:lnTo>
                  <a:pt x="1144820" y="452899"/>
                </a:lnTo>
                <a:lnTo>
                  <a:pt x="1197121" y="458557"/>
                </a:lnTo>
                <a:lnTo>
                  <a:pt x="1249590" y="462890"/>
                </a:lnTo>
                <a:lnTo>
                  <a:pt x="1302173" y="466056"/>
                </a:lnTo>
                <a:lnTo>
                  <a:pt x="1354816" y="468209"/>
                </a:lnTo>
                <a:lnTo>
                  <a:pt x="1407466" y="469505"/>
                </a:lnTo>
                <a:lnTo>
                  <a:pt x="1460069" y="470102"/>
                </a:lnTo>
                <a:lnTo>
                  <a:pt x="1512570" y="470153"/>
                </a:lnTo>
                <a:lnTo>
                  <a:pt x="1642109" y="469391"/>
                </a:lnTo>
                <a:close/>
              </a:path>
              <a:path w="1737360" h="508635">
                <a:moveTo>
                  <a:pt x="204215" y="121919"/>
                </a:moveTo>
                <a:lnTo>
                  <a:pt x="198881" y="119633"/>
                </a:lnTo>
                <a:lnTo>
                  <a:pt x="200230" y="120661"/>
                </a:lnTo>
                <a:lnTo>
                  <a:pt x="204215" y="121919"/>
                </a:lnTo>
                <a:close/>
              </a:path>
              <a:path w="1737360" h="508635">
                <a:moveTo>
                  <a:pt x="200230" y="120661"/>
                </a:moveTo>
                <a:lnTo>
                  <a:pt x="198881" y="119633"/>
                </a:lnTo>
                <a:lnTo>
                  <a:pt x="198881" y="120235"/>
                </a:lnTo>
                <a:lnTo>
                  <a:pt x="200230" y="120661"/>
                </a:lnTo>
                <a:close/>
              </a:path>
              <a:path w="1737360" h="508635">
                <a:moveTo>
                  <a:pt x="204215" y="123697"/>
                </a:moveTo>
                <a:lnTo>
                  <a:pt x="204215" y="121919"/>
                </a:lnTo>
                <a:lnTo>
                  <a:pt x="200230" y="120661"/>
                </a:lnTo>
                <a:lnTo>
                  <a:pt x="204215" y="123697"/>
                </a:lnTo>
                <a:close/>
              </a:path>
              <a:path w="1737360" h="508635">
                <a:moveTo>
                  <a:pt x="515873" y="269747"/>
                </a:moveTo>
                <a:lnTo>
                  <a:pt x="511301" y="268223"/>
                </a:lnTo>
                <a:lnTo>
                  <a:pt x="512125" y="268738"/>
                </a:lnTo>
                <a:lnTo>
                  <a:pt x="515873" y="269747"/>
                </a:lnTo>
                <a:close/>
              </a:path>
              <a:path w="1737360" h="508635">
                <a:moveTo>
                  <a:pt x="512125" y="268738"/>
                </a:moveTo>
                <a:lnTo>
                  <a:pt x="511301" y="268223"/>
                </a:lnTo>
                <a:lnTo>
                  <a:pt x="511301" y="268517"/>
                </a:lnTo>
                <a:lnTo>
                  <a:pt x="512125" y="268738"/>
                </a:lnTo>
                <a:close/>
              </a:path>
              <a:path w="1737360" h="508635">
                <a:moveTo>
                  <a:pt x="515873" y="271081"/>
                </a:moveTo>
                <a:lnTo>
                  <a:pt x="515873" y="269747"/>
                </a:lnTo>
                <a:lnTo>
                  <a:pt x="512125" y="268738"/>
                </a:lnTo>
                <a:lnTo>
                  <a:pt x="515873" y="271081"/>
                </a:lnTo>
                <a:close/>
              </a:path>
              <a:path w="1737360" h="508635">
                <a:moveTo>
                  <a:pt x="836676" y="381761"/>
                </a:moveTo>
                <a:lnTo>
                  <a:pt x="834389" y="380999"/>
                </a:lnTo>
                <a:lnTo>
                  <a:pt x="836495" y="381721"/>
                </a:lnTo>
                <a:lnTo>
                  <a:pt x="836676" y="381761"/>
                </a:lnTo>
                <a:close/>
              </a:path>
              <a:path w="1737360" h="508635">
                <a:moveTo>
                  <a:pt x="836495" y="381721"/>
                </a:moveTo>
                <a:lnTo>
                  <a:pt x="834389" y="380999"/>
                </a:lnTo>
                <a:lnTo>
                  <a:pt x="834389" y="381253"/>
                </a:lnTo>
                <a:lnTo>
                  <a:pt x="836495" y="381721"/>
                </a:lnTo>
                <a:close/>
              </a:path>
              <a:path w="1737360" h="508635">
                <a:moveTo>
                  <a:pt x="836676" y="381783"/>
                </a:moveTo>
                <a:lnTo>
                  <a:pt x="836495" y="381721"/>
                </a:lnTo>
                <a:lnTo>
                  <a:pt x="836676" y="381783"/>
                </a:lnTo>
                <a:close/>
              </a:path>
              <a:path w="1737360" h="508635">
                <a:moveTo>
                  <a:pt x="1737359" y="450341"/>
                </a:moveTo>
                <a:lnTo>
                  <a:pt x="1623060" y="393953"/>
                </a:lnTo>
                <a:lnTo>
                  <a:pt x="1623060" y="431404"/>
                </a:lnTo>
                <a:lnTo>
                  <a:pt x="1642109" y="431291"/>
                </a:lnTo>
                <a:lnTo>
                  <a:pt x="1642109" y="498602"/>
                </a:lnTo>
                <a:lnTo>
                  <a:pt x="1737359" y="450341"/>
                </a:lnTo>
                <a:close/>
              </a:path>
              <a:path w="1737360" h="508635">
                <a:moveTo>
                  <a:pt x="1642109" y="498602"/>
                </a:moveTo>
                <a:lnTo>
                  <a:pt x="1642109" y="469391"/>
                </a:lnTo>
                <a:lnTo>
                  <a:pt x="1623060" y="469504"/>
                </a:lnTo>
                <a:lnTo>
                  <a:pt x="1623060" y="508253"/>
                </a:lnTo>
                <a:lnTo>
                  <a:pt x="1642109" y="498602"/>
                </a:lnTo>
                <a:close/>
              </a:path>
            </a:pathLst>
          </a:custGeom>
          <a:solidFill>
            <a:srgbClr val="33CC33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7" name="object 71">
            <a:extLst>
              <a:ext uri="{FF2B5EF4-FFF2-40B4-BE49-F238E27FC236}">
                <a16:creationId xmlns:a16="http://schemas.microsoft.com/office/drawing/2014/main" id="{71F164AE-6252-495E-80F9-DEB45530B299}"/>
              </a:ext>
            </a:extLst>
          </p:cNvPr>
          <p:cNvSpPr/>
          <p:nvPr/>
        </p:nvSpPr>
        <p:spPr>
          <a:xfrm>
            <a:off x="5156615" y="2916998"/>
            <a:ext cx="220531" cy="22184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9" name="object 72">
            <a:extLst>
              <a:ext uri="{FF2B5EF4-FFF2-40B4-BE49-F238E27FC236}">
                <a16:creationId xmlns:a16="http://schemas.microsoft.com/office/drawing/2014/main" id="{E0FCB01B-AE72-40A8-A44B-016D039C822C}"/>
              </a:ext>
            </a:extLst>
          </p:cNvPr>
          <p:cNvSpPr/>
          <p:nvPr/>
        </p:nvSpPr>
        <p:spPr>
          <a:xfrm>
            <a:off x="4572116" y="3046402"/>
            <a:ext cx="220531" cy="22126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1" name="object 73">
            <a:extLst>
              <a:ext uri="{FF2B5EF4-FFF2-40B4-BE49-F238E27FC236}">
                <a16:creationId xmlns:a16="http://schemas.microsoft.com/office/drawing/2014/main" id="{C6BE9B89-8A1A-4DF6-B25B-CDEB65FE0645}"/>
              </a:ext>
            </a:extLst>
          </p:cNvPr>
          <p:cNvSpPr/>
          <p:nvPr/>
        </p:nvSpPr>
        <p:spPr>
          <a:xfrm>
            <a:off x="4559565" y="3864028"/>
            <a:ext cx="220531" cy="22164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3" name="object 74">
            <a:extLst>
              <a:ext uri="{FF2B5EF4-FFF2-40B4-BE49-F238E27FC236}">
                <a16:creationId xmlns:a16="http://schemas.microsoft.com/office/drawing/2014/main" id="{71F458EE-D42B-4658-8ABE-1EDDB9BF2E41}"/>
              </a:ext>
            </a:extLst>
          </p:cNvPr>
          <p:cNvSpPr/>
          <p:nvPr/>
        </p:nvSpPr>
        <p:spPr>
          <a:xfrm>
            <a:off x="7474867" y="575039"/>
            <a:ext cx="4575800" cy="2449643"/>
          </a:xfrm>
          <a:custGeom>
            <a:avLst/>
            <a:gdLst/>
            <a:ahLst/>
            <a:cxnLst/>
            <a:rect l="l" t="t" r="r" b="b"/>
            <a:pathLst>
              <a:path w="4969509" h="2000250">
                <a:moveTo>
                  <a:pt x="0" y="0"/>
                </a:moveTo>
                <a:lnTo>
                  <a:pt x="0" y="2000250"/>
                </a:lnTo>
                <a:lnTo>
                  <a:pt x="4969001" y="2000250"/>
                </a:lnTo>
                <a:lnTo>
                  <a:pt x="4969001" y="0"/>
                </a:lnTo>
                <a:lnTo>
                  <a:pt x="0" y="0"/>
                </a:lnTo>
                <a:close/>
              </a:path>
            </a:pathLst>
          </a:custGeom>
          <a:solidFill>
            <a:srgbClr val="D5FFD5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5" name="object 75">
            <a:extLst>
              <a:ext uri="{FF2B5EF4-FFF2-40B4-BE49-F238E27FC236}">
                <a16:creationId xmlns:a16="http://schemas.microsoft.com/office/drawing/2014/main" id="{5723318B-99B3-4338-B1E1-AD5069E6A13D}"/>
              </a:ext>
            </a:extLst>
          </p:cNvPr>
          <p:cNvSpPr/>
          <p:nvPr/>
        </p:nvSpPr>
        <p:spPr>
          <a:xfrm>
            <a:off x="7481653" y="575038"/>
            <a:ext cx="4575799" cy="2484839"/>
          </a:xfrm>
          <a:custGeom>
            <a:avLst/>
            <a:gdLst/>
            <a:ahLst/>
            <a:cxnLst/>
            <a:rect l="l" t="t" r="r" b="b"/>
            <a:pathLst>
              <a:path w="4997450" h="2028825">
                <a:moveTo>
                  <a:pt x="4997196" y="2028443"/>
                </a:moveTo>
                <a:lnTo>
                  <a:pt x="4997196" y="0"/>
                </a:lnTo>
                <a:lnTo>
                  <a:pt x="0" y="0"/>
                </a:lnTo>
                <a:lnTo>
                  <a:pt x="0" y="2028444"/>
                </a:lnTo>
                <a:lnTo>
                  <a:pt x="14478" y="2028444"/>
                </a:lnTo>
                <a:lnTo>
                  <a:pt x="14478" y="28194"/>
                </a:lnTo>
                <a:lnTo>
                  <a:pt x="28956" y="14478"/>
                </a:lnTo>
                <a:lnTo>
                  <a:pt x="28956" y="28194"/>
                </a:lnTo>
                <a:lnTo>
                  <a:pt x="4969002" y="28193"/>
                </a:lnTo>
                <a:lnTo>
                  <a:pt x="4969002" y="14477"/>
                </a:lnTo>
                <a:lnTo>
                  <a:pt x="4983480" y="28193"/>
                </a:lnTo>
                <a:lnTo>
                  <a:pt x="4983480" y="2028443"/>
                </a:lnTo>
                <a:lnTo>
                  <a:pt x="4997196" y="2028443"/>
                </a:lnTo>
                <a:close/>
              </a:path>
              <a:path w="4997450" h="2028825">
                <a:moveTo>
                  <a:pt x="28956" y="28194"/>
                </a:moveTo>
                <a:lnTo>
                  <a:pt x="28956" y="14478"/>
                </a:lnTo>
                <a:lnTo>
                  <a:pt x="14478" y="28194"/>
                </a:lnTo>
                <a:lnTo>
                  <a:pt x="28956" y="28194"/>
                </a:lnTo>
                <a:close/>
              </a:path>
              <a:path w="4997450" h="2028825">
                <a:moveTo>
                  <a:pt x="28956" y="2000250"/>
                </a:moveTo>
                <a:lnTo>
                  <a:pt x="28956" y="28194"/>
                </a:lnTo>
                <a:lnTo>
                  <a:pt x="14478" y="28194"/>
                </a:lnTo>
                <a:lnTo>
                  <a:pt x="14478" y="2000250"/>
                </a:lnTo>
                <a:lnTo>
                  <a:pt x="28956" y="2000250"/>
                </a:lnTo>
                <a:close/>
              </a:path>
              <a:path w="4997450" h="2028825">
                <a:moveTo>
                  <a:pt x="4983480" y="2000250"/>
                </a:moveTo>
                <a:lnTo>
                  <a:pt x="14478" y="2000250"/>
                </a:lnTo>
                <a:lnTo>
                  <a:pt x="28956" y="2014728"/>
                </a:lnTo>
                <a:lnTo>
                  <a:pt x="28955" y="2028444"/>
                </a:lnTo>
                <a:lnTo>
                  <a:pt x="4969002" y="2028443"/>
                </a:lnTo>
                <a:lnTo>
                  <a:pt x="4969002" y="2014727"/>
                </a:lnTo>
                <a:lnTo>
                  <a:pt x="4983480" y="2000250"/>
                </a:lnTo>
                <a:close/>
              </a:path>
              <a:path w="4997450" h="2028825">
                <a:moveTo>
                  <a:pt x="28955" y="2028444"/>
                </a:moveTo>
                <a:lnTo>
                  <a:pt x="28956" y="2014728"/>
                </a:lnTo>
                <a:lnTo>
                  <a:pt x="14478" y="2000250"/>
                </a:lnTo>
                <a:lnTo>
                  <a:pt x="14478" y="2028444"/>
                </a:lnTo>
                <a:lnTo>
                  <a:pt x="28955" y="2028444"/>
                </a:lnTo>
                <a:close/>
              </a:path>
              <a:path w="4997450" h="2028825">
                <a:moveTo>
                  <a:pt x="4983480" y="28193"/>
                </a:moveTo>
                <a:lnTo>
                  <a:pt x="4969002" y="14477"/>
                </a:lnTo>
                <a:lnTo>
                  <a:pt x="4969002" y="28193"/>
                </a:lnTo>
                <a:lnTo>
                  <a:pt x="4983480" y="28193"/>
                </a:lnTo>
                <a:close/>
              </a:path>
              <a:path w="4997450" h="2028825">
                <a:moveTo>
                  <a:pt x="4983480" y="2000250"/>
                </a:moveTo>
                <a:lnTo>
                  <a:pt x="4983480" y="28193"/>
                </a:lnTo>
                <a:lnTo>
                  <a:pt x="4969002" y="28193"/>
                </a:lnTo>
                <a:lnTo>
                  <a:pt x="4969002" y="2000250"/>
                </a:lnTo>
                <a:lnTo>
                  <a:pt x="4983480" y="2000250"/>
                </a:lnTo>
                <a:close/>
              </a:path>
              <a:path w="4997450" h="2028825">
                <a:moveTo>
                  <a:pt x="4983480" y="2028443"/>
                </a:moveTo>
                <a:lnTo>
                  <a:pt x="4983480" y="2000250"/>
                </a:lnTo>
                <a:lnTo>
                  <a:pt x="4969002" y="2014727"/>
                </a:lnTo>
                <a:lnTo>
                  <a:pt x="4969002" y="2028443"/>
                </a:lnTo>
                <a:lnTo>
                  <a:pt x="4983480" y="20284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7" name="object 76">
            <a:extLst>
              <a:ext uri="{FF2B5EF4-FFF2-40B4-BE49-F238E27FC236}">
                <a16:creationId xmlns:a16="http://schemas.microsoft.com/office/drawing/2014/main" id="{67F290C3-DA92-455A-872A-22708B24A2E1}"/>
              </a:ext>
            </a:extLst>
          </p:cNvPr>
          <p:cNvSpPr txBox="1"/>
          <p:nvPr/>
        </p:nvSpPr>
        <p:spPr>
          <a:xfrm>
            <a:off x="7537164" y="681123"/>
            <a:ext cx="4320461" cy="629887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552092" marR="5977" indent="-537897">
              <a:spcBef>
                <a:spcPts val="112"/>
              </a:spcBef>
              <a:tabLst>
                <a:tab pos="553585" algn="l"/>
              </a:tabLst>
            </a:pPr>
            <a:r>
              <a:rPr sz="2133" spc="-5" dirty="0">
                <a:latin typeface="Calibri" panose="020F0502020204030204" pitchFamily="34" charset="0"/>
                <a:cs typeface="Calibri" panose="020F0502020204030204" pitchFamily="34" charset="0"/>
              </a:rPr>
              <a:t>1.		</a:t>
            </a:r>
            <a:r>
              <a:rPr sz="1867" spc="-5" dirty="0">
                <a:latin typeface="Calibri" panose="020F0502020204030204" pitchFamily="34" charset="0"/>
                <a:cs typeface="Calibri" panose="020F0502020204030204" pitchFamily="34" charset="0"/>
              </a:rPr>
              <a:t>Maximizing the margin </a:t>
            </a:r>
            <a:r>
              <a:rPr sz="1867" spc="-12" dirty="0">
                <a:latin typeface="Calibri" panose="020F0502020204030204" pitchFamily="34" charset="0"/>
                <a:cs typeface="Calibri" panose="020F0502020204030204" pitchFamily="34" charset="0"/>
              </a:rPr>
              <a:t>makes sense  </a:t>
            </a:r>
            <a:r>
              <a:rPr sz="1867" spc="-5" dirty="0">
                <a:latin typeface="Calibri" panose="020F0502020204030204" pitchFamily="34" charset="0"/>
                <a:cs typeface="Calibri" panose="020F0502020204030204" pitchFamily="34" charset="0"/>
              </a:rPr>
              <a:t>according to</a:t>
            </a:r>
            <a:r>
              <a:rPr sz="1867" spc="1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67" spc="-5" dirty="0">
                <a:latin typeface="Calibri" panose="020F0502020204030204" pitchFamily="34" charset="0"/>
                <a:cs typeface="Calibri" panose="020F0502020204030204" pitchFamily="34" charset="0"/>
              </a:rPr>
              <a:t>intuition</a:t>
            </a:r>
            <a:endParaRPr sz="18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object 79">
            <a:extLst>
              <a:ext uri="{FF2B5EF4-FFF2-40B4-BE49-F238E27FC236}">
                <a16:creationId xmlns:a16="http://schemas.microsoft.com/office/drawing/2014/main" id="{A1727068-E779-4323-8266-139ED6B3CB94}"/>
              </a:ext>
            </a:extLst>
          </p:cNvPr>
          <p:cNvSpPr txBox="1"/>
          <p:nvPr/>
        </p:nvSpPr>
        <p:spPr>
          <a:xfrm>
            <a:off x="5475162" y="5937105"/>
            <a:ext cx="1713005" cy="376420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2353" b="1" spc="-12" dirty="0">
                <a:latin typeface="Tahoma"/>
                <a:cs typeface="Tahoma"/>
              </a:rPr>
              <a:t>Linear</a:t>
            </a:r>
            <a:r>
              <a:rPr sz="2353" b="1" spc="-53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SVM</a:t>
            </a:r>
            <a:endParaRPr sz="2353" dirty="0">
              <a:latin typeface="Tahoma"/>
              <a:cs typeface="Tahoma"/>
            </a:endParaRPr>
          </a:p>
        </p:txBody>
      </p:sp>
      <p:sp>
        <p:nvSpPr>
          <p:cNvPr id="141" name="object 77">
            <a:extLst>
              <a:ext uri="{FF2B5EF4-FFF2-40B4-BE49-F238E27FC236}">
                <a16:creationId xmlns:a16="http://schemas.microsoft.com/office/drawing/2014/main" id="{23B71643-CBAE-4B70-B9CE-9EE412A3F878}"/>
              </a:ext>
            </a:extLst>
          </p:cNvPr>
          <p:cNvSpPr txBox="1"/>
          <p:nvPr/>
        </p:nvSpPr>
        <p:spPr>
          <a:xfrm>
            <a:off x="7599988" y="1494892"/>
            <a:ext cx="4402192" cy="1245440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552092" marR="5977" indent="-537897">
              <a:spcBef>
                <a:spcPts val="112"/>
              </a:spcBef>
              <a:tabLst>
                <a:tab pos="552840" algn="l"/>
              </a:tabLst>
            </a:pPr>
            <a:r>
              <a:rPr sz="2133" spc="-5" dirty="0">
                <a:latin typeface="Calibri" panose="020F0502020204030204" pitchFamily="34" charset="0"/>
                <a:cs typeface="Calibri" panose="020F0502020204030204" pitchFamily="34" charset="0"/>
              </a:rPr>
              <a:t>2.		</a:t>
            </a:r>
            <a:r>
              <a:rPr lang="en-US" sz="2133" spc="-5" dirty="0">
                <a:latin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lang="en-US" sz="1867" spc="-5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1867" spc="-5" dirty="0">
                <a:latin typeface="Calibri" panose="020F0502020204030204" pitchFamily="34" charset="0"/>
                <a:cs typeface="Calibri" panose="020F0502020204030204" pitchFamily="34" charset="0"/>
              </a:rPr>
              <a:t>mplies that </a:t>
            </a:r>
            <a:r>
              <a:rPr sz="1867" spc="-12" dirty="0">
                <a:latin typeface="Calibri" panose="020F0502020204030204" pitchFamily="34" charset="0"/>
                <a:cs typeface="Calibri" panose="020F0502020204030204" pitchFamily="34" charset="0"/>
              </a:rPr>
              <a:t>only support vectors are  </a:t>
            </a:r>
            <a:r>
              <a:rPr sz="1867" spc="-5" dirty="0">
                <a:latin typeface="Calibri" panose="020F0502020204030204" pitchFamily="34" charset="0"/>
                <a:cs typeface="Calibri" panose="020F0502020204030204" pitchFamily="34" charset="0"/>
              </a:rPr>
              <a:t>important; other </a:t>
            </a:r>
            <a:r>
              <a:rPr sz="1867" spc="-12" dirty="0">
                <a:latin typeface="Calibri" panose="020F0502020204030204" pitchFamily="34" charset="0"/>
                <a:cs typeface="Calibri" panose="020F0502020204030204" pitchFamily="34" charset="0"/>
              </a:rPr>
              <a:t>training examples  </a:t>
            </a:r>
            <a:r>
              <a:rPr sz="1867" spc="-5" dirty="0">
                <a:latin typeface="Calibri" panose="020F0502020204030204" pitchFamily="34" charset="0"/>
                <a:cs typeface="Calibri" panose="020F0502020204030204" pitchFamily="34" charset="0"/>
              </a:rPr>
              <a:t>can be discarded </a:t>
            </a:r>
            <a:r>
              <a:rPr sz="1867" spc="-12" dirty="0">
                <a:latin typeface="Calibri" panose="020F0502020204030204" pitchFamily="34" charset="0"/>
                <a:cs typeface="Calibri" panose="020F0502020204030204" pitchFamily="34" charset="0"/>
              </a:rPr>
              <a:t>without affecting the  training</a:t>
            </a:r>
            <a:r>
              <a:rPr sz="1867" spc="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67" spc="-5" dirty="0"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sz="2133" spc="-5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13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46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32F2D-3252-4A6E-9997-87BC4CE1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37" y="52521"/>
            <a:ext cx="5289927" cy="689292"/>
          </a:xfrm>
        </p:spPr>
        <p:txBody>
          <a:bodyPr/>
          <a:lstStyle/>
          <a:p>
            <a:r>
              <a:rPr lang="en-US" sz="4267" dirty="0"/>
              <a:t>Maximum Margin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DA8DE07-E495-4843-80D2-EDC974BD157E}"/>
              </a:ext>
            </a:extLst>
          </p:cNvPr>
          <p:cNvSpPr/>
          <p:nvPr/>
        </p:nvSpPr>
        <p:spPr>
          <a:xfrm>
            <a:off x="3233205" y="1140827"/>
            <a:ext cx="3493995" cy="5189669"/>
          </a:xfrm>
          <a:custGeom>
            <a:avLst/>
            <a:gdLst/>
            <a:ahLst/>
            <a:cxnLst/>
            <a:rect l="l" t="t" r="r" b="b"/>
            <a:pathLst>
              <a:path w="3183890" h="4773930">
                <a:moveTo>
                  <a:pt x="3183635" y="192023"/>
                </a:moveTo>
                <a:lnTo>
                  <a:pt x="2876549" y="0"/>
                </a:lnTo>
                <a:lnTo>
                  <a:pt x="0" y="4581906"/>
                </a:lnTo>
                <a:lnTo>
                  <a:pt x="306324" y="4773930"/>
                </a:lnTo>
                <a:lnTo>
                  <a:pt x="3183635" y="192023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3423B97-F445-4A39-A7B0-66344DEDAC44}"/>
              </a:ext>
            </a:extLst>
          </p:cNvPr>
          <p:cNvSpPr/>
          <p:nvPr/>
        </p:nvSpPr>
        <p:spPr>
          <a:xfrm>
            <a:off x="3397906" y="1221508"/>
            <a:ext cx="3171117" cy="4987747"/>
          </a:xfrm>
          <a:custGeom>
            <a:avLst/>
            <a:gdLst/>
            <a:ahLst/>
            <a:cxnLst/>
            <a:rect l="l" t="t" r="r" b="b"/>
            <a:pathLst>
              <a:path w="2969895" h="4718050">
                <a:moveTo>
                  <a:pt x="2969513" y="6858"/>
                </a:moveTo>
                <a:lnTo>
                  <a:pt x="2958845" y="0"/>
                </a:lnTo>
                <a:lnTo>
                  <a:pt x="0" y="4710684"/>
                </a:lnTo>
                <a:lnTo>
                  <a:pt x="11430" y="4717542"/>
                </a:lnTo>
                <a:lnTo>
                  <a:pt x="2969513" y="68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18FC90B6-4764-4B75-96F7-6B3EA4EA9AC6}"/>
              </a:ext>
            </a:extLst>
          </p:cNvPr>
          <p:cNvSpPr/>
          <p:nvPr/>
        </p:nvSpPr>
        <p:spPr>
          <a:xfrm>
            <a:off x="7272286" y="605280"/>
            <a:ext cx="1882588" cy="770217"/>
          </a:xfrm>
          <a:custGeom>
            <a:avLst/>
            <a:gdLst/>
            <a:ahLst/>
            <a:cxnLst/>
            <a:rect l="l" t="t" r="r" b="b"/>
            <a:pathLst>
              <a:path w="1600200" h="654685">
                <a:moveTo>
                  <a:pt x="0" y="0"/>
                </a:moveTo>
                <a:lnTo>
                  <a:pt x="0" y="654557"/>
                </a:lnTo>
                <a:lnTo>
                  <a:pt x="1600200" y="654557"/>
                </a:lnTo>
                <a:lnTo>
                  <a:pt x="160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8EA1CBFF-5D42-48DB-8140-A0E015970D85}"/>
              </a:ext>
            </a:extLst>
          </p:cNvPr>
          <p:cNvSpPr/>
          <p:nvPr/>
        </p:nvSpPr>
        <p:spPr>
          <a:xfrm>
            <a:off x="7265114" y="598109"/>
            <a:ext cx="1898276" cy="784412"/>
          </a:xfrm>
          <a:custGeom>
            <a:avLst/>
            <a:gdLst/>
            <a:ahLst/>
            <a:cxnLst/>
            <a:rect l="l" t="t" r="r" b="b"/>
            <a:pathLst>
              <a:path w="1613534" h="666750">
                <a:moveTo>
                  <a:pt x="1613153" y="666750"/>
                </a:moveTo>
                <a:lnTo>
                  <a:pt x="1613153" y="0"/>
                </a:lnTo>
                <a:lnTo>
                  <a:pt x="0" y="0"/>
                </a:lnTo>
                <a:lnTo>
                  <a:pt x="0" y="666750"/>
                </a:lnTo>
                <a:lnTo>
                  <a:pt x="6096" y="666750"/>
                </a:lnTo>
                <a:lnTo>
                  <a:pt x="6096" y="12954"/>
                </a:lnTo>
                <a:lnTo>
                  <a:pt x="12954" y="6096"/>
                </a:lnTo>
                <a:lnTo>
                  <a:pt x="12954" y="12954"/>
                </a:lnTo>
                <a:lnTo>
                  <a:pt x="1600200" y="12953"/>
                </a:lnTo>
                <a:lnTo>
                  <a:pt x="1600200" y="6095"/>
                </a:lnTo>
                <a:lnTo>
                  <a:pt x="1606296" y="12953"/>
                </a:lnTo>
                <a:lnTo>
                  <a:pt x="1606296" y="666750"/>
                </a:lnTo>
                <a:lnTo>
                  <a:pt x="1613153" y="666750"/>
                </a:lnTo>
                <a:close/>
              </a:path>
              <a:path w="1613534" h="666750">
                <a:moveTo>
                  <a:pt x="12954" y="12954"/>
                </a:moveTo>
                <a:lnTo>
                  <a:pt x="12954" y="6096"/>
                </a:lnTo>
                <a:lnTo>
                  <a:pt x="6096" y="12954"/>
                </a:lnTo>
                <a:lnTo>
                  <a:pt x="12954" y="12954"/>
                </a:lnTo>
                <a:close/>
              </a:path>
              <a:path w="1613534" h="666750">
                <a:moveTo>
                  <a:pt x="12954" y="653795"/>
                </a:moveTo>
                <a:lnTo>
                  <a:pt x="12954" y="12954"/>
                </a:lnTo>
                <a:lnTo>
                  <a:pt x="6096" y="12954"/>
                </a:lnTo>
                <a:lnTo>
                  <a:pt x="6096" y="653795"/>
                </a:lnTo>
                <a:lnTo>
                  <a:pt x="12954" y="653795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6096" y="653795"/>
                </a:lnTo>
                <a:lnTo>
                  <a:pt x="12954" y="660654"/>
                </a:lnTo>
                <a:lnTo>
                  <a:pt x="12954" y="666750"/>
                </a:lnTo>
                <a:lnTo>
                  <a:pt x="1600200" y="666750"/>
                </a:lnTo>
                <a:lnTo>
                  <a:pt x="1600200" y="660654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2954" y="666750"/>
                </a:moveTo>
                <a:lnTo>
                  <a:pt x="12954" y="660654"/>
                </a:lnTo>
                <a:lnTo>
                  <a:pt x="6096" y="653795"/>
                </a:lnTo>
                <a:lnTo>
                  <a:pt x="6096" y="666750"/>
                </a:lnTo>
                <a:lnTo>
                  <a:pt x="12954" y="666750"/>
                </a:lnTo>
                <a:close/>
              </a:path>
              <a:path w="1613534" h="666750">
                <a:moveTo>
                  <a:pt x="1606296" y="12953"/>
                </a:moveTo>
                <a:lnTo>
                  <a:pt x="1600200" y="6095"/>
                </a:lnTo>
                <a:lnTo>
                  <a:pt x="1600200" y="12953"/>
                </a:lnTo>
                <a:lnTo>
                  <a:pt x="1606296" y="12953"/>
                </a:lnTo>
                <a:close/>
              </a:path>
              <a:path w="1613534" h="666750">
                <a:moveTo>
                  <a:pt x="1606296" y="653795"/>
                </a:moveTo>
                <a:lnTo>
                  <a:pt x="1606296" y="12953"/>
                </a:lnTo>
                <a:lnTo>
                  <a:pt x="1600200" y="12953"/>
                </a:lnTo>
                <a:lnTo>
                  <a:pt x="1600200" y="653795"/>
                </a:lnTo>
                <a:lnTo>
                  <a:pt x="1606296" y="653795"/>
                </a:lnTo>
                <a:close/>
              </a:path>
              <a:path w="1613534" h="666750">
                <a:moveTo>
                  <a:pt x="1606296" y="666750"/>
                </a:moveTo>
                <a:lnTo>
                  <a:pt x="1606296" y="653795"/>
                </a:lnTo>
                <a:lnTo>
                  <a:pt x="1600200" y="660654"/>
                </a:lnTo>
                <a:lnTo>
                  <a:pt x="1600200" y="666750"/>
                </a:lnTo>
                <a:lnTo>
                  <a:pt x="1606296" y="666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8054309D-4E14-4002-A750-4D5F2AF45CC7}"/>
              </a:ext>
            </a:extLst>
          </p:cNvPr>
          <p:cNvSpPr txBox="1"/>
          <p:nvPr/>
        </p:nvSpPr>
        <p:spPr>
          <a:xfrm>
            <a:off x="7272286" y="618915"/>
            <a:ext cx="1882588" cy="703850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algn="ctr">
              <a:spcBef>
                <a:spcPts val="124"/>
              </a:spcBef>
            </a:pPr>
            <a:r>
              <a:rPr sz="4471" b="1" i="1" spc="-95" dirty="0">
                <a:latin typeface="Tahoma"/>
                <a:cs typeface="Tahoma"/>
              </a:rPr>
              <a:t>f</a:t>
            </a:r>
            <a:endParaRPr sz="4471">
              <a:latin typeface="Tahoma"/>
              <a:cs typeface="Tahoma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B3BFBADE-34A8-42D1-8E36-1209EE401036}"/>
              </a:ext>
            </a:extLst>
          </p:cNvPr>
          <p:cNvSpPr/>
          <p:nvPr/>
        </p:nvSpPr>
        <p:spPr>
          <a:xfrm>
            <a:off x="5658639" y="902011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7"/>
                </a:moveTo>
                <a:lnTo>
                  <a:pt x="1308353" y="32003"/>
                </a:lnTo>
                <a:lnTo>
                  <a:pt x="0" y="32003"/>
                </a:lnTo>
                <a:lnTo>
                  <a:pt x="0" y="44957"/>
                </a:lnTo>
                <a:lnTo>
                  <a:pt x="1308353" y="44957"/>
                </a:lnTo>
                <a:close/>
              </a:path>
              <a:path w="1371600" h="76200">
                <a:moveTo>
                  <a:pt x="1371600" y="38099"/>
                </a:moveTo>
                <a:lnTo>
                  <a:pt x="1295400" y="0"/>
                </a:lnTo>
                <a:lnTo>
                  <a:pt x="1295400" y="32003"/>
                </a:lnTo>
                <a:lnTo>
                  <a:pt x="1308353" y="32003"/>
                </a:lnTo>
                <a:lnTo>
                  <a:pt x="1308353" y="69722"/>
                </a:lnTo>
                <a:lnTo>
                  <a:pt x="1371600" y="38099"/>
                </a:lnTo>
                <a:close/>
              </a:path>
              <a:path w="1371600" h="76200">
                <a:moveTo>
                  <a:pt x="1308353" y="69722"/>
                </a:moveTo>
                <a:lnTo>
                  <a:pt x="1308353" y="44957"/>
                </a:lnTo>
                <a:lnTo>
                  <a:pt x="1295400" y="44957"/>
                </a:lnTo>
                <a:lnTo>
                  <a:pt x="1295400" y="76199"/>
                </a:lnTo>
                <a:lnTo>
                  <a:pt x="1308353" y="69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67E5D533-38F3-42AB-B7D8-B1AC1FF1C2FC}"/>
              </a:ext>
            </a:extLst>
          </p:cNvPr>
          <p:cNvSpPr txBox="1"/>
          <p:nvPr/>
        </p:nvSpPr>
        <p:spPr>
          <a:xfrm>
            <a:off x="5338002" y="600595"/>
            <a:ext cx="283135" cy="550716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3471" b="1" i="1" spc="-105" dirty="0">
                <a:latin typeface="Tahoma"/>
                <a:cs typeface="Tahoma"/>
              </a:rPr>
              <a:t>x</a:t>
            </a:r>
            <a:endParaRPr sz="3471">
              <a:latin typeface="Tahoma"/>
              <a:cs typeface="Tahoma"/>
            </a:endParaRP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3292471C-C250-4BE8-9999-927BA38C123C}"/>
              </a:ext>
            </a:extLst>
          </p:cNvPr>
          <p:cNvSpPr/>
          <p:nvPr/>
        </p:nvSpPr>
        <p:spPr>
          <a:xfrm>
            <a:off x="8034286" y="140011"/>
            <a:ext cx="89647" cy="448235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76200" y="304799"/>
                </a:moveTo>
                <a:lnTo>
                  <a:pt x="0" y="304799"/>
                </a:lnTo>
                <a:lnTo>
                  <a:pt x="32004" y="368808"/>
                </a:lnTo>
                <a:lnTo>
                  <a:pt x="32004" y="317753"/>
                </a:lnTo>
                <a:lnTo>
                  <a:pt x="44958" y="317753"/>
                </a:lnTo>
                <a:lnTo>
                  <a:pt x="44958" y="367283"/>
                </a:lnTo>
                <a:lnTo>
                  <a:pt x="76200" y="304799"/>
                </a:lnTo>
                <a:close/>
              </a:path>
              <a:path w="76200" h="381000">
                <a:moveTo>
                  <a:pt x="44958" y="304799"/>
                </a:moveTo>
                <a:lnTo>
                  <a:pt x="44958" y="0"/>
                </a:lnTo>
                <a:lnTo>
                  <a:pt x="32004" y="0"/>
                </a:lnTo>
                <a:lnTo>
                  <a:pt x="32004" y="304799"/>
                </a:lnTo>
                <a:lnTo>
                  <a:pt x="44958" y="304799"/>
                </a:lnTo>
                <a:close/>
              </a:path>
              <a:path w="76200" h="381000">
                <a:moveTo>
                  <a:pt x="44958" y="367283"/>
                </a:moveTo>
                <a:lnTo>
                  <a:pt x="44958" y="317753"/>
                </a:lnTo>
                <a:lnTo>
                  <a:pt x="32004" y="317753"/>
                </a:lnTo>
                <a:lnTo>
                  <a:pt x="32004" y="368808"/>
                </a:lnTo>
                <a:lnTo>
                  <a:pt x="38100" y="380999"/>
                </a:lnTo>
                <a:lnTo>
                  <a:pt x="44958" y="367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1C1BE5DB-02F7-43F5-B55E-B89B9C0A0EEB}"/>
              </a:ext>
            </a:extLst>
          </p:cNvPr>
          <p:cNvSpPr/>
          <p:nvPr/>
        </p:nvSpPr>
        <p:spPr>
          <a:xfrm>
            <a:off x="9154874" y="902011"/>
            <a:ext cx="1613647" cy="89647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958"/>
                </a:moveTo>
                <a:lnTo>
                  <a:pt x="1308353" y="32004"/>
                </a:lnTo>
                <a:lnTo>
                  <a:pt x="0" y="32004"/>
                </a:lnTo>
                <a:lnTo>
                  <a:pt x="0" y="44958"/>
                </a:lnTo>
                <a:lnTo>
                  <a:pt x="1308353" y="44958"/>
                </a:lnTo>
                <a:close/>
              </a:path>
              <a:path w="1371600" h="76200">
                <a:moveTo>
                  <a:pt x="1371600" y="38100"/>
                </a:moveTo>
                <a:lnTo>
                  <a:pt x="1295400" y="0"/>
                </a:lnTo>
                <a:lnTo>
                  <a:pt x="1295400" y="32004"/>
                </a:lnTo>
                <a:lnTo>
                  <a:pt x="1308353" y="32004"/>
                </a:lnTo>
                <a:lnTo>
                  <a:pt x="1308353" y="69723"/>
                </a:lnTo>
                <a:lnTo>
                  <a:pt x="1371600" y="38100"/>
                </a:lnTo>
                <a:close/>
              </a:path>
              <a:path w="1371600" h="76200">
                <a:moveTo>
                  <a:pt x="1308353" y="69723"/>
                </a:moveTo>
                <a:lnTo>
                  <a:pt x="1308353" y="44958"/>
                </a:lnTo>
                <a:lnTo>
                  <a:pt x="1295400" y="44958"/>
                </a:lnTo>
                <a:lnTo>
                  <a:pt x="1295400" y="76200"/>
                </a:lnTo>
                <a:lnTo>
                  <a:pt x="1308353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F7D57B6C-5171-4209-A48F-5A2CA06CA51D}"/>
              </a:ext>
            </a:extLst>
          </p:cNvPr>
          <p:cNvSpPr txBox="1"/>
          <p:nvPr/>
        </p:nvSpPr>
        <p:spPr>
          <a:xfrm>
            <a:off x="10861158" y="571511"/>
            <a:ext cx="791135" cy="593788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5648" b="1" spc="-8" baseline="-16493" dirty="0">
                <a:latin typeface="Tahoma"/>
                <a:cs typeface="Tahoma"/>
              </a:rPr>
              <a:t>y</a:t>
            </a:r>
            <a:r>
              <a:rPr sz="2471" b="1" spc="12" dirty="0">
                <a:latin typeface="Tahoma"/>
                <a:cs typeface="Tahoma"/>
              </a:rPr>
              <a:t>est</a:t>
            </a:r>
            <a:endParaRPr sz="2471">
              <a:latin typeface="Tahoma"/>
              <a:cs typeface="Tahoma"/>
            </a:endParaRPr>
          </a:p>
        </p:txBody>
      </p:sp>
      <p:sp>
        <p:nvSpPr>
          <p:cNvPr id="25" name="object 13">
            <a:extLst>
              <a:ext uri="{FF2B5EF4-FFF2-40B4-BE49-F238E27FC236}">
                <a16:creationId xmlns:a16="http://schemas.microsoft.com/office/drawing/2014/main" id="{72F83171-86EA-4EEE-BCA0-C02DF6B171F0}"/>
              </a:ext>
            </a:extLst>
          </p:cNvPr>
          <p:cNvSpPr txBox="1"/>
          <p:nvPr/>
        </p:nvSpPr>
        <p:spPr>
          <a:xfrm>
            <a:off x="637651" y="771908"/>
            <a:ext cx="1745876" cy="1099841"/>
          </a:xfrm>
          <a:prstGeom prst="rect">
            <a:avLst/>
          </a:prstGeom>
        </p:spPr>
        <p:txBody>
          <a:bodyPr vert="horz" wrap="square" lIns="0" tIns="194235" rIns="0" bIns="0" rtlCol="0">
            <a:spAutoFit/>
          </a:bodyPr>
          <a:lstStyle/>
          <a:p>
            <a:pPr marL="14941">
              <a:spcBef>
                <a:spcPts val="1529"/>
              </a:spcBef>
            </a:pPr>
            <a:r>
              <a:rPr sz="2353" b="1" spc="-12" dirty="0">
                <a:latin typeface="Calibri" panose="020F0502020204030204" pitchFamily="34" charset="0"/>
                <a:cs typeface="Calibri" panose="020F0502020204030204" pitchFamily="34" charset="0"/>
              </a:rPr>
              <a:t>denotes</a:t>
            </a:r>
            <a:r>
              <a:rPr sz="2353" b="1" spc="-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353" b="1" spc="-12" dirty="0">
                <a:latin typeface="Calibri" panose="020F0502020204030204" pitchFamily="34" charset="0"/>
                <a:cs typeface="Calibri" panose="020F0502020204030204" pitchFamily="34" charset="0"/>
              </a:rPr>
              <a:t>+1</a:t>
            </a:r>
            <a:endParaRPr sz="235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1720">
              <a:spcBef>
                <a:spcPts val="1412"/>
              </a:spcBef>
            </a:pPr>
            <a:r>
              <a:rPr sz="2353" b="1" spc="-12" dirty="0">
                <a:latin typeface="Calibri" panose="020F0502020204030204" pitchFamily="34" charset="0"/>
                <a:cs typeface="Calibri" panose="020F0502020204030204" pitchFamily="34" charset="0"/>
              </a:rPr>
              <a:t>denotes</a:t>
            </a:r>
            <a:r>
              <a:rPr sz="2353" b="1" spc="-4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353" b="1" spc="-5" dirty="0"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  <a:endParaRPr sz="235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821F0BE8-ADA0-48B4-AF37-D4C34966A660}"/>
              </a:ext>
            </a:extLst>
          </p:cNvPr>
          <p:cNvSpPr/>
          <p:nvPr/>
        </p:nvSpPr>
        <p:spPr>
          <a:xfrm>
            <a:off x="481745" y="1140828"/>
            <a:ext cx="83027" cy="80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95D3BEF3-169B-48FB-956E-EADAD2D8E88A}"/>
              </a:ext>
            </a:extLst>
          </p:cNvPr>
          <p:cNvSpPr/>
          <p:nvPr/>
        </p:nvSpPr>
        <p:spPr>
          <a:xfrm>
            <a:off x="481746" y="1678709"/>
            <a:ext cx="74705" cy="70971"/>
          </a:xfrm>
          <a:custGeom>
            <a:avLst/>
            <a:gdLst/>
            <a:ahLst/>
            <a:cxnLst/>
            <a:rect l="l" t="t" r="r" b="b"/>
            <a:pathLst>
              <a:path w="63500" h="60325">
                <a:moveTo>
                  <a:pt x="63245" y="35814"/>
                </a:moveTo>
                <a:lnTo>
                  <a:pt x="63245" y="28194"/>
                </a:lnTo>
                <a:lnTo>
                  <a:pt x="62483" y="23622"/>
                </a:lnTo>
                <a:lnTo>
                  <a:pt x="62483" y="22098"/>
                </a:lnTo>
                <a:lnTo>
                  <a:pt x="60197" y="17526"/>
                </a:lnTo>
                <a:lnTo>
                  <a:pt x="60197" y="16764"/>
                </a:lnTo>
                <a:lnTo>
                  <a:pt x="57149" y="12954"/>
                </a:lnTo>
                <a:lnTo>
                  <a:pt x="57149" y="12192"/>
                </a:lnTo>
                <a:lnTo>
                  <a:pt x="52577" y="7620"/>
                </a:lnTo>
                <a:lnTo>
                  <a:pt x="48767" y="4572"/>
                </a:lnTo>
                <a:lnTo>
                  <a:pt x="48005" y="4572"/>
                </a:lnTo>
                <a:lnTo>
                  <a:pt x="42671" y="2286"/>
                </a:lnTo>
                <a:lnTo>
                  <a:pt x="41909" y="2286"/>
                </a:lnTo>
                <a:lnTo>
                  <a:pt x="41909" y="1524"/>
                </a:lnTo>
                <a:lnTo>
                  <a:pt x="36575" y="762"/>
                </a:lnTo>
                <a:lnTo>
                  <a:pt x="35051" y="653"/>
                </a:lnTo>
                <a:lnTo>
                  <a:pt x="30479" y="0"/>
                </a:lnTo>
                <a:lnTo>
                  <a:pt x="29717" y="0"/>
                </a:lnTo>
                <a:lnTo>
                  <a:pt x="25145" y="653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7525" y="3048"/>
                </a:lnTo>
                <a:lnTo>
                  <a:pt x="12953" y="5334"/>
                </a:lnTo>
                <a:lnTo>
                  <a:pt x="12953" y="6096"/>
                </a:lnTo>
                <a:lnTo>
                  <a:pt x="12191" y="6096"/>
                </a:lnTo>
                <a:lnTo>
                  <a:pt x="8381" y="9144"/>
                </a:lnTo>
                <a:lnTo>
                  <a:pt x="8381" y="9906"/>
                </a:lnTo>
                <a:lnTo>
                  <a:pt x="5333" y="13716"/>
                </a:lnTo>
                <a:lnTo>
                  <a:pt x="4571" y="14478"/>
                </a:lnTo>
                <a:lnTo>
                  <a:pt x="2285" y="19050"/>
                </a:lnTo>
                <a:lnTo>
                  <a:pt x="2285" y="19812"/>
                </a:lnTo>
                <a:lnTo>
                  <a:pt x="1523" y="20574"/>
                </a:lnTo>
                <a:lnTo>
                  <a:pt x="761" y="25146"/>
                </a:lnTo>
                <a:lnTo>
                  <a:pt x="761" y="26670"/>
                </a:lnTo>
                <a:lnTo>
                  <a:pt x="0" y="31242"/>
                </a:lnTo>
                <a:lnTo>
                  <a:pt x="0" y="32766"/>
                </a:lnTo>
                <a:lnTo>
                  <a:pt x="1523" y="37338"/>
                </a:lnTo>
                <a:lnTo>
                  <a:pt x="1523" y="38100"/>
                </a:lnTo>
                <a:lnTo>
                  <a:pt x="3047" y="42672"/>
                </a:lnTo>
                <a:lnTo>
                  <a:pt x="3047" y="43434"/>
                </a:lnTo>
                <a:lnTo>
                  <a:pt x="3809" y="43434"/>
                </a:lnTo>
                <a:lnTo>
                  <a:pt x="6095" y="48006"/>
                </a:lnTo>
                <a:lnTo>
                  <a:pt x="6857" y="48006"/>
                </a:lnTo>
                <a:lnTo>
                  <a:pt x="6857" y="48768"/>
                </a:lnTo>
                <a:lnTo>
                  <a:pt x="9905" y="51816"/>
                </a:lnTo>
                <a:lnTo>
                  <a:pt x="9905" y="27432"/>
                </a:lnTo>
                <a:lnTo>
                  <a:pt x="10667" y="25146"/>
                </a:lnTo>
                <a:lnTo>
                  <a:pt x="10667" y="23622"/>
                </a:lnTo>
                <a:lnTo>
                  <a:pt x="12191" y="20574"/>
                </a:lnTo>
                <a:lnTo>
                  <a:pt x="12191" y="19812"/>
                </a:lnTo>
                <a:lnTo>
                  <a:pt x="15239" y="16002"/>
                </a:lnTo>
                <a:lnTo>
                  <a:pt x="15239" y="16764"/>
                </a:lnTo>
                <a:lnTo>
                  <a:pt x="18287" y="14325"/>
                </a:lnTo>
                <a:lnTo>
                  <a:pt x="18287" y="13716"/>
                </a:lnTo>
                <a:lnTo>
                  <a:pt x="22097" y="11430"/>
                </a:lnTo>
                <a:lnTo>
                  <a:pt x="22097" y="11865"/>
                </a:lnTo>
                <a:lnTo>
                  <a:pt x="26669" y="9906"/>
                </a:lnTo>
                <a:lnTo>
                  <a:pt x="26669" y="10450"/>
                </a:lnTo>
                <a:lnTo>
                  <a:pt x="29717" y="10014"/>
                </a:lnTo>
                <a:lnTo>
                  <a:pt x="35051" y="9906"/>
                </a:lnTo>
                <a:lnTo>
                  <a:pt x="35051" y="10123"/>
                </a:lnTo>
                <a:lnTo>
                  <a:pt x="38861" y="11212"/>
                </a:lnTo>
                <a:lnTo>
                  <a:pt x="38861" y="10668"/>
                </a:lnTo>
                <a:lnTo>
                  <a:pt x="42671" y="12573"/>
                </a:lnTo>
                <a:lnTo>
                  <a:pt x="42671" y="12192"/>
                </a:lnTo>
                <a:lnTo>
                  <a:pt x="47243" y="15240"/>
                </a:lnTo>
                <a:lnTo>
                  <a:pt x="47243" y="15849"/>
                </a:lnTo>
                <a:lnTo>
                  <a:pt x="49529" y="17678"/>
                </a:lnTo>
                <a:lnTo>
                  <a:pt x="49529" y="17526"/>
                </a:lnTo>
                <a:lnTo>
                  <a:pt x="50291" y="18288"/>
                </a:lnTo>
                <a:lnTo>
                  <a:pt x="50291" y="19050"/>
                </a:lnTo>
                <a:lnTo>
                  <a:pt x="51815" y="22098"/>
                </a:lnTo>
                <a:lnTo>
                  <a:pt x="51815" y="21336"/>
                </a:lnTo>
                <a:lnTo>
                  <a:pt x="53339" y="25908"/>
                </a:lnTo>
                <a:lnTo>
                  <a:pt x="53339" y="25146"/>
                </a:lnTo>
                <a:lnTo>
                  <a:pt x="54101" y="29718"/>
                </a:lnTo>
                <a:lnTo>
                  <a:pt x="54101" y="51816"/>
                </a:lnTo>
                <a:lnTo>
                  <a:pt x="54863" y="51054"/>
                </a:lnTo>
                <a:lnTo>
                  <a:pt x="55625" y="51054"/>
                </a:lnTo>
                <a:lnTo>
                  <a:pt x="55625" y="50292"/>
                </a:lnTo>
                <a:lnTo>
                  <a:pt x="58673" y="46482"/>
                </a:lnTo>
                <a:lnTo>
                  <a:pt x="59435" y="45720"/>
                </a:lnTo>
                <a:lnTo>
                  <a:pt x="61721" y="41148"/>
                </a:lnTo>
                <a:lnTo>
                  <a:pt x="61721" y="40386"/>
                </a:lnTo>
                <a:lnTo>
                  <a:pt x="63245" y="35814"/>
                </a:lnTo>
                <a:close/>
              </a:path>
              <a:path w="63500" h="60325">
                <a:moveTo>
                  <a:pt x="12191" y="39624"/>
                </a:moveTo>
                <a:lnTo>
                  <a:pt x="10667" y="35052"/>
                </a:lnTo>
                <a:lnTo>
                  <a:pt x="10667" y="35814"/>
                </a:lnTo>
                <a:lnTo>
                  <a:pt x="9905" y="30480"/>
                </a:lnTo>
                <a:lnTo>
                  <a:pt x="9905" y="51816"/>
                </a:lnTo>
                <a:lnTo>
                  <a:pt x="10667" y="52578"/>
                </a:lnTo>
                <a:lnTo>
                  <a:pt x="11429" y="52578"/>
                </a:lnTo>
                <a:lnTo>
                  <a:pt x="11429" y="38862"/>
                </a:lnTo>
                <a:lnTo>
                  <a:pt x="12191" y="39624"/>
                </a:lnTo>
                <a:close/>
              </a:path>
              <a:path w="63500" h="60325">
                <a:moveTo>
                  <a:pt x="11429" y="22860"/>
                </a:moveTo>
                <a:lnTo>
                  <a:pt x="10667" y="23622"/>
                </a:lnTo>
                <a:lnTo>
                  <a:pt x="10667" y="25146"/>
                </a:lnTo>
                <a:lnTo>
                  <a:pt x="11429" y="22860"/>
                </a:lnTo>
                <a:close/>
              </a:path>
              <a:path w="63500" h="60325">
                <a:moveTo>
                  <a:pt x="14477" y="42672"/>
                </a:moveTo>
                <a:lnTo>
                  <a:pt x="11429" y="38862"/>
                </a:lnTo>
                <a:lnTo>
                  <a:pt x="11429" y="52578"/>
                </a:lnTo>
                <a:lnTo>
                  <a:pt x="13715" y="54406"/>
                </a:lnTo>
                <a:lnTo>
                  <a:pt x="13715" y="41910"/>
                </a:lnTo>
                <a:lnTo>
                  <a:pt x="14477" y="42672"/>
                </a:lnTo>
                <a:close/>
              </a:path>
              <a:path w="63500" h="60325">
                <a:moveTo>
                  <a:pt x="12953" y="19050"/>
                </a:moveTo>
                <a:lnTo>
                  <a:pt x="12191" y="19812"/>
                </a:lnTo>
                <a:lnTo>
                  <a:pt x="12191" y="20574"/>
                </a:lnTo>
                <a:lnTo>
                  <a:pt x="12953" y="19050"/>
                </a:lnTo>
                <a:close/>
              </a:path>
              <a:path w="63500" h="60325">
                <a:moveTo>
                  <a:pt x="17525" y="57041"/>
                </a:moveTo>
                <a:lnTo>
                  <a:pt x="17525" y="45720"/>
                </a:lnTo>
                <a:lnTo>
                  <a:pt x="13715" y="41910"/>
                </a:lnTo>
                <a:lnTo>
                  <a:pt x="13715" y="54406"/>
                </a:lnTo>
                <a:lnTo>
                  <a:pt x="15239" y="55626"/>
                </a:lnTo>
                <a:lnTo>
                  <a:pt x="15239" y="56388"/>
                </a:lnTo>
                <a:lnTo>
                  <a:pt x="16001" y="56388"/>
                </a:lnTo>
                <a:lnTo>
                  <a:pt x="17525" y="57041"/>
                </a:lnTo>
                <a:close/>
              </a:path>
              <a:path w="63500" h="60325">
                <a:moveTo>
                  <a:pt x="20573" y="48006"/>
                </a:moveTo>
                <a:lnTo>
                  <a:pt x="16763" y="44958"/>
                </a:lnTo>
                <a:lnTo>
                  <a:pt x="17525" y="45720"/>
                </a:lnTo>
                <a:lnTo>
                  <a:pt x="17525" y="57041"/>
                </a:lnTo>
                <a:lnTo>
                  <a:pt x="19811" y="58020"/>
                </a:lnTo>
                <a:lnTo>
                  <a:pt x="19811" y="48006"/>
                </a:lnTo>
                <a:lnTo>
                  <a:pt x="20573" y="48006"/>
                </a:lnTo>
                <a:close/>
              </a:path>
              <a:path w="63500" h="60325">
                <a:moveTo>
                  <a:pt x="19049" y="13716"/>
                </a:moveTo>
                <a:lnTo>
                  <a:pt x="18287" y="13716"/>
                </a:lnTo>
                <a:lnTo>
                  <a:pt x="18287" y="14325"/>
                </a:lnTo>
                <a:lnTo>
                  <a:pt x="19049" y="13716"/>
                </a:lnTo>
                <a:close/>
              </a:path>
              <a:path w="63500" h="60325">
                <a:moveTo>
                  <a:pt x="25145" y="49530"/>
                </a:moveTo>
                <a:lnTo>
                  <a:pt x="19811" y="48006"/>
                </a:lnTo>
                <a:lnTo>
                  <a:pt x="19811" y="58020"/>
                </a:lnTo>
                <a:lnTo>
                  <a:pt x="21335" y="58674"/>
                </a:lnTo>
                <a:lnTo>
                  <a:pt x="22097" y="58674"/>
                </a:lnTo>
                <a:lnTo>
                  <a:pt x="24383" y="59327"/>
                </a:lnTo>
                <a:lnTo>
                  <a:pt x="24383" y="49530"/>
                </a:lnTo>
                <a:lnTo>
                  <a:pt x="25145" y="49530"/>
                </a:lnTo>
                <a:close/>
              </a:path>
              <a:path w="63500" h="60325">
                <a:moveTo>
                  <a:pt x="22097" y="11865"/>
                </a:moveTo>
                <a:lnTo>
                  <a:pt x="22097" y="11430"/>
                </a:lnTo>
                <a:lnTo>
                  <a:pt x="21335" y="12192"/>
                </a:lnTo>
                <a:lnTo>
                  <a:pt x="22097" y="11865"/>
                </a:lnTo>
                <a:close/>
              </a:path>
              <a:path w="63500" h="60325">
                <a:moveTo>
                  <a:pt x="29717" y="51054"/>
                </a:moveTo>
                <a:lnTo>
                  <a:pt x="24383" y="49530"/>
                </a:lnTo>
                <a:lnTo>
                  <a:pt x="24383" y="59327"/>
                </a:lnTo>
                <a:lnTo>
                  <a:pt x="27431" y="60198"/>
                </a:lnTo>
                <a:lnTo>
                  <a:pt x="28193" y="60198"/>
                </a:lnTo>
                <a:lnTo>
                  <a:pt x="28193" y="51054"/>
                </a:lnTo>
                <a:lnTo>
                  <a:pt x="29717" y="51054"/>
                </a:lnTo>
                <a:close/>
              </a:path>
              <a:path w="63500" h="60325">
                <a:moveTo>
                  <a:pt x="26669" y="10450"/>
                </a:moveTo>
                <a:lnTo>
                  <a:pt x="26669" y="9906"/>
                </a:lnTo>
                <a:lnTo>
                  <a:pt x="25145" y="10668"/>
                </a:lnTo>
                <a:lnTo>
                  <a:pt x="26669" y="10450"/>
                </a:lnTo>
                <a:close/>
              </a:path>
              <a:path w="63500" h="60325">
                <a:moveTo>
                  <a:pt x="34289" y="60198"/>
                </a:moveTo>
                <a:lnTo>
                  <a:pt x="34289" y="51054"/>
                </a:lnTo>
                <a:lnTo>
                  <a:pt x="28193" y="51054"/>
                </a:lnTo>
                <a:lnTo>
                  <a:pt x="28193" y="60198"/>
                </a:lnTo>
                <a:lnTo>
                  <a:pt x="34289" y="60198"/>
                </a:lnTo>
                <a:close/>
              </a:path>
              <a:path w="63500" h="60325">
                <a:moveTo>
                  <a:pt x="30479" y="9906"/>
                </a:moveTo>
                <a:lnTo>
                  <a:pt x="29717" y="9906"/>
                </a:lnTo>
                <a:lnTo>
                  <a:pt x="30479" y="9906"/>
                </a:lnTo>
                <a:close/>
              </a:path>
              <a:path w="63500" h="60325">
                <a:moveTo>
                  <a:pt x="38099" y="59653"/>
                </a:moveTo>
                <a:lnTo>
                  <a:pt x="38099" y="50292"/>
                </a:lnTo>
                <a:lnTo>
                  <a:pt x="32765" y="51054"/>
                </a:lnTo>
                <a:lnTo>
                  <a:pt x="34289" y="51054"/>
                </a:lnTo>
                <a:lnTo>
                  <a:pt x="34289" y="60198"/>
                </a:lnTo>
                <a:lnTo>
                  <a:pt x="38099" y="59653"/>
                </a:lnTo>
                <a:close/>
              </a:path>
              <a:path w="63500" h="60325">
                <a:moveTo>
                  <a:pt x="35051" y="10123"/>
                </a:moveTo>
                <a:lnTo>
                  <a:pt x="35051" y="9906"/>
                </a:lnTo>
                <a:lnTo>
                  <a:pt x="34289" y="9906"/>
                </a:lnTo>
                <a:lnTo>
                  <a:pt x="35051" y="10123"/>
                </a:lnTo>
                <a:close/>
              </a:path>
              <a:path w="63500" h="60325">
                <a:moveTo>
                  <a:pt x="41909" y="48768"/>
                </a:moveTo>
                <a:lnTo>
                  <a:pt x="37337" y="50292"/>
                </a:lnTo>
                <a:lnTo>
                  <a:pt x="38099" y="50292"/>
                </a:lnTo>
                <a:lnTo>
                  <a:pt x="38099" y="59653"/>
                </a:lnTo>
                <a:lnTo>
                  <a:pt x="38861" y="59544"/>
                </a:lnTo>
                <a:lnTo>
                  <a:pt x="40385" y="59436"/>
                </a:lnTo>
                <a:lnTo>
                  <a:pt x="41147" y="59218"/>
                </a:lnTo>
                <a:lnTo>
                  <a:pt x="41147" y="49530"/>
                </a:lnTo>
                <a:lnTo>
                  <a:pt x="41909" y="48768"/>
                </a:lnTo>
                <a:close/>
              </a:path>
              <a:path w="63500" h="60325">
                <a:moveTo>
                  <a:pt x="39623" y="11430"/>
                </a:moveTo>
                <a:lnTo>
                  <a:pt x="38861" y="10668"/>
                </a:lnTo>
                <a:lnTo>
                  <a:pt x="38861" y="11212"/>
                </a:lnTo>
                <a:lnTo>
                  <a:pt x="39623" y="11430"/>
                </a:lnTo>
                <a:close/>
              </a:path>
              <a:path w="63500" h="60325">
                <a:moveTo>
                  <a:pt x="45719" y="46482"/>
                </a:moveTo>
                <a:lnTo>
                  <a:pt x="41147" y="49530"/>
                </a:lnTo>
                <a:lnTo>
                  <a:pt x="41147" y="59218"/>
                </a:lnTo>
                <a:lnTo>
                  <a:pt x="44957" y="58129"/>
                </a:lnTo>
                <a:lnTo>
                  <a:pt x="44957" y="47244"/>
                </a:lnTo>
                <a:lnTo>
                  <a:pt x="45719" y="46482"/>
                </a:lnTo>
                <a:close/>
              </a:path>
              <a:path w="63500" h="60325">
                <a:moveTo>
                  <a:pt x="43433" y="12954"/>
                </a:moveTo>
                <a:lnTo>
                  <a:pt x="42671" y="12192"/>
                </a:lnTo>
                <a:lnTo>
                  <a:pt x="42671" y="12573"/>
                </a:lnTo>
                <a:lnTo>
                  <a:pt x="43433" y="12954"/>
                </a:lnTo>
                <a:close/>
              </a:path>
              <a:path w="63500" h="60325">
                <a:moveTo>
                  <a:pt x="48223" y="44631"/>
                </a:moveTo>
                <a:lnTo>
                  <a:pt x="44957" y="47244"/>
                </a:lnTo>
                <a:lnTo>
                  <a:pt x="44957" y="58129"/>
                </a:lnTo>
                <a:lnTo>
                  <a:pt x="45719" y="57912"/>
                </a:lnTo>
                <a:lnTo>
                  <a:pt x="46481" y="57150"/>
                </a:lnTo>
                <a:lnTo>
                  <a:pt x="48005" y="56235"/>
                </a:lnTo>
                <a:lnTo>
                  <a:pt x="48005" y="44958"/>
                </a:lnTo>
                <a:lnTo>
                  <a:pt x="48223" y="44631"/>
                </a:lnTo>
                <a:close/>
              </a:path>
              <a:path w="63500" h="60325">
                <a:moveTo>
                  <a:pt x="47243" y="15849"/>
                </a:moveTo>
                <a:lnTo>
                  <a:pt x="47243" y="15240"/>
                </a:lnTo>
                <a:lnTo>
                  <a:pt x="46481" y="15240"/>
                </a:lnTo>
                <a:lnTo>
                  <a:pt x="47243" y="15849"/>
                </a:lnTo>
                <a:close/>
              </a:path>
              <a:path w="63500" h="60325">
                <a:moveTo>
                  <a:pt x="48767" y="44196"/>
                </a:moveTo>
                <a:lnTo>
                  <a:pt x="48223" y="44631"/>
                </a:lnTo>
                <a:lnTo>
                  <a:pt x="48005" y="44958"/>
                </a:lnTo>
                <a:lnTo>
                  <a:pt x="48767" y="44196"/>
                </a:lnTo>
                <a:close/>
              </a:path>
              <a:path w="63500" h="60325">
                <a:moveTo>
                  <a:pt x="48767" y="55778"/>
                </a:moveTo>
                <a:lnTo>
                  <a:pt x="48767" y="44196"/>
                </a:lnTo>
                <a:lnTo>
                  <a:pt x="48005" y="44958"/>
                </a:lnTo>
                <a:lnTo>
                  <a:pt x="48005" y="56235"/>
                </a:lnTo>
                <a:lnTo>
                  <a:pt x="48767" y="55778"/>
                </a:lnTo>
                <a:close/>
              </a:path>
              <a:path w="63500" h="60325">
                <a:moveTo>
                  <a:pt x="53339" y="52578"/>
                </a:moveTo>
                <a:lnTo>
                  <a:pt x="53339" y="37338"/>
                </a:lnTo>
                <a:lnTo>
                  <a:pt x="51053" y="41910"/>
                </a:lnTo>
                <a:lnTo>
                  <a:pt x="51053" y="40386"/>
                </a:lnTo>
                <a:lnTo>
                  <a:pt x="48223" y="44631"/>
                </a:lnTo>
                <a:lnTo>
                  <a:pt x="48767" y="44196"/>
                </a:lnTo>
                <a:lnTo>
                  <a:pt x="48767" y="55778"/>
                </a:lnTo>
                <a:lnTo>
                  <a:pt x="50291" y="54864"/>
                </a:lnTo>
                <a:lnTo>
                  <a:pt x="51053" y="54864"/>
                </a:lnTo>
                <a:lnTo>
                  <a:pt x="53339" y="52578"/>
                </a:lnTo>
                <a:close/>
              </a:path>
              <a:path w="63500" h="60325">
                <a:moveTo>
                  <a:pt x="50291" y="18288"/>
                </a:moveTo>
                <a:lnTo>
                  <a:pt x="49529" y="17526"/>
                </a:lnTo>
                <a:lnTo>
                  <a:pt x="49656" y="17780"/>
                </a:lnTo>
                <a:lnTo>
                  <a:pt x="50291" y="18288"/>
                </a:lnTo>
                <a:close/>
              </a:path>
              <a:path w="63500" h="60325">
                <a:moveTo>
                  <a:pt x="49656" y="17780"/>
                </a:moveTo>
                <a:lnTo>
                  <a:pt x="49529" y="17526"/>
                </a:lnTo>
                <a:lnTo>
                  <a:pt x="49529" y="17678"/>
                </a:lnTo>
                <a:close/>
              </a:path>
              <a:path w="63500" h="60325">
                <a:moveTo>
                  <a:pt x="50291" y="19050"/>
                </a:moveTo>
                <a:lnTo>
                  <a:pt x="50291" y="18288"/>
                </a:lnTo>
                <a:lnTo>
                  <a:pt x="49656" y="17780"/>
                </a:lnTo>
                <a:lnTo>
                  <a:pt x="50291" y="19050"/>
                </a:lnTo>
                <a:close/>
              </a:path>
              <a:path w="63500" h="60325">
                <a:moveTo>
                  <a:pt x="54101" y="51816"/>
                </a:moveTo>
                <a:lnTo>
                  <a:pt x="54101" y="32766"/>
                </a:lnTo>
                <a:lnTo>
                  <a:pt x="52577" y="38100"/>
                </a:lnTo>
                <a:lnTo>
                  <a:pt x="53339" y="37338"/>
                </a:lnTo>
                <a:lnTo>
                  <a:pt x="53339" y="52578"/>
                </a:lnTo>
                <a:lnTo>
                  <a:pt x="54101" y="518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30E52140-C60B-404F-851E-F13D043F5BEF}"/>
              </a:ext>
            </a:extLst>
          </p:cNvPr>
          <p:cNvSpPr/>
          <p:nvPr/>
        </p:nvSpPr>
        <p:spPr>
          <a:xfrm>
            <a:off x="3512007" y="1325500"/>
            <a:ext cx="0" cy="4123765"/>
          </a:xfrm>
          <a:custGeom>
            <a:avLst/>
            <a:gdLst/>
            <a:ahLst/>
            <a:cxnLst/>
            <a:rect l="l" t="t" r="r" b="b"/>
            <a:pathLst>
              <a:path h="3505200">
                <a:moveTo>
                  <a:pt x="0" y="0"/>
                </a:moveTo>
                <a:lnTo>
                  <a:pt x="0" y="3505200"/>
                </a:lnTo>
              </a:path>
            </a:pathLst>
          </a:custGeom>
          <a:ln w="381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EF694478-20A5-4328-9B7D-34512EBD1E3B}"/>
              </a:ext>
            </a:extLst>
          </p:cNvPr>
          <p:cNvSpPr/>
          <p:nvPr/>
        </p:nvSpPr>
        <p:spPr>
          <a:xfrm>
            <a:off x="3332713" y="5269971"/>
            <a:ext cx="4303059" cy="0"/>
          </a:xfrm>
          <a:custGeom>
            <a:avLst/>
            <a:gdLst/>
            <a:ahLst/>
            <a:cxnLst/>
            <a:rect l="l" t="t" r="r" b="b"/>
            <a:pathLst>
              <a:path w="3657600">
                <a:moveTo>
                  <a:pt x="0" y="0"/>
                </a:moveTo>
                <a:lnTo>
                  <a:pt x="3657600" y="0"/>
                </a:lnTo>
              </a:path>
            </a:pathLst>
          </a:custGeom>
          <a:ln w="381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5E149F0D-413E-4F54-88B8-2ED2A397CAE3}"/>
              </a:ext>
            </a:extLst>
          </p:cNvPr>
          <p:cNvSpPr/>
          <p:nvPr/>
        </p:nvSpPr>
        <p:spPr>
          <a:xfrm>
            <a:off x="5639332" y="2997417"/>
            <a:ext cx="82475" cy="67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19">
            <a:extLst>
              <a:ext uri="{FF2B5EF4-FFF2-40B4-BE49-F238E27FC236}">
                <a16:creationId xmlns:a16="http://schemas.microsoft.com/office/drawing/2014/main" id="{4020C4BB-9E04-4966-B99D-00C60AC2CCD9}"/>
              </a:ext>
            </a:extLst>
          </p:cNvPr>
          <p:cNvSpPr/>
          <p:nvPr/>
        </p:nvSpPr>
        <p:spPr>
          <a:xfrm>
            <a:off x="5036009" y="3118441"/>
            <a:ext cx="64247" cy="56776"/>
          </a:xfrm>
          <a:custGeom>
            <a:avLst/>
            <a:gdLst/>
            <a:ahLst/>
            <a:cxnLst/>
            <a:rect l="l" t="t" r="r" b="b"/>
            <a:pathLst>
              <a:path w="54610" h="48260">
                <a:moveTo>
                  <a:pt x="54102" y="24384"/>
                </a:moveTo>
                <a:lnTo>
                  <a:pt x="51970" y="14787"/>
                </a:lnTo>
                <a:lnTo>
                  <a:pt x="46196" y="7048"/>
                </a:lnTo>
                <a:lnTo>
                  <a:pt x="37707" y="1881"/>
                </a:lnTo>
                <a:lnTo>
                  <a:pt x="27432" y="0"/>
                </a:lnTo>
                <a:lnTo>
                  <a:pt x="16716" y="1881"/>
                </a:lnTo>
                <a:lnTo>
                  <a:pt x="8000" y="7048"/>
                </a:lnTo>
                <a:lnTo>
                  <a:pt x="2143" y="14787"/>
                </a:lnTo>
                <a:lnTo>
                  <a:pt x="0" y="24384"/>
                </a:lnTo>
                <a:lnTo>
                  <a:pt x="2143" y="33539"/>
                </a:lnTo>
                <a:lnTo>
                  <a:pt x="8001" y="41052"/>
                </a:lnTo>
                <a:lnTo>
                  <a:pt x="16716" y="46136"/>
                </a:lnTo>
                <a:lnTo>
                  <a:pt x="27432" y="48006"/>
                </a:lnTo>
                <a:lnTo>
                  <a:pt x="37707" y="46136"/>
                </a:lnTo>
                <a:lnTo>
                  <a:pt x="46196" y="41052"/>
                </a:lnTo>
                <a:lnTo>
                  <a:pt x="51970" y="33539"/>
                </a:lnTo>
                <a:lnTo>
                  <a:pt x="54102" y="2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0">
            <a:extLst>
              <a:ext uri="{FF2B5EF4-FFF2-40B4-BE49-F238E27FC236}">
                <a16:creationId xmlns:a16="http://schemas.microsoft.com/office/drawing/2014/main" id="{49F6C6CC-A0BF-461C-AC4B-DED3C87FA985}"/>
              </a:ext>
            </a:extLst>
          </p:cNvPr>
          <p:cNvSpPr/>
          <p:nvPr/>
        </p:nvSpPr>
        <p:spPr>
          <a:xfrm>
            <a:off x="5030630" y="3113063"/>
            <a:ext cx="75453" cy="67235"/>
          </a:xfrm>
          <a:custGeom>
            <a:avLst/>
            <a:gdLst/>
            <a:ahLst/>
            <a:cxnLst/>
            <a:rect l="l" t="t" r="r" b="b"/>
            <a:pathLst>
              <a:path w="64135" h="57150">
                <a:moveTo>
                  <a:pt x="762" y="34289"/>
                </a:moveTo>
                <a:lnTo>
                  <a:pt x="761" y="23621"/>
                </a:lnTo>
                <a:lnTo>
                  <a:pt x="0" y="28193"/>
                </a:lnTo>
                <a:lnTo>
                  <a:pt x="0" y="28955"/>
                </a:lnTo>
                <a:lnTo>
                  <a:pt x="762" y="34289"/>
                </a:lnTo>
                <a:close/>
              </a:path>
              <a:path w="64135" h="57150">
                <a:moveTo>
                  <a:pt x="3048" y="39623"/>
                </a:moveTo>
                <a:lnTo>
                  <a:pt x="3047" y="17525"/>
                </a:lnTo>
                <a:lnTo>
                  <a:pt x="2285" y="17525"/>
                </a:lnTo>
                <a:lnTo>
                  <a:pt x="761" y="22097"/>
                </a:lnTo>
                <a:lnTo>
                  <a:pt x="762" y="35051"/>
                </a:lnTo>
                <a:lnTo>
                  <a:pt x="2286" y="39623"/>
                </a:lnTo>
                <a:lnTo>
                  <a:pt x="3048" y="39623"/>
                </a:lnTo>
                <a:close/>
              </a:path>
              <a:path w="64135" h="57150">
                <a:moveTo>
                  <a:pt x="60960" y="40385"/>
                </a:moveTo>
                <a:lnTo>
                  <a:pt x="60960" y="16763"/>
                </a:lnTo>
                <a:lnTo>
                  <a:pt x="58674" y="12953"/>
                </a:lnTo>
                <a:lnTo>
                  <a:pt x="57912" y="12953"/>
                </a:lnTo>
                <a:lnTo>
                  <a:pt x="57912" y="12191"/>
                </a:lnTo>
                <a:lnTo>
                  <a:pt x="54864" y="8381"/>
                </a:lnTo>
                <a:lnTo>
                  <a:pt x="54038" y="8339"/>
                </a:lnTo>
                <a:lnTo>
                  <a:pt x="49530" y="5333"/>
                </a:lnTo>
                <a:lnTo>
                  <a:pt x="49530" y="4571"/>
                </a:lnTo>
                <a:lnTo>
                  <a:pt x="48768" y="4571"/>
                </a:lnTo>
                <a:lnTo>
                  <a:pt x="44196" y="2285"/>
                </a:lnTo>
                <a:lnTo>
                  <a:pt x="43434" y="2285"/>
                </a:lnTo>
                <a:lnTo>
                  <a:pt x="38862" y="761"/>
                </a:lnTo>
                <a:lnTo>
                  <a:pt x="38100" y="761"/>
                </a:lnTo>
                <a:lnTo>
                  <a:pt x="32004" y="0"/>
                </a:lnTo>
                <a:lnTo>
                  <a:pt x="31242" y="0"/>
                </a:lnTo>
                <a:lnTo>
                  <a:pt x="26670" y="653"/>
                </a:lnTo>
                <a:lnTo>
                  <a:pt x="25145" y="761"/>
                </a:lnTo>
                <a:lnTo>
                  <a:pt x="19811" y="2285"/>
                </a:lnTo>
                <a:lnTo>
                  <a:pt x="19049" y="2285"/>
                </a:lnTo>
                <a:lnTo>
                  <a:pt x="14477" y="4571"/>
                </a:lnTo>
                <a:lnTo>
                  <a:pt x="14477" y="5333"/>
                </a:lnTo>
                <a:lnTo>
                  <a:pt x="13715" y="5333"/>
                </a:lnTo>
                <a:lnTo>
                  <a:pt x="9905" y="8381"/>
                </a:lnTo>
                <a:lnTo>
                  <a:pt x="9143" y="8381"/>
                </a:lnTo>
                <a:lnTo>
                  <a:pt x="6095" y="12191"/>
                </a:lnTo>
                <a:lnTo>
                  <a:pt x="5333" y="12953"/>
                </a:lnTo>
                <a:lnTo>
                  <a:pt x="3047" y="16763"/>
                </a:lnTo>
                <a:lnTo>
                  <a:pt x="3048" y="40385"/>
                </a:lnTo>
                <a:lnTo>
                  <a:pt x="5334" y="44195"/>
                </a:lnTo>
                <a:lnTo>
                  <a:pt x="5334" y="44957"/>
                </a:lnTo>
                <a:lnTo>
                  <a:pt x="6096" y="44957"/>
                </a:lnTo>
                <a:lnTo>
                  <a:pt x="9144" y="48767"/>
                </a:lnTo>
                <a:lnTo>
                  <a:pt x="9906" y="48767"/>
                </a:lnTo>
                <a:lnTo>
                  <a:pt x="9906" y="25145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002" y="15239"/>
                </a:lnTo>
                <a:lnTo>
                  <a:pt x="16002" y="16001"/>
                </a:lnTo>
                <a:lnTo>
                  <a:pt x="19050" y="13563"/>
                </a:lnTo>
                <a:lnTo>
                  <a:pt x="19050" y="12953"/>
                </a:lnTo>
                <a:lnTo>
                  <a:pt x="22860" y="11683"/>
                </a:lnTo>
                <a:lnTo>
                  <a:pt x="22860" y="11429"/>
                </a:lnTo>
                <a:lnTo>
                  <a:pt x="26670" y="10159"/>
                </a:lnTo>
                <a:lnTo>
                  <a:pt x="26670" y="9905"/>
                </a:lnTo>
                <a:lnTo>
                  <a:pt x="36576" y="9905"/>
                </a:lnTo>
                <a:lnTo>
                  <a:pt x="36576" y="10123"/>
                </a:lnTo>
                <a:lnTo>
                  <a:pt x="41148" y="11429"/>
                </a:lnTo>
                <a:lnTo>
                  <a:pt x="41148" y="11683"/>
                </a:lnTo>
                <a:lnTo>
                  <a:pt x="44958" y="12953"/>
                </a:lnTo>
                <a:lnTo>
                  <a:pt x="44958" y="13563"/>
                </a:lnTo>
                <a:lnTo>
                  <a:pt x="47244" y="15392"/>
                </a:lnTo>
                <a:lnTo>
                  <a:pt x="47244" y="15239"/>
                </a:lnTo>
                <a:lnTo>
                  <a:pt x="51053" y="19049"/>
                </a:lnTo>
                <a:lnTo>
                  <a:pt x="51053" y="19557"/>
                </a:lnTo>
                <a:lnTo>
                  <a:pt x="52577" y="22097"/>
                </a:lnTo>
                <a:lnTo>
                  <a:pt x="52577" y="21335"/>
                </a:lnTo>
                <a:lnTo>
                  <a:pt x="54102" y="25145"/>
                </a:lnTo>
                <a:lnTo>
                  <a:pt x="54102" y="48767"/>
                </a:lnTo>
                <a:lnTo>
                  <a:pt x="54864" y="48767"/>
                </a:lnTo>
                <a:lnTo>
                  <a:pt x="57912" y="44957"/>
                </a:lnTo>
                <a:lnTo>
                  <a:pt x="58674" y="44195"/>
                </a:lnTo>
                <a:lnTo>
                  <a:pt x="60960" y="40385"/>
                </a:lnTo>
                <a:close/>
              </a:path>
              <a:path w="64135" h="57150">
                <a:moveTo>
                  <a:pt x="13716" y="39623"/>
                </a:moveTo>
                <a:lnTo>
                  <a:pt x="11430" y="35813"/>
                </a:lnTo>
                <a:lnTo>
                  <a:pt x="11430" y="36575"/>
                </a:lnTo>
                <a:lnTo>
                  <a:pt x="9906" y="32003"/>
                </a:lnTo>
                <a:lnTo>
                  <a:pt x="9906" y="49529"/>
                </a:lnTo>
                <a:lnTo>
                  <a:pt x="12954" y="51968"/>
                </a:lnTo>
                <a:lnTo>
                  <a:pt x="12954" y="38861"/>
                </a:lnTo>
                <a:lnTo>
                  <a:pt x="13716" y="39623"/>
                </a:lnTo>
                <a:close/>
              </a:path>
              <a:path w="6413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64135" h="57150">
                <a:moveTo>
                  <a:pt x="19812" y="54863"/>
                </a:moveTo>
                <a:lnTo>
                  <a:pt x="19812" y="44957"/>
                </a:lnTo>
                <a:lnTo>
                  <a:pt x="16002" y="41909"/>
                </a:lnTo>
                <a:lnTo>
                  <a:pt x="16002" y="42671"/>
                </a:lnTo>
                <a:lnTo>
                  <a:pt x="12954" y="38861"/>
                </a:lnTo>
                <a:lnTo>
                  <a:pt x="12954" y="51968"/>
                </a:lnTo>
                <a:lnTo>
                  <a:pt x="13716" y="52577"/>
                </a:lnTo>
                <a:lnTo>
                  <a:pt x="14478" y="52577"/>
                </a:lnTo>
                <a:lnTo>
                  <a:pt x="19050" y="54863"/>
                </a:lnTo>
                <a:lnTo>
                  <a:pt x="19812" y="54863"/>
                </a:lnTo>
                <a:close/>
              </a:path>
              <a:path w="64135" h="57150">
                <a:moveTo>
                  <a:pt x="19812" y="12953"/>
                </a:moveTo>
                <a:lnTo>
                  <a:pt x="19050" y="12953"/>
                </a:lnTo>
                <a:lnTo>
                  <a:pt x="19050" y="13563"/>
                </a:lnTo>
                <a:lnTo>
                  <a:pt x="19812" y="12953"/>
                </a:lnTo>
                <a:close/>
              </a:path>
              <a:path w="64135" h="57150">
                <a:moveTo>
                  <a:pt x="23622" y="56170"/>
                </a:moveTo>
                <a:lnTo>
                  <a:pt x="23622" y="46481"/>
                </a:lnTo>
                <a:lnTo>
                  <a:pt x="19050" y="44195"/>
                </a:lnTo>
                <a:lnTo>
                  <a:pt x="19812" y="44957"/>
                </a:lnTo>
                <a:lnTo>
                  <a:pt x="19812" y="55625"/>
                </a:lnTo>
                <a:lnTo>
                  <a:pt x="23622" y="56170"/>
                </a:lnTo>
                <a:close/>
              </a:path>
              <a:path w="64135" h="57150">
                <a:moveTo>
                  <a:pt x="23622" y="11429"/>
                </a:moveTo>
                <a:lnTo>
                  <a:pt x="22860" y="11429"/>
                </a:lnTo>
                <a:lnTo>
                  <a:pt x="22860" y="11683"/>
                </a:lnTo>
                <a:lnTo>
                  <a:pt x="23622" y="11429"/>
                </a:lnTo>
                <a:close/>
              </a:path>
              <a:path w="64135" h="57150">
                <a:moveTo>
                  <a:pt x="27432" y="47243"/>
                </a:moveTo>
                <a:lnTo>
                  <a:pt x="22860" y="45719"/>
                </a:lnTo>
                <a:lnTo>
                  <a:pt x="23622" y="46481"/>
                </a:lnTo>
                <a:lnTo>
                  <a:pt x="23622" y="56170"/>
                </a:lnTo>
                <a:lnTo>
                  <a:pt x="25146" y="56387"/>
                </a:lnTo>
                <a:lnTo>
                  <a:pt x="25908" y="56387"/>
                </a:lnTo>
                <a:lnTo>
                  <a:pt x="25908" y="57149"/>
                </a:lnTo>
                <a:lnTo>
                  <a:pt x="26670" y="57149"/>
                </a:lnTo>
                <a:lnTo>
                  <a:pt x="26670" y="47243"/>
                </a:lnTo>
                <a:lnTo>
                  <a:pt x="27432" y="47243"/>
                </a:lnTo>
                <a:close/>
              </a:path>
              <a:path w="64135" h="57150">
                <a:moveTo>
                  <a:pt x="27432" y="9905"/>
                </a:moveTo>
                <a:lnTo>
                  <a:pt x="26670" y="9905"/>
                </a:lnTo>
                <a:lnTo>
                  <a:pt x="26670" y="10159"/>
                </a:lnTo>
                <a:lnTo>
                  <a:pt x="27432" y="9905"/>
                </a:lnTo>
                <a:close/>
              </a:path>
              <a:path w="64135" h="57150">
                <a:moveTo>
                  <a:pt x="32004" y="57149"/>
                </a:moveTo>
                <a:lnTo>
                  <a:pt x="32004" y="48005"/>
                </a:lnTo>
                <a:lnTo>
                  <a:pt x="31242" y="48005"/>
                </a:lnTo>
                <a:lnTo>
                  <a:pt x="26670" y="47243"/>
                </a:lnTo>
                <a:lnTo>
                  <a:pt x="26670" y="57149"/>
                </a:lnTo>
                <a:lnTo>
                  <a:pt x="32004" y="57149"/>
                </a:lnTo>
                <a:close/>
              </a:path>
              <a:path w="64135" h="57150">
                <a:moveTo>
                  <a:pt x="31622" y="47951"/>
                </a:moveTo>
                <a:lnTo>
                  <a:pt x="31242" y="47897"/>
                </a:lnTo>
                <a:lnTo>
                  <a:pt x="31622" y="47951"/>
                </a:lnTo>
                <a:close/>
              </a:path>
              <a:path w="64135" h="57150">
                <a:moveTo>
                  <a:pt x="36576" y="57149"/>
                </a:moveTo>
                <a:lnTo>
                  <a:pt x="36576" y="47243"/>
                </a:lnTo>
                <a:lnTo>
                  <a:pt x="31622" y="47951"/>
                </a:lnTo>
                <a:lnTo>
                  <a:pt x="32004" y="48005"/>
                </a:lnTo>
                <a:lnTo>
                  <a:pt x="32004" y="57149"/>
                </a:lnTo>
                <a:lnTo>
                  <a:pt x="36576" y="57149"/>
                </a:lnTo>
                <a:close/>
              </a:path>
              <a:path w="64135" h="57150">
                <a:moveTo>
                  <a:pt x="36576" y="10123"/>
                </a:moveTo>
                <a:lnTo>
                  <a:pt x="36576" y="9905"/>
                </a:lnTo>
                <a:lnTo>
                  <a:pt x="35814" y="9905"/>
                </a:lnTo>
                <a:lnTo>
                  <a:pt x="36576" y="10123"/>
                </a:lnTo>
                <a:close/>
              </a:path>
              <a:path w="64135" h="57150">
                <a:moveTo>
                  <a:pt x="41148" y="45719"/>
                </a:moveTo>
                <a:lnTo>
                  <a:pt x="35814" y="47243"/>
                </a:lnTo>
                <a:lnTo>
                  <a:pt x="36576" y="47243"/>
                </a:lnTo>
                <a:lnTo>
                  <a:pt x="36576" y="57149"/>
                </a:lnTo>
                <a:lnTo>
                  <a:pt x="38100" y="57149"/>
                </a:lnTo>
                <a:lnTo>
                  <a:pt x="38100" y="56387"/>
                </a:lnTo>
                <a:lnTo>
                  <a:pt x="38862" y="56387"/>
                </a:lnTo>
                <a:lnTo>
                  <a:pt x="40386" y="56133"/>
                </a:lnTo>
                <a:lnTo>
                  <a:pt x="40386" y="46481"/>
                </a:lnTo>
                <a:lnTo>
                  <a:pt x="41148" y="45719"/>
                </a:lnTo>
                <a:close/>
              </a:path>
              <a:path w="64135" h="57150">
                <a:moveTo>
                  <a:pt x="41148" y="11683"/>
                </a:moveTo>
                <a:lnTo>
                  <a:pt x="41148" y="11429"/>
                </a:lnTo>
                <a:lnTo>
                  <a:pt x="40386" y="11429"/>
                </a:lnTo>
                <a:lnTo>
                  <a:pt x="41148" y="11683"/>
                </a:lnTo>
                <a:close/>
              </a:path>
              <a:path w="64135" h="57150">
                <a:moveTo>
                  <a:pt x="44958" y="44195"/>
                </a:moveTo>
                <a:lnTo>
                  <a:pt x="40386" y="46481"/>
                </a:lnTo>
                <a:lnTo>
                  <a:pt x="40386" y="56133"/>
                </a:lnTo>
                <a:lnTo>
                  <a:pt x="43434" y="55625"/>
                </a:lnTo>
                <a:lnTo>
                  <a:pt x="44196" y="54863"/>
                </a:lnTo>
                <a:lnTo>
                  <a:pt x="44196" y="44957"/>
                </a:lnTo>
                <a:lnTo>
                  <a:pt x="44958" y="44195"/>
                </a:lnTo>
                <a:close/>
              </a:path>
              <a:path w="64135" h="57150">
                <a:moveTo>
                  <a:pt x="44958" y="13563"/>
                </a:moveTo>
                <a:lnTo>
                  <a:pt x="44958" y="12953"/>
                </a:lnTo>
                <a:lnTo>
                  <a:pt x="44196" y="12953"/>
                </a:lnTo>
                <a:lnTo>
                  <a:pt x="44958" y="13563"/>
                </a:lnTo>
                <a:close/>
              </a:path>
              <a:path w="64135" h="57150">
                <a:moveTo>
                  <a:pt x="48005" y="41909"/>
                </a:moveTo>
                <a:lnTo>
                  <a:pt x="44196" y="44957"/>
                </a:lnTo>
                <a:lnTo>
                  <a:pt x="44196" y="54863"/>
                </a:lnTo>
                <a:lnTo>
                  <a:pt x="47244" y="53339"/>
                </a:lnTo>
                <a:lnTo>
                  <a:pt x="47244" y="42671"/>
                </a:lnTo>
                <a:lnTo>
                  <a:pt x="48005" y="41909"/>
                </a:lnTo>
                <a:close/>
              </a:path>
              <a:path w="64135" h="57150">
                <a:moveTo>
                  <a:pt x="48005" y="16001"/>
                </a:moveTo>
                <a:lnTo>
                  <a:pt x="47244" y="15239"/>
                </a:lnTo>
                <a:lnTo>
                  <a:pt x="47244" y="15392"/>
                </a:lnTo>
                <a:lnTo>
                  <a:pt x="48005" y="16001"/>
                </a:lnTo>
                <a:close/>
              </a:path>
              <a:path w="64135" h="57150">
                <a:moveTo>
                  <a:pt x="51053" y="51561"/>
                </a:moveTo>
                <a:lnTo>
                  <a:pt x="51053" y="38861"/>
                </a:lnTo>
                <a:lnTo>
                  <a:pt x="47244" y="42671"/>
                </a:lnTo>
                <a:lnTo>
                  <a:pt x="47244" y="53339"/>
                </a:lnTo>
                <a:lnTo>
                  <a:pt x="48768" y="52577"/>
                </a:lnTo>
                <a:lnTo>
                  <a:pt x="49530" y="52577"/>
                </a:lnTo>
                <a:lnTo>
                  <a:pt x="51053" y="51561"/>
                </a:lnTo>
                <a:close/>
              </a:path>
              <a:path w="64135" h="57150">
                <a:moveTo>
                  <a:pt x="51053" y="19557"/>
                </a:moveTo>
                <a:lnTo>
                  <a:pt x="51053" y="19049"/>
                </a:lnTo>
                <a:lnTo>
                  <a:pt x="50292" y="18287"/>
                </a:lnTo>
                <a:lnTo>
                  <a:pt x="51053" y="19557"/>
                </a:lnTo>
                <a:close/>
              </a:path>
              <a:path w="64135" h="57150">
                <a:moveTo>
                  <a:pt x="54102" y="49529"/>
                </a:moveTo>
                <a:lnTo>
                  <a:pt x="54102" y="32003"/>
                </a:lnTo>
                <a:lnTo>
                  <a:pt x="52577" y="36575"/>
                </a:lnTo>
                <a:lnTo>
                  <a:pt x="52577" y="35813"/>
                </a:lnTo>
                <a:lnTo>
                  <a:pt x="50292" y="39623"/>
                </a:lnTo>
                <a:lnTo>
                  <a:pt x="51053" y="38861"/>
                </a:lnTo>
                <a:lnTo>
                  <a:pt x="51053" y="51561"/>
                </a:lnTo>
                <a:lnTo>
                  <a:pt x="54102" y="49529"/>
                </a:lnTo>
                <a:close/>
              </a:path>
              <a:path w="64135" h="57150">
                <a:moveTo>
                  <a:pt x="54102" y="28193"/>
                </a:moveTo>
                <a:lnTo>
                  <a:pt x="54102" y="25145"/>
                </a:lnTo>
                <a:lnTo>
                  <a:pt x="53340" y="24383"/>
                </a:lnTo>
                <a:lnTo>
                  <a:pt x="54038" y="28574"/>
                </a:lnTo>
                <a:lnTo>
                  <a:pt x="54102" y="28193"/>
                </a:lnTo>
                <a:close/>
              </a:path>
              <a:path w="64135" h="57150">
                <a:moveTo>
                  <a:pt x="54102" y="32003"/>
                </a:moveTo>
                <a:lnTo>
                  <a:pt x="54102" y="28955"/>
                </a:lnTo>
                <a:lnTo>
                  <a:pt x="54038" y="28574"/>
                </a:lnTo>
                <a:lnTo>
                  <a:pt x="53340" y="32765"/>
                </a:lnTo>
                <a:lnTo>
                  <a:pt x="54102" y="32003"/>
                </a:lnTo>
                <a:close/>
              </a:path>
              <a:path w="64135" h="57150">
                <a:moveTo>
                  <a:pt x="54102" y="28955"/>
                </a:moveTo>
                <a:lnTo>
                  <a:pt x="54102" y="28193"/>
                </a:lnTo>
                <a:lnTo>
                  <a:pt x="54038" y="28574"/>
                </a:lnTo>
                <a:lnTo>
                  <a:pt x="54102" y="28955"/>
                </a:lnTo>
                <a:close/>
              </a:path>
              <a:path w="64135" h="57150">
                <a:moveTo>
                  <a:pt x="63246" y="35051"/>
                </a:moveTo>
                <a:lnTo>
                  <a:pt x="63246" y="22859"/>
                </a:lnTo>
                <a:lnTo>
                  <a:pt x="62484" y="22097"/>
                </a:lnTo>
                <a:lnTo>
                  <a:pt x="60960" y="17525"/>
                </a:lnTo>
                <a:lnTo>
                  <a:pt x="60960" y="39623"/>
                </a:lnTo>
                <a:lnTo>
                  <a:pt x="62484" y="35051"/>
                </a:lnTo>
                <a:lnTo>
                  <a:pt x="63246" y="35051"/>
                </a:lnTo>
                <a:close/>
              </a:path>
              <a:path w="64135" h="57150">
                <a:moveTo>
                  <a:pt x="64008" y="28955"/>
                </a:moveTo>
                <a:lnTo>
                  <a:pt x="64008" y="28193"/>
                </a:lnTo>
                <a:lnTo>
                  <a:pt x="63246" y="23621"/>
                </a:lnTo>
                <a:lnTo>
                  <a:pt x="63246" y="34289"/>
                </a:lnTo>
                <a:lnTo>
                  <a:pt x="64008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7533F615-41CD-456F-91F1-0A02DA7D52A3}"/>
              </a:ext>
            </a:extLst>
          </p:cNvPr>
          <p:cNvSpPr/>
          <p:nvPr/>
        </p:nvSpPr>
        <p:spPr>
          <a:xfrm>
            <a:off x="5033318" y="3947678"/>
            <a:ext cx="73511" cy="681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611DA049-C3B7-4F6A-822B-E0389926A06D}"/>
              </a:ext>
            </a:extLst>
          </p:cNvPr>
          <p:cNvSpPr txBox="1"/>
          <p:nvPr/>
        </p:nvSpPr>
        <p:spPr>
          <a:xfrm>
            <a:off x="7741579" y="1818223"/>
            <a:ext cx="3252695" cy="396828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941">
              <a:spcBef>
                <a:spcPts val="129"/>
              </a:spcBef>
            </a:pPr>
            <a:r>
              <a:rPr sz="2471" i="1" spc="-71" dirty="0">
                <a:latin typeface="Tahoma"/>
                <a:cs typeface="Tahoma"/>
              </a:rPr>
              <a:t>f(x,</a:t>
            </a:r>
            <a:r>
              <a:rPr sz="2471" i="1" spc="-71" dirty="0">
                <a:solidFill>
                  <a:srgbClr val="00CC00"/>
                </a:solidFill>
                <a:latin typeface="Tahoma"/>
                <a:cs typeface="Tahoma"/>
              </a:rPr>
              <a:t>w,b</a:t>
            </a:r>
            <a:r>
              <a:rPr sz="2471" i="1" spc="-71" dirty="0">
                <a:latin typeface="Tahoma"/>
                <a:cs typeface="Tahoma"/>
              </a:rPr>
              <a:t>) </a:t>
            </a:r>
            <a:r>
              <a:rPr sz="2471" i="1" spc="-95" dirty="0">
                <a:latin typeface="Tahoma"/>
                <a:cs typeface="Tahoma"/>
              </a:rPr>
              <a:t>= </a:t>
            </a:r>
            <a:r>
              <a:rPr sz="2471" i="1" spc="-65" dirty="0">
                <a:latin typeface="Tahoma"/>
                <a:cs typeface="Tahoma"/>
              </a:rPr>
              <a:t>sign(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w </a:t>
            </a:r>
            <a:r>
              <a:rPr sz="2471" i="1" spc="-65" dirty="0">
                <a:latin typeface="Tahoma"/>
                <a:cs typeface="Tahoma"/>
              </a:rPr>
              <a:t>x </a:t>
            </a:r>
            <a:r>
              <a:rPr sz="2471" i="1" spc="-95" dirty="0">
                <a:latin typeface="Tahoma"/>
                <a:cs typeface="Tahoma"/>
              </a:rPr>
              <a:t>+</a:t>
            </a:r>
            <a:r>
              <a:rPr sz="2471" i="1" spc="41" dirty="0">
                <a:latin typeface="Tahoma"/>
                <a:cs typeface="Tahoma"/>
              </a:rPr>
              <a:t> </a:t>
            </a:r>
            <a:r>
              <a:rPr sz="2471" i="1" spc="-65" dirty="0">
                <a:solidFill>
                  <a:srgbClr val="00CC00"/>
                </a:solidFill>
                <a:latin typeface="Tahoma"/>
                <a:cs typeface="Tahoma"/>
              </a:rPr>
              <a:t>b</a:t>
            </a:r>
            <a:r>
              <a:rPr sz="2471" i="1" spc="-65" dirty="0">
                <a:latin typeface="Tahoma"/>
                <a:cs typeface="Tahoma"/>
              </a:rPr>
              <a:t>)</a:t>
            </a:r>
            <a:endParaRPr sz="2471">
              <a:latin typeface="Tahoma"/>
              <a:cs typeface="Tahoma"/>
            </a:endParaRPr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A190F7ED-AE0C-4086-B8C2-8084F3FACB8C}"/>
              </a:ext>
            </a:extLst>
          </p:cNvPr>
          <p:cNvSpPr/>
          <p:nvPr/>
        </p:nvSpPr>
        <p:spPr>
          <a:xfrm>
            <a:off x="5690430" y="5737034"/>
            <a:ext cx="2374153" cy="611841"/>
          </a:xfrm>
          <a:custGeom>
            <a:avLst/>
            <a:gdLst/>
            <a:ahLst/>
            <a:cxnLst/>
            <a:rect l="l" t="t" r="r" b="b"/>
            <a:pathLst>
              <a:path w="2018029" h="520065">
                <a:moveTo>
                  <a:pt x="2017776" y="0"/>
                </a:moveTo>
                <a:lnTo>
                  <a:pt x="1025652" y="138684"/>
                </a:lnTo>
                <a:lnTo>
                  <a:pt x="0" y="138684"/>
                </a:lnTo>
                <a:lnTo>
                  <a:pt x="0" y="519684"/>
                </a:lnTo>
                <a:lnTo>
                  <a:pt x="1465326" y="519684"/>
                </a:lnTo>
                <a:lnTo>
                  <a:pt x="1465326" y="138684"/>
                </a:lnTo>
                <a:lnTo>
                  <a:pt x="2017776" y="0"/>
                </a:lnTo>
                <a:close/>
              </a:path>
              <a:path w="2018029" h="520065">
                <a:moveTo>
                  <a:pt x="1758695" y="519684"/>
                </a:moveTo>
                <a:lnTo>
                  <a:pt x="1758695" y="138684"/>
                </a:lnTo>
                <a:lnTo>
                  <a:pt x="1465326" y="138684"/>
                </a:lnTo>
                <a:lnTo>
                  <a:pt x="1465326" y="519684"/>
                </a:lnTo>
                <a:lnTo>
                  <a:pt x="1758695" y="519684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4">
            <a:extLst>
              <a:ext uri="{FF2B5EF4-FFF2-40B4-BE49-F238E27FC236}">
                <a16:creationId xmlns:a16="http://schemas.microsoft.com/office/drawing/2014/main" id="{579CFDD9-FFFB-4C08-864B-4E023BD3BFCD}"/>
              </a:ext>
            </a:extLst>
          </p:cNvPr>
          <p:cNvSpPr/>
          <p:nvPr/>
        </p:nvSpPr>
        <p:spPr>
          <a:xfrm>
            <a:off x="5682363" y="5721792"/>
            <a:ext cx="2441388" cy="634253"/>
          </a:xfrm>
          <a:custGeom>
            <a:avLst/>
            <a:gdLst/>
            <a:ahLst/>
            <a:cxnLst/>
            <a:rect l="l" t="t" r="r" b="b"/>
            <a:pathLst>
              <a:path w="2075179" h="539115">
                <a:moveTo>
                  <a:pt x="1032510" y="157733"/>
                </a:moveTo>
                <a:lnTo>
                  <a:pt x="1032510" y="144779"/>
                </a:lnTo>
                <a:lnTo>
                  <a:pt x="0" y="144779"/>
                </a:lnTo>
                <a:lnTo>
                  <a:pt x="0" y="538733"/>
                </a:lnTo>
                <a:lnTo>
                  <a:pt x="6857" y="538733"/>
                </a:lnTo>
                <a:lnTo>
                  <a:pt x="6858" y="157733"/>
                </a:lnTo>
                <a:lnTo>
                  <a:pt x="12953" y="151637"/>
                </a:lnTo>
                <a:lnTo>
                  <a:pt x="12953" y="157733"/>
                </a:lnTo>
                <a:lnTo>
                  <a:pt x="1032510" y="157733"/>
                </a:lnTo>
                <a:close/>
              </a:path>
              <a:path w="2075179" h="539115">
                <a:moveTo>
                  <a:pt x="12953" y="157733"/>
                </a:moveTo>
                <a:lnTo>
                  <a:pt x="12953" y="151637"/>
                </a:lnTo>
                <a:lnTo>
                  <a:pt x="6858" y="157733"/>
                </a:lnTo>
                <a:lnTo>
                  <a:pt x="12953" y="157733"/>
                </a:lnTo>
                <a:close/>
              </a:path>
              <a:path w="2075179" h="539115">
                <a:moveTo>
                  <a:pt x="12953" y="525779"/>
                </a:moveTo>
                <a:lnTo>
                  <a:pt x="12953" y="157733"/>
                </a:lnTo>
                <a:lnTo>
                  <a:pt x="6858" y="157733"/>
                </a:lnTo>
                <a:lnTo>
                  <a:pt x="6858" y="525779"/>
                </a:lnTo>
                <a:lnTo>
                  <a:pt x="12953" y="525779"/>
                </a:lnTo>
                <a:close/>
              </a:path>
              <a:path w="2075179" h="539115">
                <a:moveTo>
                  <a:pt x="1765554" y="525779"/>
                </a:moveTo>
                <a:lnTo>
                  <a:pt x="6858" y="525779"/>
                </a:lnTo>
                <a:lnTo>
                  <a:pt x="12953" y="532637"/>
                </a:lnTo>
                <a:lnTo>
                  <a:pt x="12953" y="538733"/>
                </a:lnTo>
                <a:lnTo>
                  <a:pt x="1759458" y="538733"/>
                </a:lnTo>
                <a:lnTo>
                  <a:pt x="1759458" y="532637"/>
                </a:lnTo>
                <a:lnTo>
                  <a:pt x="1765554" y="525779"/>
                </a:lnTo>
                <a:close/>
              </a:path>
              <a:path w="2075179" h="539115">
                <a:moveTo>
                  <a:pt x="12953" y="538733"/>
                </a:moveTo>
                <a:lnTo>
                  <a:pt x="12953" y="532637"/>
                </a:lnTo>
                <a:lnTo>
                  <a:pt x="6858" y="525779"/>
                </a:lnTo>
                <a:lnTo>
                  <a:pt x="6857" y="538733"/>
                </a:lnTo>
                <a:lnTo>
                  <a:pt x="12953" y="538733"/>
                </a:lnTo>
                <a:close/>
              </a:path>
              <a:path w="2075179" h="539115">
                <a:moveTo>
                  <a:pt x="2021930" y="7154"/>
                </a:moveTo>
                <a:lnTo>
                  <a:pt x="1031747" y="144779"/>
                </a:lnTo>
                <a:lnTo>
                  <a:pt x="1032510" y="144779"/>
                </a:lnTo>
                <a:lnTo>
                  <a:pt x="1032510" y="157733"/>
                </a:lnTo>
                <a:lnTo>
                  <a:pt x="1033272" y="157733"/>
                </a:lnTo>
                <a:lnTo>
                  <a:pt x="1904541" y="36612"/>
                </a:lnTo>
                <a:lnTo>
                  <a:pt x="2021930" y="7154"/>
                </a:lnTo>
                <a:close/>
              </a:path>
              <a:path w="2075179" h="539115">
                <a:moveTo>
                  <a:pt x="1473708" y="157733"/>
                </a:moveTo>
                <a:lnTo>
                  <a:pt x="1472222" y="145103"/>
                </a:lnTo>
                <a:lnTo>
                  <a:pt x="1421892" y="157733"/>
                </a:lnTo>
                <a:lnTo>
                  <a:pt x="1473708" y="157733"/>
                </a:lnTo>
                <a:close/>
              </a:path>
              <a:path w="2075179" h="539115">
                <a:moveTo>
                  <a:pt x="1473511" y="144779"/>
                </a:moveTo>
                <a:lnTo>
                  <a:pt x="1472184" y="144779"/>
                </a:lnTo>
                <a:lnTo>
                  <a:pt x="1472222" y="145103"/>
                </a:lnTo>
                <a:lnTo>
                  <a:pt x="1473511" y="144779"/>
                </a:lnTo>
                <a:close/>
              </a:path>
              <a:path w="2075179" h="539115">
                <a:moveTo>
                  <a:pt x="1525327" y="144779"/>
                </a:moveTo>
                <a:lnTo>
                  <a:pt x="1473511" y="144779"/>
                </a:lnTo>
                <a:lnTo>
                  <a:pt x="1472222" y="145103"/>
                </a:lnTo>
                <a:lnTo>
                  <a:pt x="1473708" y="157733"/>
                </a:lnTo>
                <a:lnTo>
                  <a:pt x="1525327" y="144779"/>
                </a:lnTo>
                <a:close/>
              </a:path>
              <a:path w="2075179" h="539115">
                <a:moveTo>
                  <a:pt x="2020710" y="20463"/>
                </a:moveTo>
                <a:lnTo>
                  <a:pt x="1904541" y="36612"/>
                </a:lnTo>
                <a:lnTo>
                  <a:pt x="1473511" y="144779"/>
                </a:lnTo>
                <a:lnTo>
                  <a:pt x="1525327" y="144779"/>
                </a:lnTo>
                <a:lnTo>
                  <a:pt x="2020710" y="20463"/>
                </a:lnTo>
                <a:close/>
              </a:path>
              <a:path w="2075179" h="539115">
                <a:moveTo>
                  <a:pt x="1771650" y="538733"/>
                </a:moveTo>
                <a:lnTo>
                  <a:pt x="1771650" y="144779"/>
                </a:lnTo>
                <a:lnTo>
                  <a:pt x="1525327" y="144779"/>
                </a:lnTo>
                <a:lnTo>
                  <a:pt x="1473708" y="157733"/>
                </a:lnTo>
                <a:lnTo>
                  <a:pt x="1759458" y="157733"/>
                </a:lnTo>
                <a:lnTo>
                  <a:pt x="1759458" y="151637"/>
                </a:lnTo>
                <a:lnTo>
                  <a:pt x="1765554" y="157733"/>
                </a:lnTo>
                <a:lnTo>
                  <a:pt x="1765554" y="538733"/>
                </a:lnTo>
                <a:lnTo>
                  <a:pt x="1771650" y="538733"/>
                </a:lnTo>
                <a:close/>
              </a:path>
              <a:path w="2075179" h="539115">
                <a:moveTo>
                  <a:pt x="1765554" y="157733"/>
                </a:moveTo>
                <a:lnTo>
                  <a:pt x="1759458" y="151637"/>
                </a:lnTo>
                <a:lnTo>
                  <a:pt x="1759458" y="157733"/>
                </a:lnTo>
                <a:lnTo>
                  <a:pt x="1765554" y="157733"/>
                </a:lnTo>
                <a:close/>
              </a:path>
              <a:path w="2075179" h="539115">
                <a:moveTo>
                  <a:pt x="1765554" y="525779"/>
                </a:moveTo>
                <a:lnTo>
                  <a:pt x="1765554" y="157733"/>
                </a:lnTo>
                <a:lnTo>
                  <a:pt x="1759458" y="157733"/>
                </a:lnTo>
                <a:lnTo>
                  <a:pt x="1759458" y="525779"/>
                </a:lnTo>
                <a:lnTo>
                  <a:pt x="1765554" y="525779"/>
                </a:lnTo>
                <a:close/>
              </a:path>
              <a:path w="2075179" h="539115">
                <a:moveTo>
                  <a:pt x="1765554" y="538733"/>
                </a:moveTo>
                <a:lnTo>
                  <a:pt x="1765554" y="525779"/>
                </a:lnTo>
                <a:lnTo>
                  <a:pt x="1759458" y="532637"/>
                </a:lnTo>
                <a:lnTo>
                  <a:pt x="1759458" y="538733"/>
                </a:lnTo>
                <a:lnTo>
                  <a:pt x="1765554" y="538733"/>
                </a:lnTo>
                <a:close/>
              </a:path>
              <a:path w="2075179" h="539115">
                <a:moveTo>
                  <a:pt x="2025307" y="19309"/>
                </a:moveTo>
                <a:lnTo>
                  <a:pt x="2023132" y="6986"/>
                </a:lnTo>
                <a:lnTo>
                  <a:pt x="2021930" y="7154"/>
                </a:lnTo>
                <a:lnTo>
                  <a:pt x="1904541" y="36612"/>
                </a:lnTo>
                <a:lnTo>
                  <a:pt x="2020710" y="20463"/>
                </a:lnTo>
                <a:lnTo>
                  <a:pt x="2025307" y="19309"/>
                </a:lnTo>
                <a:close/>
              </a:path>
              <a:path w="2075179" h="539115">
                <a:moveTo>
                  <a:pt x="2025395" y="19811"/>
                </a:moveTo>
                <a:lnTo>
                  <a:pt x="2025307" y="19309"/>
                </a:lnTo>
                <a:lnTo>
                  <a:pt x="2020710" y="20463"/>
                </a:lnTo>
                <a:lnTo>
                  <a:pt x="2025395" y="19811"/>
                </a:lnTo>
                <a:close/>
              </a:path>
              <a:path w="2075179" h="539115">
                <a:moveTo>
                  <a:pt x="2023132" y="6986"/>
                </a:moveTo>
                <a:lnTo>
                  <a:pt x="2023110" y="6857"/>
                </a:lnTo>
                <a:lnTo>
                  <a:pt x="2021930" y="7154"/>
                </a:lnTo>
                <a:lnTo>
                  <a:pt x="2023132" y="6986"/>
                </a:lnTo>
                <a:close/>
              </a:path>
              <a:path w="2075179" h="539115">
                <a:moveTo>
                  <a:pt x="2074926" y="6857"/>
                </a:moveTo>
                <a:lnTo>
                  <a:pt x="2073402" y="0"/>
                </a:lnTo>
                <a:lnTo>
                  <a:pt x="2023132" y="6986"/>
                </a:lnTo>
                <a:lnTo>
                  <a:pt x="2025307" y="19309"/>
                </a:lnTo>
                <a:lnTo>
                  <a:pt x="2074926" y="68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25">
            <a:extLst>
              <a:ext uri="{FF2B5EF4-FFF2-40B4-BE49-F238E27FC236}">
                <a16:creationId xmlns:a16="http://schemas.microsoft.com/office/drawing/2014/main" id="{644691C0-8B95-4087-BFAE-78AB9E2A689F}"/>
              </a:ext>
            </a:extLst>
          </p:cNvPr>
          <p:cNvSpPr txBox="1"/>
          <p:nvPr/>
        </p:nvSpPr>
        <p:spPr>
          <a:xfrm>
            <a:off x="397707" y="2661532"/>
            <a:ext cx="2806213" cy="3124865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 marR="249524">
              <a:spcBef>
                <a:spcPts val="112"/>
              </a:spcBef>
            </a:pPr>
            <a:r>
              <a:rPr sz="2353" spc="-17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Keeping </a:t>
            </a:r>
            <a:r>
              <a:rPr sz="2353" spc="-5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  </a:t>
            </a:r>
            <a:r>
              <a:rPr sz="2353" spc="-12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 vectors  will </a:t>
            </a:r>
            <a:r>
              <a:rPr sz="2353" spc="-5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</a:t>
            </a:r>
            <a:r>
              <a:rPr sz="2353" spc="-12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change  </a:t>
            </a:r>
            <a:r>
              <a:rPr sz="2353" spc="-5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maximum  margin</a:t>
            </a:r>
            <a:r>
              <a:rPr sz="2353" spc="-53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353" spc="-35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classifier.</a:t>
            </a:r>
            <a:endParaRPr sz="235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33082" marR="5977" indent="-380990">
              <a:spcBef>
                <a:spcPts val="1129"/>
              </a:spcBef>
              <a:buClr>
                <a:srgbClr val="0070C0"/>
              </a:buClr>
              <a:buFont typeface="Wingdings" panose="05000000000000000000" pitchFamily="2" charset="2"/>
              <a:buChar char="Ø"/>
              <a:tabLst>
                <a:tab pos="889026" algn="l"/>
              </a:tabLst>
            </a:pPr>
            <a:r>
              <a:rPr sz="1883" spc="-5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Robust to the  small changes  </a:t>
            </a:r>
            <a:r>
              <a:rPr sz="1883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(noise) in</a:t>
            </a:r>
            <a:r>
              <a:rPr sz="1883" spc="-129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83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  </a:t>
            </a:r>
            <a:r>
              <a:rPr sz="1883" spc="-5" dirty="0">
                <a:solidFill>
                  <a:srgbClr val="00C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  vectors</a:t>
            </a:r>
            <a:endParaRPr sz="188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object 26">
            <a:extLst>
              <a:ext uri="{FF2B5EF4-FFF2-40B4-BE49-F238E27FC236}">
                <a16:creationId xmlns:a16="http://schemas.microsoft.com/office/drawing/2014/main" id="{36676DD9-C391-43F4-B824-EA2E2903E0CC}"/>
              </a:ext>
            </a:extLst>
          </p:cNvPr>
          <p:cNvSpPr/>
          <p:nvPr/>
        </p:nvSpPr>
        <p:spPr>
          <a:xfrm>
            <a:off x="2943646" y="3087065"/>
            <a:ext cx="2016311" cy="227105"/>
          </a:xfrm>
          <a:custGeom>
            <a:avLst/>
            <a:gdLst/>
            <a:ahLst/>
            <a:cxnLst/>
            <a:rect l="l" t="t" r="r" b="b"/>
            <a:pathLst>
              <a:path w="1713864" h="193039">
                <a:moveTo>
                  <a:pt x="159766" y="65024"/>
                </a:moveTo>
                <a:lnTo>
                  <a:pt x="151638" y="68580"/>
                </a:lnTo>
                <a:lnTo>
                  <a:pt x="115404" y="88021"/>
                </a:lnTo>
                <a:lnTo>
                  <a:pt x="81395" y="111299"/>
                </a:lnTo>
                <a:lnTo>
                  <a:pt x="47266" y="134363"/>
                </a:lnTo>
                <a:lnTo>
                  <a:pt x="10668" y="153162"/>
                </a:lnTo>
                <a:lnTo>
                  <a:pt x="0" y="156210"/>
                </a:lnTo>
                <a:lnTo>
                  <a:pt x="11430" y="192786"/>
                </a:lnTo>
                <a:lnTo>
                  <a:pt x="22860" y="188976"/>
                </a:lnTo>
                <a:lnTo>
                  <a:pt x="60776" y="170576"/>
                </a:lnTo>
                <a:lnTo>
                  <a:pt x="95983" y="147327"/>
                </a:lnTo>
                <a:lnTo>
                  <a:pt x="130823" y="123376"/>
                </a:lnTo>
                <a:lnTo>
                  <a:pt x="157734" y="108387"/>
                </a:lnTo>
                <a:lnTo>
                  <a:pt x="157734" y="67056"/>
                </a:lnTo>
                <a:lnTo>
                  <a:pt x="159766" y="65024"/>
                </a:lnTo>
                <a:close/>
              </a:path>
              <a:path w="1713864" h="193039">
                <a:moveTo>
                  <a:pt x="163830" y="63246"/>
                </a:moveTo>
                <a:lnTo>
                  <a:pt x="159766" y="65024"/>
                </a:lnTo>
                <a:lnTo>
                  <a:pt x="157734" y="67056"/>
                </a:lnTo>
                <a:lnTo>
                  <a:pt x="163830" y="63246"/>
                </a:lnTo>
                <a:close/>
              </a:path>
              <a:path w="1713864" h="193039">
                <a:moveTo>
                  <a:pt x="163830" y="104992"/>
                </a:moveTo>
                <a:lnTo>
                  <a:pt x="163830" y="63246"/>
                </a:lnTo>
                <a:lnTo>
                  <a:pt x="157734" y="67056"/>
                </a:lnTo>
                <a:lnTo>
                  <a:pt x="157734" y="108387"/>
                </a:lnTo>
                <a:lnTo>
                  <a:pt x="163830" y="104992"/>
                </a:lnTo>
                <a:close/>
              </a:path>
              <a:path w="1713864" h="193039">
                <a:moveTo>
                  <a:pt x="819763" y="130095"/>
                </a:moveTo>
                <a:lnTo>
                  <a:pt x="797814" y="123444"/>
                </a:lnTo>
                <a:lnTo>
                  <a:pt x="755062" y="108501"/>
                </a:lnTo>
                <a:lnTo>
                  <a:pt x="712231" y="92873"/>
                </a:lnTo>
                <a:lnTo>
                  <a:pt x="669330" y="77672"/>
                </a:lnTo>
                <a:lnTo>
                  <a:pt x="626364" y="64008"/>
                </a:lnTo>
                <a:lnTo>
                  <a:pt x="531114" y="19050"/>
                </a:lnTo>
                <a:lnTo>
                  <a:pt x="530352" y="19050"/>
                </a:lnTo>
                <a:lnTo>
                  <a:pt x="528828" y="18288"/>
                </a:lnTo>
                <a:lnTo>
                  <a:pt x="528066" y="18288"/>
                </a:lnTo>
                <a:lnTo>
                  <a:pt x="515873" y="15240"/>
                </a:lnTo>
                <a:lnTo>
                  <a:pt x="476773" y="7409"/>
                </a:lnTo>
                <a:lnTo>
                  <a:pt x="437107" y="3962"/>
                </a:lnTo>
                <a:lnTo>
                  <a:pt x="397200" y="2534"/>
                </a:lnTo>
                <a:lnTo>
                  <a:pt x="355854" y="681"/>
                </a:lnTo>
                <a:lnTo>
                  <a:pt x="345186" y="120"/>
                </a:lnTo>
                <a:lnTo>
                  <a:pt x="339852" y="0"/>
                </a:lnTo>
                <a:lnTo>
                  <a:pt x="315468" y="3810"/>
                </a:lnTo>
                <a:lnTo>
                  <a:pt x="275183" y="10175"/>
                </a:lnTo>
                <a:lnTo>
                  <a:pt x="236267" y="19745"/>
                </a:lnTo>
                <a:lnTo>
                  <a:pt x="199614" y="35063"/>
                </a:lnTo>
                <a:lnTo>
                  <a:pt x="166116" y="58674"/>
                </a:lnTo>
                <a:lnTo>
                  <a:pt x="159766" y="65024"/>
                </a:lnTo>
                <a:lnTo>
                  <a:pt x="163830" y="63246"/>
                </a:lnTo>
                <a:lnTo>
                  <a:pt x="163830" y="104992"/>
                </a:lnTo>
                <a:lnTo>
                  <a:pt x="167640" y="102870"/>
                </a:lnTo>
                <a:lnTo>
                  <a:pt x="177546" y="98298"/>
                </a:lnTo>
                <a:lnTo>
                  <a:pt x="180594" y="97536"/>
                </a:lnTo>
                <a:lnTo>
                  <a:pt x="182118" y="96012"/>
                </a:lnTo>
                <a:lnTo>
                  <a:pt x="184404" y="94488"/>
                </a:lnTo>
                <a:lnTo>
                  <a:pt x="192786" y="86106"/>
                </a:lnTo>
                <a:lnTo>
                  <a:pt x="221415" y="66731"/>
                </a:lnTo>
                <a:lnTo>
                  <a:pt x="253517" y="54306"/>
                </a:lnTo>
                <a:lnTo>
                  <a:pt x="287447" y="46542"/>
                </a:lnTo>
                <a:lnTo>
                  <a:pt x="321564" y="41148"/>
                </a:lnTo>
                <a:lnTo>
                  <a:pt x="341376" y="38591"/>
                </a:lnTo>
                <a:lnTo>
                  <a:pt x="341376" y="38100"/>
                </a:lnTo>
                <a:lnTo>
                  <a:pt x="345186" y="38100"/>
                </a:lnTo>
                <a:lnTo>
                  <a:pt x="345186" y="38300"/>
                </a:lnTo>
                <a:lnTo>
                  <a:pt x="357378" y="38929"/>
                </a:lnTo>
                <a:lnTo>
                  <a:pt x="394420" y="40566"/>
                </a:lnTo>
                <a:lnTo>
                  <a:pt x="431834" y="41914"/>
                </a:lnTo>
                <a:lnTo>
                  <a:pt x="469168" y="44975"/>
                </a:lnTo>
                <a:lnTo>
                  <a:pt x="507492" y="51816"/>
                </a:lnTo>
                <a:lnTo>
                  <a:pt x="518159" y="54864"/>
                </a:lnTo>
                <a:lnTo>
                  <a:pt x="518159" y="55516"/>
                </a:lnTo>
                <a:lnTo>
                  <a:pt x="610362" y="98298"/>
                </a:lnTo>
                <a:lnTo>
                  <a:pt x="654348" y="113061"/>
                </a:lnTo>
                <a:lnTo>
                  <a:pt x="698096" y="128497"/>
                </a:lnTo>
                <a:lnTo>
                  <a:pt x="741792" y="144073"/>
                </a:lnTo>
                <a:lnTo>
                  <a:pt x="785622" y="159258"/>
                </a:lnTo>
                <a:lnTo>
                  <a:pt x="813054" y="168402"/>
                </a:lnTo>
                <a:lnTo>
                  <a:pt x="816102" y="168402"/>
                </a:lnTo>
                <a:lnTo>
                  <a:pt x="816102" y="130302"/>
                </a:lnTo>
                <a:lnTo>
                  <a:pt x="819763" y="130095"/>
                </a:lnTo>
                <a:close/>
              </a:path>
              <a:path w="1713864" h="193039">
                <a:moveTo>
                  <a:pt x="345186" y="38100"/>
                </a:moveTo>
                <a:lnTo>
                  <a:pt x="341376" y="38100"/>
                </a:lnTo>
                <a:lnTo>
                  <a:pt x="344082" y="38242"/>
                </a:lnTo>
                <a:lnTo>
                  <a:pt x="345186" y="38100"/>
                </a:lnTo>
                <a:close/>
              </a:path>
              <a:path w="1713864" h="193039">
                <a:moveTo>
                  <a:pt x="344082" y="38242"/>
                </a:moveTo>
                <a:lnTo>
                  <a:pt x="341376" y="38100"/>
                </a:lnTo>
                <a:lnTo>
                  <a:pt x="341376" y="38591"/>
                </a:lnTo>
                <a:lnTo>
                  <a:pt x="344082" y="38242"/>
                </a:lnTo>
                <a:close/>
              </a:path>
              <a:path w="1713864" h="193039">
                <a:moveTo>
                  <a:pt x="345186" y="38300"/>
                </a:moveTo>
                <a:lnTo>
                  <a:pt x="345186" y="38100"/>
                </a:lnTo>
                <a:lnTo>
                  <a:pt x="344082" y="38242"/>
                </a:lnTo>
                <a:lnTo>
                  <a:pt x="345186" y="38300"/>
                </a:lnTo>
                <a:close/>
              </a:path>
              <a:path w="1713864" h="193039">
                <a:moveTo>
                  <a:pt x="518159" y="55516"/>
                </a:moveTo>
                <a:lnTo>
                  <a:pt x="518159" y="54864"/>
                </a:lnTo>
                <a:lnTo>
                  <a:pt x="515112" y="54102"/>
                </a:lnTo>
                <a:lnTo>
                  <a:pt x="518159" y="55516"/>
                </a:lnTo>
                <a:close/>
              </a:path>
              <a:path w="1713864" h="193039">
                <a:moveTo>
                  <a:pt x="822960" y="131064"/>
                </a:moveTo>
                <a:lnTo>
                  <a:pt x="819763" y="130095"/>
                </a:lnTo>
                <a:lnTo>
                  <a:pt x="816102" y="130302"/>
                </a:lnTo>
                <a:lnTo>
                  <a:pt x="822960" y="131064"/>
                </a:lnTo>
                <a:close/>
              </a:path>
              <a:path w="1713864" h="193039">
                <a:moveTo>
                  <a:pt x="822960" y="168103"/>
                </a:moveTo>
                <a:lnTo>
                  <a:pt x="822960" y="131064"/>
                </a:lnTo>
                <a:lnTo>
                  <a:pt x="816102" y="130302"/>
                </a:lnTo>
                <a:lnTo>
                  <a:pt x="816102" y="168402"/>
                </a:lnTo>
                <a:lnTo>
                  <a:pt x="819763" y="168282"/>
                </a:lnTo>
                <a:lnTo>
                  <a:pt x="822960" y="168103"/>
                </a:lnTo>
                <a:close/>
              </a:path>
              <a:path w="1713864" h="193039">
                <a:moveTo>
                  <a:pt x="1602517" y="121668"/>
                </a:moveTo>
                <a:lnTo>
                  <a:pt x="1597986" y="84169"/>
                </a:lnTo>
                <a:lnTo>
                  <a:pt x="1589532" y="85344"/>
                </a:lnTo>
                <a:lnTo>
                  <a:pt x="1575054" y="87630"/>
                </a:lnTo>
                <a:lnTo>
                  <a:pt x="1479804" y="90678"/>
                </a:lnTo>
                <a:lnTo>
                  <a:pt x="1289304" y="101346"/>
                </a:lnTo>
                <a:lnTo>
                  <a:pt x="1194816" y="106680"/>
                </a:lnTo>
                <a:lnTo>
                  <a:pt x="1099566" y="113538"/>
                </a:lnTo>
                <a:lnTo>
                  <a:pt x="1005078" y="119634"/>
                </a:lnTo>
                <a:lnTo>
                  <a:pt x="819763" y="130095"/>
                </a:lnTo>
                <a:lnTo>
                  <a:pt x="822960" y="131064"/>
                </a:lnTo>
                <a:lnTo>
                  <a:pt x="822960" y="168103"/>
                </a:lnTo>
                <a:lnTo>
                  <a:pt x="912876" y="163068"/>
                </a:lnTo>
                <a:lnTo>
                  <a:pt x="1007363" y="157734"/>
                </a:lnTo>
                <a:lnTo>
                  <a:pt x="1101852" y="151638"/>
                </a:lnTo>
                <a:lnTo>
                  <a:pt x="1197102" y="144780"/>
                </a:lnTo>
                <a:lnTo>
                  <a:pt x="1291590" y="139446"/>
                </a:lnTo>
                <a:lnTo>
                  <a:pt x="1386840" y="133350"/>
                </a:lnTo>
                <a:lnTo>
                  <a:pt x="1481328" y="128778"/>
                </a:lnTo>
                <a:lnTo>
                  <a:pt x="1576578" y="125730"/>
                </a:lnTo>
                <a:lnTo>
                  <a:pt x="1595628" y="122682"/>
                </a:lnTo>
                <a:lnTo>
                  <a:pt x="1602517" y="121668"/>
                </a:lnTo>
                <a:close/>
              </a:path>
              <a:path w="1713864" h="193039">
                <a:moveTo>
                  <a:pt x="1713738" y="89154"/>
                </a:moveTo>
                <a:lnTo>
                  <a:pt x="1593342" y="45720"/>
                </a:lnTo>
                <a:lnTo>
                  <a:pt x="1597986" y="84169"/>
                </a:lnTo>
                <a:lnTo>
                  <a:pt x="1616964" y="81534"/>
                </a:lnTo>
                <a:lnTo>
                  <a:pt x="1621536" y="118872"/>
                </a:lnTo>
                <a:lnTo>
                  <a:pt x="1621536" y="149743"/>
                </a:lnTo>
                <a:lnTo>
                  <a:pt x="1713738" y="89154"/>
                </a:lnTo>
                <a:close/>
              </a:path>
              <a:path w="1713864" h="193039">
                <a:moveTo>
                  <a:pt x="1621536" y="118872"/>
                </a:moveTo>
                <a:lnTo>
                  <a:pt x="1616964" y="81534"/>
                </a:lnTo>
                <a:lnTo>
                  <a:pt x="1597986" y="84169"/>
                </a:lnTo>
                <a:lnTo>
                  <a:pt x="1602517" y="121668"/>
                </a:lnTo>
                <a:lnTo>
                  <a:pt x="1621536" y="118872"/>
                </a:lnTo>
                <a:close/>
              </a:path>
              <a:path w="1713864" h="193039">
                <a:moveTo>
                  <a:pt x="1621536" y="149743"/>
                </a:moveTo>
                <a:lnTo>
                  <a:pt x="1621536" y="118872"/>
                </a:lnTo>
                <a:lnTo>
                  <a:pt x="1602517" y="121668"/>
                </a:lnTo>
                <a:lnTo>
                  <a:pt x="1607058" y="159258"/>
                </a:lnTo>
                <a:lnTo>
                  <a:pt x="1621536" y="149743"/>
                </a:lnTo>
                <a:close/>
              </a:path>
            </a:pathLst>
          </a:custGeom>
          <a:solidFill>
            <a:srgbClr val="33CC33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3" name="object 27">
            <a:extLst>
              <a:ext uri="{FF2B5EF4-FFF2-40B4-BE49-F238E27FC236}">
                <a16:creationId xmlns:a16="http://schemas.microsoft.com/office/drawing/2014/main" id="{2703DD07-3295-498A-8B85-29507EB628AC}"/>
              </a:ext>
            </a:extLst>
          </p:cNvPr>
          <p:cNvSpPr/>
          <p:nvPr/>
        </p:nvSpPr>
        <p:spPr>
          <a:xfrm>
            <a:off x="2904201" y="2611170"/>
            <a:ext cx="2705847" cy="611841"/>
          </a:xfrm>
          <a:custGeom>
            <a:avLst/>
            <a:gdLst/>
            <a:ahLst/>
            <a:cxnLst/>
            <a:rect l="l" t="t" r="r" b="b"/>
            <a:pathLst>
              <a:path w="2299970" h="520064">
                <a:moveTo>
                  <a:pt x="18034" y="479441"/>
                </a:moveTo>
                <a:lnTo>
                  <a:pt x="16002" y="479949"/>
                </a:lnTo>
                <a:lnTo>
                  <a:pt x="8382" y="480711"/>
                </a:lnTo>
                <a:lnTo>
                  <a:pt x="3048" y="482235"/>
                </a:lnTo>
                <a:lnTo>
                  <a:pt x="0" y="482997"/>
                </a:lnTo>
                <a:lnTo>
                  <a:pt x="11430" y="519573"/>
                </a:lnTo>
                <a:lnTo>
                  <a:pt x="14478" y="518811"/>
                </a:lnTo>
                <a:lnTo>
                  <a:pt x="16002" y="518049"/>
                </a:lnTo>
                <a:lnTo>
                  <a:pt x="16764" y="517954"/>
                </a:lnTo>
                <a:lnTo>
                  <a:pt x="16764" y="480711"/>
                </a:lnTo>
                <a:lnTo>
                  <a:pt x="18034" y="479441"/>
                </a:lnTo>
                <a:close/>
              </a:path>
              <a:path w="2299970" h="520064">
                <a:moveTo>
                  <a:pt x="18288" y="479568"/>
                </a:moveTo>
                <a:lnTo>
                  <a:pt x="17526" y="479949"/>
                </a:lnTo>
                <a:lnTo>
                  <a:pt x="16764" y="480711"/>
                </a:lnTo>
                <a:lnTo>
                  <a:pt x="18288" y="479568"/>
                </a:lnTo>
                <a:close/>
              </a:path>
              <a:path w="2299970" h="520064">
                <a:moveTo>
                  <a:pt x="20574" y="478425"/>
                </a:moveTo>
                <a:lnTo>
                  <a:pt x="18288" y="479568"/>
                </a:lnTo>
                <a:lnTo>
                  <a:pt x="16764" y="480711"/>
                </a:lnTo>
                <a:lnTo>
                  <a:pt x="20574" y="478425"/>
                </a:lnTo>
                <a:close/>
              </a:path>
              <a:path w="2299970" h="520064">
                <a:moveTo>
                  <a:pt x="20574" y="517477"/>
                </a:moveTo>
                <a:lnTo>
                  <a:pt x="20574" y="478425"/>
                </a:lnTo>
                <a:lnTo>
                  <a:pt x="16764" y="480711"/>
                </a:lnTo>
                <a:lnTo>
                  <a:pt x="16764" y="517954"/>
                </a:lnTo>
                <a:lnTo>
                  <a:pt x="20574" y="517477"/>
                </a:lnTo>
                <a:close/>
              </a:path>
              <a:path w="2299970" h="520064">
                <a:moveTo>
                  <a:pt x="18440" y="479339"/>
                </a:moveTo>
                <a:lnTo>
                  <a:pt x="18034" y="479441"/>
                </a:lnTo>
                <a:lnTo>
                  <a:pt x="17526" y="479949"/>
                </a:lnTo>
                <a:lnTo>
                  <a:pt x="18440" y="479339"/>
                </a:lnTo>
                <a:close/>
              </a:path>
              <a:path w="2299970" h="520064">
                <a:moveTo>
                  <a:pt x="18669" y="479282"/>
                </a:moveTo>
                <a:lnTo>
                  <a:pt x="18440" y="479339"/>
                </a:lnTo>
                <a:lnTo>
                  <a:pt x="17526" y="479949"/>
                </a:lnTo>
                <a:lnTo>
                  <a:pt x="18288" y="479568"/>
                </a:lnTo>
                <a:lnTo>
                  <a:pt x="18669" y="479282"/>
                </a:lnTo>
                <a:close/>
              </a:path>
              <a:path w="2299970" h="520064">
                <a:moveTo>
                  <a:pt x="357987" y="165646"/>
                </a:moveTo>
                <a:lnTo>
                  <a:pt x="292881" y="196590"/>
                </a:lnTo>
                <a:lnTo>
                  <a:pt x="249228" y="226956"/>
                </a:lnTo>
                <a:lnTo>
                  <a:pt x="205743" y="260852"/>
                </a:lnTo>
                <a:lnTo>
                  <a:pt x="163087" y="295166"/>
                </a:lnTo>
                <a:lnTo>
                  <a:pt x="121920" y="326787"/>
                </a:lnTo>
                <a:lnTo>
                  <a:pt x="102107" y="343551"/>
                </a:lnTo>
                <a:lnTo>
                  <a:pt x="92963" y="351171"/>
                </a:lnTo>
                <a:lnTo>
                  <a:pt x="80075" y="363157"/>
                </a:lnTo>
                <a:lnTo>
                  <a:pt x="68827" y="376460"/>
                </a:lnTo>
                <a:lnTo>
                  <a:pt x="58598" y="390644"/>
                </a:lnTo>
                <a:lnTo>
                  <a:pt x="48767" y="405273"/>
                </a:lnTo>
                <a:lnTo>
                  <a:pt x="40386" y="418227"/>
                </a:lnTo>
                <a:lnTo>
                  <a:pt x="35813" y="425085"/>
                </a:lnTo>
                <a:lnTo>
                  <a:pt x="23621" y="458613"/>
                </a:lnTo>
                <a:lnTo>
                  <a:pt x="22098" y="464709"/>
                </a:lnTo>
                <a:lnTo>
                  <a:pt x="20574" y="475377"/>
                </a:lnTo>
                <a:lnTo>
                  <a:pt x="19812" y="476901"/>
                </a:lnTo>
                <a:lnTo>
                  <a:pt x="19050" y="477663"/>
                </a:lnTo>
                <a:lnTo>
                  <a:pt x="19050" y="478425"/>
                </a:lnTo>
                <a:lnTo>
                  <a:pt x="18034" y="479441"/>
                </a:lnTo>
                <a:lnTo>
                  <a:pt x="18440" y="479339"/>
                </a:lnTo>
                <a:lnTo>
                  <a:pt x="19812" y="478425"/>
                </a:lnTo>
                <a:lnTo>
                  <a:pt x="19812" y="478806"/>
                </a:lnTo>
                <a:lnTo>
                  <a:pt x="20574" y="478425"/>
                </a:lnTo>
                <a:lnTo>
                  <a:pt x="20574" y="517477"/>
                </a:lnTo>
                <a:lnTo>
                  <a:pt x="22098" y="517287"/>
                </a:lnTo>
                <a:lnTo>
                  <a:pt x="25908" y="516525"/>
                </a:lnTo>
                <a:lnTo>
                  <a:pt x="31242" y="515001"/>
                </a:lnTo>
                <a:lnTo>
                  <a:pt x="32004" y="515001"/>
                </a:lnTo>
                <a:lnTo>
                  <a:pt x="33528" y="514239"/>
                </a:lnTo>
                <a:lnTo>
                  <a:pt x="34290" y="514239"/>
                </a:lnTo>
                <a:lnTo>
                  <a:pt x="37338" y="512715"/>
                </a:lnTo>
                <a:lnTo>
                  <a:pt x="38100" y="511953"/>
                </a:lnTo>
                <a:lnTo>
                  <a:pt x="39624" y="511191"/>
                </a:lnTo>
                <a:lnTo>
                  <a:pt x="42672" y="508143"/>
                </a:lnTo>
                <a:lnTo>
                  <a:pt x="60198" y="472329"/>
                </a:lnTo>
                <a:lnTo>
                  <a:pt x="60960" y="463947"/>
                </a:lnTo>
                <a:lnTo>
                  <a:pt x="62484" y="457851"/>
                </a:lnTo>
                <a:lnTo>
                  <a:pt x="64008" y="452517"/>
                </a:lnTo>
                <a:lnTo>
                  <a:pt x="64769" y="451755"/>
                </a:lnTo>
                <a:lnTo>
                  <a:pt x="68580" y="444135"/>
                </a:lnTo>
                <a:lnTo>
                  <a:pt x="72390" y="438039"/>
                </a:lnTo>
                <a:lnTo>
                  <a:pt x="80772" y="426609"/>
                </a:lnTo>
                <a:lnTo>
                  <a:pt x="96787" y="402024"/>
                </a:lnTo>
                <a:lnTo>
                  <a:pt x="127254" y="371745"/>
                </a:lnTo>
                <a:lnTo>
                  <a:pt x="146304" y="356505"/>
                </a:lnTo>
                <a:lnTo>
                  <a:pt x="156210" y="348123"/>
                </a:lnTo>
                <a:lnTo>
                  <a:pt x="193749" y="319474"/>
                </a:lnTo>
                <a:lnTo>
                  <a:pt x="232848" y="288024"/>
                </a:lnTo>
                <a:lnTo>
                  <a:pt x="272686" y="256877"/>
                </a:lnTo>
                <a:lnTo>
                  <a:pt x="312438" y="229139"/>
                </a:lnTo>
                <a:lnTo>
                  <a:pt x="351282" y="207915"/>
                </a:lnTo>
                <a:lnTo>
                  <a:pt x="357378" y="205738"/>
                </a:lnTo>
                <a:lnTo>
                  <a:pt x="357378" y="166005"/>
                </a:lnTo>
                <a:lnTo>
                  <a:pt x="357987" y="165646"/>
                </a:lnTo>
                <a:close/>
              </a:path>
              <a:path w="2299970" h="520064">
                <a:moveTo>
                  <a:pt x="19050" y="479187"/>
                </a:moveTo>
                <a:lnTo>
                  <a:pt x="18669" y="479282"/>
                </a:lnTo>
                <a:lnTo>
                  <a:pt x="18288" y="479568"/>
                </a:lnTo>
                <a:lnTo>
                  <a:pt x="19050" y="479187"/>
                </a:lnTo>
                <a:close/>
              </a:path>
              <a:path w="2299970" h="520064">
                <a:moveTo>
                  <a:pt x="19812" y="478806"/>
                </a:moveTo>
                <a:lnTo>
                  <a:pt x="19812" y="478425"/>
                </a:lnTo>
                <a:lnTo>
                  <a:pt x="19050" y="479187"/>
                </a:lnTo>
                <a:lnTo>
                  <a:pt x="19812" y="478806"/>
                </a:lnTo>
                <a:close/>
              </a:path>
              <a:path w="2299970" h="520064">
                <a:moveTo>
                  <a:pt x="361950" y="164481"/>
                </a:moveTo>
                <a:lnTo>
                  <a:pt x="357987" y="165646"/>
                </a:lnTo>
                <a:lnTo>
                  <a:pt x="357378" y="166005"/>
                </a:lnTo>
                <a:lnTo>
                  <a:pt x="361950" y="164481"/>
                </a:lnTo>
                <a:close/>
              </a:path>
              <a:path w="2299970" h="520064">
                <a:moveTo>
                  <a:pt x="361950" y="204105"/>
                </a:moveTo>
                <a:lnTo>
                  <a:pt x="361950" y="164481"/>
                </a:lnTo>
                <a:lnTo>
                  <a:pt x="357378" y="166005"/>
                </a:lnTo>
                <a:lnTo>
                  <a:pt x="357378" y="205738"/>
                </a:lnTo>
                <a:lnTo>
                  <a:pt x="361950" y="204105"/>
                </a:lnTo>
                <a:close/>
              </a:path>
              <a:path w="2299970" h="520064">
                <a:moveTo>
                  <a:pt x="471212" y="114082"/>
                </a:moveTo>
                <a:lnTo>
                  <a:pt x="434491" y="125670"/>
                </a:lnTo>
                <a:lnTo>
                  <a:pt x="391737" y="145522"/>
                </a:lnTo>
                <a:lnTo>
                  <a:pt x="370332" y="158385"/>
                </a:lnTo>
                <a:lnTo>
                  <a:pt x="357987" y="165646"/>
                </a:lnTo>
                <a:lnTo>
                  <a:pt x="361950" y="164481"/>
                </a:lnTo>
                <a:lnTo>
                  <a:pt x="361950" y="204105"/>
                </a:lnTo>
                <a:lnTo>
                  <a:pt x="373380" y="200295"/>
                </a:lnTo>
                <a:lnTo>
                  <a:pt x="374904" y="200295"/>
                </a:lnTo>
                <a:lnTo>
                  <a:pt x="376428" y="199533"/>
                </a:lnTo>
                <a:lnTo>
                  <a:pt x="377952" y="198009"/>
                </a:lnTo>
                <a:lnTo>
                  <a:pt x="390906" y="190389"/>
                </a:lnTo>
                <a:lnTo>
                  <a:pt x="409683" y="179152"/>
                </a:lnTo>
                <a:lnTo>
                  <a:pt x="429267" y="169396"/>
                </a:lnTo>
                <a:lnTo>
                  <a:pt x="449482" y="160992"/>
                </a:lnTo>
                <a:lnTo>
                  <a:pt x="468630" y="154342"/>
                </a:lnTo>
                <a:lnTo>
                  <a:pt x="468630" y="115713"/>
                </a:lnTo>
                <a:lnTo>
                  <a:pt x="471212" y="114082"/>
                </a:lnTo>
                <a:close/>
              </a:path>
              <a:path w="2299970" h="520064">
                <a:moveTo>
                  <a:pt x="473964" y="113427"/>
                </a:moveTo>
                <a:lnTo>
                  <a:pt x="471212" y="114082"/>
                </a:lnTo>
                <a:lnTo>
                  <a:pt x="468630" y="115713"/>
                </a:lnTo>
                <a:lnTo>
                  <a:pt x="473964" y="113427"/>
                </a:lnTo>
                <a:close/>
              </a:path>
              <a:path w="2299970" h="520064">
                <a:moveTo>
                  <a:pt x="473964" y="152754"/>
                </a:moveTo>
                <a:lnTo>
                  <a:pt x="473964" y="113427"/>
                </a:lnTo>
                <a:lnTo>
                  <a:pt x="468630" y="115713"/>
                </a:lnTo>
                <a:lnTo>
                  <a:pt x="468630" y="154342"/>
                </a:lnTo>
                <a:lnTo>
                  <a:pt x="470154" y="153813"/>
                </a:lnTo>
                <a:lnTo>
                  <a:pt x="473964" y="152754"/>
                </a:lnTo>
                <a:close/>
              </a:path>
              <a:path w="2299970" h="520064">
                <a:moveTo>
                  <a:pt x="2194246" y="228763"/>
                </a:moveTo>
                <a:lnTo>
                  <a:pt x="2175510" y="222393"/>
                </a:lnTo>
                <a:lnTo>
                  <a:pt x="2164842" y="217821"/>
                </a:lnTo>
                <a:lnTo>
                  <a:pt x="2114382" y="201400"/>
                </a:lnTo>
                <a:lnTo>
                  <a:pt x="2066024" y="184583"/>
                </a:lnTo>
                <a:lnTo>
                  <a:pt x="2018307" y="165716"/>
                </a:lnTo>
                <a:lnTo>
                  <a:pt x="1969770" y="143145"/>
                </a:lnTo>
                <a:lnTo>
                  <a:pt x="1945386" y="131715"/>
                </a:lnTo>
                <a:lnTo>
                  <a:pt x="1935480" y="127143"/>
                </a:lnTo>
                <a:lnTo>
                  <a:pt x="1904619" y="114457"/>
                </a:lnTo>
                <a:lnTo>
                  <a:pt x="1872362" y="102978"/>
                </a:lnTo>
                <a:lnTo>
                  <a:pt x="1840612" y="90627"/>
                </a:lnTo>
                <a:lnTo>
                  <a:pt x="1811274" y="75327"/>
                </a:lnTo>
                <a:lnTo>
                  <a:pt x="1802130" y="69993"/>
                </a:lnTo>
                <a:lnTo>
                  <a:pt x="1792986" y="63897"/>
                </a:lnTo>
                <a:lnTo>
                  <a:pt x="1791462" y="62373"/>
                </a:lnTo>
                <a:lnTo>
                  <a:pt x="1789176" y="60849"/>
                </a:lnTo>
                <a:lnTo>
                  <a:pt x="1786889" y="60849"/>
                </a:lnTo>
                <a:lnTo>
                  <a:pt x="1756410" y="53229"/>
                </a:lnTo>
                <a:lnTo>
                  <a:pt x="1726692" y="45609"/>
                </a:lnTo>
                <a:lnTo>
                  <a:pt x="1697736" y="36465"/>
                </a:lnTo>
                <a:lnTo>
                  <a:pt x="1682495" y="31131"/>
                </a:lnTo>
                <a:lnTo>
                  <a:pt x="1668018" y="26559"/>
                </a:lnTo>
                <a:lnTo>
                  <a:pt x="1666494" y="25797"/>
                </a:lnTo>
                <a:lnTo>
                  <a:pt x="1664970" y="25797"/>
                </a:lnTo>
                <a:lnTo>
                  <a:pt x="1664208" y="25035"/>
                </a:lnTo>
                <a:lnTo>
                  <a:pt x="1623060" y="20463"/>
                </a:lnTo>
                <a:lnTo>
                  <a:pt x="1582674" y="15891"/>
                </a:lnTo>
                <a:lnTo>
                  <a:pt x="1541526" y="12843"/>
                </a:lnTo>
                <a:lnTo>
                  <a:pt x="1494402" y="9403"/>
                </a:lnTo>
                <a:lnTo>
                  <a:pt x="1447179" y="6916"/>
                </a:lnTo>
                <a:lnTo>
                  <a:pt x="1399894" y="5166"/>
                </a:lnTo>
                <a:lnTo>
                  <a:pt x="1352586" y="3936"/>
                </a:lnTo>
                <a:lnTo>
                  <a:pt x="1305296" y="3011"/>
                </a:lnTo>
                <a:lnTo>
                  <a:pt x="1258062" y="2175"/>
                </a:lnTo>
                <a:lnTo>
                  <a:pt x="1177290" y="1413"/>
                </a:lnTo>
                <a:lnTo>
                  <a:pt x="1095756" y="1413"/>
                </a:lnTo>
                <a:lnTo>
                  <a:pt x="1039555" y="0"/>
                </a:lnTo>
                <a:lnTo>
                  <a:pt x="985994" y="1756"/>
                </a:lnTo>
                <a:lnTo>
                  <a:pt x="932640" y="5245"/>
                </a:lnTo>
                <a:lnTo>
                  <a:pt x="877062" y="9033"/>
                </a:lnTo>
                <a:lnTo>
                  <a:pt x="806958" y="15129"/>
                </a:lnTo>
                <a:lnTo>
                  <a:pt x="724294" y="26045"/>
                </a:lnTo>
                <a:lnTo>
                  <a:pt x="677587" y="34831"/>
                </a:lnTo>
                <a:lnTo>
                  <a:pt x="631369" y="45828"/>
                </a:lnTo>
                <a:lnTo>
                  <a:pt x="585986" y="59570"/>
                </a:lnTo>
                <a:lnTo>
                  <a:pt x="541784" y="76591"/>
                </a:lnTo>
                <a:lnTo>
                  <a:pt x="499109" y="97425"/>
                </a:lnTo>
                <a:lnTo>
                  <a:pt x="471212" y="114082"/>
                </a:lnTo>
                <a:lnTo>
                  <a:pt x="473964" y="113427"/>
                </a:lnTo>
                <a:lnTo>
                  <a:pt x="473964" y="152754"/>
                </a:lnTo>
                <a:lnTo>
                  <a:pt x="483870" y="150003"/>
                </a:lnTo>
                <a:lnTo>
                  <a:pt x="485394" y="149241"/>
                </a:lnTo>
                <a:lnTo>
                  <a:pt x="487680" y="148479"/>
                </a:lnTo>
                <a:lnTo>
                  <a:pt x="489204" y="147717"/>
                </a:lnTo>
                <a:lnTo>
                  <a:pt x="503681" y="138573"/>
                </a:lnTo>
                <a:lnTo>
                  <a:pt x="517398" y="130953"/>
                </a:lnTo>
                <a:lnTo>
                  <a:pt x="563354" y="109060"/>
                </a:lnTo>
                <a:lnTo>
                  <a:pt x="611050" y="91512"/>
                </a:lnTo>
                <a:lnTo>
                  <a:pt x="660063" y="77732"/>
                </a:lnTo>
                <a:lnTo>
                  <a:pt x="709969" y="67142"/>
                </a:lnTo>
                <a:lnTo>
                  <a:pt x="760345" y="59167"/>
                </a:lnTo>
                <a:lnTo>
                  <a:pt x="810768" y="53229"/>
                </a:lnTo>
                <a:lnTo>
                  <a:pt x="914400" y="44847"/>
                </a:lnTo>
                <a:lnTo>
                  <a:pt x="968786" y="40572"/>
                </a:lnTo>
                <a:lnTo>
                  <a:pt x="1020371" y="38906"/>
                </a:lnTo>
                <a:lnTo>
                  <a:pt x="1071053" y="38843"/>
                </a:lnTo>
                <a:lnTo>
                  <a:pt x="1122727" y="39380"/>
                </a:lnTo>
                <a:lnTo>
                  <a:pt x="1177290" y="39513"/>
                </a:lnTo>
                <a:lnTo>
                  <a:pt x="1258062" y="40275"/>
                </a:lnTo>
                <a:lnTo>
                  <a:pt x="1338834" y="41799"/>
                </a:lnTo>
                <a:lnTo>
                  <a:pt x="1388896" y="42972"/>
                </a:lnTo>
                <a:lnTo>
                  <a:pt x="1439122" y="44737"/>
                </a:lnTo>
                <a:lnTo>
                  <a:pt x="1489306" y="47319"/>
                </a:lnTo>
                <a:lnTo>
                  <a:pt x="1539240" y="50943"/>
                </a:lnTo>
                <a:lnTo>
                  <a:pt x="1578864" y="53991"/>
                </a:lnTo>
                <a:lnTo>
                  <a:pt x="1655064" y="62617"/>
                </a:lnTo>
                <a:lnTo>
                  <a:pt x="1655064" y="62373"/>
                </a:lnTo>
                <a:lnTo>
                  <a:pt x="1659636" y="63135"/>
                </a:lnTo>
                <a:lnTo>
                  <a:pt x="1659636" y="63973"/>
                </a:lnTo>
                <a:lnTo>
                  <a:pt x="1670304" y="67707"/>
                </a:lnTo>
                <a:lnTo>
                  <a:pt x="1716024" y="81423"/>
                </a:lnTo>
                <a:lnTo>
                  <a:pt x="1746504" y="89805"/>
                </a:lnTo>
                <a:lnTo>
                  <a:pt x="1771650" y="95938"/>
                </a:lnTo>
                <a:lnTo>
                  <a:pt x="1771650" y="94377"/>
                </a:lnTo>
                <a:lnTo>
                  <a:pt x="1777745" y="97425"/>
                </a:lnTo>
                <a:lnTo>
                  <a:pt x="1777745" y="98949"/>
                </a:lnTo>
                <a:lnTo>
                  <a:pt x="1780794" y="101235"/>
                </a:lnTo>
                <a:lnTo>
                  <a:pt x="1790700" y="107331"/>
                </a:lnTo>
                <a:lnTo>
                  <a:pt x="1824214" y="124955"/>
                </a:lnTo>
                <a:lnTo>
                  <a:pt x="1859346" y="139044"/>
                </a:lnTo>
                <a:lnTo>
                  <a:pt x="1895016" y="151945"/>
                </a:lnTo>
                <a:lnTo>
                  <a:pt x="1930145" y="166005"/>
                </a:lnTo>
                <a:lnTo>
                  <a:pt x="1976627" y="188865"/>
                </a:lnTo>
                <a:lnTo>
                  <a:pt x="2020257" y="207677"/>
                </a:lnTo>
                <a:lnTo>
                  <a:pt x="2063272" y="223836"/>
                </a:lnTo>
                <a:lnTo>
                  <a:pt x="2106588" y="238701"/>
                </a:lnTo>
                <a:lnTo>
                  <a:pt x="2151126" y="253635"/>
                </a:lnTo>
                <a:lnTo>
                  <a:pt x="2161794" y="258207"/>
                </a:lnTo>
                <a:lnTo>
                  <a:pt x="2184578" y="265655"/>
                </a:lnTo>
                <a:lnTo>
                  <a:pt x="2194246" y="228763"/>
                </a:lnTo>
                <a:close/>
              </a:path>
              <a:path w="2299970" h="520064">
                <a:moveTo>
                  <a:pt x="1659636" y="63135"/>
                </a:moveTo>
                <a:lnTo>
                  <a:pt x="1655064" y="62373"/>
                </a:lnTo>
                <a:lnTo>
                  <a:pt x="1656096" y="62734"/>
                </a:lnTo>
                <a:lnTo>
                  <a:pt x="1659636" y="63135"/>
                </a:lnTo>
                <a:close/>
              </a:path>
              <a:path w="2299970" h="520064">
                <a:moveTo>
                  <a:pt x="1656096" y="62734"/>
                </a:moveTo>
                <a:lnTo>
                  <a:pt x="1655064" y="62373"/>
                </a:lnTo>
                <a:lnTo>
                  <a:pt x="1655064" y="62617"/>
                </a:lnTo>
                <a:lnTo>
                  <a:pt x="1656096" y="62734"/>
                </a:lnTo>
                <a:close/>
              </a:path>
              <a:path w="2299970" h="520064">
                <a:moveTo>
                  <a:pt x="1659636" y="63973"/>
                </a:moveTo>
                <a:lnTo>
                  <a:pt x="1659636" y="63135"/>
                </a:lnTo>
                <a:lnTo>
                  <a:pt x="1656096" y="62734"/>
                </a:lnTo>
                <a:lnTo>
                  <a:pt x="1659636" y="63973"/>
                </a:lnTo>
                <a:close/>
              </a:path>
              <a:path w="2299970" h="520064">
                <a:moveTo>
                  <a:pt x="1777745" y="97425"/>
                </a:moveTo>
                <a:lnTo>
                  <a:pt x="1771650" y="94377"/>
                </a:lnTo>
                <a:lnTo>
                  <a:pt x="1774734" y="96690"/>
                </a:lnTo>
                <a:lnTo>
                  <a:pt x="1777745" y="97425"/>
                </a:lnTo>
                <a:close/>
              </a:path>
              <a:path w="2299970" h="520064">
                <a:moveTo>
                  <a:pt x="1774734" y="96690"/>
                </a:moveTo>
                <a:lnTo>
                  <a:pt x="1771650" y="94377"/>
                </a:lnTo>
                <a:lnTo>
                  <a:pt x="1771650" y="95938"/>
                </a:lnTo>
                <a:lnTo>
                  <a:pt x="1774734" y="96690"/>
                </a:lnTo>
                <a:close/>
              </a:path>
              <a:path w="2299970" h="520064">
                <a:moveTo>
                  <a:pt x="1777745" y="98949"/>
                </a:moveTo>
                <a:lnTo>
                  <a:pt x="1777745" y="97425"/>
                </a:lnTo>
                <a:lnTo>
                  <a:pt x="1774734" y="96690"/>
                </a:lnTo>
                <a:lnTo>
                  <a:pt x="1777745" y="98949"/>
                </a:lnTo>
                <a:close/>
              </a:path>
              <a:path w="2299970" h="520064">
                <a:moveTo>
                  <a:pt x="2213610" y="295108"/>
                </a:moveTo>
                <a:lnTo>
                  <a:pt x="2213610" y="235347"/>
                </a:lnTo>
                <a:lnTo>
                  <a:pt x="2201418" y="271161"/>
                </a:lnTo>
                <a:lnTo>
                  <a:pt x="2184578" y="265655"/>
                </a:lnTo>
                <a:lnTo>
                  <a:pt x="2174748" y="303165"/>
                </a:lnTo>
                <a:lnTo>
                  <a:pt x="2213610" y="295108"/>
                </a:lnTo>
                <a:close/>
              </a:path>
              <a:path w="2299970" h="520064">
                <a:moveTo>
                  <a:pt x="2213610" y="235347"/>
                </a:moveTo>
                <a:lnTo>
                  <a:pt x="2194246" y="228763"/>
                </a:lnTo>
                <a:lnTo>
                  <a:pt x="2184578" y="265655"/>
                </a:lnTo>
                <a:lnTo>
                  <a:pt x="2201418" y="271161"/>
                </a:lnTo>
                <a:lnTo>
                  <a:pt x="2213610" y="235347"/>
                </a:lnTo>
                <a:close/>
              </a:path>
              <a:path w="2299970" h="520064">
                <a:moveTo>
                  <a:pt x="2299716" y="277257"/>
                </a:moveTo>
                <a:lnTo>
                  <a:pt x="2203704" y="192675"/>
                </a:lnTo>
                <a:lnTo>
                  <a:pt x="2194246" y="228763"/>
                </a:lnTo>
                <a:lnTo>
                  <a:pt x="2213610" y="235347"/>
                </a:lnTo>
                <a:lnTo>
                  <a:pt x="2213610" y="295108"/>
                </a:lnTo>
                <a:lnTo>
                  <a:pt x="2299716" y="277257"/>
                </a:lnTo>
                <a:close/>
              </a:path>
            </a:pathLst>
          </a:custGeom>
          <a:solidFill>
            <a:srgbClr val="33CC33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5" name="object 28">
            <a:extLst>
              <a:ext uri="{FF2B5EF4-FFF2-40B4-BE49-F238E27FC236}">
                <a16:creationId xmlns:a16="http://schemas.microsoft.com/office/drawing/2014/main" id="{BD42D7E0-2010-4F58-AD6F-44C678C39988}"/>
              </a:ext>
            </a:extLst>
          </p:cNvPr>
          <p:cNvSpPr/>
          <p:nvPr/>
        </p:nvSpPr>
        <p:spPr>
          <a:xfrm>
            <a:off x="2936473" y="3403518"/>
            <a:ext cx="2043953" cy="598393"/>
          </a:xfrm>
          <a:custGeom>
            <a:avLst/>
            <a:gdLst/>
            <a:ahLst/>
            <a:cxnLst/>
            <a:rect l="l" t="t" r="r" b="b"/>
            <a:pathLst>
              <a:path w="1737360" h="508635">
                <a:moveTo>
                  <a:pt x="1642109" y="469391"/>
                </a:moveTo>
                <a:lnTo>
                  <a:pt x="1642109" y="431291"/>
                </a:lnTo>
                <a:lnTo>
                  <a:pt x="1512570" y="432053"/>
                </a:lnTo>
                <a:lnTo>
                  <a:pt x="1460069" y="431973"/>
                </a:lnTo>
                <a:lnTo>
                  <a:pt x="1410737" y="431406"/>
                </a:lnTo>
                <a:lnTo>
                  <a:pt x="1359107" y="430139"/>
                </a:lnTo>
                <a:lnTo>
                  <a:pt x="1307202" y="428043"/>
                </a:lnTo>
                <a:lnTo>
                  <a:pt x="1255170" y="424969"/>
                </a:lnTo>
                <a:lnTo>
                  <a:pt x="1203159" y="420766"/>
                </a:lnTo>
                <a:lnTo>
                  <a:pt x="1151321" y="415286"/>
                </a:lnTo>
                <a:lnTo>
                  <a:pt x="1099803" y="408378"/>
                </a:lnTo>
                <a:lnTo>
                  <a:pt x="1048754" y="399892"/>
                </a:lnTo>
                <a:lnTo>
                  <a:pt x="998325" y="389680"/>
                </a:lnTo>
                <a:lnTo>
                  <a:pt x="948665" y="377590"/>
                </a:lnTo>
                <a:lnTo>
                  <a:pt x="899922" y="363473"/>
                </a:lnTo>
                <a:lnTo>
                  <a:pt x="846582" y="345185"/>
                </a:lnTo>
                <a:lnTo>
                  <a:pt x="845819" y="344423"/>
                </a:lnTo>
                <a:lnTo>
                  <a:pt x="843533" y="344423"/>
                </a:lnTo>
                <a:lnTo>
                  <a:pt x="830579" y="341375"/>
                </a:lnTo>
                <a:lnTo>
                  <a:pt x="817626" y="339089"/>
                </a:lnTo>
                <a:lnTo>
                  <a:pt x="770336" y="326857"/>
                </a:lnTo>
                <a:lnTo>
                  <a:pt x="724052" y="311343"/>
                </a:lnTo>
                <a:lnTo>
                  <a:pt x="678644" y="293319"/>
                </a:lnTo>
                <a:lnTo>
                  <a:pt x="633983" y="273557"/>
                </a:lnTo>
                <a:lnTo>
                  <a:pt x="625601" y="270509"/>
                </a:lnTo>
                <a:lnTo>
                  <a:pt x="610361" y="265938"/>
                </a:lnTo>
                <a:lnTo>
                  <a:pt x="593715" y="260844"/>
                </a:lnTo>
                <a:lnTo>
                  <a:pt x="576829" y="255727"/>
                </a:lnTo>
                <a:lnTo>
                  <a:pt x="560136" y="250000"/>
                </a:lnTo>
                <a:lnTo>
                  <a:pt x="544068" y="243077"/>
                </a:lnTo>
                <a:lnTo>
                  <a:pt x="537971" y="240029"/>
                </a:lnTo>
                <a:lnTo>
                  <a:pt x="531876" y="235457"/>
                </a:lnTo>
                <a:lnTo>
                  <a:pt x="530351" y="234695"/>
                </a:lnTo>
                <a:lnTo>
                  <a:pt x="528065" y="233933"/>
                </a:lnTo>
                <a:lnTo>
                  <a:pt x="526541" y="233171"/>
                </a:lnTo>
                <a:lnTo>
                  <a:pt x="507491" y="227837"/>
                </a:lnTo>
                <a:lnTo>
                  <a:pt x="460825" y="212788"/>
                </a:lnTo>
                <a:lnTo>
                  <a:pt x="413980" y="195173"/>
                </a:lnTo>
                <a:lnTo>
                  <a:pt x="367603" y="175107"/>
                </a:lnTo>
                <a:lnTo>
                  <a:pt x="322340" y="152704"/>
                </a:lnTo>
                <a:lnTo>
                  <a:pt x="278838" y="128079"/>
                </a:lnTo>
                <a:lnTo>
                  <a:pt x="237743" y="101346"/>
                </a:lnTo>
                <a:lnTo>
                  <a:pt x="220217" y="87630"/>
                </a:lnTo>
                <a:lnTo>
                  <a:pt x="217931" y="86867"/>
                </a:lnTo>
                <a:lnTo>
                  <a:pt x="216407" y="86105"/>
                </a:lnTo>
                <a:lnTo>
                  <a:pt x="203453" y="81533"/>
                </a:lnTo>
                <a:lnTo>
                  <a:pt x="158152" y="62562"/>
                </a:lnTo>
                <a:lnTo>
                  <a:pt x="113476" y="40071"/>
                </a:lnTo>
                <a:lnTo>
                  <a:pt x="68449" y="18690"/>
                </a:lnTo>
                <a:lnTo>
                  <a:pt x="22097" y="3047"/>
                </a:lnTo>
                <a:lnTo>
                  <a:pt x="7619" y="0"/>
                </a:lnTo>
                <a:lnTo>
                  <a:pt x="0" y="37338"/>
                </a:lnTo>
                <a:lnTo>
                  <a:pt x="13715" y="40386"/>
                </a:lnTo>
                <a:lnTo>
                  <a:pt x="58694" y="56095"/>
                </a:lnTo>
                <a:lnTo>
                  <a:pt x="102303" y="76976"/>
                </a:lnTo>
                <a:lnTo>
                  <a:pt x="145623" y="98802"/>
                </a:lnTo>
                <a:lnTo>
                  <a:pt x="189737" y="117348"/>
                </a:lnTo>
                <a:lnTo>
                  <a:pt x="198881" y="120235"/>
                </a:lnTo>
                <a:lnTo>
                  <a:pt x="198881" y="119633"/>
                </a:lnTo>
                <a:lnTo>
                  <a:pt x="204215" y="121919"/>
                </a:lnTo>
                <a:lnTo>
                  <a:pt x="204215" y="123697"/>
                </a:lnTo>
                <a:lnTo>
                  <a:pt x="214883" y="131826"/>
                </a:lnTo>
                <a:lnTo>
                  <a:pt x="257743" y="159945"/>
                </a:lnTo>
                <a:lnTo>
                  <a:pt x="303047" y="185755"/>
                </a:lnTo>
                <a:lnTo>
                  <a:pt x="350162" y="209183"/>
                </a:lnTo>
                <a:lnTo>
                  <a:pt x="398458" y="230152"/>
                </a:lnTo>
                <a:lnTo>
                  <a:pt x="447301" y="248587"/>
                </a:lnTo>
                <a:lnTo>
                  <a:pt x="496061" y="264413"/>
                </a:lnTo>
                <a:lnTo>
                  <a:pt x="511301" y="268517"/>
                </a:lnTo>
                <a:lnTo>
                  <a:pt x="511301" y="268223"/>
                </a:lnTo>
                <a:lnTo>
                  <a:pt x="515873" y="269747"/>
                </a:lnTo>
                <a:lnTo>
                  <a:pt x="515873" y="271081"/>
                </a:lnTo>
                <a:lnTo>
                  <a:pt x="517397" y="272034"/>
                </a:lnTo>
                <a:lnTo>
                  <a:pt x="525018" y="276605"/>
                </a:lnTo>
                <a:lnTo>
                  <a:pt x="547307" y="286142"/>
                </a:lnTo>
                <a:lnTo>
                  <a:pt x="568885" y="293269"/>
                </a:lnTo>
                <a:lnTo>
                  <a:pt x="590627" y="299685"/>
                </a:lnTo>
                <a:lnTo>
                  <a:pt x="613410" y="307085"/>
                </a:lnTo>
                <a:lnTo>
                  <a:pt x="620268" y="309371"/>
                </a:lnTo>
                <a:lnTo>
                  <a:pt x="626363" y="312420"/>
                </a:lnTo>
                <a:lnTo>
                  <a:pt x="671343" y="331484"/>
                </a:lnTo>
                <a:lnTo>
                  <a:pt x="715841" y="348810"/>
                </a:lnTo>
                <a:lnTo>
                  <a:pt x="761130" y="363942"/>
                </a:lnTo>
                <a:lnTo>
                  <a:pt x="808482" y="376427"/>
                </a:lnTo>
                <a:lnTo>
                  <a:pt x="822960" y="378713"/>
                </a:lnTo>
                <a:lnTo>
                  <a:pt x="834389" y="381253"/>
                </a:lnTo>
                <a:lnTo>
                  <a:pt x="834389" y="380999"/>
                </a:lnTo>
                <a:lnTo>
                  <a:pt x="836495" y="381701"/>
                </a:lnTo>
                <a:lnTo>
                  <a:pt x="836676" y="381783"/>
                </a:lnTo>
                <a:lnTo>
                  <a:pt x="887729" y="399288"/>
                </a:lnTo>
                <a:lnTo>
                  <a:pt x="938379" y="413906"/>
                </a:lnTo>
                <a:lnTo>
                  <a:pt x="989467" y="426421"/>
                </a:lnTo>
                <a:lnTo>
                  <a:pt x="1040939" y="436987"/>
                </a:lnTo>
                <a:lnTo>
                  <a:pt x="1092741" y="445761"/>
                </a:lnTo>
                <a:lnTo>
                  <a:pt x="1144820" y="452899"/>
                </a:lnTo>
                <a:lnTo>
                  <a:pt x="1197121" y="458557"/>
                </a:lnTo>
                <a:lnTo>
                  <a:pt x="1249590" y="462890"/>
                </a:lnTo>
                <a:lnTo>
                  <a:pt x="1302173" y="466056"/>
                </a:lnTo>
                <a:lnTo>
                  <a:pt x="1354816" y="468209"/>
                </a:lnTo>
                <a:lnTo>
                  <a:pt x="1407466" y="469505"/>
                </a:lnTo>
                <a:lnTo>
                  <a:pt x="1460069" y="470102"/>
                </a:lnTo>
                <a:lnTo>
                  <a:pt x="1512570" y="470153"/>
                </a:lnTo>
                <a:lnTo>
                  <a:pt x="1642109" y="469391"/>
                </a:lnTo>
                <a:close/>
              </a:path>
              <a:path w="1737360" h="508635">
                <a:moveTo>
                  <a:pt x="204215" y="121919"/>
                </a:moveTo>
                <a:lnTo>
                  <a:pt x="198881" y="119633"/>
                </a:lnTo>
                <a:lnTo>
                  <a:pt x="200230" y="120661"/>
                </a:lnTo>
                <a:lnTo>
                  <a:pt x="204215" y="121919"/>
                </a:lnTo>
                <a:close/>
              </a:path>
              <a:path w="1737360" h="508635">
                <a:moveTo>
                  <a:pt x="200230" y="120661"/>
                </a:moveTo>
                <a:lnTo>
                  <a:pt x="198881" y="119633"/>
                </a:lnTo>
                <a:lnTo>
                  <a:pt x="198881" y="120235"/>
                </a:lnTo>
                <a:lnTo>
                  <a:pt x="200230" y="120661"/>
                </a:lnTo>
                <a:close/>
              </a:path>
              <a:path w="1737360" h="508635">
                <a:moveTo>
                  <a:pt x="204215" y="123697"/>
                </a:moveTo>
                <a:lnTo>
                  <a:pt x="204215" y="121919"/>
                </a:lnTo>
                <a:lnTo>
                  <a:pt x="200230" y="120661"/>
                </a:lnTo>
                <a:lnTo>
                  <a:pt x="204215" y="123697"/>
                </a:lnTo>
                <a:close/>
              </a:path>
              <a:path w="1737360" h="508635">
                <a:moveTo>
                  <a:pt x="515873" y="269747"/>
                </a:moveTo>
                <a:lnTo>
                  <a:pt x="511301" y="268223"/>
                </a:lnTo>
                <a:lnTo>
                  <a:pt x="512125" y="268738"/>
                </a:lnTo>
                <a:lnTo>
                  <a:pt x="515873" y="269747"/>
                </a:lnTo>
                <a:close/>
              </a:path>
              <a:path w="1737360" h="508635">
                <a:moveTo>
                  <a:pt x="512125" y="268738"/>
                </a:moveTo>
                <a:lnTo>
                  <a:pt x="511301" y="268223"/>
                </a:lnTo>
                <a:lnTo>
                  <a:pt x="511301" y="268517"/>
                </a:lnTo>
                <a:lnTo>
                  <a:pt x="512125" y="268738"/>
                </a:lnTo>
                <a:close/>
              </a:path>
              <a:path w="1737360" h="508635">
                <a:moveTo>
                  <a:pt x="515873" y="271081"/>
                </a:moveTo>
                <a:lnTo>
                  <a:pt x="515873" y="269747"/>
                </a:lnTo>
                <a:lnTo>
                  <a:pt x="512125" y="268738"/>
                </a:lnTo>
                <a:lnTo>
                  <a:pt x="515873" y="271081"/>
                </a:lnTo>
                <a:close/>
              </a:path>
              <a:path w="1737360" h="508635">
                <a:moveTo>
                  <a:pt x="836676" y="381761"/>
                </a:moveTo>
                <a:lnTo>
                  <a:pt x="834389" y="380999"/>
                </a:lnTo>
                <a:lnTo>
                  <a:pt x="836495" y="381721"/>
                </a:lnTo>
                <a:lnTo>
                  <a:pt x="836676" y="381761"/>
                </a:lnTo>
                <a:close/>
              </a:path>
              <a:path w="1737360" h="508635">
                <a:moveTo>
                  <a:pt x="836495" y="381721"/>
                </a:moveTo>
                <a:lnTo>
                  <a:pt x="834389" y="380999"/>
                </a:lnTo>
                <a:lnTo>
                  <a:pt x="834389" y="381253"/>
                </a:lnTo>
                <a:lnTo>
                  <a:pt x="836495" y="381721"/>
                </a:lnTo>
                <a:close/>
              </a:path>
              <a:path w="1737360" h="508635">
                <a:moveTo>
                  <a:pt x="836676" y="381783"/>
                </a:moveTo>
                <a:lnTo>
                  <a:pt x="836495" y="381721"/>
                </a:lnTo>
                <a:lnTo>
                  <a:pt x="836676" y="381783"/>
                </a:lnTo>
                <a:close/>
              </a:path>
              <a:path w="1737360" h="508635">
                <a:moveTo>
                  <a:pt x="1737359" y="450341"/>
                </a:moveTo>
                <a:lnTo>
                  <a:pt x="1623060" y="393953"/>
                </a:lnTo>
                <a:lnTo>
                  <a:pt x="1623060" y="431404"/>
                </a:lnTo>
                <a:lnTo>
                  <a:pt x="1642109" y="431291"/>
                </a:lnTo>
                <a:lnTo>
                  <a:pt x="1642109" y="498602"/>
                </a:lnTo>
                <a:lnTo>
                  <a:pt x="1737359" y="450341"/>
                </a:lnTo>
                <a:close/>
              </a:path>
              <a:path w="1737360" h="508635">
                <a:moveTo>
                  <a:pt x="1642109" y="498602"/>
                </a:moveTo>
                <a:lnTo>
                  <a:pt x="1642109" y="469391"/>
                </a:lnTo>
                <a:lnTo>
                  <a:pt x="1623060" y="469504"/>
                </a:lnTo>
                <a:lnTo>
                  <a:pt x="1623060" y="508253"/>
                </a:lnTo>
                <a:lnTo>
                  <a:pt x="1642109" y="498602"/>
                </a:lnTo>
                <a:close/>
              </a:path>
            </a:pathLst>
          </a:custGeom>
          <a:solidFill>
            <a:srgbClr val="33CC33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29">
            <a:extLst>
              <a:ext uri="{FF2B5EF4-FFF2-40B4-BE49-F238E27FC236}">
                <a16:creationId xmlns:a16="http://schemas.microsoft.com/office/drawing/2014/main" id="{13B5AC7F-2784-43F0-9ED3-FFE6B2FB0723}"/>
              </a:ext>
            </a:extLst>
          </p:cNvPr>
          <p:cNvSpPr/>
          <p:nvPr/>
        </p:nvSpPr>
        <p:spPr>
          <a:xfrm>
            <a:off x="5549685" y="2916993"/>
            <a:ext cx="220531" cy="2218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5F8B66ED-8C17-4876-9860-1DA2DE5BD512}"/>
              </a:ext>
            </a:extLst>
          </p:cNvPr>
          <p:cNvSpPr/>
          <p:nvPr/>
        </p:nvSpPr>
        <p:spPr>
          <a:xfrm>
            <a:off x="4965187" y="3046396"/>
            <a:ext cx="220531" cy="2212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1" name="object 31">
            <a:extLst>
              <a:ext uri="{FF2B5EF4-FFF2-40B4-BE49-F238E27FC236}">
                <a16:creationId xmlns:a16="http://schemas.microsoft.com/office/drawing/2014/main" id="{6CC70450-B86F-4EA7-A534-E81ACB12EC8D}"/>
              </a:ext>
            </a:extLst>
          </p:cNvPr>
          <p:cNvSpPr/>
          <p:nvPr/>
        </p:nvSpPr>
        <p:spPr>
          <a:xfrm>
            <a:off x="4952636" y="3864022"/>
            <a:ext cx="220531" cy="22164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3" name="object 32">
            <a:extLst>
              <a:ext uri="{FF2B5EF4-FFF2-40B4-BE49-F238E27FC236}">
                <a16:creationId xmlns:a16="http://schemas.microsoft.com/office/drawing/2014/main" id="{8475C2D9-8DE7-4D09-9C55-2667D376167A}"/>
              </a:ext>
            </a:extLst>
          </p:cNvPr>
          <p:cNvSpPr txBox="1"/>
          <p:nvPr/>
        </p:nvSpPr>
        <p:spPr>
          <a:xfrm>
            <a:off x="8117581" y="10564"/>
            <a:ext cx="1497105" cy="34088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117" b="1" dirty="0">
                <a:latin typeface="Arial"/>
                <a:cs typeface="Arial"/>
              </a:rPr>
              <a:t>Parameters</a:t>
            </a:r>
            <a:endParaRPr sz="2117" dirty="0">
              <a:latin typeface="Arial"/>
              <a:cs typeface="Arial"/>
            </a:endParaRPr>
          </a:p>
        </p:txBody>
      </p:sp>
      <p:sp>
        <p:nvSpPr>
          <p:cNvPr id="65" name="object 33">
            <a:extLst>
              <a:ext uri="{FF2B5EF4-FFF2-40B4-BE49-F238E27FC236}">
                <a16:creationId xmlns:a16="http://schemas.microsoft.com/office/drawing/2014/main" id="{16AF2829-7930-47FA-AC02-199FB0B50271}"/>
              </a:ext>
            </a:extLst>
          </p:cNvPr>
          <p:cNvSpPr txBox="1"/>
          <p:nvPr/>
        </p:nvSpPr>
        <p:spPr>
          <a:xfrm>
            <a:off x="5868232" y="5937100"/>
            <a:ext cx="1713005" cy="376420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2353" b="1" spc="-12" dirty="0">
                <a:latin typeface="Tahoma"/>
                <a:cs typeface="Tahoma"/>
              </a:rPr>
              <a:t>Linear</a:t>
            </a:r>
            <a:r>
              <a:rPr sz="2353" b="1" spc="-53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SVM</a:t>
            </a:r>
            <a:endParaRPr sz="2353">
              <a:latin typeface="Tahoma"/>
              <a:cs typeface="Tahoma"/>
            </a:endParaRPr>
          </a:p>
        </p:txBody>
      </p:sp>
      <p:sp>
        <p:nvSpPr>
          <p:cNvPr id="67" name="object 64">
            <a:extLst>
              <a:ext uri="{FF2B5EF4-FFF2-40B4-BE49-F238E27FC236}">
                <a16:creationId xmlns:a16="http://schemas.microsoft.com/office/drawing/2014/main" id="{ABA419D2-E2D3-4A1B-AC7E-C5493076D8F4}"/>
              </a:ext>
            </a:extLst>
          </p:cNvPr>
          <p:cNvSpPr txBox="1"/>
          <p:nvPr/>
        </p:nvSpPr>
        <p:spPr>
          <a:xfrm>
            <a:off x="8137326" y="3141400"/>
            <a:ext cx="3019612" cy="2728475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 marR="88903">
              <a:spcBef>
                <a:spcPts val="112"/>
              </a:spcBef>
            </a:pP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sz="2353" spc="-5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maximum margin  linear classifier </a:t>
            </a: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sz="2353" spc="-12" dirty="0">
                <a:latin typeface="Calibri" panose="020F0502020204030204" pitchFamily="34" charset="0"/>
                <a:cs typeface="Calibri" panose="020F0502020204030204" pitchFamily="34" charset="0"/>
              </a:rPr>
              <a:t>the  </a:t>
            </a: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linear classifier with  the maximum</a:t>
            </a:r>
            <a:r>
              <a:rPr sz="2353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margin.</a:t>
            </a:r>
            <a:endParaRPr sz="235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941" marR="5977">
              <a:spcBef>
                <a:spcPts val="1412"/>
              </a:spcBef>
            </a:pP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This is the </a:t>
            </a:r>
            <a:r>
              <a:rPr sz="2353" spc="-12" dirty="0">
                <a:latin typeface="Calibri" panose="020F0502020204030204" pitchFamily="34" charset="0"/>
                <a:cs typeface="Calibri" panose="020F0502020204030204" pitchFamily="34" charset="0"/>
              </a:rPr>
              <a:t>simplest  </a:t>
            </a:r>
            <a:r>
              <a:rPr sz="2353" spc="-5" dirty="0">
                <a:latin typeface="Calibri" panose="020F0502020204030204" pitchFamily="34" charset="0"/>
                <a:cs typeface="Calibri" panose="020F0502020204030204" pitchFamily="34" charset="0"/>
              </a:rPr>
              <a:t>kind of SVM (Called an  LSVM)</a:t>
            </a:r>
            <a:endParaRPr sz="235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713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71D66-0D0E-4A55-97B4-0206D0C6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7DC12041-1470-4F6F-B9C6-22BD13E3399D}"/>
              </a:ext>
            </a:extLst>
          </p:cNvPr>
          <p:cNvSpPr/>
          <p:nvPr/>
        </p:nvSpPr>
        <p:spPr>
          <a:xfrm>
            <a:off x="2710702" y="2686070"/>
            <a:ext cx="89647" cy="3578412"/>
          </a:xfrm>
          <a:custGeom>
            <a:avLst/>
            <a:gdLst/>
            <a:ahLst/>
            <a:cxnLst/>
            <a:rect l="l" t="t" r="r" b="b"/>
            <a:pathLst>
              <a:path w="76200" h="304165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25145" y="76200"/>
                </a:lnTo>
                <a:lnTo>
                  <a:pt x="25145" y="63245"/>
                </a:lnTo>
                <a:lnTo>
                  <a:pt x="50291" y="63245"/>
                </a:lnTo>
                <a:lnTo>
                  <a:pt x="50291" y="76200"/>
                </a:lnTo>
                <a:lnTo>
                  <a:pt x="76200" y="76200"/>
                </a:lnTo>
                <a:close/>
              </a:path>
              <a:path w="76200" h="3041650">
                <a:moveTo>
                  <a:pt x="50291" y="76200"/>
                </a:moveTo>
                <a:lnTo>
                  <a:pt x="50291" y="63245"/>
                </a:lnTo>
                <a:lnTo>
                  <a:pt x="25145" y="63245"/>
                </a:lnTo>
                <a:lnTo>
                  <a:pt x="25145" y="76200"/>
                </a:lnTo>
                <a:lnTo>
                  <a:pt x="50291" y="76200"/>
                </a:lnTo>
                <a:close/>
              </a:path>
              <a:path w="76200" h="3041650">
                <a:moveTo>
                  <a:pt x="50292" y="3041141"/>
                </a:moveTo>
                <a:lnTo>
                  <a:pt x="50291" y="76200"/>
                </a:lnTo>
                <a:lnTo>
                  <a:pt x="25145" y="76200"/>
                </a:lnTo>
                <a:lnTo>
                  <a:pt x="25146" y="3041141"/>
                </a:lnTo>
                <a:lnTo>
                  <a:pt x="50292" y="30411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953AE729-FF3F-4DF8-9530-915C86A1DA07}"/>
              </a:ext>
            </a:extLst>
          </p:cNvPr>
          <p:cNvSpPr/>
          <p:nvPr/>
        </p:nvSpPr>
        <p:spPr>
          <a:xfrm>
            <a:off x="2739394" y="6206675"/>
            <a:ext cx="4802841" cy="89647"/>
          </a:xfrm>
          <a:custGeom>
            <a:avLst/>
            <a:gdLst/>
            <a:ahLst/>
            <a:cxnLst/>
            <a:rect l="l" t="t" r="r" b="b"/>
            <a:pathLst>
              <a:path w="4082415" h="76200">
                <a:moveTo>
                  <a:pt x="4018026" y="51053"/>
                </a:moveTo>
                <a:lnTo>
                  <a:pt x="4018026" y="25907"/>
                </a:lnTo>
                <a:lnTo>
                  <a:pt x="0" y="25907"/>
                </a:lnTo>
                <a:lnTo>
                  <a:pt x="0" y="51053"/>
                </a:lnTo>
                <a:lnTo>
                  <a:pt x="4018026" y="51053"/>
                </a:lnTo>
                <a:close/>
              </a:path>
              <a:path w="4082415" h="76200">
                <a:moveTo>
                  <a:pt x="4082034" y="38100"/>
                </a:moveTo>
                <a:lnTo>
                  <a:pt x="4005834" y="0"/>
                </a:lnTo>
                <a:lnTo>
                  <a:pt x="4005834" y="25907"/>
                </a:lnTo>
                <a:lnTo>
                  <a:pt x="4018026" y="25907"/>
                </a:lnTo>
                <a:lnTo>
                  <a:pt x="4018026" y="70103"/>
                </a:lnTo>
                <a:lnTo>
                  <a:pt x="4082034" y="38100"/>
                </a:lnTo>
                <a:close/>
              </a:path>
              <a:path w="4082415" h="76200">
                <a:moveTo>
                  <a:pt x="4018026" y="70103"/>
                </a:moveTo>
                <a:lnTo>
                  <a:pt x="4018026" y="51053"/>
                </a:lnTo>
                <a:lnTo>
                  <a:pt x="4005834" y="51053"/>
                </a:lnTo>
                <a:lnTo>
                  <a:pt x="4005834" y="76200"/>
                </a:lnTo>
                <a:lnTo>
                  <a:pt x="4018026" y="70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0B74BF03-008A-40FE-B1B0-379A5AAF7362}"/>
              </a:ext>
            </a:extLst>
          </p:cNvPr>
          <p:cNvSpPr/>
          <p:nvPr/>
        </p:nvSpPr>
        <p:spPr>
          <a:xfrm>
            <a:off x="4116371" y="3692971"/>
            <a:ext cx="115645" cy="1156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DCBDC7C-0047-42DD-B30B-6CCBE645B709}"/>
              </a:ext>
            </a:extLst>
          </p:cNvPr>
          <p:cNvSpPr/>
          <p:nvPr/>
        </p:nvSpPr>
        <p:spPr>
          <a:xfrm>
            <a:off x="3440431" y="4113415"/>
            <a:ext cx="115645" cy="1156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6DF9396-D880-45B2-9BB5-C7D86C0341A6}"/>
              </a:ext>
            </a:extLst>
          </p:cNvPr>
          <p:cNvSpPr/>
          <p:nvPr/>
        </p:nvSpPr>
        <p:spPr>
          <a:xfrm>
            <a:off x="3619726" y="4756184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22DC0310-C5B4-4014-90B4-CB9238DA3B8F}"/>
              </a:ext>
            </a:extLst>
          </p:cNvPr>
          <p:cNvSpPr/>
          <p:nvPr/>
        </p:nvSpPr>
        <p:spPr>
          <a:xfrm>
            <a:off x="3171491" y="5294067"/>
            <a:ext cx="115644" cy="1156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D42A51DD-E96F-44E7-9C49-3CA5B1AA3774}"/>
              </a:ext>
            </a:extLst>
          </p:cNvPr>
          <p:cNvSpPr/>
          <p:nvPr/>
        </p:nvSpPr>
        <p:spPr>
          <a:xfrm>
            <a:off x="3799019" y="3411478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CD546D07-2EBE-4C62-9C3E-A12D16922D38}"/>
              </a:ext>
            </a:extLst>
          </p:cNvPr>
          <p:cNvSpPr/>
          <p:nvPr/>
        </p:nvSpPr>
        <p:spPr>
          <a:xfrm>
            <a:off x="3171491" y="4487243"/>
            <a:ext cx="115644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C74B1F79-F5FA-4DFC-8F37-0C21F0ECADBA}"/>
              </a:ext>
            </a:extLst>
          </p:cNvPr>
          <p:cNvSpPr/>
          <p:nvPr/>
        </p:nvSpPr>
        <p:spPr>
          <a:xfrm>
            <a:off x="3350784" y="4666538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3" name="object 17">
            <a:extLst>
              <a:ext uri="{FF2B5EF4-FFF2-40B4-BE49-F238E27FC236}">
                <a16:creationId xmlns:a16="http://schemas.microsoft.com/office/drawing/2014/main" id="{71B7BA6C-A9E0-4750-8343-A80884F4611B}"/>
              </a:ext>
            </a:extLst>
          </p:cNvPr>
          <p:cNvSpPr/>
          <p:nvPr/>
        </p:nvSpPr>
        <p:spPr>
          <a:xfrm>
            <a:off x="4247255" y="4218302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FCFBF889-2F77-4161-B89E-130CA6F4E3A5}"/>
              </a:ext>
            </a:extLst>
          </p:cNvPr>
          <p:cNvSpPr/>
          <p:nvPr/>
        </p:nvSpPr>
        <p:spPr>
          <a:xfrm>
            <a:off x="5307779" y="4203062"/>
            <a:ext cx="115645" cy="1156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842F2C16-7DD1-4CC0-A7DD-CD9F4618D33E}"/>
              </a:ext>
            </a:extLst>
          </p:cNvPr>
          <p:cNvSpPr/>
          <p:nvPr/>
        </p:nvSpPr>
        <p:spPr>
          <a:xfrm>
            <a:off x="4874784" y="5294067"/>
            <a:ext cx="115645" cy="1156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E9172B78-11D4-4D34-ACA0-F2783DE40EF3}"/>
              </a:ext>
            </a:extLst>
          </p:cNvPr>
          <p:cNvSpPr/>
          <p:nvPr/>
        </p:nvSpPr>
        <p:spPr>
          <a:xfrm>
            <a:off x="6040198" y="5294067"/>
            <a:ext cx="115645" cy="1156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A8D00AA6-ECE2-437F-B857-18E334B8B003}"/>
              </a:ext>
            </a:extLst>
          </p:cNvPr>
          <p:cNvSpPr/>
          <p:nvPr/>
        </p:nvSpPr>
        <p:spPr>
          <a:xfrm>
            <a:off x="4500956" y="5906358"/>
            <a:ext cx="115645" cy="1156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AB3E8265-0223-4C2C-AC2A-1A7C65586FD6}"/>
              </a:ext>
            </a:extLst>
          </p:cNvPr>
          <p:cNvSpPr/>
          <p:nvPr/>
        </p:nvSpPr>
        <p:spPr>
          <a:xfrm>
            <a:off x="5233374" y="4576890"/>
            <a:ext cx="115645" cy="115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23">
            <a:extLst>
              <a:ext uri="{FF2B5EF4-FFF2-40B4-BE49-F238E27FC236}">
                <a16:creationId xmlns:a16="http://schemas.microsoft.com/office/drawing/2014/main" id="{017632F1-1299-4842-8F6A-B49D85483EDD}"/>
              </a:ext>
            </a:extLst>
          </p:cNvPr>
          <p:cNvSpPr/>
          <p:nvPr/>
        </p:nvSpPr>
        <p:spPr>
          <a:xfrm>
            <a:off x="4500956" y="5099532"/>
            <a:ext cx="115645" cy="1156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24">
            <a:extLst>
              <a:ext uri="{FF2B5EF4-FFF2-40B4-BE49-F238E27FC236}">
                <a16:creationId xmlns:a16="http://schemas.microsoft.com/office/drawing/2014/main" id="{F9F6FD88-8B02-4F36-9F6E-520D63A2D9C3}"/>
              </a:ext>
            </a:extLst>
          </p:cNvPr>
          <p:cNvSpPr/>
          <p:nvPr/>
        </p:nvSpPr>
        <p:spPr>
          <a:xfrm>
            <a:off x="5323020" y="5563009"/>
            <a:ext cx="115645" cy="1156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5">
            <a:extLst>
              <a:ext uri="{FF2B5EF4-FFF2-40B4-BE49-F238E27FC236}">
                <a16:creationId xmlns:a16="http://schemas.microsoft.com/office/drawing/2014/main" id="{8BE9CE27-A0B0-41B6-B706-D7EC13DE8666}"/>
              </a:ext>
            </a:extLst>
          </p:cNvPr>
          <p:cNvSpPr/>
          <p:nvPr/>
        </p:nvSpPr>
        <p:spPr>
          <a:xfrm>
            <a:off x="6129844" y="4487243"/>
            <a:ext cx="115645" cy="115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6">
            <a:extLst>
              <a:ext uri="{FF2B5EF4-FFF2-40B4-BE49-F238E27FC236}">
                <a16:creationId xmlns:a16="http://schemas.microsoft.com/office/drawing/2014/main" id="{786D8E2A-1B17-41D5-A106-C4FE14CC8528}"/>
              </a:ext>
            </a:extLst>
          </p:cNvPr>
          <p:cNvSpPr/>
          <p:nvPr/>
        </p:nvSpPr>
        <p:spPr>
          <a:xfrm>
            <a:off x="3258450" y="2781261"/>
            <a:ext cx="2885141" cy="3153335"/>
          </a:xfrm>
          <a:custGeom>
            <a:avLst/>
            <a:gdLst/>
            <a:ahLst/>
            <a:cxnLst/>
            <a:rect l="l" t="t" r="r" b="b"/>
            <a:pathLst>
              <a:path w="2452370" h="2680334">
                <a:moveTo>
                  <a:pt x="2452116" y="12953"/>
                </a:moveTo>
                <a:lnTo>
                  <a:pt x="2438400" y="0"/>
                </a:lnTo>
                <a:lnTo>
                  <a:pt x="0" y="2666999"/>
                </a:lnTo>
                <a:lnTo>
                  <a:pt x="13716" y="2679954"/>
                </a:lnTo>
                <a:lnTo>
                  <a:pt x="2452116" y="12953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7">
            <a:extLst>
              <a:ext uri="{FF2B5EF4-FFF2-40B4-BE49-F238E27FC236}">
                <a16:creationId xmlns:a16="http://schemas.microsoft.com/office/drawing/2014/main" id="{F0722FFA-D752-4348-A8AC-0BA6EA27B4B7}"/>
              </a:ext>
            </a:extLst>
          </p:cNvPr>
          <p:cNvSpPr/>
          <p:nvPr/>
        </p:nvSpPr>
        <p:spPr>
          <a:xfrm>
            <a:off x="4347659" y="2706854"/>
            <a:ext cx="115645" cy="1156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8">
            <a:extLst>
              <a:ext uri="{FF2B5EF4-FFF2-40B4-BE49-F238E27FC236}">
                <a16:creationId xmlns:a16="http://schemas.microsoft.com/office/drawing/2014/main" id="{62E34E84-5700-49EC-80A2-03F0DDB34679}"/>
              </a:ext>
            </a:extLst>
          </p:cNvPr>
          <p:cNvSpPr/>
          <p:nvPr/>
        </p:nvSpPr>
        <p:spPr>
          <a:xfrm>
            <a:off x="5064837" y="2796502"/>
            <a:ext cx="115644" cy="1156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9">
            <a:extLst>
              <a:ext uri="{FF2B5EF4-FFF2-40B4-BE49-F238E27FC236}">
                <a16:creationId xmlns:a16="http://schemas.microsoft.com/office/drawing/2014/main" id="{88357A88-8C5D-4603-970A-31E22F55CBF3}"/>
              </a:ext>
            </a:extLst>
          </p:cNvPr>
          <p:cNvSpPr/>
          <p:nvPr/>
        </p:nvSpPr>
        <p:spPr>
          <a:xfrm>
            <a:off x="6319896" y="3692971"/>
            <a:ext cx="115645" cy="11564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30">
            <a:extLst>
              <a:ext uri="{FF2B5EF4-FFF2-40B4-BE49-F238E27FC236}">
                <a16:creationId xmlns:a16="http://schemas.microsoft.com/office/drawing/2014/main" id="{9B31A636-F438-4B35-ABD9-A7A446E08346}"/>
              </a:ext>
            </a:extLst>
          </p:cNvPr>
          <p:cNvSpPr txBox="1"/>
          <p:nvPr/>
        </p:nvSpPr>
        <p:spPr>
          <a:xfrm>
            <a:off x="1570966" y="1458807"/>
            <a:ext cx="9054108" cy="828198"/>
          </a:xfrm>
          <a:prstGeom prst="rect">
            <a:avLst/>
          </a:prstGeom>
        </p:spPr>
        <p:txBody>
          <a:bodyPr vert="horz" wrap="square" lIns="0" tIns="5229" rIns="0" bIns="0" rtlCol="0">
            <a:spAutoFit/>
          </a:bodyPr>
          <a:lstStyle/>
          <a:p>
            <a:pPr marL="472130" marR="5977" indent="-457189">
              <a:lnSpc>
                <a:spcPct val="101600"/>
              </a:lnSpc>
              <a:spcBef>
                <a:spcPts val="41"/>
              </a:spcBef>
              <a:buClr>
                <a:srgbClr val="0070C0"/>
              </a:buClr>
              <a:buSzPct val="59375"/>
              <a:buFont typeface="Wingdings" panose="05000000000000000000" pitchFamily="2" charset="2"/>
              <a:buChar char="Ø"/>
              <a:tabLst>
                <a:tab pos="418364" algn="l"/>
              </a:tabLst>
            </a:pPr>
            <a:r>
              <a:rPr sz="2667" spc="-12" dirty="0">
                <a:latin typeface="Calibri" panose="020F0502020204030204" pitchFamily="34" charset="0"/>
                <a:cs typeface="Calibri" panose="020F0502020204030204" pitchFamily="34" charset="0"/>
              </a:rPr>
              <a:t>Binary </a:t>
            </a:r>
            <a:r>
              <a:rPr sz="2667" spc="-5" dirty="0">
                <a:latin typeface="Calibri" panose="020F0502020204030204" pitchFamily="34" charset="0"/>
                <a:cs typeface="Calibri" panose="020F0502020204030204" pitchFamily="34" charset="0"/>
              </a:rPr>
              <a:t>classifier </a:t>
            </a:r>
            <a:r>
              <a:rPr lang="en-US" sz="2667" spc="-5" dirty="0">
                <a:latin typeface="Wingdings"/>
                <a:cs typeface="Wingdings"/>
              </a:rPr>
              <a:t></a:t>
            </a:r>
            <a:r>
              <a:rPr sz="2667" spc="-5" dirty="0">
                <a:latin typeface="Calibri" panose="020F0502020204030204" pitchFamily="34" charset="0"/>
                <a:cs typeface="Calibri" panose="020F0502020204030204" pitchFamily="34" charset="0"/>
              </a:rPr>
              <a:t> Task of  </a:t>
            </a:r>
            <a:r>
              <a:rPr sz="2667" spc="-12" dirty="0">
                <a:latin typeface="Calibri" panose="020F0502020204030204" pitchFamily="34" charset="0"/>
                <a:cs typeface="Calibri" panose="020F0502020204030204" pitchFamily="34" charset="0"/>
              </a:rPr>
              <a:t>separating </a:t>
            </a:r>
            <a:r>
              <a:rPr sz="2667" spc="-5" dirty="0">
                <a:latin typeface="Calibri" panose="020F0502020204030204" pitchFamily="34" charset="0"/>
                <a:cs typeface="Calibri" panose="020F0502020204030204" pitchFamily="34" charset="0"/>
              </a:rPr>
              <a:t>classes in </a:t>
            </a:r>
            <a:r>
              <a:rPr lang="en-US" sz="2667" spc="-5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sz="2667" spc="-5" dirty="0"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2667" spc="4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67" spc="-5" dirty="0">
                <a:latin typeface="Calibri" panose="020F0502020204030204" pitchFamily="34" charset="0"/>
                <a:cs typeface="Calibri" panose="020F0502020204030204" pitchFamily="34" charset="0"/>
              </a:rPr>
              <a:t>space</a:t>
            </a:r>
            <a:endParaRPr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object 31">
            <a:extLst>
              <a:ext uri="{FF2B5EF4-FFF2-40B4-BE49-F238E27FC236}">
                <a16:creationId xmlns:a16="http://schemas.microsoft.com/office/drawing/2014/main" id="{0B2ACA9C-4132-4F6A-B271-4D344240F0CC}"/>
              </a:ext>
            </a:extLst>
          </p:cNvPr>
          <p:cNvSpPr txBox="1"/>
          <p:nvPr/>
        </p:nvSpPr>
        <p:spPr>
          <a:xfrm>
            <a:off x="6193794" y="3074707"/>
            <a:ext cx="1750359" cy="44969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824" b="1" spc="-5" dirty="0">
                <a:latin typeface="Times New Roman"/>
                <a:cs typeface="Times New Roman"/>
              </a:rPr>
              <a:t>w</a:t>
            </a:r>
            <a:r>
              <a:rPr sz="2824" b="1" spc="-8" baseline="24305" dirty="0">
                <a:latin typeface="Times New Roman"/>
                <a:cs typeface="Times New Roman"/>
              </a:rPr>
              <a:t>T</a:t>
            </a:r>
            <a:r>
              <a:rPr sz="2824" b="1" spc="-5" dirty="0">
                <a:latin typeface="Times New Roman"/>
                <a:cs typeface="Times New Roman"/>
              </a:rPr>
              <a:t>x </a:t>
            </a:r>
            <a:r>
              <a:rPr sz="2824" dirty="0">
                <a:latin typeface="Times New Roman"/>
                <a:cs typeface="Times New Roman"/>
              </a:rPr>
              <a:t>+ </a:t>
            </a:r>
            <a:r>
              <a:rPr sz="2824" i="1" dirty="0">
                <a:latin typeface="Times New Roman"/>
                <a:cs typeface="Times New Roman"/>
              </a:rPr>
              <a:t>b </a:t>
            </a:r>
            <a:r>
              <a:rPr sz="2824" b="1" dirty="0">
                <a:latin typeface="Times New Roman"/>
                <a:cs typeface="Times New Roman"/>
              </a:rPr>
              <a:t>&lt;</a:t>
            </a:r>
            <a:r>
              <a:rPr sz="2824" b="1" spc="-105" dirty="0">
                <a:latin typeface="Times New Roman"/>
                <a:cs typeface="Times New Roman"/>
              </a:rPr>
              <a:t> </a:t>
            </a:r>
            <a:r>
              <a:rPr sz="2824" b="1" dirty="0">
                <a:latin typeface="Times New Roman"/>
                <a:cs typeface="Times New Roman"/>
              </a:rPr>
              <a:t>0</a:t>
            </a:r>
            <a:endParaRPr sz="2824" dirty="0">
              <a:latin typeface="Times New Roman"/>
              <a:cs typeface="Times New Roman"/>
            </a:endParaRPr>
          </a:p>
        </p:txBody>
      </p:sp>
      <p:sp>
        <p:nvSpPr>
          <p:cNvPr id="53" name="object 32">
            <a:extLst>
              <a:ext uri="{FF2B5EF4-FFF2-40B4-BE49-F238E27FC236}">
                <a16:creationId xmlns:a16="http://schemas.microsoft.com/office/drawing/2014/main" id="{32437628-FAC5-4D3F-AE69-ED4E4AA3731A}"/>
              </a:ext>
            </a:extLst>
          </p:cNvPr>
          <p:cNvSpPr txBox="1"/>
          <p:nvPr/>
        </p:nvSpPr>
        <p:spPr>
          <a:xfrm>
            <a:off x="3336741" y="2817419"/>
            <a:ext cx="1750359" cy="44969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824" b="1" spc="-5" dirty="0">
                <a:latin typeface="Times New Roman"/>
                <a:cs typeface="Times New Roman"/>
              </a:rPr>
              <a:t>w</a:t>
            </a:r>
            <a:r>
              <a:rPr sz="2824" b="1" spc="-8" baseline="24305" dirty="0">
                <a:latin typeface="Times New Roman"/>
                <a:cs typeface="Times New Roman"/>
              </a:rPr>
              <a:t>T</a:t>
            </a:r>
            <a:r>
              <a:rPr sz="2824" b="1" spc="-5" dirty="0">
                <a:latin typeface="Times New Roman"/>
                <a:cs typeface="Times New Roman"/>
              </a:rPr>
              <a:t>x </a:t>
            </a:r>
            <a:r>
              <a:rPr sz="2824" dirty="0">
                <a:latin typeface="Times New Roman"/>
                <a:cs typeface="Times New Roman"/>
              </a:rPr>
              <a:t>+ </a:t>
            </a:r>
            <a:r>
              <a:rPr sz="2824" i="1" dirty="0">
                <a:latin typeface="Times New Roman"/>
                <a:cs typeface="Times New Roman"/>
              </a:rPr>
              <a:t>b </a:t>
            </a:r>
            <a:r>
              <a:rPr sz="2824" b="1" dirty="0">
                <a:latin typeface="Times New Roman"/>
                <a:cs typeface="Times New Roman"/>
              </a:rPr>
              <a:t>&gt;</a:t>
            </a:r>
            <a:r>
              <a:rPr sz="2824" b="1" spc="-105" dirty="0">
                <a:latin typeface="Times New Roman"/>
                <a:cs typeface="Times New Roman"/>
              </a:rPr>
              <a:t> </a:t>
            </a:r>
            <a:r>
              <a:rPr sz="2824" b="1" dirty="0">
                <a:latin typeface="Times New Roman"/>
                <a:cs typeface="Times New Roman"/>
              </a:rPr>
              <a:t>0</a:t>
            </a:r>
            <a:endParaRPr sz="2824" dirty="0">
              <a:latin typeface="Times New Roman"/>
              <a:cs typeface="Times New Roman"/>
            </a:endParaRPr>
          </a:p>
        </p:txBody>
      </p:sp>
      <p:sp>
        <p:nvSpPr>
          <p:cNvPr id="55" name="object 33">
            <a:extLst>
              <a:ext uri="{FF2B5EF4-FFF2-40B4-BE49-F238E27FC236}">
                <a16:creationId xmlns:a16="http://schemas.microsoft.com/office/drawing/2014/main" id="{DA510FC9-8D1E-47F8-AAA6-620E3558D8C6}"/>
              </a:ext>
            </a:extLst>
          </p:cNvPr>
          <p:cNvSpPr txBox="1"/>
          <p:nvPr/>
        </p:nvSpPr>
        <p:spPr>
          <a:xfrm>
            <a:off x="8155272" y="4397000"/>
            <a:ext cx="2964329" cy="44969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824" i="1" spc="-5" dirty="0">
                <a:latin typeface="Times New Roman"/>
                <a:cs typeface="Times New Roman"/>
              </a:rPr>
              <a:t>f</a:t>
            </a:r>
            <a:r>
              <a:rPr sz="2824" spc="-5" dirty="0">
                <a:latin typeface="Times New Roman"/>
                <a:cs typeface="Times New Roman"/>
              </a:rPr>
              <a:t>(</a:t>
            </a:r>
            <a:r>
              <a:rPr sz="2824" b="1" spc="-5" dirty="0">
                <a:latin typeface="Times New Roman"/>
                <a:cs typeface="Times New Roman"/>
              </a:rPr>
              <a:t>x</a:t>
            </a:r>
            <a:r>
              <a:rPr sz="2824" spc="-5" dirty="0">
                <a:latin typeface="Times New Roman"/>
                <a:cs typeface="Times New Roman"/>
              </a:rPr>
              <a:t>) </a:t>
            </a:r>
            <a:r>
              <a:rPr sz="2824" i="1" dirty="0">
                <a:latin typeface="Times New Roman"/>
                <a:cs typeface="Times New Roman"/>
              </a:rPr>
              <a:t>= </a:t>
            </a:r>
            <a:r>
              <a:rPr sz="2824" spc="-5" dirty="0">
                <a:latin typeface="Times New Roman"/>
                <a:cs typeface="Times New Roman"/>
              </a:rPr>
              <a:t>sign(</a:t>
            </a:r>
            <a:r>
              <a:rPr sz="2824" b="1" spc="-5" dirty="0">
                <a:latin typeface="Times New Roman"/>
                <a:cs typeface="Times New Roman"/>
              </a:rPr>
              <a:t>w</a:t>
            </a:r>
            <a:r>
              <a:rPr sz="2824" b="1" spc="-8" baseline="24305" dirty="0">
                <a:latin typeface="Times New Roman"/>
                <a:cs typeface="Times New Roman"/>
              </a:rPr>
              <a:t>T</a:t>
            </a:r>
            <a:r>
              <a:rPr sz="2824" b="1" spc="-5" dirty="0">
                <a:latin typeface="Times New Roman"/>
                <a:cs typeface="Times New Roman"/>
              </a:rPr>
              <a:t>x </a:t>
            </a:r>
            <a:r>
              <a:rPr sz="2824" dirty="0">
                <a:latin typeface="Times New Roman"/>
                <a:cs typeface="Times New Roman"/>
              </a:rPr>
              <a:t>+</a:t>
            </a:r>
            <a:r>
              <a:rPr sz="2824" spc="-76" dirty="0">
                <a:latin typeface="Times New Roman"/>
                <a:cs typeface="Times New Roman"/>
              </a:rPr>
              <a:t> </a:t>
            </a:r>
            <a:r>
              <a:rPr sz="2824" i="1" dirty="0">
                <a:latin typeface="Times New Roman"/>
                <a:cs typeface="Times New Roman"/>
              </a:rPr>
              <a:t>b</a:t>
            </a:r>
            <a:r>
              <a:rPr sz="2824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FF59CC-CAD0-4209-8A94-D589C0B8703A}"/>
              </a:ext>
            </a:extLst>
          </p:cNvPr>
          <p:cNvSpPr txBox="1"/>
          <p:nvPr/>
        </p:nvSpPr>
        <p:spPr>
          <a:xfrm>
            <a:off x="5852243" y="2279674"/>
            <a:ext cx="2262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-5" dirty="0">
                <a:latin typeface="Times New Roman"/>
                <a:cs typeface="Times New Roman"/>
              </a:rPr>
              <a:t>w</a:t>
            </a:r>
            <a:r>
              <a:rPr lang="en-US" sz="2400" b="1" spc="-8" baseline="24305" dirty="0">
                <a:latin typeface="Times New Roman"/>
                <a:cs typeface="Times New Roman"/>
              </a:rPr>
              <a:t>T</a:t>
            </a:r>
            <a:r>
              <a:rPr lang="en-US" sz="2400" b="1" spc="-5" dirty="0">
                <a:latin typeface="Times New Roman"/>
                <a:cs typeface="Times New Roman"/>
              </a:rPr>
              <a:t>x </a:t>
            </a:r>
            <a:r>
              <a:rPr lang="en-US" sz="2400" dirty="0">
                <a:latin typeface="Times New Roman"/>
                <a:cs typeface="Times New Roman"/>
              </a:rPr>
              <a:t>+ </a:t>
            </a:r>
            <a:r>
              <a:rPr lang="en-US" sz="2400" i="1" dirty="0">
                <a:latin typeface="Times New Roman"/>
                <a:cs typeface="Times New Roman"/>
              </a:rPr>
              <a:t>b </a:t>
            </a:r>
            <a:r>
              <a:rPr lang="en-US" sz="2400" b="1" dirty="0">
                <a:latin typeface="Times New Roman"/>
                <a:cs typeface="Times New Roman"/>
              </a:rPr>
              <a:t>=</a:t>
            </a:r>
            <a:r>
              <a:rPr lang="en-US" sz="2400" b="1" spc="-17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0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1063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0E1F6-ECD6-4444-B887-BB43A428A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Important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68880-ED7F-46E4-A019-C10955330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/>
              <a:t>W </a:t>
            </a:r>
            <a:r>
              <a:rPr lang="en-US" dirty="0"/>
              <a:t>is perpendicular to the line 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dirty="0"/>
              <a:t>Distance from a point to a line is 1/|w|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dirty="0"/>
              <a:t>Distance between two lines (margin) is 2/|w|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267" b="1" dirty="0"/>
              <a:t>We will proof this one by one.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65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C20CA-0333-45E3-B041-A92A91FA0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 perpendicularity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AA1DF86D-D70D-4206-9023-A4AF725E5853}"/>
              </a:ext>
            </a:extLst>
          </p:cNvPr>
          <p:cNvSpPr txBox="1"/>
          <p:nvPr/>
        </p:nvSpPr>
        <p:spPr>
          <a:xfrm>
            <a:off x="568159" y="1414692"/>
            <a:ext cx="7865035" cy="507529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472130" indent="-457189">
              <a:spcBef>
                <a:spcPts val="117"/>
              </a:spcBef>
              <a:buClr>
                <a:srgbClr val="3333CC"/>
              </a:buClr>
              <a:buSzPct val="58928"/>
              <a:buFont typeface="Wingdings" panose="05000000000000000000" pitchFamily="2" charset="2"/>
              <a:buChar char="Ø"/>
              <a:tabLst>
                <a:tab pos="418364" algn="l"/>
              </a:tabLst>
            </a:pPr>
            <a:r>
              <a:rPr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Finding </a:t>
            </a: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perpendicular </a:t>
            </a:r>
            <a:r>
              <a:rPr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to the </a:t>
            </a: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plane</a:t>
            </a:r>
            <a:r>
              <a:rPr sz="3200" spc="-4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(line)</a:t>
            </a: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A3142CB-95DF-4BBF-BDE1-2E060C258C42}"/>
              </a:ext>
            </a:extLst>
          </p:cNvPr>
          <p:cNvSpPr/>
          <p:nvPr/>
        </p:nvSpPr>
        <p:spPr>
          <a:xfrm>
            <a:off x="1824015" y="2633919"/>
            <a:ext cx="89647" cy="3578412"/>
          </a:xfrm>
          <a:custGeom>
            <a:avLst/>
            <a:gdLst/>
            <a:ahLst/>
            <a:cxnLst/>
            <a:rect l="l" t="t" r="r" b="b"/>
            <a:pathLst>
              <a:path w="76200" h="304165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25145" y="76200"/>
                </a:lnTo>
                <a:lnTo>
                  <a:pt x="25145" y="63245"/>
                </a:lnTo>
                <a:lnTo>
                  <a:pt x="50291" y="63245"/>
                </a:lnTo>
                <a:lnTo>
                  <a:pt x="50291" y="76200"/>
                </a:lnTo>
                <a:lnTo>
                  <a:pt x="76200" y="76200"/>
                </a:lnTo>
                <a:close/>
              </a:path>
              <a:path w="76200" h="3041650">
                <a:moveTo>
                  <a:pt x="50291" y="76200"/>
                </a:moveTo>
                <a:lnTo>
                  <a:pt x="50291" y="63245"/>
                </a:lnTo>
                <a:lnTo>
                  <a:pt x="25145" y="63245"/>
                </a:lnTo>
                <a:lnTo>
                  <a:pt x="25145" y="76200"/>
                </a:lnTo>
                <a:lnTo>
                  <a:pt x="50291" y="76200"/>
                </a:lnTo>
                <a:close/>
              </a:path>
              <a:path w="76200" h="3041650">
                <a:moveTo>
                  <a:pt x="50292" y="3041141"/>
                </a:moveTo>
                <a:lnTo>
                  <a:pt x="50291" y="76200"/>
                </a:lnTo>
                <a:lnTo>
                  <a:pt x="25145" y="76200"/>
                </a:lnTo>
                <a:lnTo>
                  <a:pt x="25146" y="3041141"/>
                </a:lnTo>
                <a:lnTo>
                  <a:pt x="50292" y="30411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19A80ED9-39B8-4F2A-88F8-568E08F56C9B}"/>
              </a:ext>
            </a:extLst>
          </p:cNvPr>
          <p:cNvSpPr/>
          <p:nvPr/>
        </p:nvSpPr>
        <p:spPr>
          <a:xfrm>
            <a:off x="1859228" y="6154526"/>
            <a:ext cx="4802841" cy="89647"/>
          </a:xfrm>
          <a:custGeom>
            <a:avLst/>
            <a:gdLst/>
            <a:ahLst/>
            <a:cxnLst/>
            <a:rect l="l" t="t" r="r" b="b"/>
            <a:pathLst>
              <a:path w="4082415" h="76200">
                <a:moveTo>
                  <a:pt x="4018026" y="51053"/>
                </a:moveTo>
                <a:lnTo>
                  <a:pt x="4018026" y="25907"/>
                </a:lnTo>
                <a:lnTo>
                  <a:pt x="0" y="25907"/>
                </a:lnTo>
                <a:lnTo>
                  <a:pt x="0" y="51053"/>
                </a:lnTo>
                <a:lnTo>
                  <a:pt x="4018026" y="51053"/>
                </a:lnTo>
                <a:close/>
              </a:path>
              <a:path w="4082415" h="76200">
                <a:moveTo>
                  <a:pt x="4082034" y="38100"/>
                </a:moveTo>
                <a:lnTo>
                  <a:pt x="4005834" y="0"/>
                </a:lnTo>
                <a:lnTo>
                  <a:pt x="4005834" y="25907"/>
                </a:lnTo>
                <a:lnTo>
                  <a:pt x="4018026" y="25907"/>
                </a:lnTo>
                <a:lnTo>
                  <a:pt x="4018026" y="70103"/>
                </a:lnTo>
                <a:lnTo>
                  <a:pt x="4082034" y="38100"/>
                </a:lnTo>
                <a:close/>
              </a:path>
              <a:path w="4082415" h="76200">
                <a:moveTo>
                  <a:pt x="4018026" y="70103"/>
                </a:moveTo>
                <a:lnTo>
                  <a:pt x="4018026" y="51053"/>
                </a:lnTo>
                <a:lnTo>
                  <a:pt x="4005834" y="51053"/>
                </a:lnTo>
                <a:lnTo>
                  <a:pt x="4005834" y="76200"/>
                </a:lnTo>
                <a:lnTo>
                  <a:pt x="4018026" y="70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552B80E-74B6-47E9-A5D0-BCA0EE03252A}"/>
              </a:ext>
            </a:extLst>
          </p:cNvPr>
          <p:cNvSpPr/>
          <p:nvPr/>
        </p:nvSpPr>
        <p:spPr>
          <a:xfrm>
            <a:off x="3236204" y="3640822"/>
            <a:ext cx="115645" cy="1156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20A22E14-35C6-445E-9B9F-F203533126B2}"/>
              </a:ext>
            </a:extLst>
          </p:cNvPr>
          <p:cNvSpPr/>
          <p:nvPr/>
        </p:nvSpPr>
        <p:spPr>
          <a:xfrm>
            <a:off x="2560264" y="4061266"/>
            <a:ext cx="115645" cy="1156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FAAF84F-F97E-40FF-88A7-CDE2AAF297D9}"/>
              </a:ext>
            </a:extLst>
          </p:cNvPr>
          <p:cNvSpPr/>
          <p:nvPr/>
        </p:nvSpPr>
        <p:spPr>
          <a:xfrm>
            <a:off x="2739559" y="4704035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72D53DD1-2956-4209-A824-C0BDFB10ABDD}"/>
              </a:ext>
            </a:extLst>
          </p:cNvPr>
          <p:cNvSpPr/>
          <p:nvPr/>
        </p:nvSpPr>
        <p:spPr>
          <a:xfrm>
            <a:off x="2291325" y="5241918"/>
            <a:ext cx="115644" cy="1156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DDDFED33-DC93-427D-A0EB-2D9F41F8A2C4}"/>
              </a:ext>
            </a:extLst>
          </p:cNvPr>
          <p:cNvSpPr/>
          <p:nvPr/>
        </p:nvSpPr>
        <p:spPr>
          <a:xfrm>
            <a:off x="2918852" y="3359328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77E24353-C123-4C8A-95B9-DF224653EAB1}"/>
              </a:ext>
            </a:extLst>
          </p:cNvPr>
          <p:cNvSpPr/>
          <p:nvPr/>
        </p:nvSpPr>
        <p:spPr>
          <a:xfrm>
            <a:off x="2291325" y="4435094"/>
            <a:ext cx="115644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3" name="object 17">
            <a:extLst>
              <a:ext uri="{FF2B5EF4-FFF2-40B4-BE49-F238E27FC236}">
                <a16:creationId xmlns:a16="http://schemas.microsoft.com/office/drawing/2014/main" id="{76546D77-33DC-48D1-87E8-6D7A569B30F0}"/>
              </a:ext>
            </a:extLst>
          </p:cNvPr>
          <p:cNvSpPr/>
          <p:nvPr/>
        </p:nvSpPr>
        <p:spPr>
          <a:xfrm>
            <a:off x="2470618" y="4614388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E9C4AECA-3B3B-4F92-B4AB-66B0DEF1FD31}"/>
              </a:ext>
            </a:extLst>
          </p:cNvPr>
          <p:cNvSpPr/>
          <p:nvPr/>
        </p:nvSpPr>
        <p:spPr>
          <a:xfrm>
            <a:off x="3367088" y="4166152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0B2D1A11-023C-450B-BD4F-47CE31EB7BD8}"/>
              </a:ext>
            </a:extLst>
          </p:cNvPr>
          <p:cNvSpPr/>
          <p:nvPr/>
        </p:nvSpPr>
        <p:spPr>
          <a:xfrm>
            <a:off x="4427612" y="4150912"/>
            <a:ext cx="115645" cy="1156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EBB765D1-BBEF-4E1C-9C8B-8F637CB6BF4C}"/>
              </a:ext>
            </a:extLst>
          </p:cNvPr>
          <p:cNvSpPr/>
          <p:nvPr/>
        </p:nvSpPr>
        <p:spPr>
          <a:xfrm>
            <a:off x="3994618" y="5241918"/>
            <a:ext cx="115645" cy="1156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B65973E5-2D03-439A-A33A-40B1C2DEC670}"/>
              </a:ext>
            </a:extLst>
          </p:cNvPr>
          <p:cNvSpPr/>
          <p:nvPr/>
        </p:nvSpPr>
        <p:spPr>
          <a:xfrm>
            <a:off x="5160031" y="5241918"/>
            <a:ext cx="115645" cy="1156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E7E9D7E4-59F1-41B6-AD45-DEB1FF6454C8}"/>
              </a:ext>
            </a:extLst>
          </p:cNvPr>
          <p:cNvSpPr/>
          <p:nvPr/>
        </p:nvSpPr>
        <p:spPr>
          <a:xfrm>
            <a:off x="3620790" y="5854209"/>
            <a:ext cx="115645" cy="1156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23">
            <a:extLst>
              <a:ext uri="{FF2B5EF4-FFF2-40B4-BE49-F238E27FC236}">
                <a16:creationId xmlns:a16="http://schemas.microsoft.com/office/drawing/2014/main" id="{AF1D4E37-E57C-40D8-ABE6-A3F1D10A5A1C}"/>
              </a:ext>
            </a:extLst>
          </p:cNvPr>
          <p:cNvSpPr/>
          <p:nvPr/>
        </p:nvSpPr>
        <p:spPr>
          <a:xfrm>
            <a:off x="4353207" y="4524740"/>
            <a:ext cx="115645" cy="115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24">
            <a:extLst>
              <a:ext uri="{FF2B5EF4-FFF2-40B4-BE49-F238E27FC236}">
                <a16:creationId xmlns:a16="http://schemas.microsoft.com/office/drawing/2014/main" id="{402DA6ED-7859-41D3-8879-05FE8F6963FE}"/>
              </a:ext>
            </a:extLst>
          </p:cNvPr>
          <p:cNvSpPr/>
          <p:nvPr/>
        </p:nvSpPr>
        <p:spPr>
          <a:xfrm>
            <a:off x="3620790" y="5047383"/>
            <a:ext cx="115645" cy="1156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5">
            <a:extLst>
              <a:ext uri="{FF2B5EF4-FFF2-40B4-BE49-F238E27FC236}">
                <a16:creationId xmlns:a16="http://schemas.microsoft.com/office/drawing/2014/main" id="{28FBFD19-9B41-4836-9EC9-10216842E4B2}"/>
              </a:ext>
            </a:extLst>
          </p:cNvPr>
          <p:cNvSpPr/>
          <p:nvPr/>
        </p:nvSpPr>
        <p:spPr>
          <a:xfrm>
            <a:off x="4442854" y="5510859"/>
            <a:ext cx="115645" cy="1156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6">
            <a:extLst>
              <a:ext uri="{FF2B5EF4-FFF2-40B4-BE49-F238E27FC236}">
                <a16:creationId xmlns:a16="http://schemas.microsoft.com/office/drawing/2014/main" id="{2A457BCF-055F-46A6-8754-9963653D022F}"/>
              </a:ext>
            </a:extLst>
          </p:cNvPr>
          <p:cNvSpPr/>
          <p:nvPr/>
        </p:nvSpPr>
        <p:spPr>
          <a:xfrm>
            <a:off x="5249678" y="4435094"/>
            <a:ext cx="115645" cy="115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7">
            <a:extLst>
              <a:ext uri="{FF2B5EF4-FFF2-40B4-BE49-F238E27FC236}">
                <a16:creationId xmlns:a16="http://schemas.microsoft.com/office/drawing/2014/main" id="{DE712A79-EC30-4EE5-B38C-4C6E890AB987}"/>
              </a:ext>
            </a:extLst>
          </p:cNvPr>
          <p:cNvSpPr/>
          <p:nvPr/>
        </p:nvSpPr>
        <p:spPr>
          <a:xfrm>
            <a:off x="2378283" y="2729111"/>
            <a:ext cx="2885141" cy="3153335"/>
          </a:xfrm>
          <a:custGeom>
            <a:avLst/>
            <a:gdLst/>
            <a:ahLst/>
            <a:cxnLst/>
            <a:rect l="l" t="t" r="r" b="b"/>
            <a:pathLst>
              <a:path w="2452370" h="2680334">
                <a:moveTo>
                  <a:pt x="2452116" y="12953"/>
                </a:moveTo>
                <a:lnTo>
                  <a:pt x="2438400" y="0"/>
                </a:lnTo>
                <a:lnTo>
                  <a:pt x="0" y="2666999"/>
                </a:lnTo>
                <a:lnTo>
                  <a:pt x="13716" y="2679954"/>
                </a:lnTo>
                <a:lnTo>
                  <a:pt x="2452116" y="12953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8">
            <a:extLst>
              <a:ext uri="{FF2B5EF4-FFF2-40B4-BE49-F238E27FC236}">
                <a16:creationId xmlns:a16="http://schemas.microsoft.com/office/drawing/2014/main" id="{B48FE17D-F033-498E-8DBB-72842D6E7209}"/>
              </a:ext>
            </a:extLst>
          </p:cNvPr>
          <p:cNvSpPr/>
          <p:nvPr/>
        </p:nvSpPr>
        <p:spPr>
          <a:xfrm>
            <a:off x="3467492" y="2654705"/>
            <a:ext cx="115645" cy="1156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9">
            <a:extLst>
              <a:ext uri="{FF2B5EF4-FFF2-40B4-BE49-F238E27FC236}">
                <a16:creationId xmlns:a16="http://schemas.microsoft.com/office/drawing/2014/main" id="{EA2DB3A8-188E-4942-A112-078666812805}"/>
              </a:ext>
            </a:extLst>
          </p:cNvPr>
          <p:cNvSpPr/>
          <p:nvPr/>
        </p:nvSpPr>
        <p:spPr>
          <a:xfrm>
            <a:off x="4184670" y="2744353"/>
            <a:ext cx="115644" cy="1156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30">
            <a:extLst>
              <a:ext uri="{FF2B5EF4-FFF2-40B4-BE49-F238E27FC236}">
                <a16:creationId xmlns:a16="http://schemas.microsoft.com/office/drawing/2014/main" id="{121FE063-EF40-47A4-81EF-C77DB4D64E57}"/>
              </a:ext>
            </a:extLst>
          </p:cNvPr>
          <p:cNvSpPr/>
          <p:nvPr/>
        </p:nvSpPr>
        <p:spPr>
          <a:xfrm>
            <a:off x="5439730" y="3640822"/>
            <a:ext cx="115645" cy="11564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31">
            <a:extLst>
              <a:ext uri="{FF2B5EF4-FFF2-40B4-BE49-F238E27FC236}">
                <a16:creationId xmlns:a16="http://schemas.microsoft.com/office/drawing/2014/main" id="{0B700312-6366-4750-BB05-0504F74E81F5}"/>
              </a:ext>
            </a:extLst>
          </p:cNvPr>
          <p:cNvSpPr txBox="1"/>
          <p:nvPr/>
        </p:nvSpPr>
        <p:spPr>
          <a:xfrm>
            <a:off x="5313627" y="2361859"/>
            <a:ext cx="1750359" cy="44969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824" b="1" spc="-5" dirty="0">
                <a:latin typeface="Times New Roman"/>
                <a:cs typeface="Times New Roman"/>
              </a:rPr>
              <a:t>w</a:t>
            </a:r>
            <a:r>
              <a:rPr sz="2824" b="1" spc="-8" baseline="24305" dirty="0">
                <a:latin typeface="Times New Roman"/>
                <a:cs typeface="Times New Roman"/>
              </a:rPr>
              <a:t>T</a:t>
            </a:r>
            <a:r>
              <a:rPr sz="2824" b="1" spc="-5" dirty="0">
                <a:latin typeface="Times New Roman"/>
                <a:cs typeface="Times New Roman"/>
              </a:rPr>
              <a:t>x </a:t>
            </a:r>
            <a:r>
              <a:rPr sz="2824" dirty="0">
                <a:latin typeface="Times New Roman"/>
                <a:cs typeface="Times New Roman"/>
              </a:rPr>
              <a:t>+ </a:t>
            </a:r>
            <a:r>
              <a:rPr sz="2824" i="1" dirty="0">
                <a:latin typeface="Times New Roman"/>
                <a:cs typeface="Times New Roman"/>
              </a:rPr>
              <a:t>b </a:t>
            </a:r>
            <a:r>
              <a:rPr sz="2824" b="1" dirty="0">
                <a:latin typeface="Times New Roman"/>
                <a:cs typeface="Times New Roman"/>
              </a:rPr>
              <a:t>=</a:t>
            </a:r>
            <a:r>
              <a:rPr sz="2824" b="1" spc="-105" dirty="0">
                <a:latin typeface="Times New Roman"/>
                <a:cs typeface="Times New Roman"/>
              </a:rPr>
              <a:t> </a:t>
            </a:r>
            <a:r>
              <a:rPr sz="2824" b="1" dirty="0">
                <a:latin typeface="Times New Roman"/>
                <a:cs typeface="Times New Roman"/>
              </a:rPr>
              <a:t>0</a:t>
            </a:r>
            <a:endParaRPr sz="2824">
              <a:latin typeface="Times New Roman"/>
              <a:cs typeface="Times New Roman"/>
            </a:endParaRPr>
          </a:p>
        </p:txBody>
      </p:sp>
      <p:sp>
        <p:nvSpPr>
          <p:cNvPr id="53" name="object 32">
            <a:extLst>
              <a:ext uri="{FF2B5EF4-FFF2-40B4-BE49-F238E27FC236}">
                <a16:creationId xmlns:a16="http://schemas.microsoft.com/office/drawing/2014/main" id="{1FC0EC76-9253-4F19-9D65-896F4CC2D022}"/>
              </a:ext>
            </a:extLst>
          </p:cNvPr>
          <p:cNvSpPr/>
          <p:nvPr/>
        </p:nvSpPr>
        <p:spPr>
          <a:xfrm>
            <a:off x="3727470" y="3360226"/>
            <a:ext cx="571500" cy="395941"/>
          </a:xfrm>
          <a:custGeom>
            <a:avLst/>
            <a:gdLst/>
            <a:ahLst/>
            <a:cxnLst/>
            <a:rect l="l" t="t" r="r" b="b"/>
            <a:pathLst>
              <a:path w="485775" h="336550">
                <a:moveTo>
                  <a:pt x="485393" y="328421"/>
                </a:moveTo>
                <a:lnTo>
                  <a:pt x="6095" y="0"/>
                </a:lnTo>
                <a:lnTo>
                  <a:pt x="0" y="7620"/>
                </a:lnTo>
                <a:lnTo>
                  <a:pt x="480059" y="336041"/>
                </a:lnTo>
                <a:lnTo>
                  <a:pt x="485393" y="3284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5" name="object 33">
            <a:extLst>
              <a:ext uri="{FF2B5EF4-FFF2-40B4-BE49-F238E27FC236}">
                <a16:creationId xmlns:a16="http://schemas.microsoft.com/office/drawing/2014/main" id="{D69F57BB-1E62-4C71-9876-A4572B2AC06A}"/>
              </a:ext>
            </a:extLst>
          </p:cNvPr>
          <p:cNvSpPr/>
          <p:nvPr/>
        </p:nvSpPr>
        <p:spPr>
          <a:xfrm>
            <a:off x="4632906" y="3247270"/>
            <a:ext cx="115645" cy="1156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34">
            <a:extLst>
              <a:ext uri="{FF2B5EF4-FFF2-40B4-BE49-F238E27FC236}">
                <a16:creationId xmlns:a16="http://schemas.microsoft.com/office/drawing/2014/main" id="{8DD008B7-6C3F-427A-B8D5-2974800300AF}"/>
              </a:ext>
            </a:extLst>
          </p:cNvPr>
          <p:cNvSpPr/>
          <p:nvPr/>
        </p:nvSpPr>
        <p:spPr>
          <a:xfrm>
            <a:off x="4418648" y="3536830"/>
            <a:ext cx="115645" cy="11564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35">
            <a:extLst>
              <a:ext uri="{FF2B5EF4-FFF2-40B4-BE49-F238E27FC236}">
                <a16:creationId xmlns:a16="http://schemas.microsoft.com/office/drawing/2014/main" id="{F004604D-7837-4567-A8D5-AD8D9F3EBD99}"/>
              </a:ext>
            </a:extLst>
          </p:cNvPr>
          <p:cNvSpPr txBox="1"/>
          <p:nvPr/>
        </p:nvSpPr>
        <p:spPr>
          <a:xfrm>
            <a:off x="4617966" y="3152600"/>
            <a:ext cx="516357" cy="974709"/>
          </a:xfrm>
          <a:prstGeom prst="rect">
            <a:avLst/>
          </a:prstGeom>
        </p:spPr>
        <p:txBody>
          <a:bodyPr vert="horz" wrap="square" lIns="0" tIns="116541" rIns="0" bIns="0" rtlCol="0">
            <a:spAutoFit/>
          </a:bodyPr>
          <a:lstStyle/>
          <a:p>
            <a:pPr marL="168093">
              <a:spcBef>
                <a:spcPts val="917"/>
              </a:spcBef>
            </a:pPr>
            <a:r>
              <a:rPr sz="1412" i="1" dirty="0">
                <a:latin typeface="Times New Roman"/>
                <a:cs typeface="Times New Roman"/>
              </a:rPr>
              <a:t>X</a:t>
            </a:r>
            <a:r>
              <a:rPr sz="1412" i="1" spc="-217" dirty="0">
                <a:latin typeface="Times New Roman"/>
                <a:cs typeface="Times New Roman"/>
              </a:rPr>
              <a:t> </a:t>
            </a:r>
            <a:r>
              <a:rPr sz="2117" b="1" spc="-1596" baseline="2314" dirty="0">
                <a:latin typeface="Symbol"/>
                <a:cs typeface="Symbol"/>
              </a:rPr>
              <a:t></a:t>
            </a:r>
            <a:endParaRPr sz="2117" baseline="2314" dirty="0">
              <a:latin typeface="Symbol"/>
              <a:cs typeface="Symbol"/>
            </a:endParaRPr>
          </a:p>
          <a:p>
            <a:pPr marL="14941">
              <a:spcBef>
                <a:spcPts val="805"/>
              </a:spcBef>
            </a:pPr>
            <a:r>
              <a:rPr sz="1412" i="1" dirty="0">
                <a:latin typeface="Times New Roman"/>
                <a:cs typeface="Times New Roman"/>
              </a:rPr>
              <a:t>X</a:t>
            </a:r>
            <a:r>
              <a:rPr sz="1412" i="1" spc="-159" dirty="0">
                <a:latin typeface="Times New Roman"/>
                <a:cs typeface="Times New Roman"/>
              </a:rPr>
              <a:t> </a:t>
            </a:r>
            <a:r>
              <a:rPr sz="2117" spc="-1596" baseline="2314" dirty="0">
                <a:latin typeface="Symbol"/>
                <a:cs typeface="Symbol"/>
              </a:rPr>
              <a:t></a:t>
            </a:r>
            <a:endParaRPr lang="en-US" sz="2117" baseline="2314" dirty="0">
              <a:latin typeface="Symbol"/>
              <a:cs typeface="Symbol"/>
            </a:endParaRPr>
          </a:p>
          <a:p>
            <a:pPr marL="14941">
              <a:spcBef>
                <a:spcPts val="805"/>
              </a:spcBef>
            </a:pPr>
            <a:endParaRPr sz="2117" baseline="2314" dirty="0">
              <a:latin typeface="Symbol"/>
              <a:cs typeface="Symbol"/>
            </a:endParaRPr>
          </a:p>
        </p:txBody>
      </p:sp>
      <p:sp>
        <p:nvSpPr>
          <p:cNvPr id="61" name="object 36">
            <a:extLst>
              <a:ext uri="{FF2B5EF4-FFF2-40B4-BE49-F238E27FC236}">
                <a16:creationId xmlns:a16="http://schemas.microsoft.com/office/drawing/2014/main" id="{EF7871E1-9D59-46BA-B60B-1EB6D17E9FD8}"/>
              </a:ext>
            </a:extLst>
          </p:cNvPr>
          <p:cNvSpPr txBox="1"/>
          <p:nvPr/>
        </p:nvSpPr>
        <p:spPr>
          <a:xfrm>
            <a:off x="3777077" y="3117968"/>
            <a:ext cx="180041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1412" i="1" dirty="0">
                <a:latin typeface="Times New Roman"/>
                <a:cs typeface="Times New Roman"/>
              </a:rPr>
              <a:t>W</a:t>
            </a:r>
            <a:endParaRPr sz="1412">
              <a:latin typeface="Times New Roman"/>
              <a:cs typeface="Times New Roman"/>
            </a:endParaRPr>
          </a:p>
        </p:txBody>
      </p:sp>
      <p:sp>
        <p:nvSpPr>
          <p:cNvPr id="63" name="object 37">
            <a:extLst>
              <a:ext uri="{FF2B5EF4-FFF2-40B4-BE49-F238E27FC236}">
                <a16:creationId xmlns:a16="http://schemas.microsoft.com/office/drawing/2014/main" id="{E16377D2-220D-45A5-BBFB-3835CBC6131F}"/>
              </a:ext>
            </a:extLst>
          </p:cNvPr>
          <p:cNvSpPr txBox="1"/>
          <p:nvPr/>
        </p:nvSpPr>
        <p:spPr>
          <a:xfrm>
            <a:off x="7375501" y="2394607"/>
            <a:ext cx="3239995" cy="3072665"/>
          </a:xfrm>
          <a:prstGeom prst="rect">
            <a:avLst/>
          </a:prstGeom>
        </p:spPr>
        <p:txBody>
          <a:bodyPr vert="horz" wrap="square" lIns="0" tIns="138205" rIns="0" bIns="0" rtlCol="0">
            <a:spAutoFit/>
          </a:bodyPr>
          <a:lstStyle/>
          <a:p>
            <a:pPr marL="1025741">
              <a:spcBef>
                <a:spcPts val="1088"/>
              </a:spcBef>
            </a:pPr>
            <a:r>
              <a:rPr sz="2176" i="1" spc="24" dirty="0">
                <a:latin typeface="Times New Roman"/>
                <a:cs typeface="Times New Roman"/>
              </a:rPr>
              <a:t>W</a:t>
            </a:r>
            <a:r>
              <a:rPr sz="2176" i="1" spc="-212" dirty="0">
                <a:latin typeface="Times New Roman"/>
                <a:cs typeface="Times New Roman"/>
              </a:rPr>
              <a:t> </a:t>
            </a:r>
            <a:r>
              <a:rPr sz="1941" i="1" spc="-8" baseline="42929" dirty="0">
                <a:latin typeface="Times New Roman"/>
                <a:cs typeface="Times New Roman"/>
              </a:rPr>
              <a:t>T</a:t>
            </a:r>
            <a:r>
              <a:rPr sz="1941" i="1" spc="-105" baseline="42929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spc="-205" dirty="0">
                <a:latin typeface="Times New Roman"/>
                <a:cs typeface="Times New Roman"/>
              </a:rPr>
              <a:t> </a:t>
            </a:r>
            <a:r>
              <a:rPr lang="en-US" sz="3265" spc="-2453" baseline="3003" dirty="0">
                <a:latin typeface="Symbol"/>
                <a:cs typeface="Symbol"/>
              </a:rPr>
              <a:t></a:t>
            </a:r>
            <a:r>
              <a:rPr lang="en-US" sz="3265" spc="-353" baseline="3003" dirty="0">
                <a:latin typeface="Times New Roman"/>
                <a:cs typeface="Times New Roman"/>
              </a:rPr>
              <a:t> </a:t>
            </a:r>
            <a:r>
              <a:rPr lang="en-US" sz="2176" spc="12" dirty="0">
                <a:latin typeface="Symbol"/>
                <a:cs typeface="Symbol"/>
              </a:rPr>
              <a:t></a:t>
            </a:r>
            <a:r>
              <a:rPr lang="en-US" sz="2176" spc="-205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b</a:t>
            </a:r>
            <a:r>
              <a:rPr sz="2176" i="1" spc="-35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</a:t>
            </a:r>
            <a:r>
              <a:rPr sz="2176" spc="-76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Times New Roman"/>
                <a:cs typeface="Times New Roman"/>
              </a:rPr>
              <a:t>0</a:t>
            </a:r>
            <a:endParaRPr sz="2176" dirty="0">
              <a:latin typeface="Times New Roman"/>
              <a:cs typeface="Times New Roman"/>
            </a:endParaRPr>
          </a:p>
          <a:p>
            <a:pPr marL="1025741">
              <a:spcBef>
                <a:spcPts val="983"/>
              </a:spcBef>
            </a:pPr>
            <a:r>
              <a:rPr sz="2176" i="1" spc="24" dirty="0">
                <a:latin typeface="Times New Roman"/>
                <a:cs typeface="Times New Roman"/>
              </a:rPr>
              <a:t>W</a:t>
            </a:r>
            <a:r>
              <a:rPr sz="2176" i="1" spc="-212" dirty="0">
                <a:latin typeface="Times New Roman"/>
                <a:cs typeface="Times New Roman"/>
              </a:rPr>
              <a:t> </a:t>
            </a:r>
            <a:r>
              <a:rPr sz="1941" i="1" spc="-8" baseline="42929" dirty="0">
                <a:latin typeface="Times New Roman"/>
                <a:cs typeface="Times New Roman"/>
              </a:rPr>
              <a:t>T</a:t>
            </a:r>
            <a:r>
              <a:rPr sz="1941" i="1" spc="-105" baseline="42929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spc="-205" dirty="0">
                <a:latin typeface="Times New Roman"/>
                <a:cs typeface="Times New Roman"/>
              </a:rPr>
              <a:t> </a:t>
            </a:r>
            <a:r>
              <a:rPr sz="3265" b="1" spc="-2453" baseline="3003" dirty="0">
                <a:latin typeface="Symbol"/>
                <a:cs typeface="Symbol"/>
              </a:rPr>
              <a:t></a:t>
            </a:r>
            <a:r>
              <a:rPr sz="3265" b="1" spc="71" baseline="3003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</a:t>
            </a:r>
            <a:r>
              <a:rPr sz="2176" spc="-217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b</a:t>
            </a:r>
            <a:r>
              <a:rPr sz="2176" i="1" spc="-35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</a:t>
            </a:r>
            <a:r>
              <a:rPr sz="2176" spc="-76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Times New Roman"/>
                <a:cs typeface="Times New Roman"/>
              </a:rPr>
              <a:t>0</a:t>
            </a:r>
            <a:endParaRPr sz="2176" dirty="0">
              <a:latin typeface="Times New Roman"/>
              <a:cs typeface="Times New Roman"/>
            </a:endParaRPr>
          </a:p>
          <a:p>
            <a:pPr marL="14941">
              <a:spcBef>
                <a:spcPts val="1453"/>
              </a:spcBef>
            </a:pPr>
            <a:r>
              <a:rPr sz="2176" spc="-59" dirty="0">
                <a:latin typeface="Times New Roman"/>
                <a:cs typeface="Times New Roman"/>
              </a:rPr>
              <a:t>(</a:t>
            </a:r>
            <a:r>
              <a:rPr sz="2176" i="1" spc="-59" dirty="0">
                <a:latin typeface="Times New Roman"/>
                <a:cs typeface="Times New Roman"/>
              </a:rPr>
              <a:t>W</a:t>
            </a:r>
            <a:r>
              <a:rPr sz="2176" i="1" spc="-217" dirty="0">
                <a:latin typeface="Times New Roman"/>
                <a:cs typeface="Times New Roman"/>
              </a:rPr>
              <a:t> </a:t>
            </a:r>
            <a:r>
              <a:rPr sz="1941" i="1" spc="-8" baseline="42929" dirty="0">
                <a:latin typeface="Times New Roman"/>
                <a:cs typeface="Times New Roman"/>
              </a:rPr>
              <a:t>T</a:t>
            </a:r>
            <a:r>
              <a:rPr sz="1941" i="1" spc="-105" baseline="42929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spc="-205" dirty="0">
                <a:latin typeface="Times New Roman"/>
                <a:cs typeface="Times New Roman"/>
              </a:rPr>
              <a:t> </a:t>
            </a:r>
            <a:r>
              <a:rPr sz="3265" spc="-2453" baseline="3003" dirty="0">
                <a:latin typeface="Symbol"/>
                <a:cs typeface="Symbol"/>
              </a:rPr>
              <a:t></a:t>
            </a:r>
            <a:r>
              <a:rPr sz="3265" spc="-353" baseline="3003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</a:t>
            </a:r>
            <a:r>
              <a:rPr sz="2176" spc="-212" dirty="0">
                <a:latin typeface="Times New Roman"/>
                <a:cs typeface="Times New Roman"/>
              </a:rPr>
              <a:t> </a:t>
            </a:r>
            <a:r>
              <a:rPr sz="2176" i="1" spc="24" dirty="0">
                <a:latin typeface="Times New Roman"/>
                <a:cs typeface="Times New Roman"/>
              </a:rPr>
              <a:t>b</a:t>
            </a:r>
            <a:r>
              <a:rPr sz="2176" spc="24" dirty="0">
                <a:latin typeface="Times New Roman"/>
                <a:cs typeface="Times New Roman"/>
              </a:rPr>
              <a:t>)</a:t>
            </a:r>
            <a:r>
              <a:rPr sz="2176" spc="-183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</a:t>
            </a:r>
            <a:r>
              <a:rPr sz="2176" spc="-217" dirty="0">
                <a:latin typeface="Times New Roman"/>
                <a:cs typeface="Times New Roman"/>
              </a:rPr>
              <a:t> </a:t>
            </a:r>
            <a:r>
              <a:rPr sz="2176" spc="-59" dirty="0">
                <a:latin typeface="Times New Roman"/>
                <a:cs typeface="Times New Roman"/>
              </a:rPr>
              <a:t>(</a:t>
            </a:r>
            <a:r>
              <a:rPr sz="2176" i="1" spc="-59" dirty="0">
                <a:latin typeface="Times New Roman"/>
                <a:cs typeface="Times New Roman"/>
              </a:rPr>
              <a:t>W</a:t>
            </a:r>
            <a:r>
              <a:rPr sz="2176" i="1" spc="-217" dirty="0">
                <a:latin typeface="Times New Roman"/>
                <a:cs typeface="Times New Roman"/>
              </a:rPr>
              <a:t> </a:t>
            </a:r>
            <a:r>
              <a:rPr sz="1941" i="1" spc="-8" baseline="42929" dirty="0">
                <a:latin typeface="Times New Roman"/>
                <a:cs typeface="Times New Roman"/>
              </a:rPr>
              <a:t>T</a:t>
            </a:r>
            <a:r>
              <a:rPr sz="1941" i="1" spc="-96" baseline="42929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spc="-212" dirty="0">
                <a:latin typeface="Times New Roman"/>
                <a:cs typeface="Times New Roman"/>
              </a:rPr>
              <a:t> </a:t>
            </a:r>
            <a:r>
              <a:rPr sz="3265" b="1" spc="-2453" baseline="3003" dirty="0">
                <a:latin typeface="Symbol"/>
                <a:cs typeface="Symbol"/>
              </a:rPr>
              <a:t></a:t>
            </a:r>
            <a:r>
              <a:rPr sz="3265" b="1" spc="52" baseline="3003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</a:t>
            </a:r>
            <a:r>
              <a:rPr sz="2176" spc="-205" dirty="0">
                <a:latin typeface="Times New Roman"/>
                <a:cs typeface="Times New Roman"/>
              </a:rPr>
              <a:t> </a:t>
            </a:r>
            <a:r>
              <a:rPr sz="2176" i="1" spc="24" dirty="0">
                <a:latin typeface="Times New Roman"/>
                <a:cs typeface="Times New Roman"/>
              </a:rPr>
              <a:t>b</a:t>
            </a:r>
            <a:r>
              <a:rPr sz="2176" spc="24" dirty="0">
                <a:latin typeface="Times New Roman"/>
                <a:cs typeface="Times New Roman"/>
              </a:rPr>
              <a:t>)</a:t>
            </a:r>
            <a:r>
              <a:rPr sz="2176" spc="-53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</a:t>
            </a:r>
            <a:r>
              <a:rPr sz="2176" spc="-76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Times New Roman"/>
                <a:cs typeface="Times New Roman"/>
              </a:rPr>
              <a:t>0</a:t>
            </a:r>
            <a:endParaRPr sz="2176" dirty="0">
              <a:latin typeface="Times New Roman"/>
              <a:cs typeface="Times New Roman"/>
            </a:endParaRPr>
          </a:p>
          <a:p>
            <a:pPr marL="35112">
              <a:spcBef>
                <a:spcPts val="1788"/>
              </a:spcBef>
            </a:pPr>
            <a:r>
              <a:rPr sz="2176" i="1" spc="24" dirty="0">
                <a:latin typeface="Times New Roman"/>
                <a:cs typeface="Times New Roman"/>
              </a:rPr>
              <a:t>W</a:t>
            </a:r>
            <a:r>
              <a:rPr sz="2176" i="1" spc="-217" dirty="0">
                <a:latin typeface="Times New Roman"/>
                <a:cs typeface="Times New Roman"/>
              </a:rPr>
              <a:t> </a:t>
            </a:r>
            <a:r>
              <a:rPr sz="1941" i="1" spc="-8" baseline="42929" dirty="0">
                <a:latin typeface="Times New Roman"/>
                <a:cs typeface="Times New Roman"/>
              </a:rPr>
              <a:t>T</a:t>
            </a:r>
            <a:r>
              <a:rPr sz="1941" i="1" spc="-96" baseline="42929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spc="-212" dirty="0">
                <a:latin typeface="Times New Roman"/>
                <a:cs typeface="Times New Roman"/>
              </a:rPr>
              <a:t> </a:t>
            </a:r>
            <a:r>
              <a:rPr sz="3265" spc="-2453" baseline="3003" dirty="0">
                <a:latin typeface="Symbol"/>
                <a:cs typeface="Symbol"/>
              </a:rPr>
              <a:t></a:t>
            </a:r>
            <a:r>
              <a:rPr sz="3265" spc="-344" baseline="3003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</a:t>
            </a:r>
            <a:r>
              <a:rPr sz="2176" spc="-217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b</a:t>
            </a:r>
            <a:r>
              <a:rPr sz="2176" i="1" spc="-171" dirty="0">
                <a:latin typeface="Times New Roman"/>
                <a:cs typeface="Times New Roman"/>
              </a:rPr>
              <a:t> </a:t>
            </a:r>
            <a:r>
              <a:rPr sz="2176" spc="100" dirty="0">
                <a:latin typeface="Symbol"/>
                <a:cs typeface="Symbol"/>
              </a:rPr>
              <a:t></a:t>
            </a:r>
            <a:r>
              <a:rPr sz="2176" i="1" spc="100" dirty="0">
                <a:latin typeface="Times New Roman"/>
                <a:cs typeface="Times New Roman"/>
              </a:rPr>
              <a:t>W</a:t>
            </a:r>
            <a:r>
              <a:rPr sz="2176" i="1" spc="-217" dirty="0">
                <a:latin typeface="Times New Roman"/>
                <a:cs typeface="Times New Roman"/>
              </a:rPr>
              <a:t> </a:t>
            </a:r>
            <a:r>
              <a:rPr sz="1941" i="1" spc="-8" baseline="42929" dirty="0">
                <a:latin typeface="Times New Roman"/>
                <a:cs typeface="Times New Roman"/>
              </a:rPr>
              <a:t>T</a:t>
            </a:r>
            <a:r>
              <a:rPr sz="1941" i="1" spc="-96" baseline="42929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spc="-205" dirty="0">
                <a:latin typeface="Times New Roman"/>
                <a:cs typeface="Times New Roman"/>
              </a:rPr>
              <a:t> </a:t>
            </a:r>
            <a:r>
              <a:rPr sz="3265" b="1" spc="-2453" baseline="3003" dirty="0">
                <a:latin typeface="Symbol"/>
                <a:cs typeface="Symbol"/>
              </a:rPr>
              <a:t></a:t>
            </a:r>
            <a:r>
              <a:rPr sz="3265" b="1" spc="52" baseline="3003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</a:t>
            </a:r>
            <a:r>
              <a:rPr sz="2176" spc="-253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b</a:t>
            </a:r>
            <a:r>
              <a:rPr sz="2176" i="1" spc="-29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</a:t>
            </a:r>
            <a:r>
              <a:rPr sz="2176" spc="-76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Times New Roman"/>
                <a:cs typeface="Times New Roman"/>
              </a:rPr>
              <a:t>0</a:t>
            </a:r>
            <a:endParaRPr sz="2176" dirty="0">
              <a:latin typeface="Times New Roman"/>
              <a:cs typeface="Times New Roman"/>
            </a:endParaRPr>
          </a:p>
          <a:p>
            <a:pPr marL="564046">
              <a:spcBef>
                <a:spcPts val="1883"/>
              </a:spcBef>
            </a:pPr>
            <a:r>
              <a:rPr sz="2176" i="1" spc="24" dirty="0">
                <a:latin typeface="Times New Roman"/>
                <a:cs typeface="Times New Roman"/>
              </a:rPr>
              <a:t>W</a:t>
            </a:r>
            <a:r>
              <a:rPr sz="2176" i="1" spc="-217" dirty="0">
                <a:latin typeface="Times New Roman"/>
                <a:cs typeface="Times New Roman"/>
              </a:rPr>
              <a:t> </a:t>
            </a:r>
            <a:r>
              <a:rPr sz="1941" i="1" spc="-8" baseline="42929" dirty="0">
                <a:latin typeface="Times New Roman"/>
                <a:cs typeface="Times New Roman"/>
              </a:rPr>
              <a:t>T</a:t>
            </a:r>
            <a:r>
              <a:rPr sz="1941" i="1" spc="-96" baseline="42929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spc="-217" dirty="0">
                <a:latin typeface="Times New Roman"/>
                <a:cs typeface="Times New Roman"/>
              </a:rPr>
              <a:t> </a:t>
            </a:r>
            <a:r>
              <a:rPr sz="3265" spc="-2453" baseline="3003" dirty="0">
                <a:latin typeface="Symbol"/>
                <a:cs typeface="Symbol"/>
              </a:rPr>
              <a:t></a:t>
            </a:r>
            <a:r>
              <a:rPr sz="3265" spc="-344" baseline="3003" dirty="0">
                <a:latin typeface="Times New Roman"/>
                <a:cs typeface="Times New Roman"/>
              </a:rPr>
              <a:t> </a:t>
            </a:r>
            <a:r>
              <a:rPr sz="2176" spc="100" dirty="0">
                <a:latin typeface="Symbol"/>
                <a:cs typeface="Symbol"/>
              </a:rPr>
              <a:t></a:t>
            </a:r>
            <a:r>
              <a:rPr sz="2176" i="1" spc="100" dirty="0">
                <a:latin typeface="Times New Roman"/>
                <a:cs typeface="Times New Roman"/>
              </a:rPr>
              <a:t>W</a:t>
            </a:r>
            <a:r>
              <a:rPr sz="2176" i="1" spc="-229" dirty="0">
                <a:latin typeface="Times New Roman"/>
                <a:cs typeface="Times New Roman"/>
              </a:rPr>
              <a:t> </a:t>
            </a:r>
            <a:r>
              <a:rPr sz="1941" i="1" spc="-8" baseline="42929" dirty="0">
                <a:latin typeface="Times New Roman"/>
                <a:cs typeface="Times New Roman"/>
              </a:rPr>
              <a:t>T</a:t>
            </a:r>
            <a:r>
              <a:rPr sz="1941" i="1" spc="-96" baseline="42929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spc="-217" dirty="0">
                <a:latin typeface="Times New Roman"/>
                <a:cs typeface="Times New Roman"/>
              </a:rPr>
              <a:t> </a:t>
            </a:r>
            <a:r>
              <a:rPr sz="3265" b="1" spc="-2453" baseline="3003" dirty="0">
                <a:latin typeface="Symbol"/>
                <a:cs typeface="Symbol"/>
              </a:rPr>
              <a:t></a:t>
            </a:r>
            <a:r>
              <a:rPr sz="3265" b="1" spc="265" baseline="3003" dirty="0">
                <a:latin typeface="Times New Roman"/>
                <a:cs typeface="Times New Roman"/>
              </a:rPr>
              <a:t> </a:t>
            </a:r>
            <a:r>
              <a:rPr sz="2176" spc="17" dirty="0">
                <a:latin typeface="Symbol"/>
                <a:cs typeface="Symbol"/>
              </a:rPr>
              <a:t></a:t>
            </a:r>
            <a:r>
              <a:rPr sz="2176" spc="-76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Times New Roman"/>
                <a:cs typeface="Times New Roman"/>
              </a:rPr>
              <a:t>0</a:t>
            </a:r>
            <a:endParaRPr sz="2176" dirty="0">
              <a:latin typeface="Times New Roman"/>
              <a:cs typeface="Times New Roman"/>
            </a:endParaRPr>
          </a:p>
          <a:p>
            <a:pPr marL="564046">
              <a:spcBef>
                <a:spcPts val="988"/>
              </a:spcBef>
            </a:pPr>
            <a:r>
              <a:rPr sz="2176" i="1" spc="24" dirty="0">
                <a:latin typeface="Times New Roman"/>
                <a:cs typeface="Times New Roman"/>
              </a:rPr>
              <a:t>W</a:t>
            </a:r>
            <a:r>
              <a:rPr sz="2176" i="1" spc="-217" dirty="0">
                <a:latin typeface="Times New Roman"/>
                <a:cs typeface="Times New Roman"/>
              </a:rPr>
              <a:t> </a:t>
            </a:r>
            <a:r>
              <a:rPr sz="1941" i="1" spc="-8" baseline="42929" dirty="0">
                <a:latin typeface="Times New Roman"/>
                <a:cs typeface="Times New Roman"/>
              </a:rPr>
              <a:t>T</a:t>
            </a:r>
            <a:r>
              <a:rPr sz="1941" i="1" spc="-132" baseline="42929" dirty="0">
                <a:latin typeface="Times New Roman"/>
                <a:cs typeface="Times New Roman"/>
              </a:rPr>
              <a:t> </a:t>
            </a:r>
            <a:r>
              <a:rPr sz="2176" spc="5" dirty="0">
                <a:latin typeface="Times New Roman"/>
                <a:cs typeface="Times New Roman"/>
              </a:rPr>
              <a:t>(</a:t>
            </a:r>
            <a:r>
              <a:rPr sz="2176" spc="-324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spc="-217" dirty="0">
                <a:latin typeface="Times New Roman"/>
                <a:cs typeface="Times New Roman"/>
              </a:rPr>
              <a:t> </a:t>
            </a:r>
            <a:r>
              <a:rPr sz="3265" spc="-2453" baseline="3003" dirty="0">
                <a:latin typeface="Symbol"/>
                <a:cs typeface="Symbol"/>
              </a:rPr>
              <a:t></a:t>
            </a:r>
            <a:r>
              <a:rPr sz="3265" spc="-344" baseline="3003" dirty="0">
                <a:latin typeface="Times New Roman"/>
                <a:cs typeface="Times New Roman"/>
              </a:rPr>
              <a:t> </a:t>
            </a:r>
            <a:r>
              <a:rPr sz="2176" spc="17" dirty="0">
                <a:latin typeface="Symbol"/>
                <a:cs typeface="Symbol"/>
              </a:rPr>
              <a:t></a:t>
            </a:r>
            <a:r>
              <a:rPr sz="2176" spc="-12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spc="-212" dirty="0">
                <a:latin typeface="Times New Roman"/>
                <a:cs typeface="Times New Roman"/>
              </a:rPr>
              <a:t> </a:t>
            </a:r>
            <a:r>
              <a:rPr sz="3265" b="1" spc="-2453" baseline="3003" dirty="0">
                <a:latin typeface="Symbol"/>
                <a:cs typeface="Symbol"/>
              </a:rPr>
              <a:t></a:t>
            </a:r>
            <a:r>
              <a:rPr sz="3265" b="1" spc="-459" baseline="3003" dirty="0">
                <a:latin typeface="Times New Roman"/>
                <a:cs typeface="Times New Roman"/>
              </a:rPr>
              <a:t> </a:t>
            </a:r>
            <a:r>
              <a:rPr sz="2176" spc="5" dirty="0">
                <a:latin typeface="Times New Roman"/>
                <a:cs typeface="Times New Roman"/>
              </a:rPr>
              <a:t>)</a:t>
            </a:r>
            <a:r>
              <a:rPr sz="2176" spc="-47" dirty="0">
                <a:latin typeface="Times New Roman"/>
                <a:cs typeface="Times New Roman"/>
              </a:rPr>
              <a:t> </a:t>
            </a:r>
            <a:r>
              <a:rPr sz="2176" spc="17" dirty="0">
                <a:latin typeface="Symbol"/>
                <a:cs typeface="Symbol"/>
              </a:rPr>
              <a:t></a:t>
            </a:r>
            <a:r>
              <a:rPr sz="2176" spc="-76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Times New Roman"/>
                <a:cs typeface="Times New Roman"/>
              </a:rPr>
              <a:t>0</a:t>
            </a:r>
            <a:endParaRPr sz="2176" dirty="0">
              <a:latin typeface="Times New Roman"/>
              <a:cs typeface="Times New Roman"/>
            </a:endParaRPr>
          </a:p>
        </p:txBody>
      </p:sp>
      <p:sp>
        <p:nvSpPr>
          <p:cNvPr id="65" name="object 38">
            <a:extLst>
              <a:ext uri="{FF2B5EF4-FFF2-40B4-BE49-F238E27FC236}">
                <a16:creationId xmlns:a16="http://schemas.microsoft.com/office/drawing/2014/main" id="{48690A5B-7E08-4A71-857A-BC813442F4DB}"/>
              </a:ext>
            </a:extLst>
          </p:cNvPr>
          <p:cNvSpPr txBox="1"/>
          <p:nvPr/>
        </p:nvSpPr>
        <p:spPr>
          <a:xfrm>
            <a:off x="7285862" y="5818648"/>
            <a:ext cx="3875740" cy="267801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2117" i="1" baseline="4629" dirty="0">
                <a:latin typeface="Times New Roman"/>
                <a:cs typeface="Times New Roman"/>
              </a:rPr>
              <a:t>W </a:t>
            </a:r>
            <a:r>
              <a:rPr sz="1647" spc="-5" dirty="0">
                <a:latin typeface="Tahoma"/>
                <a:cs typeface="Tahoma"/>
              </a:rPr>
              <a:t>is perpendicular a to line (hyper</a:t>
            </a:r>
            <a:r>
              <a:rPr sz="1647" spc="105" dirty="0">
                <a:latin typeface="Tahoma"/>
                <a:cs typeface="Tahoma"/>
              </a:rPr>
              <a:t> </a:t>
            </a:r>
            <a:r>
              <a:rPr sz="1647" spc="-5" dirty="0">
                <a:latin typeface="Tahoma"/>
                <a:cs typeface="Tahoma"/>
              </a:rPr>
              <a:t>plane)</a:t>
            </a:r>
            <a:endParaRPr sz="1647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724988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41AFC-49B4-4EE8-AE08-43434F09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96" y="530380"/>
            <a:ext cx="14966661" cy="763608"/>
          </a:xfrm>
        </p:spPr>
        <p:txBody>
          <a:bodyPr/>
          <a:lstStyle/>
          <a:p>
            <a:r>
              <a:rPr lang="en-US" sz="4800" dirty="0"/>
              <a:t>Distance from a point to a line is 1/|w|</a:t>
            </a:r>
            <a:endParaRPr lang="en-US" dirty="0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628F8BA-D24A-4124-AD53-8F52599F4B6E}"/>
              </a:ext>
            </a:extLst>
          </p:cNvPr>
          <p:cNvSpPr txBox="1"/>
          <p:nvPr/>
        </p:nvSpPr>
        <p:spPr>
          <a:xfrm>
            <a:off x="1132593" y="1236209"/>
            <a:ext cx="7794065" cy="800197"/>
          </a:xfrm>
          <a:prstGeom prst="rect">
            <a:avLst/>
          </a:prstGeom>
        </p:spPr>
        <p:txBody>
          <a:bodyPr vert="horz" wrap="square" lIns="0" tIns="83671" rIns="0" bIns="0" rtlCol="0">
            <a:spAutoFit/>
          </a:bodyPr>
          <a:lstStyle/>
          <a:p>
            <a:pPr marL="418364" indent="-403423">
              <a:spcBef>
                <a:spcPts val="659"/>
              </a:spcBef>
              <a:buClr>
                <a:srgbClr val="0070C0"/>
              </a:buClr>
              <a:buSzPct val="58333"/>
              <a:buFont typeface="Wingdings" panose="05000000000000000000" pitchFamily="2" charset="2"/>
              <a:buChar char="Ø"/>
              <a:tabLst>
                <a:tab pos="417618" algn="l"/>
                <a:tab pos="418364" algn="l"/>
              </a:tabLst>
            </a:pPr>
            <a:r>
              <a:rPr sz="2117" spc="-5" dirty="0">
                <a:latin typeface="Calibri" panose="020F0502020204030204" pitchFamily="34" charset="0"/>
                <a:cs typeface="Calibri" panose="020F0502020204030204" pitchFamily="34" charset="0"/>
              </a:rPr>
              <a:t>Binary classifier </a:t>
            </a:r>
            <a:r>
              <a:rPr lang="en-US" sz="2117" dirty="0">
                <a:latin typeface="Wingdings"/>
                <a:cs typeface="Wingdings"/>
              </a:rPr>
              <a:t></a:t>
            </a:r>
            <a:r>
              <a:rPr sz="211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17" spc="-5" dirty="0">
                <a:latin typeface="Calibri" panose="020F0502020204030204" pitchFamily="34" charset="0"/>
                <a:cs typeface="Calibri" panose="020F0502020204030204" pitchFamily="34" charset="0"/>
              </a:rPr>
              <a:t>Task of separating classes in feature</a:t>
            </a:r>
            <a:r>
              <a:rPr sz="2117" spc="1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17" spc="-5" dirty="0">
                <a:latin typeface="Calibri" panose="020F0502020204030204" pitchFamily="34" charset="0"/>
                <a:cs typeface="Calibri" panose="020F0502020204030204" pitchFamily="34" charset="0"/>
              </a:rPr>
              <a:t>space</a:t>
            </a:r>
            <a:endParaRPr sz="211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18364" indent="-403423">
              <a:spcBef>
                <a:spcPts val="545"/>
              </a:spcBef>
              <a:buClr>
                <a:srgbClr val="0070C0"/>
              </a:buClr>
              <a:buSzPct val="58333"/>
              <a:buFont typeface="Wingdings" panose="05000000000000000000" pitchFamily="2" charset="2"/>
              <a:buChar char="Ø"/>
              <a:tabLst>
                <a:tab pos="417618" algn="l"/>
                <a:tab pos="418364" algn="l"/>
              </a:tabLst>
            </a:pPr>
            <a:r>
              <a:rPr sz="2117" spc="-5" dirty="0">
                <a:latin typeface="Calibri" panose="020F0502020204030204" pitchFamily="34" charset="0"/>
                <a:cs typeface="Calibri" panose="020F0502020204030204" pitchFamily="34" charset="0"/>
              </a:rPr>
              <a:t>Distance from </a:t>
            </a:r>
            <a:r>
              <a:rPr sz="2117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sz="2117" spc="-5" dirty="0">
                <a:latin typeface="Calibri" panose="020F0502020204030204" pitchFamily="34" charset="0"/>
                <a:cs typeface="Calibri" panose="020F0502020204030204" pitchFamily="34" charset="0"/>
              </a:rPr>
              <a:t>point to </a:t>
            </a:r>
            <a:r>
              <a:rPr sz="2117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sz="2117" spc="-5" dirty="0">
                <a:latin typeface="Calibri" panose="020F0502020204030204" pitchFamily="34" charset="0"/>
                <a:cs typeface="Calibri" panose="020F0502020204030204" pitchFamily="34" charset="0"/>
              </a:rPr>
              <a:t>line </a:t>
            </a:r>
            <a:r>
              <a:rPr sz="2117" dirty="0">
                <a:latin typeface="Calibri" panose="020F0502020204030204" pitchFamily="34" charset="0"/>
                <a:cs typeface="Calibri" panose="020F0502020204030204" pitchFamily="34" charset="0"/>
              </a:rPr>
              <a:t>(hyper</a:t>
            </a:r>
            <a:r>
              <a:rPr sz="2117" spc="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17" spc="-12" dirty="0">
                <a:latin typeface="Calibri" panose="020F0502020204030204" pitchFamily="34" charset="0"/>
                <a:cs typeface="Calibri" panose="020F0502020204030204" pitchFamily="34" charset="0"/>
              </a:rPr>
              <a:t>plane)</a:t>
            </a:r>
            <a:endParaRPr sz="211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1705BA8F-B0B4-4B13-A231-1A0DE2BF6213}"/>
              </a:ext>
            </a:extLst>
          </p:cNvPr>
          <p:cNvSpPr/>
          <p:nvPr/>
        </p:nvSpPr>
        <p:spPr>
          <a:xfrm>
            <a:off x="2123918" y="2646947"/>
            <a:ext cx="89647" cy="3578412"/>
          </a:xfrm>
          <a:custGeom>
            <a:avLst/>
            <a:gdLst/>
            <a:ahLst/>
            <a:cxnLst/>
            <a:rect l="l" t="t" r="r" b="b"/>
            <a:pathLst>
              <a:path w="76200" h="304165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25145" y="76200"/>
                </a:lnTo>
                <a:lnTo>
                  <a:pt x="25145" y="63245"/>
                </a:lnTo>
                <a:lnTo>
                  <a:pt x="50291" y="63245"/>
                </a:lnTo>
                <a:lnTo>
                  <a:pt x="50291" y="76200"/>
                </a:lnTo>
                <a:lnTo>
                  <a:pt x="76200" y="76200"/>
                </a:lnTo>
                <a:close/>
              </a:path>
              <a:path w="76200" h="3041650">
                <a:moveTo>
                  <a:pt x="50291" y="76200"/>
                </a:moveTo>
                <a:lnTo>
                  <a:pt x="50291" y="63245"/>
                </a:lnTo>
                <a:lnTo>
                  <a:pt x="25145" y="63245"/>
                </a:lnTo>
                <a:lnTo>
                  <a:pt x="25145" y="76200"/>
                </a:lnTo>
                <a:lnTo>
                  <a:pt x="50291" y="76200"/>
                </a:lnTo>
                <a:close/>
              </a:path>
              <a:path w="76200" h="3041650">
                <a:moveTo>
                  <a:pt x="50292" y="3041141"/>
                </a:moveTo>
                <a:lnTo>
                  <a:pt x="50291" y="76200"/>
                </a:lnTo>
                <a:lnTo>
                  <a:pt x="25145" y="76200"/>
                </a:lnTo>
                <a:lnTo>
                  <a:pt x="25146" y="3041141"/>
                </a:lnTo>
                <a:lnTo>
                  <a:pt x="50292" y="30411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B2FEAE25-DEA8-469D-A323-640AA8FCD5B6}"/>
              </a:ext>
            </a:extLst>
          </p:cNvPr>
          <p:cNvSpPr/>
          <p:nvPr/>
        </p:nvSpPr>
        <p:spPr>
          <a:xfrm>
            <a:off x="2159130" y="6167554"/>
            <a:ext cx="4802841" cy="89647"/>
          </a:xfrm>
          <a:custGeom>
            <a:avLst/>
            <a:gdLst/>
            <a:ahLst/>
            <a:cxnLst/>
            <a:rect l="l" t="t" r="r" b="b"/>
            <a:pathLst>
              <a:path w="4082415" h="76200">
                <a:moveTo>
                  <a:pt x="4018026" y="51053"/>
                </a:moveTo>
                <a:lnTo>
                  <a:pt x="4018026" y="25907"/>
                </a:lnTo>
                <a:lnTo>
                  <a:pt x="0" y="25907"/>
                </a:lnTo>
                <a:lnTo>
                  <a:pt x="0" y="51053"/>
                </a:lnTo>
                <a:lnTo>
                  <a:pt x="4018026" y="51053"/>
                </a:lnTo>
                <a:close/>
              </a:path>
              <a:path w="4082415" h="76200">
                <a:moveTo>
                  <a:pt x="4082034" y="38100"/>
                </a:moveTo>
                <a:lnTo>
                  <a:pt x="4005834" y="0"/>
                </a:lnTo>
                <a:lnTo>
                  <a:pt x="4005834" y="25907"/>
                </a:lnTo>
                <a:lnTo>
                  <a:pt x="4018026" y="25907"/>
                </a:lnTo>
                <a:lnTo>
                  <a:pt x="4018026" y="70103"/>
                </a:lnTo>
                <a:lnTo>
                  <a:pt x="4082034" y="38100"/>
                </a:lnTo>
                <a:close/>
              </a:path>
              <a:path w="4082415" h="76200">
                <a:moveTo>
                  <a:pt x="4018026" y="70103"/>
                </a:moveTo>
                <a:lnTo>
                  <a:pt x="4018026" y="51053"/>
                </a:lnTo>
                <a:lnTo>
                  <a:pt x="4005834" y="51053"/>
                </a:lnTo>
                <a:lnTo>
                  <a:pt x="4005834" y="76200"/>
                </a:lnTo>
                <a:lnTo>
                  <a:pt x="4018026" y="70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C31C885-74BB-4550-9702-D01E4798F6F4}"/>
              </a:ext>
            </a:extLst>
          </p:cNvPr>
          <p:cNvSpPr/>
          <p:nvPr/>
        </p:nvSpPr>
        <p:spPr>
          <a:xfrm>
            <a:off x="3536107" y="3653850"/>
            <a:ext cx="115645" cy="1156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302E6D33-C3F5-4616-B5E8-452DBD0C9218}"/>
              </a:ext>
            </a:extLst>
          </p:cNvPr>
          <p:cNvSpPr/>
          <p:nvPr/>
        </p:nvSpPr>
        <p:spPr>
          <a:xfrm>
            <a:off x="2860167" y="4074294"/>
            <a:ext cx="115645" cy="1156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D759F63D-67CE-43D1-8340-9118115E331A}"/>
              </a:ext>
            </a:extLst>
          </p:cNvPr>
          <p:cNvSpPr/>
          <p:nvPr/>
        </p:nvSpPr>
        <p:spPr>
          <a:xfrm>
            <a:off x="3039462" y="4717063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16531B96-8597-449E-8653-802A80D9B26A}"/>
              </a:ext>
            </a:extLst>
          </p:cNvPr>
          <p:cNvSpPr/>
          <p:nvPr/>
        </p:nvSpPr>
        <p:spPr>
          <a:xfrm>
            <a:off x="2591227" y="5254946"/>
            <a:ext cx="115644" cy="1156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E4CCDBC5-15F2-41E8-9227-C5D2F3E77BD6}"/>
              </a:ext>
            </a:extLst>
          </p:cNvPr>
          <p:cNvSpPr/>
          <p:nvPr/>
        </p:nvSpPr>
        <p:spPr>
          <a:xfrm>
            <a:off x="3218755" y="3372356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350D1C3D-23FA-4E24-85A2-3B4A73234B63}"/>
              </a:ext>
            </a:extLst>
          </p:cNvPr>
          <p:cNvSpPr/>
          <p:nvPr/>
        </p:nvSpPr>
        <p:spPr>
          <a:xfrm>
            <a:off x="2591227" y="4448122"/>
            <a:ext cx="115644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3" name="object 17">
            <a:extLst>
              <a:ext uri="{FF2B5EF4-FFF2-40B4-BE49-F238E27FC236}">
                <a16:creationId xmlns:a16="http://schemas.microsoft.com/office/drawing/2014/main" id="{BD67C151-BACE-4E6F-B18F-C812EAEB9605}"/>
              </a:ext>
            </a:extLst>
          </p:cNvPr>
          <p:cNvSpPr/>
          <p:nvPr/>
        </p:nvSpPr>
        <p:spPr>
          <a:xfrm>
            <a:off x="2770520" y="4627416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338C7975-4B4F-435A-AE3A-6CD6FCB1CC0A}"/>
              </a:ext>
            </a:extLst>
          </p:cNvPr>
          <p:cNvSpPr/>
          <p:nvPr/>
        </p:nvSpPr>
        <p:spPr>
          <a:xfrm>
            <a:off x="3666991" y="4179180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CE14C8E5-139A-4BF2-9438-A5F2BF25D872}"/>
              </a:ext>
            </a:extLst>
          </p:cNvPr>
          <p:cNvSpPr/>
          <p:nvPr/>
        </p:nvSpPr>
        <p:spPr>
          <a:xfrm>
            <a:off x="4727515" y="4163940"/>
            <a:ext cx="115645" cy="1156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31A54B8-2D72-4C0A-A074-ADD63B1B376C}"/>
              </a:ext>
            </a:extLst>
          </p:cNvPr>
          <p:cNvSpPr/>
          <p:nvPr/>
        </p:nvSpPr>
        <p:spPr>
          <a:xfrm>
            <a:off x="4294520" y="5254946"/>
            <a:ext cx="115645" cy="1156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6BEB82FB-CCA4-48D4-8C6E-744B4FB35585}"/>
              </a:ext>
            </a:extLst>
          </p:cNvPr>
          <p:cNvSpPr/>
          <p:nvPr/>
        </p:nvSpPr>
        <p:spPr>
          <a:xfrm>
            <a:off x="5459934" y="5254946"/>
            <a:ext cx="115645" cy="1156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199955FE-F13B-4064-BB7F-F3B59BCC2EAF}"/>
              </a:ext>
            </a:extLst>
          </p:cNvPr>
          <p:cNvSpPr/>
          <p:nvPr/>
        </p:nvSpPr>
        <p:spPr>
          <a:xfrm>
            <a:off x="3920692" y="5867237"/>
            <a:ext cx="115645" cy="1156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23">
            <a:extLst>
              <a:ext uri="{FF2B5EF4-FFF2-40B4-BE49-F238E27FC236}">
                <a16:creationId xmlns:a16="http://schemas.microsoft.com/office/drawing/2014/main" id="{64DDE0D3-E1BE-4C5C-B138-A5CECDFAE78F}"/>
              </a:ext>
            </a:extLst>
          </p:cNvPr>
          <p:cNvSpPr/>
          <p:nvPr/>
        </p:nvSpPr>
        <p:spPr>
          <a:xfrm>
            <a:off x="4653110" y="4537768"/>
            <a:ext cx="115645" cy="115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24">
            <a:extLst>
              <a:ext uri="{FF2B5EF4-FFF2-40B4-BE49-F238E27FC236}">
                <a16:creationId xmlns:a16="http://schemas.microsoft.com/office/drawing/2014/main" id="{0F135578-234D-4D3D-B5EC-F6F0D08384C6}"/>
              </a:ext>
            </a:extLst>
          </p:cNvPr>
          <p:cNvSpPr/>
          <p:nvPr/>
        </p:nvSpPr>
        <p:spPr>
          <a:xfrm>
            <a:off x="3920692" y="5060411"/>
            <a:ext cx="115645" cy="1156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5">
            <a:extLst>
              <a:ext uri="{FF2B5EF4-FFF2-40B4-BE49-F238E27FC236}">
                <a16:creationId xmlns:a16="http://schemas.microsoft.com/office/drawing/2014/main" id="{264EA6C9-87B6-4E50-A086-FC69A2A3C0A3}"/>
              </a:ext>
            </a:extLst>
          </p:cNvPr>
          <p:cNvSpPr/>
          <p:nvPr/>
        </p:nvSpPr>
        <p:spPr>
          <a:xfrm>
            <a:off x="4742756" y="5523887"/>
            <a:ext cx="115645" cy="1156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6">
            <a:extLst>
              <a:ext uri="{FF2B5EF4-FFF2-40B4-BE49-F238E27FC236}">
                <a16:creationId xmlns:a16="http://schemas.microsoft.com/office/drawing/2014/main" id="{51E1ABE2-E12B-4EA8-96B8-E8DB549074A6}"/>
              </a:ext>
            </a:extLst>
          </p:cNvPr>
          <p:cNvSpPr/>
          <p:nvPr/>
        </p:nvSpPr>
        <p:spPr>
          <a:xfrm>
            <a:off x="5549580" y="4448122"/>
            <a:ext cx="115645" cy="115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7">
            <a:extLst>
              <a:ext uri="{FF2B5EF4-FFF2-40B4-BE49-F238E27FC236}">
                <a16:creationId xmlns:a16="http://schemas.microsoft.com/office/drawing/2014/main" id="{21075B89-1A4F-417B-A275-460A4C1505AF}"/>
              </a:ext>
            </a:extLst>
          </p:cNvPr>
          <p:cNvSpPr/>
          <p:nvPr/>
        </p:nvSpPr>
        <p:spPr>
          <a:xfrm>
            <a:off x="2678186" y="2742139"/>
            <a:ext cx="2885141" cy="3153335"/>
          </a:xfrm>
          <a:custGeom>
            <a:avLst/>
            <a:gdLst/>
            <a:ahLst/>
            <a:cxnLst/>
            <a:rect l="l" t="t" r="r" b="b"/>
            <a:pathLst>
              <a:path w="2452370" h="2680334">
                <a:moveTo>
                  <a:pt x="2452116" y="12953"/>
                </a:moveTo>
                <a:lnTo>
                  <a:pt x="2438400" y="0"/>
                </a:lnTo>
                <a:lnTo>
                  <a:pt x="0" y="2666999"/>
                </a:lnTo>
                <a:lnTo>
                  <a:pt x="13716" y="2679954"/>
                </a:lnTo>
                <a:lnTo>
                  <a:pt x="2452116" y="12953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8">
            <a:extLst>
              <a:ext uri="{FF2B5EF4-FFF2-40B4-BE49-F238E27FC236}">
                <a16:creationId xmlns:a16="http://schemas.microsoft.com/office/drawing/2014/main" id="{DAD0A0FA-A1CB-429C-9E3E-29EFD41B88D1}"/>
              </a:ext>
            </a:extLst>
          </p:cNvPr>
          <p:cNvSpPr/>
          <p:nvPr/>
        </p:nvSpPr>
        <p:spPr>
          <a:xfrm>
            <a:off x="3767395" y="2667733"/>
            <a:ext cx="115645" cy="1156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9">
            <a:extLst>
              <a:ext uri="{FF2B5EF4-FFF2-40B4-BE49-F238E27FC236}">
                <a16:creationId xmlns:a16="http://schemas.microsoft.com/office/drawing/2014/main" id="{4F2C3B6D-BBBF-42DF-B774-BBFE18475F2D}"/>
              </a:ext>
            </a:extLst>
          </p:cNvPr>
          <p:cNvSpPr/>
          <p:nvPr/>
        </p:nvSpPr>
        <p:spPr>
          <a:xfrm>
            <a:off x="4484573" y="2757381"/>
            <a:ext cx="115644" cy="1156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30">
            <a:extLst>
              <a:ext uri="{FF2B5EF4-FFF2-40B4-BE49-F238E27FC236}">
                <a16:creationId xmlns:a16="http://schemas.microsoft.com/office/drawing/2014/main" id="{9BEFF31C-148C-48D3-AE3A-901F018959D9}"/>
              </a:ext>
            </a:extLst>
          </p:cNvPr>
          <p:cNvSpPr/>
          <p:nvPr/>
        </p:nvSpPr>
        <p:spPr>
          <a:xfrm>
            <a:off x="5739632" y="3653850"/>
            <a:ext cx="115645" cy="11564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31">
            <a:extLst>
              <a:ext uri="{FF2B5EF4-FFF2-40B4-BE49-F238E27FC236}">
                <a16:creationId xmlns:a16="http://schemas.microsoft.com/office/drawing/2014/main" id="{415D702A-1399-4D79-AFA9-ED9DAAECF7B7}"/>
              </a:ext>
            </a:extLst>
          </p:cNvPr>
          <p:cNvSpPr txBox="1"/>
          <p:nvPr/>
        </p:nvSpPr>
        <p:spPr>
          <a:xfrm>
            <a:off x="5872609" y="2386541"/>
            <a:ext cx="189753" cy="304846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1883" b="1" dirty="0">
                <a:latin typeface="Times New Roman"/>
                <a:cs typeface="Times New Roman"/>
              </a:rPr>
              <a:t>T</a:t>
            </a:r>
            <a:endParaRPr sz="1883">
              <a:latin typeface="Times New Roman"/>
              <a:cs typeface="Times New Roman"/>
            </a:endParaRPr>
          </a:p>
        </p:txBody>
      </p:sp>
      <p:sp>
        <p:nvSpPr>
          <p:cNvPr id="53" name="object 32">
            <a:extLst>
              <a:ext uri="{FF2B5EF4-FFF2-40B4-BE49-F238E27FC236}">
                <a16:creationId xmlns:a16="http://schemas.microsoft.com/office/drawing/2014/main" id="{2F7C9C4E-58E1-4D42-92A1-B3832ECCE42F}"/>
              </a:ext>
            </a:extLst>
          </p:cNvPr>
          <p:cNvSpPr txBox="1"/>
          <p:nvPr/>
        </p:nvSpPr>
        <p:spPr>
          <a:xfrm>
            <a:off x="5613530" y="2374887"/>
            <a:ext cx="1750359" cy="44969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  <a:tabLst>
                <a:tab pos="433307" algn="l"/>
              </a:tabLst>
            </a:pPr>
            <a:r>
              <a:rPr sz="2824" b="1" dirty="0">
                <a:latin typeface="Times New Roman"/>
                <a:cs typeface="Times New Roman"/>
              </a:rPr>
              <a:t>w	x </a:t>
            </a:r>
            <a:r>
              <a:rPr sz="2824" dirty="0">
                <a:latin typeface="Times New Roman"/>
                <a:cs typeface="Times New Roman"/>
              </a:rPr>
              <a:t>+ </a:t>
            </a:r>
            <a:r>
              <a:rPr sz="2824" i="1" dirty="0">
                <a:latin typeface="Times New Roman"/>
                <a:cs typeface="Times New Roman"/>
              </a:rPr>
              <a:t>b </a:t>
            </a:r>
            <a:r>
              <a:rPr sz="2824" b="1" dirty="0">
                <a:latin typeface="Times New Roman"/>
                <a:cs typeface="Times New Roman"/>
              </a:rPr>
              <a:t>=</a:t>
            </a:r>
            <a:r>
              <a:rPr sz="2824" b="1" spc="-129" dirty="0">
                <a:latin typeface="Times New Roman"/>
                <a:cs typeface="Times New Roman"/>
              </a:rPr>
              <a:t> </a:t>
            </a:r>
            <a:r>
              <a:rPr sz="2824" b="1" dirty="0">
                <a:latin typeface="Times New Roman"/>
                <a:cs typeface="Times New Roman"/>
              </a:rPr>
              <a:t>0</a:t>
            </a:r>
            <a:endParaRPr sz="2824">
              <a:latin typeface="Times New Roman"/>
              <a:cs typeface="Times New Roman"/>
            </a:endParaRPr>
          </a:p>
        </p:txBody>
      </p:sp>
      <p:sp>
        <p:nvSpPr>
          <p:cNvPr id="55" name="object 33">
            <a:extLst>
              <a:ext uri="{FF2B5EF4-FFF2-40B4-BE49-F238E27FC236}">
                <a16:creationId xmlns:a16="http://schemas.microsoft.com/office/drawing/2014/main" id="{285A8A12-9249-4622-8260-CC2CB831A90F}"/>
              </a:ext>
            </a:extLst>
          </p:cNvPr>
          <p:cNvSpPr/>
          <p:nvPr/>
        </p:nvSpPr>
        <p:spPr>
          <a:xfrm>
            <a:off x="4718551" y="3549858"/>
            <a:ext cx="115645" cy="1156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34">
            <a:extLst>
              <a:ext uri="{FF2B5EF4-FFF2-40B4-BE49-F238E27FC236}">
                <a16:creationId xmlns:a16="http://schemas.microsoft.com/office/drawing/2014/main" id="{FB71A9BE-E4B8-4175-86E7-DAEBDCA61A45}"/>
              </a:ext>
            </a:extLst>
          </p:cNvPr>
          <p:cNvSpPr txBox="1"/>
          <p:nvPr/>
        </p:nvSpPr>
        <p:spPr>
          <a:xfrm>
            <a:off x="4727816" y="2538939"/>
            <a:ext cx="214405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1412" i="1" spc="171" dirty="0">
                <a:latin typeface="Times New Roman"/>
                <a:cs typeface="Times New Roman"/>
              </a:rPr>
              <a:t>X</a:t>
            </a:r>
            <a:r>
              <a:rPr sz="1236" i="1" baseline="-23809" dirty="0">
                <a:latin typeface="Times New Roman"/>
                <a:cs typeface="Times New Roman"/>
              </a:rPr>
              <a:t>n</a:t>
            </a:r>
            <a:endParaRPr sz="1236" baseline="-23809" dirty="0">
              <a:latin typeface="Times New Roman"/>
              <a:cs typeface="Times New Roman"/>
            </a:endParaRPr>
          </a:p>
        </p:txBody>
      </p:sp>
      <p:sp>
        <p:nvSpPr>
          <p:cNvPr id="59" name="object 35">
            <a:extLst>
              <a:ext uri="{FF2B5EF4-FFF2-40B4-BE49-F238E27FC236}">
                <a16:creationId xmlns:a16="http://schemas.microsoft.com/office/drawing/2014/main" id="{71049276-BB12-4226-903B-BC25FA3CED0D}"/>
              </a:ext>
            </a:extLst>
          </p:cNvPr>
          <p:cNvSpPr txBox="1"/>
          <p:nvPr/>
        </p:nvSpPr>
        <p:spPr>
          <a:xfrm>
            <a:off x="4104770" y="3113794"/>
            <a:ext cx="169583" cy="231637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2117" i="1" spc="-829" baseline="-13888" dirty="0">
                <a:latin typeface="Times New Roman"/>
                <a:cs typeface="Times New Roman"/>
              </a:rPr>
              <a:t>W</a:t>
            </a:r>
            <a:r>
              <a:rPr sz="1412" spc="-5" dirty="0">
                <a:latin typeface="Times New Roman"/>
                <a:cs typeface="Times New Roman"/>
              </a:rPr>
              <a:t>ˆ</a:t>
            </a:r>
            <a:endParaRPr sz="1412">
              <a:latin typeface="Times New Roman"/>
              <a:cs typeface="Times New Roman"/>
            </a:endParaRPr>
          </a:p>
        </p:txBody>
      </p:sp>
      <p:sp>
        <p:nvSpPr>
          <p:cNvPr id="61" name="object 36">
            <a:extLst>
              <a:ext uri="{FF2B5EF4-FFF2-40B4-BE49-F238E27FC236}">
                <a16:creationId xmlns:a16="http://schemas.microsoft.com/office/drawing/2014/main" id="{1943F83C-1D7E-49DD-9562-102893B11D83}"/>
              </a:ext>
            </a:extLst>
          </p:cNvPr>
          <p:cNvSpPr/>
          <p:nvPr/>
        </p:nvSpPr>
        <p:spPr>
          <a:xfrm>
            <a:off x="7030549" y="3349050"/>
            <a:ext cx="0" cy="449729"/>
          </a:xfrm>
          <a:custGeom>
            <a:avLst/>
            <a:gdLst/>
            <a:ahLst/>
            <a:cxnLst/>
            <a:rect l="l" t="t" r="r" b="b"/>
            <a:pathLst>
              <a:path h="382270">
                <a:moveTo>
                  <a:pt x="0" y="0"/>
                </a:moveTo>
                <a:lnTo>
                  <a:pt x="0" y="381762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3" name="object 37">
            <a:extLst>
              <a:ext uri="{FF2B5EF4-FFF2-40B4-BE49-F238E27FC236}">
                <a16:creationId xmlns:a16="http://schemas.microsoft.com/office/drawing/2014/main" id="{0EE49F00-1D41-4666-A7F0-EACA208AC98D}"/>
              </a:ext>
            </a:extLst>
          </p:cNvPr>
          <p:cNvSpPr/>
          <p:nvPr/>
        </p:nvSpPr>
        <p:spPr>
          <a:xfrm>
            <a:off x="8349256" y="3349050"/>
            <a:ext cx="0" cy="449729"/>
          </a:xfrm>
          <a:custGeom>
            <a:avLst/>
            <a:gdLst/>
            <a:ahLst/>
            <a:cxnLst/>
            <a:rect l="l" t="t" r="r" b="b"/>
            <a:pathLst>
              <a:path h="382270">
                <a:moveTo>
                  <a:pt x="0" y="0"/>
                </a:moveTo>
                <a:lnTo>
                  <a:pt x="0" y="381762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5" name="object 38">
            <a:extLst>
              <a:ext uri="{FF2B5EF4-FFF2-40B4-BE49-F238E27FC236}">
                <a16:creationId xmlns:a16="http://schemas.microsoft.com/office/drawing/2014/main" id="{81740E09-3BF5-4018-9F8A-EB339298AE53}"/>
              </a:ext>
            </a:extLst>
          </p:cNvPr>
          <p:cNvSpPr/>
          <p:nvPr/>
        </p:nvSpPr>
        <p:spPr>
          <a:xfrm>
            <a:off x="8766116" y="362426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7" name="object 39">
            <a:extLst>
              <a:ext uri="{FF2B5EF4-FFF2-40B4-BE49-F238E27FC236}">
                <a16:creationId xmlns:a16="http://schemas.microsoft.com/office/drawing/2014/main" id="{99062CDD-BF6E-486B-9B87-9A29DA4F708B}"/>
              </a:ext>
            </a:extLst>
          </p:cNvPr>
          <p:cNvSpPr/>
          <p:nvPr/>
        </p:nvSpPr>
        <p:spPr>
          <a:xfrm>
            <a:off x="8726671" y="362426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9" name="object 40">
            <a:extLst>
              <a:ext uri="{FF2B5EF4-FFF2-40B4-BE49-F238E27FC236}">
                <a16:creationId xmlns:a16="http://schemas.microsoft.com/office/drawing/2014/main" id="{75A16F3D-D1BE-46B7-A629-7221D0E28339}"/>
              </a:ext>
            </a:extLst>
          </p:cNvPr>
          <p:cNvSpPr/>
          <p:nvPr/>
        </p:nvSpPr>
        <p:spPr>
          <a:xfrm>
            <a:off x="9092431" y="362426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1" name="object 41">
            <a:extLst>
              <a:ext uri="{FF2B5EF4-FFF2-40B4-BE49-F238E27FC236}">
                <a16:creationId xmlns:a16="http://schemas.microsoft.com/office/drawing/2014/main" id="{8FCE9EDF-126A-446D-A9B6-8B054C0C6CD7}"/>
              </a:ext>
            </a:extLst>
          </p:cNvPr>
          <p:cNvSpPr/>
          <p:nvPr/>
        </p:nvSpPr>
        <p:spPr>
          <a:xfrm>
            <a:off x="9052987" y="362426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3" name="object 42">
            <a:extLst>
              <a:ext uri="{FF2B5EF4-FFF2-40B4-BE49-F238E27FC236}">
                <a16:creationId xmlns:a16="http://schemas.microsoft.com/office/drawing/2014/main" id="{D10BA973-B0AE-4BE6-8917-B4574923A564}"/>
              </a:ext>
            </a:extLst>
          </p:cNvPr>
          <p:cNvSpPr/>
          <p:nvPr/>
        </p:nvSpPr>
        <p:spPr>
          <a:xfrm>
            <a:off x="8697090" y="3574063"/>
            <a:ext cx="425076" cy="0"/>
          </a:xfrm>
          <a:custGeom>
            <a:avLst/>
            <a:gdLst/>
            <a:ahLst/>
            <a:cxnLst/>
            <a:rect l="l" t="t" r="r" b="b"/>
            <a:pathLst>
              <a:path w="361315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5" name="object 43">
            <a:extLst>
              <a:ext uri="{FF2B5EF4-FFF2-40B4-BE49-F238E27FC236}">
                <a16:creationId xmlns:a16="http://schemas.microsoft.com/office/drawing/2014/main" id="{C75A6439-9833-41FD-B727-28B3C1D5E196}"/>
              </a:ext>
            </a:extLst>
          </p:cNvPr>
          <p:cNvSpPr/>
          <p:nvPr/>
        </p:nvSpPr>
        <p:spPr>
          <a:xfrm>
            <a:off x="8663917" y="3163481"/>
            <a:ext cx="0" cy="820271"/>
          </a:xfrm>
          <a:custGeom>
            <a:avLst/>
            <a:gdLst/>
            <a:ahLst/>
            <a:cxnLst/>
            <a:rect l="l" t="t" r="r" b="b"/>
            <a:pathLst>
              <a:path h="697229">
                <a:moveTo>
                  <a:pt x="0" y="0"/>
                </a:moveTo>
                <a:lnTo>
                  <a:pt x="0" y="69723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7" name="object 44">
            <a:extLst>
              <a:ext uri="{FF2B5EF4-FFF2-40B4-BE49-F238E27FC236}">
                <a16:creationId xmlns:a16="http://schemas.microsoft.com/office/drawing/2014/main" id="{06C34740-CFCC-4858-A22D-AAC4934DAD8B}"/>
              </a:ext>
            </a:extLst>
          </p:cNvPr>
          <p:cNvSpPr/>
          <p:nvPr/>
        </p:nvSpPr>
        <p:spPr>
          <a:xfrm>
            <a:off x="10205847" y="3163481"/>
            <a:ext cx="0" cy="820271"/>
          </a:xfrm>
          <a:custGeom>
            <a:avLst/>
            <a:gdLst/>
            <a:ahLst/>
            <a:cxnLst/>
            <a:rect l="l" t="t" r="r" b="b"/>
            <a:pathLst>
              <a:path h="697229">
                <a:moveTo>
                  <a:pt x="0" y="0"/>
                </a:moveTo>
                <a:lnTo>
                  <a:pt x="0" y="69723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9" name="object 45">
            <a:extLst>
              <a:ext uri="{FF2B5EF4-FFF2-40B4-BE49-F238E27FC236}">
                <a16:creationId xmlns:a16="http://schemas.microsoft.com/office/drawing/2014/main" id="{C91FD9B8-E4E5-48A6-8F1B-0E77A18E7100}"/>
              </a:ext>
            </a:extLst>
          </p:cNvPr>
          <p:cNvSpPr txBox="1"/>
          <p:nvPr/>
        </p:nvSpPr>
        <p:spPr>
          <a:xfrm>
            <a:off x="7142888" y="3274668"/>
            <a:ext cx="123265" cy="352939"/>
          </a:xfrm>
          <a:prstGeom prst="rect">
            <a:avLst/>
          </a:prstGeom>
        </p:spPr>
        <p:txBody>
          <a:bodyPr vert="horz" wrap="square" lIns="0" tIns="17929" rIns="0" bIns="0" rtlCol="0">
            <a:spAutoFit/>
          </a:bodyPr>
          <a:lstStyle/>
          <a:p>
            <a:pPr marL="14941">
              <a:spcBef>
                <a:spcPts val="141"/>
              </a:spcBef>
            </a:pPr>
            <a:r>
              <a:rPr sz="2176" spc="5" dirty="0">
                <a:latin typeface="Times New Roman"/>
                <a:cs typeface="Times New Roman"/>
              </a:rPr>
              <a:t>ˆ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81" name="object 46">
            <a:extLst>
              <a:ext uri="{FF2B5EF4-FFF2-40B4-BE49-F238E27FC236}">
                <a16:creationId xmlns:a16="http://schemas.microsoft.com/office/drawing/2014/main" id="{C6ADF065-36FB-4DDE-9F56-456036B1C204}"/>
              </a:ext>
            </a:extLst>
          </p:cNvPr>
          <p:cNvSpPr txBox="1"/>
          <p:nvPr/>
        </p:nvSpPr>
        <p:spPr>
          <a:xfrm>
            <a:off x="9964100" y="3535662"/>
            <a:ext cx="112059" cy="212864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4941">
              <a:spcBef>
                <a:spcPts val="105"/>
              </a:spcBef>
            </a:pPr>
            <a:r>
              <a:rPr sz="1295" i="1" spc="-5" dirty="0">
                <a:latin typeface="Times New Roman"/>
                <a:cs typeface="Times New Roman"/>
              </a:rPr>
              <a:t>n</a:t>
            </a:r>
            <a:endParaRPr sz="1295">
              <a:latin typeface="Times New Roman"/>
              <a:cs typeface="Times New Roman"/>
            </a:endParaRPr>
          </a:p>
        </p:txBody>
      </p:sp>
      <p:sp>
        <p:nvSpPr>
          <p:cNvPr id="83" name="object 47">
            <a:extLst>
              <a:ext uri="{FF2B5EF4-FFF2-40B4-BE49-F238E27FC236}">
                <a16:creationId xmlns:a16="http://schemas.microsoft.com/office/drawing/2014/main" id="{12DE0806-9A49-494B-BC53-0B32156813F0}"/>
              </a:ext>
            </a:extLst>
          </p:cNvPr>
          <p:cNvSpPr txBox="1"/>
          <p:nvPr/>
        </p:nvSpPr>
        <p:spPr>
          <a:xfrm>
            <a:off x="8107508" y="3535662"/>
            <a:ext cx="112059" cy="212864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4941">
              <a:spcBef>
                <a:spcPts val="105"/>
              </a:spcBef>
            </a:pPr>
            <a:r>
              <a:rPr sz="1295" i="1" spc="-5" dirty="0">
                <a:latin typeface="Times New Roman"/>
                <a:cs typeface="Times New Roman"/>
              </a:rPr>
              <a:t>n</a:t>
            </a:r>
            <a:endParaRPr sz="1295">
              <a:latin typeface="Times New Roman"/>
              <a:cs typeface="Times New Roman"/>
            </a:endParaRPr>
          </a:p>
        </p:txBody>
      </p:sp>
      <p:sp>
        <p:nvSpPr>
          <p:cNvPr id="85" name="object 48">
            <a:extLst>
              <a:ext uri="{FF2B5EF4-FFF2-40B4-BE49-F238E27FC236}">
                <a16:creationId xmlns:a16="http://schemas.microsoft.com/office/drawing/2014/main" id="{3BE3BA58-1D9F-48E7-86F5-DE844B9358A3}"/>
              </a:ext>
            </a:extLst>
          </p:cNvPr>
          <p:cNvSpPr txBox="1"/>
          <p:nvPr/>
        </p:nvSpPr>
        <p:spPr>
          <a:xfrm>
            <a:off x="8809449" y="3172481"/>
            <a:ext cx="216647" cy="352939"/>
          </a:xfrm>
          <a:prstGeom prst="rect">
            <a:avLst/>
          </a:prstGeom>
        </p:spPr>
        <p:txBody>
          <a:bodyPr vert="horz" wrap="square" lIns="0" tIns="17929" rIns="0" bIns="0" rtlCol="0">
            <a:spAutoFit/>
          </a:bodyPr>
          <a:lstStyle/>
          <a:p>
            <a:pPr marL="14941">
              <a:spcBef>
                <a:spcPts val="141"/>
              </a:spcBef>
            </a:pPr>
            <a:r>
              <a:rPr sz="2176" i="1" spc="17" dirty="0">
                <a:latin typeface="Times New Roman"/>
                <a:cs typeface="Times New Roman"/>
              </a:rPr>
              <a:t>w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87" name="object 49">
            <a:extLst>
              <a:ext uri="{FF2B5EF4-FFF2-40B4-BE49-F238E27FC236}">
                <a16:creationId xmlns:a16="http://schemas.microsoft.com/office/drawing/2014/main" id="{1582F44B-67EC-4AE9-AD1F-61B88CDB7DDD}"/>
              </a:ext>
            </a:extLst>
          </p:cNvPr>
          <p:cNvSpPr txBox="1"/>
          <p:nvPr/>
        </p:nvSpPr>
        <p:spPr>
          <a:xfrm>
            <a:off x="8420380" y="3349082"/>
            <a:ext cx="1782483" cy="352939"/>
          </a:xfrm>
          <a:prstGeom prst="rect">
            <a:avLst/>
          </a:prstGeom>
        </p:spPr>
        <p:txBody>
          <a:bodyPr vert="horz" wrap="square" lIns="0" tIns="17929" rIns="0" bIns="0" rtlCol="0">
            <a:spAutoFit/>
          </a:bodyPr>
          <a:lstStyle/>
          <a:p>
            <a:pPr marL="14941">
              <a:spcBef>
                <a:spcPts val="141"/>
              </a:spcBef>
              <a:tabLst>
                <a:tab pos="744092" algn="l"/>
                <a:tab pos="1674206" algn="l"/>
              </a:tabLst>
            </a:pPr>
            <a:r>
              <a:rPr sz="2176" spc="12" dirty="0">
                <a:latin typeface="Symbol"/>
                <a:cs typeface="Symbol"/>
              </a:rPr>
              <a:t></a:t>
            </a:r>
            <a:r>
              <a:rPr sz="2176" spc="12" dirty="0">
                <a:latin typeface="Times New Roman"/>
                <a:cs typeface="Times New Roman"/>
              </a:rPr>
              <a:t>	</a:t>
            </a:r>
            <a:r>
              <a:rPr sz="2176" spc="5" dirty="0">
                <a:latin typeface="Times New Roman"/>
                <a:cs typeface="Times New Roman"/>
              </a:rPr>
              <a:t>(</a:t>
            </a:r>
            <a:r>
              <a:rPr sz="2176" spc="-312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X</a:t>
            </a:r>
            <a:r>
              <a:rPr sz="2176" i="1" spc="176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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X</a:t>
            </a:r>
            <a:r>
              <a:rPr sz="2176" i="1" dirty="0">
                <a:latin typeface="Times New Roman"/>
                <a:cs typeface="Times New Roman"/>
              </a:rPr>
              <a:t>	</a:t>
            </a:r>
            <a:r>
              <a:rPr sz="2176" spc="5" dirty="0">
                <a:latin typeface="Times New Roman"/>
                <a:cs typeface="Times New Roman"/>
              </a:rPr>
              <a:t>)</a:t>
            </a:r>
            <a:endParaRPr sz="2176" dirty="0">
              <a:latin typeface="Times New Roman"/>
              <a:cs typeface="Times New Roman"/>
            </a:endParaRPr>
          </a:p>
        </p:txBody>
      </p:sp>
      <p:sp>
        <p:nvSpPr>
          <p:cNvPr id="89" name="object 50">
            <a:extLst>
              <a:ext uri="{FF2B5EF4-FFF2-40B4-BE49-F238E27FC236}">
                <a16:creationId xmlns:a16="http://schemas.microsoft.com/office/drawing/2014/main" id="{E1E3EE4A-6BB3-4959-BE70-F64A17BCEF17}"/>
              </a:ext>
            </a:extLst>
          </p:cNvPr>
          <p:cNvSpPr txBox="1"/>
          <p:nvPr/>
        </p:nvSpPr>
        <p:spPr>
          <a:xfrm>
            <a:off x="7018317" y="3349082"/>
            <a:ext cx="1328271" cy="352939"/>
          </a:xfrm>
          <a:prstGeom prst="rect">
            <a:avLst/>
          </a:prstGeom>
        </p:spPr>
        <p:txBody>
          <a:bodyPr vert="horz" wrap="square" lIns="0" tIns="17929" rIns="0" bIns="0" rtlCol="0">
            <a:spAutoFit/>
          </a:bodyPr>
          <a:lstStyle/>
          <a:p>
            <a:pPr marL="14941">
              <a:spcBef>
                <a:spcPts val="141"/>
              </a:spcBef>
              <a:tabLst>
                <a:tab pos="1219234" algn="l"/>
              </a:tabLst>
            </a:pPr>
            <a:r>
              <a:rPr sz="2176" i="1" spc="17" dirty="0">
                <a:latin typeface="Times New Roman"/>
                <a:cs typeface="Times New Roman"/>
              </a:rPr>
              <a:t>W</a:t>
            </a:r>
            <a:r>
              <a:rPr sz="2176" i="1" spc="-217" dirty="0">
                <a:latin typeface="Times New Roman"/>
                <a:cs typeface="Times New Roman"/>
              </a:rPr>
              <a:t> </a:t>
            </a:r>
            <a:r>
              <a:rPr sz="2176" spc="5" dirty="0">
                <a:latin typeface="Times New Roman"/>
                <a:cs typeface="Times New Roman"/>
              </a:rPr>
              <a:t>(</a:t>
            </a:r>
            <a:r>
              <a:rPr sz="2176" spc="-312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X</a:t>
            </a:r>
            <a:r>
              <a:rPr sz="2176" i="1" spc="176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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X</a:t>
            </a:r>
            <a:r>
              <a:rPr sz="2176" i="1" dirty="0">
                <a:latin typeface="Times New Roman"/>
                <a:cs typeface="Times New Roman"/>
              </a:rPr>
              <a:t>	</a:t>
            </a:r>
            <a:r>
              <a:rPr sz="2176" spc="5" dirty="0">
                <a:latin typeface="Times New Roman"/>
                <a:cs typeface="Times New Roman"/>
              </a:rPr>
              <a:t>)</a:t>
            </a:r>
            <a:endParaRPr sz="2176" dirty="0">
              <a:latin typeface="Times New Roman"/>
              <a:cs typeface="Times New Roman"/>
            </a:endParaRPr>
          </a:p>
        </p:txBody>
      </p:sp>
      <p:sp>
        <p:nvSpPr>
          <p:cNvPr id="91" name="object 51">
            <a:extLst>
              <a:ext uri="{FF2B5EF4-FFF2-40B4-BE49-F238E27FC236}">
                <a16:creationId xmlns:a16="http://schemas.microsoft.com/office/drawing/2014/main" id="{94810680-986C-45C3-A5AB-C29699280B1B}"/>
              </a:ext>
            </a:extLst>
          </p:cNvPr>
          <p:cNvSpPr txBox="1"/>
          <p:nvPr/>
        </p:nvSpPr>
        <p:spPr>
          <a:xfrm>
            <a:off x="5039787" y="3576157"/>
            <a:ext cx="139700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1412" i="1" dirty="0">
                <a:latin typeface="Times New Roman"/>
                <a:cs typeface="Times New Roman"/>
              </a:rPr>
              <a:t>X</a:t>
            </a:r>
            <a:endParaRPr sz="1412">
              <a:latin typeface="Times New Roman"/>
              <a:cs typeface="Times New Roman"/>
            </a:endParaRPr>
          </a:p>
        </p:txBody>
      </p:sp>
      <p:sp>
        <p:nvSpPr>
          <p:cNvPr id="93" name="object 52">
            <a:extLst>
              <a:ext uri="{FF2B5EF4-FFF2-40B4-BE49-F238E27FC236}">
                <a16:creationId xmlns:a16="http://schemas.microsoft.com/office/drawing/2014/main" id="{0F497ABD-8AAF-46BF-9819-712D0027EAA9}"/>
              </a:ext>
            </a:extLst>
          </p:cNvPr>
          <p:cNvSpPr/>
          <p:nvPr/>
        </p:nvSpPr>
        <p:spPr>
          <a:xfrm>
            <a:off x="4559876" y="2866749"/>
            <a:ext cx="194235" cy="689535"/>
          </a:xfrm>
          <a:custGeom>
            <a:avLst/>
            <a:gdLst/>
            <a:ahLst/>
            <a:cxnLst/>
            <a:rect l="l" t="t" r="r" b="b"/>
            <a:pathLst>
              <a:path w="165100" h="586104">
                <a:moveTo>
                  <a:pt x="164592" y="583692"/>
                </a:moveTo>
                <a:lnTo>
                  <a:pt x="9144" y="0"/>
                </a:lnTo>
                <a:lnTo>
                  <a:pt x="0" y="2286"/>
                </a:lnTo>
                <a:lnTo>
                  <a:pt x="155448" y="585978"/>
                </a:lnTo>
                <a:lnTo>
                  <a:pt x="164592" y="5836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5" name="object 53">
            <a:extLst>
              <a:ext uri="{FF2B5EF4-FFF2-40B4-BE49-F238E27FC236}">
                <a16:creationId xmlns:a16="http://schemas.microsoft.com/office/drawing/2014/main" id="{E244AFFB-EF29-49C2-B660-565D1735B8CA}"/>
              </a:ext>
            </a:extLst>
          </p:cNvPr>
          <p:cNvSpPr/>
          <p:nvPr/>
        </p:nvSpPr>
        <p:spPr>
          <a:xfrm>
            <a:off x="4401200" y="3373253"/>
            <a:ext cx="395941" cy="286123"/>
          </a:xfrm>
          <a:custGeom>
            <a:avLst/>
            <a:gdLst/>
            <a:ahLst/>
            <a:cxnLst/>
            <a:rect l="l" t="t" r="r" b="b"/>
            <a:pathLst>
              <a:path w="336550" h="243204">
                <a:moveTo>
                  <a:pt x="276900" y="195234"/>
                </a:moveTo>
                <a:lnTo>
                  <a:pt x="5333" y="0"/>
                </a:lnTo>
                <a:lnTo>
                  <a:pt x="0" y="7620"/>
                </a:lnTo>
                <a:lnTo>
                  <a:pt x="271529" y="202827"/>
                </a:lnTo>
                <a:lnTo>
                  <a:pt x="276900" y="195234"/>
                </a:lnTo>
                <a:close/>
              </a:path>
              <a:path w="336550" h="243204">
                <a:moveTo>
                  <a:pt x="287273" y="235541"/>
                </a:moveTo>
                <a:lnTo>
                  <a:pt x="287273" y="202692"/>
                </a:lnTo>
                <a:lnTo>
                  <a:pt x="281939" y="210311"/>
                </a:lnTo>
                <a:lnTo>
                  <a:pt x="271529" y="202827"/>
                </a:lnTo>
                <a:lnTo>
                  <a:pt x="252221" y="230124"/>
                </a:lnTo>
                <a:lnTo>
                  <a:pt x="287273" y="235541"/>
                </a:lnTo>
                <a:close/>
              </a:path>
              <a:path w="336550" h="243204">
                <a:moveTo>
                  <a:pt x="287273" y="202692"/>
                </a:moveTo>
                <a:lnTo>
                  <a:pt x="276900" y="195234"/>
                </a:lnTo>
                <a:lnTo>
                  <a:pt x="271529" y="202827"/>
                </a:lnTo>
                <a:lnTo>
                  <a:pt x="281939" y="210311"/>
                </a:lnTo>
                <a:lnTo>
                  <a:pt x="287273" y="202692"/>
                </a:lnTo>
                <a:close/>
              </a:path>
              <a:path w="336550" h="243204">
                <a:moveTo>
                  <a:pt x="336041" y="243078"/>
                </a:moveTo>
                <a:lnTo>
                  <a:pt x="296417" y="167639"/>
                </a:lnTo>
                <a:lnTo>
                  <a:pt x="276900" y="195234"/>
                </a:lnTo>
                <a:lnTo>
                  <a:pt x="287273" y="202692"/>
                </a:lnTo>
                <a:lnTo>
                  <a:pt x="287273" y="235541"/>
                </a:lnTo>
                <a:lnTo>
                  <a:pt x="336041" y="243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7" name="object 54">
            <a:extLst>
              <a:ext uri="{FF2B5EF4-FFF2-40B4-BE49-F238E27FC236}">
                <a16:creationId xmlns:a16="http://schemas.microsoft.com/office/drawing/2014/main" id="{03D40595-E890-490B-8FD1-7B1950E4921E}"/>
              </a:ext>
            </a:extLst>
          </p:cNvPr>
          <p:cNvSpPr/>
          <p:nvPr/>
        </p:nvSpPr>
        <p:spPr>
          <a:xfrm>
            <a:off x="10322388" y="2581672"/>
            <a:ext cx="0" cy="214405"/>
          </a:xfrm>
          <a:custGeom>
            <a:avLst/>
            <a:gdLst/>
            <a:ahLst/>
            <a:cxnLst/>
            <a:rect l="l" t="t" r="r" b="b"/>
            <a:pathLst>
              <a:path h="182245">
                <a:moveTo>
                  <a:pt x="0" y="0"/>
                </a:moveTo>
                <a:lnTo>
                  <a:pt x="0" y="182118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9" name="object 55">
            <a:extLst>
              <a:ext uri="{FF2B5EF4-FFF2-40B4-BE49-F238E27FC236}">
                <a16:creationId xmlns:a16="http://schemas.microsoft.com/office/drawing/2014/main" id="{A6711DA9-8360-4E86-A2B7-40ABF752CE28}"/>
              </a:ext>
            </a:extLst>
          </p:cNvPr>
          <p:cNvSpPr/>
          <p:nvPr/>
        </p:nvSpPr>
        <p:spPr>
          <a:xfrm>
            <a:off x="10297287" y="2581672"/>
            <a:ext cx="0" cy="214405"/>
          </a:xfrm>
          <a:custGeom>
            <a:avLst/>
            <a:gdLst/>
            <a:ahLst/>
            <a:cxnLst/>
            <a:rect l="l" t="t" r="r" b="b"/>
            <a:pathLst>
              <a:path h="182245">
                <a:moveTo>
                  <a:pt x="0" y="0"/>
                </a:moveTo>
                <a:lnTo>
                  <a:pt x="0" y="182118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1" name="object 56">
            <a:extLst>
              <a:ext uri="{FF2B5EF4-FFF2-40B4-BE49-F238E27FC236}">
                <a16:creationId xmlns:a16="http://schemas.microsoft.com/office/drawing/2014/main" id="{6F96FEBA-F81D-48BA-B4C8-348C83328316}"/>
              </a:ext>
            </a:extLst>
          </p:cNvPr>
          <p:cNvSpPr/>
          <p:nvPr/>
        </p:nvSpPr>
        <p:spPr>
          <a:xfrm>
            <a:off x="10532164" y="2581672"/>
            <a:ext cx="0" cy="214405"/>
          </a:xfrm>
          <a:custGeom>
            <a:avLst/>
            <a:gdLst/>
            <a:ahLst/>
            <a:cxnLst/>
            <a:rect l="l" t="t" r="r" b="b"/>
            <a:pathLst>
              <a:path h="182245">
                <a:moveTo>
                  <a:pt x="0" y="0"/>
                </a:moveTo>
                <a:lnTo>
                  <a:pt x="0" y="182118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3" name="object 57">
            <a:extLst>
              <a:ext uri="{FF2B5EF4-FFF2-40B4-BE49-F238E27FC236}">
                <a16:creationId xmlns:a16="http://schemas.microsoft.com/office/drawing/2014/main" id="{FFF7E9C9-A9ED-4ABD-810D-8E5E20B33443}"/>
              </a:ext>
            </a:extLst>
          </p:cNvPr>
          <p:cNvSpPr/>
          <p:nvPr/>
        </p:nvSpPr>
        <p:spPr>
          <a:xfrm>
            <a:off x="10507061" y="2581672"/>
            <a:ext cx="0" cy="214405"/>
          </a:xfrm>
          <a:custGeom>
            <a:avLst/>
            <a:gdLst/>
            <a:ahLst/>
            <a:cxnLst/>
            <a:rect l="l" t="t" r="r" b="b"/>
            <a:pathLst>
              <a:path h="182245">
                <a:moveTo>
                  <a:pt x="0" y="0"/>
                </a:moveTo>
                <a:lnTo>
                  <a:pt x="0" y="182118"/>
                </a:lnTo>
              </a:path>
            </a:pathLst>
          </a:custGeom>
          <a:ln w="6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5" name="object 58">
            <a:extLst>
              <a:ext uri="{FF2B5EF4-FFF2-40B4-BE49-F238E27FC236}">
                <a16:creationId xmlns:a16="http://schemas.microsoft.com/office/drawing/2014/main" id="{ED26B82D-F6A0-4653-8C3D-1F06B16A7B4D}"/>
              </a:ext>
            </a:extLst>
          </p:cNvPr>
          <p:cNvSpPr txBox="1"/>
          <p:nvPr/>
        </p:nvSpPr>
        <p:spPr>
          <a:xfrm>
            <a:off x="9904927" y="2248524"/>
            <a:ext cx="683116" cy="525884"/>
          </a:xfrm>
          <a:prstGeom prst="rect">
            <a:avLst/>
          </a:prstGeom>
        </p:spPr>
        <p:txBody>
          <a:bodyPr vert="horz" wrap="square" lIns="0" tIns="52295" rIns="0" bIns="0" rtlCol="0">
            <a:spAutoFit/>
          </a:bodyPr>
          <a:lstStyle/>
          <a:p>
            <a:pPr marL="14941">
              <a:spcBef>
                <a:spcPts val="412"/>
              </a:spcBef>
            </a:pPr>
            <a:r>
              <a:rPr sz="2117" i="1" spc="-415" baseline="-34722" dirty="0">
                <a:latin typeface="Times New Roman"/>
                <a:cs typeface="Times New Roman"/>
              </a:rPr>
              <a:t>W</a:t>
            </a:r>
            <a:r>
              <a:rPr sz="2117" spc="-415" baseline="-20833" dirty="0">
                <a:latin typeface="Times New Roman"/>
                <a:cs typeface="Times New Roman"/>
              </a:rPr>
              <a:t>ˆ </a:t>
            </a:r>
            <a:r>
              <a:rPr lang="en-US" sz="2117" spc="-415" baseline="-20833" dirty="0">
                <a:latin typeface="Times New Roman"/>
                <a:cs typeface="Times New Roman"/>
              </a:rPr>
              <a:t>      </a:t>
            </a:r>
            <a:r>
              <a:rPr sz="2117" baseline="-34722" dirty="0">
                <a:latin typeface="Symbol"/>
                <a:cs typeface="Symbol"/>
              </a:rPr>
              <a:t></a:t>
            </a:r>
            <a:r>
              <a:rPr lang="en-US" sz="2117" baseline="-34722" dirty="0">
                <a:latin typeface="Symbol"/>
                <a:cs typeface="Symbol"/>
              </a:rPr>
              <a:t> </a:t>
            </a:r>
            <a:r>
              <a:rPr sz="1412" u="sng" spc="22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12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</a:t>
            </a:r>
            <a:r>
              <a:rPr sz="1412" i="1" u="sng" spc="-7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412" dirty="0">
              <a:latin typeface="Times New Roman"/>
              <a:cs typeface="Times New Roman"/>
            </a:endParaRPr>
          </a:p>
          <a:p>
            <a:pPr marL="415376">
              <a:spcBef>
                <a:spcPts val="295"/>
              </a:spcBef>
            </a:pPr>
            <a:r>
              <a:rPr sz="1412" i="1" dirty="0">
                <a:latin typeface="Times New Roman"/>
                <a:cs typeface="Times New Roman"/>
              </a:rPr>
              <a:t>W</a:t>
            </a:r>
            <a:endParaRPr sz="1412" dirty="0">
              <a:latin typeface="Times New Roman"/>
              <a:cs typeface="Times New Roman"/>
            </a:endParaRPr>
          </a:p>
        </p:txBody>
      </p:sp>
      <p:sp>
        <p:nvSpPr>
          <p:cNvPr id="107" name="object 59">
            <a:extLst>
              <a:ext uri="{FF2B5EF4-FFF2-40B4-BE49-F238E27FC236}">
                <a16:creationId xmlns:a16="http://schemas.microsoft.com/office/drawing/2014/main" id="{920E0FA0-9939-46EB-8D0B-9299BD4EFE48}"/>
              </a:ext>
            </a:extLst>
          </p:cNvPr>
          <p:cNvSpPr/>
          <p:nvPr/>
        </p:nvSpPr>
        <p:spPr>
          <a:xfrm>
            <a:off x="6948969" y="4076985"/>
            <a:ext cx="0" cy="450476"/>
          </a:xfrm>
          <a:custGeom>
            <a:avLst/>
            <a:gdLst/>
            <a:ahLst/>
            <a:cxnLst/>
            <a:rect l="l" t="t" r="r" b="b"/>
            <a:pathLst>
              <a:path h="382904">
                <a:moveTo>
                  <a:pt x="0" y="0"/>
                </a:moveTo>
                <a:lnTo>
                  <a:pt x="0" y="382524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9" name="object 60">
            <a:extLst>
              <a:ext uri="{FF2B5EF4-FFF2-40B4-BE49-F238E27FC236}">
                <a16:creationId xmlns:a16="http://schemas.microsoft.com/office/drawing/2014/main" id="{07C3E3D0-AFF9-441A-AF4B-CE19327EE77A}"/>
              </a:ext>
            </a:extLst>
          </p:cNvPr>
          <p:cNvSpPr/>
          <p:nvPr/>
        </p:nvSpPr>
        <p:spPr>
          <a:xfrm>
            <a:off x="8266781" y="4076985"/>
            <a:ext cx="0" cy="450476"/>
          </a:xfrm>
          <a:custGeom>
            <a:avLst/>
            <a:gdLst/>
            <a:ahLst/>
            <a:cxnLst/>
            <a:rect l="l" t="t" r="r" b="b"/>
            <a:pathLst>
              <a:path h="382904">
                <a:moveTo>
                  <a:pt x="0" y="0"/>
                </a:moveTo>
                <a:lnTo>
                  <a:pt x="0" y="382524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1" name="object 61">
            <a:extLst>
              <a:ext uri="{FF2B5EF4-FFF2-40B4-BE49-F238E27FC236}">
                <a16:creationId xmlns:a16="http://schemas.microsoft.com/office/drawing/2014/main" id="{5BE6CE7B-961F-4278-86DC-D53E66A02084}"/>
              </a:ext>
            </a:extLst>
          </p:cNvPr>
          <p:cNvSpPr/>
          <p:nvPr/>
        </p:nvSpPr>
        <p:spPr>
          <a:xfrm>
            <a:off x="8644196" y="435309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3" name="object 62">
            <a:extLst>
              <a:ext uri="{FF2B5EF4-FFF2-40B4-BE49-F238E27FC236}">
                <a16:creationId xmlns:a16="http://schemas.microsoft.com/office/drawing/2014/main" id="{1E9120C7-EE9C-41BB-A7A4-72AA39946B67}"/>
              </a:ext>
            </a:extLst>
          </p:cNvPr>
          <p:cNvSpPr/>
          <p:nvPr/>
        </p:nvSpPr>
        <p:spPr>
          <a:xfrm>
            <a:off x="8604752" y="435309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5" name="object 63">
            <a:extLst>
              <a:ext uri="{FF2B5EF4-FFF2-40B4-BE49-F238E27FC236}">
                <a16:creationId xmlns:a16="http://schemas.microsoft.com/office/drawing/2014/main" id="{5A724E2E-F63B-441B-AF1E-1DF66331363A}"/>
              </a:ext>
            </a:extLst>
          </p:cNvPr>
          <p:cNvSpPr/>
          <p:nvPr/>
        </p:nvSpPr>
        <p:spPr>
          <a:xfrm>
            <a:off x="8970512" y="435309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7" name="object 64">
            <a:extLst>
              <a:ext uri="{FF2B5EF4-FFF2-40B4-BE49-F238E27FC236}">
                <a16:creationId xmlns:a16="http://schemas.microsoft.com/office/drawing/2014/main" id="{BFEEA74C-602F-44EC-8BD1-F8A333B56C7B}"/>
              </a:ext>
            </a:extLst>
          </p:cNvPr>
          <p:cNvSpPr/>
          <p:nvPr/>
        </p:nvSpPr>
        <p:spPr>
          <a:xfrm>
            <a:off x="8931067" y="435309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9" name="object 65">
            <a:extLst>
              <a:ext uri="{FF2B5EF4-FFF2-40B4-BE49-F238E27FC236}">
                <a16:creationId xmlns:a16="http://schemas.microsoft.com/office/drawing/2014/main" id="{88ED38D7-06B9-481D-A892-B66B1B17D8E6}"/>
              </a:ext>
            </a:extLst>
          </p:cNvPr>
          <p:cNvSpPr/>
          <p:nvPr/>
        </p:nvSpPr>
        <p:spPr>
          <a:xfrm>
            <a:off x="8576065" y="4301997"/>
            <a:ext cx="424329" cy="0"/>
          </a:xfrm>
          <a:custGeom>
            <a:avLst/>
            <a:gdLst/>
            <a:ahLst/>
            <a:cxnLst/>
            <a:rect l="l" t="t" r="r" b="b"/>
            <a:pathLst>
              <a:path w="360679">
                <a:moveTo>
                  <a:pt x="0" y="0"/>
                </a:moveTo>
                <a:lnTo>
                  <a:pt x="360426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1" name="object 66">
            <a:extLst>
              <a:ext uri="{FF2B5EF4-FFF2-40B4-BE49-F238E27FC236}">
                <a16:creationId xmlns:a16="http://schemas.microsoft.com/office/drawing/2014/main" id="{F382BB24-A555-4687-B611-8D64EE57EC37}"/>
              </a:ext>
            </a:extLst>
          </p:cNvPr>
          <p:cNvSpPr/>
          <p:nvPr/>
        </p:nvSpPr>
        <p:spPr>
          <a:xfrm>
            <a:off x="9058367" y="413435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3" name="object 67">
            <a:extLst>
              <a:ext uri="{FF2B5EF4-FFF2-40B4-BE49-F238E27FC236}">
                <a16:creationId xmlns:a16="http://schemas.microsoft.com/office/drawing/2014/main" id="{338CD819-3E16-43D6-8955-58086EF4DDA5}"/>
              </a:ext>
            </a:extLst>
          </p:cNvPr>
          <p:cNvSpPr/>
          <p:nvPr/>
        </p:nvSpPr>
        <p:spPr>
          <a:xfrm>
            <a:off x="10717733" y="413435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5" name="object 68">
            <a:extLst>
              <a:ext uri="{FF2B5EF4-FFF2-40B4-BE49-F238E27FC236}">
                <a16:creationId xmlns:a16="http://schemas.microsoft.com/office/drawing/2014/main" id="{97C9807B-1F08-414C-A576-205F1ED0608E}"/>
              </a:ext>
            </a:extLst>
          </p:cNvPr>
          <p:cNvSpPr txBox="1"/>
          <p:nvPr/>
        </p:nvSpPr>
        <p:spPr>
          <a:xfrm>
            <a:off x="8715795" y="3652581"/>
            <a:ext cx="308535" cy="687775"/>
          </a:xfrm>
          <a:prstGeom prst="rect">
            <a:avLst/>
          </a:prstGeom>
        </p:spPr>
        <p:txBody>
          <a:bodyPr vert="horz" wrap="square" lIns="0" tIns="17929" rIns="0" bIns="0" rtlCol="0">
            <a:spAutoFit/>
          </a:bodyPr>
          <a:lstStyle/>
          <a:p>
            <a:pPr marL="59767">
              <a:spcBef>
                <a:spcPts val="141"/>
              </a:spcBef>
            </a:pPr>
            <a:r>
              <a:rPr sz="2176" i="1" spc="17" dirty="0">
                <a:latin typeface="Times New Roman"/>
                <a:cs typeface="Times New Roman"/>
              </a:rPr>
              <a:t>W</a:t>
            </a:r>
            <a:endParaRPr sz="2176" dirty="0">
              <a:latin typeface="Times New Roman"/>
              <a:cs typeface="Times New Roman"/>
            </a:endParaRPr>
          </a:p>
          <a:p>
            <a:pPr marL="14941">
              <a:spcBef>
                <a:spcPts val="12"/>
              </a:spcBef>
            </a:pPr>
            <a:r>
              <a:rPr sz="2176" spc="12" dirty="0">
                <a:latin typeface="Times New Roman"/>
                <a:cs typeface="Times New Roman"/>
              </a:rPr>
              <a:t>1</a:t>
            </a:r>
            <a:endParaRPr sz="2176" dirty="0">
              <a:latin typeface="Times New Roman"/>
              <a:cs typeface="Times New Roman"/>
            </a:endParaRPr>
          </a:p>
        </p:txBody>
      </p:sp>
      <p:sp>
        <p:nvSpPr>
          <p:cNvPr id="127" name="object 69">
            <a:extLst>
              <a:ext uri="{FF2B5EF4-FFF2-40B4-BE49-F238E27FC236}">
                <a16:creationId xmlns:a16="http://schemas.microsoft.com/office/drawing/2014/main" id="{32AD7ED5-47E6-4FD1-9722-8F7944A7909F}"/>
              </a:ext>
            </a:extLst>
          </p:cNvPr>
          <p:cNvSpPr txBox="1"/>
          <p:nvPr/>
        </p:nvSpPr>
        <p:spPr>
          <a:xfrm>
            <a:off x="10475985" y="4264110"/>
            <a:ext cx="112059" cy="213619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1295" i="1" spc="-5" dirty="0">
                <a:latin typeface="Times New Roman"/>
                <a:cs typeface="Times New Roman"/>
              </a:rPr>
              <a:t>n</a:t>
            </a:r>
            <a:endParaRPr sz="1295">
              <a:latin typeface="Times New Roman"/>
              <a:cs typeface="Times New Roman"/>
            </a:endParaRPr>
          </a:p>
        </p:txBody>
      </p:sp>
      <p:sp>
        <p:nvSpPr>
          <p:cNvPr id="129" name="object 70">
            <a:extLst>
              <a:ext uri="{FF2B5EF4-FFF2-40B4-BE49-F238E27FC236}">
                <a16:creationId xmlns:a16="http://schemas.microsoft.com/office/drawing/2014/main" id="{EFBAE461-162D-4E6F-8664-C4FDE18CFE04}"/>
              </a:ext>
            </a:extLst>
          </p:cNvPr>
          <p:cNvSpPr txBox="1"/>
          <p:nvPr/>
        </p:nvSpPr>
        <p:spPr>
          <a:xfrm>
            <a:off x="8025027" y="4264110"/>
            <a:ext cx="112059" cy="213619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1295" i="1" spc="-5" dirty="0">
                <a:latin typeface="Times New Roman"/>
                <a:cs typeface="Times New Roman"/>
              </a:rPr>
              <a:t>n</a:t>
            </a:r>
            <a:endParaRPr sz="1295">
              <a:latin typeface="Times New Roman"/>
              <a:cs typeface="Times New Roman"/>
            </a:endParaRPr>
          </a:p>
        </p:txBody>
      </p:sp>
      <p:sp>
        <p:nvSpPr>
          <p:cNvPr id="131" name="object 71">
            <a:extLst>
              <a:ext uri="{FF2B5EF4-FFF2-40B4-BE49-F238E27FC236}">
                <a16:creationId xmlns:a16="http://schemas.microsoft.com/office/drawing/2014/main" id="{A44DCB20-5C88-4788-BA98-58D79FC4966E}"/>
              </a:ext>
            </a:extLst>
          </p:cNvPr>
          <p:cNvSpPr txBox="1"/>
          <p:nvPr/>
        </p:nvSpPr>
        <p:spPr>
          <a:xfrm>
            <a:off x="9067615" y="4077259"/>
            <a:ext cx="1648012" cy="353694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  <a:tabLst>
                <a:tab pos="1538238" algn="l"/>
              </a:tabLst>
            </a:pPr>
            <a:r>
              <a:rPr sz="2176" spc="-147" dirty="0">
                <a:latin typeface="Times New Roman"/>
                <a:cs typeface="Times New Roman"/>
              </a:rPr>
              <a:t>(</a:t>
            </a:r>
            <a:r>
              <a:rPr sz="2176" i="1" spc="24" dirty="0">
                <a:latin typeface="Times New Roman"/>
                <a:cs typeface="Times New Roman"/>
              </a:rPr>
              <a:t>W</a:t>
            </a:r>
            <a:r>
              <a:rPr sz="2176" i="1" spc="-317" dirty="0">
                <a:latin typeface="Times New Roman"/>
                <a:cs typeface="Times New Roman"/>
              </a:rPr>
              <a:t> </a:t>
            </a:r>
            <a:r>
              <a:rPr sz="2176" spc="105" dirty="0">
                <a:latin typeface="Times New Roman"/>
                <a:cs typeface="Times New Roman"/>
              </a:rPr>
              <a:t>.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spc="165" dirty="0">
                <a:latin typeface="Times New Roman"/>
                <a:cs typeface="Times New Roman"/>
              </a:rPr>
              <a:t> </a:t>
            </a:r>
            <a:r>
              <a:rPr sz="2176" spc="176" dirty="0">
                <a:latin typeface="Symbol"/>
                <a:cs typeface="Symbol"/>
              </a:rPr>
              <a:t></a:t>
            </a:r>
            <a:r>
              <a:rPr sz="2176" i="1" spc="24" dirty="0">
                <a:latin typeface="Times New Roman"/>
                <a:cs typeface="Times New Roman"/>
              </a:rPr>
              <a:t>W</a:t>
            </a:r>
            <a:r>
              <a:rPr sz="2176" i="1" spc="-317" dirty="0">
                <a:latin typeface="Times New Roman"/>
                <a:cs typeface="Times New Roman"/>
              </a:rPr>
              <a:t> </a:t>
            </a:r>
            <a:r>
              <a:rPr sz="2176" spc="105" dirty="0">
                <a:latin typeface="Times New Roman"/>
                <a:cs typeface="Times New Roman"/>
              </a:rPr>
              <a:t>.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dirty="0">
                <a:latin typeface="Times New Roman"/>
                <a:cs typeface="Times New Roman"/>
              </a:rPr>
              <a:t>	</a:t>
            </a:r>
            <a:r>
              <a:rPr sz="2176" spc="5" dirty="0">
                <a:latin typeface="Times New Roman"/>
                <a:cs typeface="Times New Roman"/>
              </a:rPr>
              <a:t>)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33" name="object 72">
            <a:extLst>
              <a:ext uri="{FF2B5EF4-FFF2-40B4-BE49-F238E27FC236}">
                <a16:creationId xmlns:a16="http://schemas.microsoft.com/office/drawing/2014/main" id="{A3C45252-7B38-4534-A11C-10C8E0329F21}"/>
              </a:ext>
            </a:extLst>
          </p:cNvPr>
          <p:cNvSpPr txBox="1"/>
          <p:nvPr/>
        </p:nvSpPr>
        <p:spPr>
          <a:xfrm>
            <a:off x="6936712" y="4077260"/>
            <a:ext cx="1585259" cy="353822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  <a:tabLst>
                <a:tab pos="1218487" algn="l"/>
              </a:tabLst>
            </a:pPr>
            <a:r>
              <a:rPr sz="2176" i="1" spc="-417" dirty="0">
                <a:latin typeface="Times New Roman"/>
                <a:cs typeface="Times New Roman"/>
              </a:rPr>
              <a:t>W</a:t>
            </a:r>
            <a:r>
              <a:rPr sz="3265" spc="-625" baseline="15015" dirty="0">
                <a:latin typeface="Times New Roman"/>
                <a:cs typeface="Times New Roman"/>
              </a:rPr>
              <a:t>ˆ    </a:t>
            </a:r>
            <a:r>
              <a:rPr sz="2176" spc="5" dirty="0">
                <a:latin typeface="Times New Roman"/>
                <a:cs typeface="Times New Roman"/>
              </a:rPr>
              <a:t>( 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spc="-205" dirty="0">
                <a:latin typeface="Times New Roman"/>
                <a:cs typeface="Times New Roman"/>
              </a:rPr>
              <a:t> </a:t>
            </a:r>
            <a:r>
              <a:rPr sz="2176" spc="17" dirty="0">
                <a:latin typeface="Symbol"/>
                <a:cs typeface="Symbol"/>
              </a:rPr>
              <a:t>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	</a:t>
            </a:r>
            <a:r>
              <a:rPr sz="2176" spc="5" dirty="0">
                <a:latin typeface="Times New Roman"/>
                <a:cs typeface="Times New Roman"/>
              </a:rPr>
              <a:t>)</a:t>
            </a:r>
            <a:r>
              <a:rPr sz="2176" spc="171" dirty="0">
                <a:latin typeface="Times New Roman"/>
                <a:cs typeface="Times New Roman"/>
              </a:rPr>
              <a:t> </a:t>
            </a:r>
            <a:r>
              <a:rPr sz="2176" spc="17" dirty="0">
                <a:latin typeface="Symbol"/>
                <a:cs typeface="Symbol"/>
              </a:rPr>
              <a:t></a:t>
            </a:r>
            <a:endParaRPr sz="2176">
              <a:latin typeface="Symbol"/>
              <a:cs typeface="Symbol"/>
            </a:endParaRPr>
          </a:p>
        </p:txBody>
      </p:sp>
      <p:sp>
        <p:nvSpPr>
          <p:cNvPr id="135" name="object 73">
            <a:extLst>
              <a:ext uri="{FF2B5EF4-FFF2-40B4-BE49-F238E27FC236}">
                <a16:creationId xmlns:a16="http://schemas.microsoft.com/office/drawing/2014/main" id="{6DA85EB6-EF15-4947-A7A5-8964EF8B2139}"/>
              </a:ext>
            </a:extLst>
          </p:cNvPr>
          <p:cNvSpPr/>
          <p:nvPr/>
        </p:nvSpPr>
        <p:spPr>
          <a:xfrm>
            <a:off x="7866059" y="5410933"/>
            <a:ext cx="0" cy="450476"/>
          </a:xfrm>
          <a:custGeom>
            <a:avLst/>
            <a:gdLst/>
            <a:ahLst/>
            <a:cxnLst/>
            <a:rect l="l" t="t" r="r" b="b"/>
            <a:pathLst>
              <a:path h="382904">
                <a:moveTo>
                  <a:pt x="0" y="0"/>
                </a:moveTo>
                <a:lnTo>
                  <a:pt x="0" y="382524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7" name="object 74">
            <a:extLst>
              <a:ext uri="{FF2B5EF4-FFF2-40B4-BE49-F238E27FC236}">
                <a16:creationId xmlns:a16="http://schemas.microsoft.com/office/drawing/2014/main" id="{374E20C4-75B4-4174-A08B-DE5F88F99DC7}"/>
              </a:ext>
            </a:extLst>
          </p:cNvPr>
          <p:cNvSpPr/>
          <p:nvPr/>
        </p:nvSpPr>
        <p:spPr>
          <a:xfrm>
            <a:off x="9182975" y="5410933"/>
            <a:ext cx="0" cy="450476"/>
          </a:xfrm>
          <a:custGeom>
            <a:avLst/>
            <a:gdLst/>
            <a:ahLst/>
            <a:cxnLst/>
            <a:rect l="l" t="t" r="r" b="b"/>
            <a:pathLst>
              <a:path h="382904">
                <a:moveTo>
                  <a:pt x="0" y="0"/>
                </a:moveTo>
                <a:lnTo>
                  <a:pt x="0" y="382524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9" name="object 75">
            <a:extLst>
              <a:ext uri="{FF2B5EF4-FFF2-40B4-BE49-F238E27FC236}">
                <a16:creationId xmlns:a16="http://schemas.microsoft.com/office/drawing/2014/main" id="{2F542AFB-6D35-49DF-B9D0-465194924A3B}"/>
              </a:ext>
            </a:extLst>
          </p:cNvPr>
          <p:cNvSpPr/>
          <p:nvPr/>
        </p:nvSpPr>
        <p:spPr>
          <a:xfrm>
            <a:off x="9560388" y="5687044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41" name="object 76">
            <a:extLst>
              <a:ext uri="{FF2B5EF4-FFF2-40B4-BE49-F238E27FC236}">
                <a16:creationId xmlns:a16="http://schemas.microsoft.com/office/drawing/2014/main" id="{C078565F-049E-4F66-A054-FEF3596A443B}"/>
              </a:ext>
            </a:extLst>
          </p:cNvPr>
          <p:cNvSpPr/>
          <p:nvPr/>
        </p:nvSpPr>
        <p:spPr>
          <a:xfrm>
            <a:off x="9520944" y="5687044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43" name="object 77">
            <a:extLst>
              <a:ext uri="{FF2B5EF4-FFF2-40B4-BE49-F238E27FC236}">
                <a16:creationId xmlns:a16="http://schemas.microsoft.com/office/drawing/2014/main" id="{7960A847-8C8E-410A-A505-910907A52EA3}"/>
              </a:ext>
            </a:extLst>
          </p:cNvPr>
          <p:cNvSpPr/>
          <p:nvPr/>
        </p:nvSpPr>
        <p:spPr>
          <a:xfrm>
            <a:off x="9886705" y="5687044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45" name="object 78">
            <a:extLst>
              <a:ext uri="{FF2B5EF4-FFF2-40B4-BE49-F238E27FC236}">
                <a16:creationId xmlns:a16="http://schemas.microsoft.com/office/drawing/2014/main" id="{5E0DE3A3-53E9-4512-AF22-0210031BB38B}"/>
              </a:ext>
            </a:extLst>
          </p:cNvPr>
          <p:cNvSpPr/>
          <p:nvPr/>
        </p:nvSpPr>
        <p:spPr>
          <a:xfrm>
            <a:off x="9847259" y="5687044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47" name="object 79">
            <a:extLst>
              <a:ext uri="{FF2B5EF4-FFF2-40B4-BE49-F238E27FC236}">
                <a16:creationId xmlns:a16="http://schemas.microsoft.com/office/drawing/2014/main" id="{7C27EBF4-9606-45EA-8575-3E341B715A9A}"/>
              </a:ext>
            </a:extLst>
          </p:cNvPr>
          <p:cNvSpPr/>
          <p:nvPr/>
        </p:nvSpPr>
        <p:spPr>
          <a:xfrm>
            <a:off x="9492258" y="5635945"/>
            <a:ext cx="424329" cy="0"/>
          </a:xfrm>
          <a:custGeom>
            <a:avLst/>
            <a:gdLst/>
            <a:ahLst/>
            <a:cxnLst/>
            <a:rect l="l" t="t" r="r" b="b"/>
            <a:pathLst>
              <a:path w="360679">
                <a:moveTo>
                  <a:pt x="0" y="0"/>
                </a:moveTo>
                <a:lnTo>
                  <a:pt x="360426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49" name="object 80">
            <a:extLst>
              <a:ext uri="{FF2B5EF4-FFF2-40B4-BE49-F238E27FC236}">
                <a16:creationId xmlns:a16="http://schemas.microsoft.com/office/drawing/2014/main" id="{777FEA51-DA7B-44AC-886D-6269666333DA}"/>
              </a:ext>
            </a:extLst>
          </p:cNvPr>
          <p:cNvSpPr txBox="1"/>
          <p:nvPr/>
        </p:nvSpPr>
        <p:spPr>
          <a:xfrm>
            <a:off x="9542758" y="5629358"/>
            <a:ext cx="263711" cy="353694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</a:pPr>
            <a:r>
              <a:rPr sz="2176" i="1" spc="24" dirty="0">
                <a:latin typeface="Times New Roman"/>
                <a:cs typeface="Times New Roman"/>
              </a:rPr>
              <a:t>W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51" name="object 81">
            <a:extLst>
              <a:ext uri="{FF2B5EF4-FFF2-40B4-BE49-F238E27FC236}">
                <a16:creationId xmlns:a16="http://schemas.microsoft.com/office/drawing/2014/main" id="{1B8194A6-CD64-4A89-9328-72D55DEB3009}"/>
              </a:ext>
            </a:extLst>
          </p:cNvPr>
          <p:cNvSpPr txBox="1"/>
          <p:nvPr/>
        </p:nvSpPr>
        <p:spPr>
          <a:xfrm>
            <a:off x="8942123" y="5597341"/>
            <a:ext cx="112059" cy="213619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1295" i="1" spc="-5" dirty="0">
                <a:latin typeface="Times New Roman"/>
                <a:cs typeface="Times New Roman"/>
              </a:rPr>
              <a:t>n</a:t>
            </a:r>
            <a:endParaRPr sz="1295">
              <a:latin typeface="Times New Roman"/>
              <a:cs typeface="Times New Roman"/>
            </a:endParaRPr>
          </a:p>
        </p:txBody>
      </p:sp>
      <p:sp>
        <p:nvSpPr>
          <p:cNvPr id="153" name="object 82">
            <a:extLst>
              <a:ext uri="{FF2B5EF4-FFF2-40B4-BE49-F238E27FC236}">
                <a16:creationId xmlns:a16="http://schemas.microsoft.com/office/drawing/2014/main" id="{DADFB60D-37A5-4E5E-8736-BEB80CDB2AFE}"/>
              </a:ext>
            </a:extLst>
          </p:cNvPr>
          <p:cNvSpPr txBox="1"/>
          <p:nvPr/>
        </p:nvSpPr>
        <p:spPr>
          <a:xfrm>
            <a:off x="9618960" y="5234016"/>
            <a:ext cx="170329" cy="353694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</a:pPr>
            <a:r>
              <a:rPr sz="2176" spc="12" dirty="0">
                <a:latin typeface="Times New Roman"/>
                <a:cs typeface="Times New Roman"/>
              </a:rPr>
              <a:t>1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55" name="object 83">
            <a:extLst>
              <a:ext uri="{FF2B5EF4-FFF2-40B4-BE49-F238E27FC236}">
                <a16:creationId xmlns:a16="http://schemas.microsoft.com/office/drawing/2014/main" id="{161B17BE-7BE2-4603-B4BF-75E5B20A26C5}"/>
              </a:ext>
            </a:extLst>
          </p:cNvPr>
          <p:cNvSpPr txBox="1"/>
          <p:nvPr/>
        </p:nvSpPr>
        <p:spPr>
          <a:xfrm>
            <a:off x="7853799" y="5410632"/>
            <a:ext cx="1584512" cy="353822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  <a:tabLst>
                <a:tab pos="1218487" algn="l"/>
              </a:tabLst>
            </a:pPr>
            <a:r>
              <a:rPr sz="2176" i="1" spc="-412" dirty="0">
                <a:latin typeface="Times New Roman"/>
                <a:cs typeface="Times New Roman"/>
              </a:rPr>
              <a:t>W</a:t>
            </a:r>
            <a:r>
              <a:rPr sz="3265" spc="-617" baseline="15015" dirty="0">
                <a:latin typeface="Times New Roman"/>
                <a:cs typeface="Times New Roman"/>
              </a:rPr>
              <a:t>ˆ    </a:t>
            </a:r>
            <a:r>
              <a:rPr sz="2176" spc="5" dirty="0">
                <a:latin typeface="Times New Roman"/>
                <a:cs typeface="Times New Roman"/>
              </a:rPr>
              <a:t>( 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spc="-235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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	</a:t>
            </a:r>
            <a:r>
              <a:rPr sz="2176" spc="5" dirty="0">
                <a:latin typeface="Times New Roman"/>
                <a:cs typeface="Times New Roman"/>
              </a:rPr>
              <a:t>)</a:t>
            </a:r>
            <a:r>
              <a:rPr sz="2176" spc="171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</a:t>
            </a:r>
            <a:endParaRPr sz="2176" dirty="0">
              <a:latin typeface="Symbol"/>
              <a:cs typeface="Symbol"/>
            </a:endParaRPr>
          </a:p>
        </p:txBody>
      </p:sp>
      <p:sp>
        <p:nvSpPr>
          <p:cNvPr id="157" name="object 84">
            <a:extLst>
              <a:ext uri="{FF2B5EF4-FFF2-40B4-BE49-F238E27FC236}">
                <a16:creationId xmlns:a16="http://schemas.microsoft.com/office/drawing/2014/main" id="{452B24A9-CA0F-4051-B00F-1F9541911B85}"/>
              </a:ext>
            </a:extLst>
          </p:cNvPr>
          <p:cNvSpPr/>
          <p:nvPr/>
        </p:nvSpPr>
        <p:spPr>
          <a:xfrm>
            <a:off x="6844083" y="4704514"/>
            <a:ext cx="0" cy="450476"/>
          </a:xfrm>
          <a:custGeom>
            <a:avLst/>
            <a:gdLst/>
            <a:ahLst/>
            <a:cxnLst/>
            <a:rect l="l" t="t" r="r" b="b"/>
            <a:pathLst>
              <a:path h="382904">
                <a:moveTo>
                  <a:pt x="0" y="0"/>
                </a:moveTo>
                <a:lnTo>
                  <a:pt x="0" y="382524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9" name="object 85">
            <a:extLst>
              <a:ext uri="{FF2B5EF4-FFF2-40B4-BE49-F238E27FC236}">
                <a16:creationId xmlns:a16="http://schemas.microsoft.com/office/drawing/2014/main" id="{A1D798D3-E744-4C11-8AAE-CA12B06D9930}"/>
              </a:ext>
            </a:extLst>
          </p:cNvPr>
          <p:cNvSpPr/>
          <p:nvPr/>
        </p:nvSpPr>
        <p:spPr>
          <a:xfrm>
            <a:off x="8161896" y="4704514"/>
            <a:ext cx="0" cy="450476"/>
          </a:xfrm>
          <a:custGeom>
            <a:avLst/>
            <a:gdLst/>
            <a:ahLst/>
            <a:cxnLst/>
            <a:rect l="l" t="t" r="r" b="b"/>
            <a:pathLst>
              <a:path h="382904">
                <a:moveTo>
                  <a:pt x="0" y="0"/>
                </a:moveTo>
                <a:lnTo>
                  <a:pt x="0" y="382524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1" name="object 86">
            <a:extLst>
              <a:ext uri="{FF2B5EF4-FFF2-40B4-BE49-F238E27FC236}">
                <a16:creationId xmlns:a16="http://schemas.microsoft.com/office/drawing/2014/main" id="{4D14457A-83C5-4B7E-92CF-31967090A7F3}"/>
              </a:ext>
            </a:extLst>
          </p:cNvPr>
          <p:cNvSpPr/>
          <p:nvPr/>
        </p:nvSpPr>
        <p:spPr>
          <a:xfrm>
            <a:off x="8539309" y="498062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3" name="object 87">
            <a:extLst>
              <a:ext uri="{FF2B5EF4-FFF2-40B4-BE49-F238E27FC236}">
                <a16:creationId xmlns:a16="http://schemas.microsoft.com/office/drawing/2014/main" id="{1797538E-E4AA-42DF-B23A-C77CBB5D845D}"/>
              </a:ext>
            </a:extLst>
          </p:cNvPr>
          <p:cNvSpPr/>
          <p:nvPr/>
        </p:nvSpPr>
        <p:spPr>
          <a:xfrm>
            <a:off x="8499865" y="498062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5" name="object 88">
            <a:extLst>
              <a:ext uri="{FF2B5EF4-FFF2-40B4-BE49-F238E27FC236}">
                <a16:creationId xmlns:a16="http://schemas.microsoft.com/office/drawing/2014/main" id="{D0F35287-356F-4868-88C7-78DC24AD0961}"/>
              </a:ext>
            </a:extLst>
          </p:cNvPr>
          <p:cNvSpPr/>
          <p:nvPr/>
        </p:nvSpPr>
        <p:spPr>
          <a:xfrm>
            <a:off x="8865624" y="498062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7" name="object 89">
            <a:extLst>
              <a:ext uri="{FF2B5EF4-FFF2-40B4-BE49-F238E27FC236}">
                <a16:creationId xmlns:a16="http://schemas.microsoft.com/office/drawing/2014/main" id="{74B2E056-8666-45E8-97A1-3FAD5E041ACE}"/>
              </a:ext>
            </a:extLst>
          </p:cNvPr>
          <p:cNvSpPr/>
          <p:nvPr/>
        </p:nvSpPr>
        <p:spPr>
          <a:xfrm>
            <a:off x="8826179" y="498062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9" name="object 90">
            <a:extLst>
              <a:ext uri="{FF2B5EF4-FFF2-40B4-BE49-F238E27FC236}">
                <a16:creationId xmlns:a16="http://schemas.microsoft.com/office/drawing/2014/main" id="{8B42411A-3786-4A18-9299-456E0900CC0F}"/>
              </a:ext>
            </a:extLst>
          </p:cNvPr>
          <p:cNvSpPr/>
          <p:nvPr/>
        </p:nvSpPr>
        <p:spPr>
          <a:xfrm>
            <a:off x="8471178" y="4929527"/>
            <a:ext cx="424329" cy="0"/>
          </a:xfrm>
          <a:custGeom>
            <a:avLst/>
            <a:gdLst/>
            <a:ahLst/>
            <a:cxnLst/>
            <a:rect l="l" t="t" r="r" b="b"/>
            <a:pathLst>
              <a:path w="360679">
                <a:moveTo>
                  <a:pt x="0" y="0"/>
                </a:moveTo>
                <a:lnTo>
                  <a:pt x="360426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1" name="object 91">
            <a:extLst>
              <a:ext uri="{FF2B5EF4-FFF2-40B4-BE49-F238E27FC236}">
                <a16:creationId xmlns:a16="http://schemas.microsoft.com/office/drawing/2014/main" id="{1B244421-DBC2-443E-B27F-3B889FFAE805}"/>
              </a:ext>
            </a:extLst>
          </p:cNvPr>
          <p:cNvSpPr/>
          <p:nvPr/>
        </p:nvSpPr>
        <p:spPr>
          <a:xfrm>
            <a:off x="8953477" y="476188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3" name="object 92">
            <a:extLst>
              <a:ext uri="{FF2B5EF4-FFF2-40B4-BE49-F238E27FC236}">
                <a16:creationId xmlns:a16="http://schemas.microsoft.com/office/drawing/2014/main" id="{C0AAB951-9C00-43D0-B888-13A1A9704894}"/>
              </a:ext>
            </a:extLst>
          </p:cNvPr>
          <p:cNvSpPr/>
          <p:nvPr/>
        </p:nvSpPr>
        <p:spPr>
          <a:xfrm>
            <a:off x="11377535" y="4761887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5" name="object 93">
            <a:extLst>
              <a:ext uri="{FF2B5EF4-FFF2-40B4-BE49-F238E27FC236}">
                <a16:creationId xmlns:a16="http://schemas.microsoft.com/office/drawing/2014/main" id="{B8C4C10E-065B-4473-B3C0-EF95A6AB4E7F}"/>
              </a:ext>
            </a:extLst>
          </p:cNvPr>
          <p:cNvSpPr txBox="1"/>
          <p:nvPr/>
        </p:nvSpPr>
        <p:spPr>
          <a:xfrm>
            <a:off x="8610909" y="4380762"/>
            <a:ext cx="292847" cy="583115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43331">
              <a:lnSpc>
                <a:spcPts val="2217"/>
              </a:lnSpc>
              <a:spcBef>
                <a:spcPts val="147"/>
              </a:spcBef>
            </a:pPr>
            <a:r>
              <a:rPr sz="2176" i="1" spc="24" dirty="0">
                <a:latin typeface="Times New Roman"/>
                <a:cs typeface="Times New Roman"/>
              </a:rPr>
              <a:t>W</a:t>
            </a:r>
            <a:endParaRPr sz="2176" dirty="0">
              <a:latin typeface="Times New Roman"/>
              <a:cs typeface="Times New Roman"/>
            </a:endParaRPr>
          </a:p>
          <a:p>
            <a:pPr marL="14941">
              <a:lnSpc>
                <a:spcPts val="2217"/>
              </a:lnSpc>
            </a:pPr>
            <a:r>
              <a:rPr sz="2176" spc="12" dirty="0">
                <a:latin typeface="Times New Roman"/>
                <a:cs typeface="Times New Roman"/>
              </a:rPr>
              <a:t>1</a:t>
            </a:r>
            <a:endParaRPr sz="2176" dirty="0">
              <a:latin typeface="Times New Roman"/>
              <a:cs typeface="Times New Roman"/>
            </a:endParaRPr>
          </a:p>
        </p:txBody>
      </p:sp>
      <p:sp>
        <p:nvSpPr>
          <p:cNvPr id="177" name="object 94">
            <a:extLst>
              <a:ext uri="{FF2B5EF4-FFF2-40B4-BE49-F238E27FC236}">
                <a16:creationId xmlns:a16="http://schemas.microsoft.com/office/drawing/2014/main" id="{FF1D10E8-1C64-47FF-BF11-C896319166CA}"/>
              </a:ext>
            </a:extLst>
          </p:cNvPr>
          <p:cNvSpPr txBox="1"/>
          <p:nvPr/>
        </p:nvSpPr>
        <p:spPr>
          <a:xfrm>
            <a:off x="8521709" y="4923532"/>
            <a:ext cx="263711" cy="353694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</a:pPr>
            <a:r>
              <a:rPr sz="2176" i="1" spc="24" dirty="0">
                <a:latin typeface="Times New Roman"/>
                <a:cs typeface="Times New Roman"/>
              </a:rPr>
              <a:t>W</a:t>
            </a:r>
            <a:endParaRPr sz="2176" dirty="0">
              <a:latin typeface="Times New Roman"/>
              <a:cs typeface="Times New Roman"/>
            </a:endParaRPr>
          </a:p>
        </p:txBody>
      </p:sp>
      <p:sp>
        <p:nvSpPr>
          <p:cNvPr id="179" name="object 95">
            <a:extLst>
              <a:ext uri="{FF2B5EF4-FFF2-40B4-BE49-F238E27FC236}">
                <a16:creationId xmlns:a16="http://schemas.microsoft.com/office/drawing/2014/main" id="{CF9BB718-2021-447B-B10E-C9DAF37A9511}"/>
              </a:ext>
            </a:extLst>
          </p:cNvPr>
          <p:cNvSpPr txBox="1"/>
          <p:nvPr/>
        </p:nvSpPr>
        <p:spPr>
          <a:xfrm>
            <a:off x="10755683" y="4891818"/>
            <a:ext cx="112059" cy="213619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1295" i="1" spc="-5" dirty="0">
                <a:latin typeface="Times New Roman"/>
                <a:cs typeface="Times New Roman"/>
              </a:rPr>
              <a:t>n</a:t>
            </a:r>
            <a:endParaRPr sz="1295">
              <a:latin typeface="Times New Roman"/>
              <a:cs typeface="Times New Roman"/>
            </a:endParaRPr>
          </a:p>
        </p:txBody>
      </p:sp>
      <p:sp>
        <p:nvSpPr>
          <p:cNvPr id="181" name="object 96">
            <a:extLst>
              <a:ext uri="{FF2B5EF4-FFF2-40B4-BE49-F238E27FC236}">
                <a16:creationId xmlns:a16="http://schemas.microsoft.com/office/drawing/2014/main" id="{B8350DF1-4E29-44F5-AA72-EF038A56DB46}"/>
              </a:ext>
            </a:extLst>
          </p:cNvPr>
          <p:cNvSpPr txBox="1"/>
          <p:nvPr/>
        </p:nvSpPr>
        <p:spPr>
          <a:xfrm>
            <a:off x="7920141" y="4891818"/>
            <a:ext cx="112059" cy="213619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1295" i="1" spc="-5" dirty="0">
                <a:latin typeface="Times New Roman"/>
                <a:cs typeface="Times New Roman"/>
              </a:rPr>
              <a:t>n</a:t>
            </a:r>
            <a:endParaRPr sz="1295">
              <a:latin typeface="Times New Roman"/>
              <a:cs typeface="Times New Roman"/>
            </a:endParaRPr>
          </a:p>
        </p:txBody>
      </p:sp>
      <p:sp>
        <p:nvSpPr>
          <p:cNvPr id="183" name="object 97">
            <a:extLst>
              <a:ext uri="{FF2B5EF4-FFF2-40B4-BE49-F238E27FC236}">
                <a16:creationId xmlns:a16="http://schemas.microsoft.com/office/drawing/2014/main" id="{027630E7-A5EC-40B4-BFAC-19898185F7A6}"/>
              </a:ext>
            </a:extLst>
          </p:cNvPr>
          <p:cNvSpPr txBox="1"/>
          <p:nvPr/>
        </p:nvSpPr>
        <p:spPr>
          <a:xfrm>
            <a:off x="8962729" y="4704789"/>
            <a:ext cx="2412252" cy="353694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  <a:tabLst>
                <a:tab pos="1967061" algn="l"/>
              </a:tabLst>
            </a:pPr>
            <a:r>
              <a:rPr sz="2176" spc="-59" dirty="0">
                <a:latin typeface="Times New Roman"/>
                <a:cs typeface="Times New Roman"/>
              </a:rPr>
              <a:t>(</a:t>
            </a:r>
            <a:r>
              <a:rPr sz="2176" i="1" spc="-59" dirty="0">
                <a:latin typeface="Times New Roman"/>
                <a:cs typeface="Times New Roman"/>
              </a:rPr>
              <a:t>W</a:t>
            </a:r>
            <a:r>
              <a:rPr sz="2176" i="1" spc="-317" dirty="0">
                <a:latin typeface="Times New Roman"/>
                <a:cs typeface="Times New Roman"/>
              </a:rPr>
              <a:t> </a:t>
            </a:r>
            <a:r>
              <a:rPr sz="2176" spc="59" dirty="0">
                <a:latin typeface="Times New Roman"/>
                <a:cs typeface="Times New Roman"/>
              </a:rPr>
              <a:t>.</a:t>
            </a:r>
            <a:r>
              <a:rPr sz="2176" i="1" spc="59" dirty="0">
                <a:latin typeface="Times New Roman"/>
                <a:cs typeface="Times New Roman"/>
              </a:rPr>
              <a:t>X</a:t>
            </a:r>
            <a:r>
              <a:rPr sz="2176" i="1" spc="176" dirty="0">
                <a:latin typeface="Times New Roman"/>
                <a:cs typeface="Times New Roman"/>
              </a:rPr>
              <a:t> </a:t>
            </a:r>
            <a:r>
              <a:rPr sz="2176" spc="17" dirty="0">
                <a:latin typeface="Symbol"/>
                <a:cs typeface="Symbol"/>
              </a:rPr>
              <a:t></a:t>
            </a:r>
            <a:r>
              <a:rPr sz="2176" spc="-205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b</a:t>
            </a:r>
            <a:r>
              <a:rPr sz="2176" i="1" spc="-171" dirty="0">
                <a:latin typeface="Times New Roman"/>
                <a:cs typeface="Times New Roman"/>
              </a:rPr>
              <a:t> </a:t>
            </a:r>
            <a:r>
              <a:rPr sz="2176" spc="100" dirty="0">
                <a:latin typeface="Symbol"/>
                <a:cs typeface="Symbol"/>
              </a:rPr>
              <a:t></a:t>
            </a:r>
            <a:r>
              <a:rPr sz="2176" i="1" spc="100" dirty="0">
                <a:latin typeface="Times New Roman"/>
                <a:cs typeface="Times New Roman"/>
              </a:rPr>
              <a:t>W</a:t>
            </a:r>
            <a:r>
              <a:rPr sz="2176" i="1" spc="-317" dirty="0">
                <a:latin typeface="Times New Roman"/>
                <a:cs typeface="Times New Roman"/>
              </a:rPr>
              <a:t> </a:t>
            </a:r>
            <a:r>
              <a:rPr sz="2176" spc="59" dirty="0">
                <a:latin typeface="Times New Roman"/>
                <a:cs typeface="Times New Roman"/>
              </a:rPr>
              <a:t>.</a:t>
            </a:r>
            <a:r>
              <a:rPr sz="2176" i="1" spc="59" dirty="0">
                <a:latin typeface="Times New Roman"/>
                <a:cs typeface="Times New Roman"/>
              </a:rPr>
              <a:t>X	</a:t>
            </a:r>
            <a:r>
              <a:rPr sz="2176" spc="17" dirty="0">
                <a:latin typeface="Symbol"/>
                <a:cs typeface="Symbol"/>
              </a:rPr>
              <a:t></a:t>
            </a:r>
            <a:r>
              <a:rPr sz="2176" spc="-317" dirty="0">
                <a:latin typeface="Times New Roman"/>
                <a:cs typeface="Times New Roman"/>
              </a:rPr>
              <a:t> </a:t>
            </a:r>
            <a:r>
              <a:rPr sz="2176" i="1" spc="24" dirty="0">
                <a:latin typeface="Times New Roman"/>
                <a:cs typeface="Times New Roman"/>
              </a:rPr>
              <a:t>b</a:t>
            </a:r>
            <a:r>
              <a:rPr sz="2176" spc="24" dirty="0">
                <a:latin typeface="Times New Roman"/>
                <a:cs typeface="Times New Roman"/>
              </a:rPr>
              <a:t>)</a:t>
            </a:r>
            <a:endParaRPr sz="2176" dirty="0">
              <a:latin typeface="Times New Roman"/>
              <a:cs typeface="Times New Roman"/>
            </a:endParaRPr>
          </a:p>
        </p:txBody>
      </p:sp>
      <p:sp>
        <p:nvSpPr>
          <p:cNvPr id="185" name="object 98">
            <a:extLst>
              <a:ext uri="{FF2B5EF4-FFF2-40B4-BE49-F238E27FC236}">
                <a16:creationId xmlns:a16="http://schemas.microsoft.com/office/drawing/2014/main" id="{4AE73384-39B9-467B-8854-74A76A030726}"/>
              </a:ext>
            </a:extLst>
          </p:cNvPr>
          <p:cNvSpPr txBox="1"/>
          <p:nvPr/>
        </p:nvSpPr>
        <p:spPr>
          <a:xfrm>
            <a:off x="6929676" y="4704789"/>
            <a:ext cx="1585259" cy="353822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</a:pPr>
            <a:r>
              <a:rPr sz="2176" i="1" spc="-417" dirty="0">
                <a:latin typeface="Times New Roman"/>
                <a:cs typeface="Times New Roman"/>
              </a:rPr>
              <a:t>W</a:t>
            </a:r>
            <a:r>
              <a:rPr sz="3265" spc="-625" baseline="15015" dirty="0">
                <a:latin typeface="Times New Roman"/>
                <a:cs typeface="Times New Roman"/>
              </a:rPr>
              <a:t>ˆ </a:t>
            </a:r>
            <a:r>
              <a:rPr sz="2176" spc="5" dirty="0">
                <a:latin typeface="Times New Roman"/>
                <a:cs typeface="Times New Roman"/>
              </a:rPr>
              <a:t>( </a:t>
            </a:r>
            <a:r>
              <a:rPr sz="2176" i="1" spc="17" dirty="0">
                <a:latin typeface="Times New Roman"/>
                <a:cs typeface="Times New Roman"/>
              </a:rPr>
              <a:t>X </a:t>
            </a:r>
            <a:r>
              <a:rPr sz="2176" spc="17" dirty="0">
                <a:latin typeface="Symbol"/>
                <a:cs typeface="Symbol"/>
              </a:rPr>
              <a:t></a:t>
            </a:r>
            <a:r>
              <a:rPr sz="2176" spc="17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 </a:t>
            </a:r>
            <a:r>
              <a:rPr sz="2176" spc="5" dirty="0">
                <a:latin typeface="Times New Roman"/>
                <a:cs typeface="Times New Roman"/>
              </a:rPr>
              <a:t>)</a:t>
            </a:r>
            <a:r>
              <a:rPr sz="2176" spc="-24" dirty="0">
                <a:latin typeface="Times New Roman"/>
                <a:cs typeface="Times New Roman"/>
              </a:rPr>
              <a:t> </a:t>
            </a:r>
            <a:r>
              <a:rPr sz="2176" spc="17" dirty="0">
                <a:latin typeface="Symbol"/>
                <a:cs typeface="Symbol"/>
              </a:rPr>
              <a:t></a:t>
            </a:r>
            <a:endParaRPr sz="2176" dirty="0">
              <a:latin typeface="Symbol"/>
              <a:cs typeface="Symbol"/>
            </a:endParaRPr>
          </a:p>
        </p:txBody>
      </p:sp>
      <p:sp>
        <p:nvSpPr>
          <p:cNvPr id="187" name="object 99">
            <a:extLst>
              <a:ext uri="{FF2B5EF4-FFF2-40B4-BE49-F238E27FC236}">
                <a16:creationId xmlns:a16="http://schemas.microsoft.com/office/drawing/2014/main" id="{90FC8D81-9D46-4B76-9641-51464C3E23B8}"/>
              </a:ext>
            </a:extLst>
          </p:cNvPr>
          <p:cNvSpPr txBox="1"/>
          <p:nvPr/>
        </p:nvSpPr>
        <p:spPr>
          <a:xfrm>
            <a:off x="3368767" y="2266412"/>
            <a:ext cx="1662205" cy="44969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824" b="1" spc="-5" dirty="0">
                <a:latin typeface="Times New Roman"/>
                <a:cs typeface="Times New Roman"/>
              </a:rPr>
              <a:t>w</a:t>
            </a:r>
            <a:r>
              <a:rPr sz="2824" b="1" spc="-8" baseline="24305" dirty="0">
                <a:latin typeface="Times New Roman"/>
                <a:cs typeface="Times New Roman"/>
              </a:rPr>
              <a:t>T</a:t>
            </a:r>
            <a:r>
              <a:rPr sz="2824" b="1" spc="-5" dirty="0">
                <a:latin typeface="Times New Roman"/>
                <a:cs typeface="Times New Roman"/>
              </a:rPr>
              <a:t>x </a:t>
            </a:r>
            <a:r>
              <a:rPr sz="2824" dirty="0">
                <a:latin typeface="Times New Roman"/>
                <a:cs typeface="Times New Roman"/>
              </a:rPr>
              <a:t>+ </a:t>
            </a:r>
            <a:r>
              <a:rPr sz="2824" i="1" dirty="0">
                <a:latin typeface="Times New Roman"/>
                <a:cs typeface="Times New Roman"/>
              </a:rPr>
              <a:t>b</a:t>
            </a:r>
            <a:r>
              <a:rPr sz="2824" i="1" spc="-100" dirty="0">
                <a:latin typeface="Times New Roman"/>
                <a:cs typeface="Times New Roman"/>
              </a:rPr>
              <a:t> </a:t>
            </a:r>
            <a:r>
              <a:rPr sz="2824" b="1" dirty="0">
                <a:latin typeface="Times New Roman"/>
                <a:cs typeface="Times New Roman"/>
              </a:rPr>
              <a:t>=1</a:t>
            </a:r>
            <a:endParaRPr sz="2824">
              <a:latin typeface="Times New Roman"/>
              <a:cs typeface="Times New Roman"/>
            </a:endParaRPr>
          </a:p>
        </p:txBody>
      </p:sp>
      <p:sp>
        <p:nvSpPr>
          <p:cNvPr id="189" name="object 100">
            <a:extLst>
              <a:ext uri="{FF2B5EF4-FFF2-40B4-BE49-F238E27FC236}">
                <a16:creationId xmlns:a16="http://schemas.microsoft.com/office/drawing/2014/main" id="{CDCA5BD4-1F97-4417-B951-D82228E943A3}"/>
              </a:ext>
            </a:extLst>
          </p:cNvPr>
          <p:cNvSpPr/>
          <p:nvPr/>
        </p:nvSpPr>
        <p:spPr>
          <a:xfrm>
            <a:off x="2514131" y="2669526"/>
            <a:ext cx="2191124" cy="2299447"/>
          </a:xfrm>
          <a:custGeom>
            <a:avLst/>
            <a:gdLst/>
            <a:ahLst/>
            <a:cxnLst/>
            <a:rect l="l" t="t" r="r" b="b"/>
            <a:pathLst>
              <a:path w="1862454" h="1954529">
                <a:moveTo>
                  <a:pt x="1862327" y="6857"/>
                </a:moveTo>
                <a:lnTo>
                  <a:pt x="1855470" y="0"/>
                </a:lnTo>
                <a:lnTo>
                  <a:pt x="0" y="1947672"/>
                </a:lnTo>
                <a:lnTo>
                  <a:pt x="6857" y="1954530"/>
                </a:lnTo>
                <a:lnTo>
                  <a:pt x="1862327" y="68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1" name="object 101">
            <a:extLst>
              <a:ext uri="{FF2B5EF4-FFF2-40B4-BE49-F238E27FC236}">
                <a16:creationId xmlns:a16="http://schemas.microsoft.com/office/drawing/2014/main" id="{AB8C3516-7C8A-4E75-A8F8-B5C04EC402D7}"/>
              </a:ext>
            </a:extLst>
          </p:cNvPr>
          <p:cNvSpPr txBox="1"/>
          <p:nvPr/>
        </p:nvSpPr>
        <p:spPr>
          <a:xfrm>
            <a:off x="10700999" y="2498599"/>
            <a:ext cx="893483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1412" spc="-5" dirty="0">
                <a:latin typeface="Tahoma"/>
                <a:cs typeface="Tahoma"/>
              </a:rPr>
              <a:t>Unit</a:t>
            </a:r>
            <a:r>
              <a:rPr sz="1412" spc="-53" dirty="0">
                <a:latin typeface="Tahoma"/>
                <a:cs typeface="Tahoma"/>
              </a:rPr>
              <a:t> </a:t>
            </a:r>
            <a:r>
              <a:rPr sz="1412" spc="-5" dirty="0">
                <a:latin typeface="Tahoma"/>
                <a:cs typeface="Tahoma"/>
              </a:rPr>
              <a:t>vector</a:t>
            </a:r>
            <a:endParaRPr sz="1412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367425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6A6D7-748C-433B-8A80-75A4438B6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96" y="530380"/>
            <a:ext cx="14966661" cy="763608"/>
          </a:xfrm>
        </p:spPr>
        <p:txBody>
          <a:bodyPr/>
          <a:lstStyle/>
          <a:p>
            <a:r>
              <a:rPr lang="en-US" sz="4800" dirty="0"/>
              <a:t>Distance from a point to a line is 1/|w|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BA5D7-4CCB-4ADB-ADED-0DC6AC516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Distance between x</a:t>
            </a:r>
            <a:r>
              <a:rPr lang="en-US" baseline="-25000" dirty="0"/>
              <a:t>n </a:t>
            </a:r>
            <a:r>
              <a:rPr lang="en-US" dirty="0"/>
              <a:t>and the plane:</a:t>
            </a:r>
          </a:p>
          <a:p>
            <a:r>
              <a:rPr lang="en-US" dirty="0"/>
              <a:t>Take any point x on the plane</a:t>
            </a:r>
          </a:p>
          <a:p>
            <a:r>
              <a:rPr lang="en-US" dirty="0"/>
              <a:t>Projection of (x</a:t>
            </a:r>
            <a:r>
              <a:rPr lang="en-US" baseline="-25000" dirty="0"/>
              <a:t>n </a:t>
            </a:r>
            <a:r>
              <a:rPr lang="en-US" dirty="0"/>
              <a:t>– x) on 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object 58">
            <a:extLst>
              <a:ext uri="{FF2B5EF4-FFF2-40B4-BE49-F238E27FC236}">
                <a16:creationId xmlns:a16="http://schemas.microsoft.com/office/drawing/2014/main" id="{EE12A31D-2E8D-41CC-B655-6441702AA940}"/>
              </a:ext>
            </a:extLst>
          </p:cNvPr>
          <p:cNvSpPr txBox="1"/>
          <p:nvPr/>
        </p:nvSpPr>
        <p:spPr>
          <a:xfrm>
            <a:off x="3025179" y="3839355"/>
            <a:ext cx="1108363" cy="665922"/>
          </a:xfrm>
          <a:prstGeom prst="rect">
            <a:avLst/>
          </a:prstGeom>
        </p:spPr>
        <p:txBody>
          <a:bodyPr vert="horz" wrap="square" lIns="0" tIns="52295" rIns="0" bIns="0" rtlCol="0">
            <a:spAutoFit/>
          </a:bodyPr>
          <a:lstStyle/>
          <a:p>
            <a:pPr marL="14941">
              <a:spcBef>
                <a:spcPts val="412"/>
              </a:spcBef>
            </a:pPr>
            <a:r>
              <a:rPr sz="2667" i="1" spc="-415" baseline="-34722" dirty="0">
                <a:latin typeface="Times New Roman"/>
                <a:cs typeface="Times New Roman"/>
              </a:rPr>
              <a:t>W</a:t>
            </a:r>
            <a:r>
              <a:rPr sz="2667" spc="-415" baseline="-20833" dirty="0">
                <a:latin typeface="Times New Roman"/>
                <a:cs typeface="Times New Roman"/>
              </a:rPr>
              <a:t>ˆ </a:t>
            </a:r>
            <a:r>
              <a:rPr lang="en-US" sz="2667" spc="-415" baseline="-20833" dirty="0">
                <a:latin typeface="Times New Roman"/>
                <a:cs typeface="Times New Roman"/>
              </a:rPr>
              <a:t>      </a:t>
            </a:r>
            <a:r>
              <a:rPr sz="2667" baseline="-34722" dirty="0">
                <a:latin typeface="Symbol"/>
                <a:cs typeface="Symbol"/>
              </a:rPr>
              <a:t></a:t>
            </a:r>
            <a:r>
              <a:rPr lang="en-US" sz="2667" baseline="-34722" dirty="0">
                <a:latin typeface="Symbol"/>
                <a:cs typeface="Symbol"/>
              </a:rPr>
              <a:t>  </a:t>
            </a:r>
            <a:r>
              <a:rPr sz="1867" u="sng" spc="22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67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</a:t>
            </a:r>
            <a:r>
              <a:rPr sz="1867" i="1" u="sng" spc="-7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867" dirty="0">
              <a:latin typeface="Times New Roman"/>
              <a:cs typeface="Times New Roman"/>
            </a:endParaRPr>
          </a:p>
          <a:p>
            <a:pPr marL="415376">
              <a:spcBef>
                <a:spcPts val="295"/>
              </a:spcBef>
            </a:pPr>
            <a:r>
              <a:rPr lang="en-US" sz="1867" i="1" dirty="0">
                <a:latin typeface="Times New Roman"/>
                <a:cs typeface="Times New Roman"/>
              </a:rPr>
              <a:t>   ||</a:t>
            </a:r>
            <a:r>
              <a:rPr sz="1867" i="1" dirty="0">
                <a:latin typeface="Times New Roman"/>
                <a:cs typeface="Times New Roman"/>
              </a:rPr>
              <a:t>W</a:t>
            </a:r>
            <a:r>
              <a:rPr lang="en-US" sz="1867" i="1" dirty="0">
                <a:latin typeface="Times New Roman"/>
                <a:cs typeface="Times New Roman"/>
              </a:rPr>
              <a:t>||</a:t>
            </a:r>
            <a:endParaRPr sz="1867" dirty="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B5B4B3-5207-411C-882C-B16321BE9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673" y="2097652"/>
            <a:ext cx="4916481" cy="415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46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9545-0C75-43F8-8021-449908BF8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47" y="397785"/>
            <a:ext cx="11224996" cy="1131849"/>
          </a:xfrm>
        </p:spPr>
        <p:txBody>
          <a:bodyPr/>
          <a:lstStyle/>
          <a:p>
            <a:r>
              <a:rPr lang="en-US" sz="3733" dirty="0"/>
              <a:t>Distance between two lines (margin) is 2/|w|</a:t>
            </a:r>
            <a:br>
              <a:rPr lang="en-US" sz="3733" dirty="0"/>
            </a:br>
            <a:endParaRPr lang="en-US" sz="3733" dirty="0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3AE9017E-0E73-4C89-8D4B-D5D03401E553}"/>
              </a:ext>
            </a:extLst>
          </p:cNvPr>
          <p:cNvSpPr/>
          <p:nvPr/>
        </p:nvSpPr>
        <p:spPr>
          <a:xfrm>
            <a:off x="1787775" y="2598983"/>
            <a:ext cx="89647" cy="3578412"/>
          </a:xfrm>
          <a:custGeom>
            <a:avLst/>
            <a:gdLst/>
            <a:ahLst/>
            <a:cxnLst/>
            <a:rect l="l" t="t" r="r" b="b"/>
            <a:pathLst>
              <a:path w="76200" h="304165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25145" y="76200"/>
                </a:lnTo>
                <a:lnTo>
                  <a:pt x="25145" y="63245"/>
                </a:lnTo>
                <a:lnTo>
                  <a:pt x="50291" y="63245"/>
                </a:lnTo>
                <a:lnTo>
                  <a:pt x="50291" y="76200"/>
                </a:lnTo>
                <a:lnTo>
                  <a:pt x="76200" y="76200"/>
                </a:lnTo>
                <a:close/>
              </a:path>
              <a:path w="76200" h="3041650">
                <a:moveTo>
                  <a:pt x="50291" y="76200"/>
                </a:moveTo>
                <a:lnTo>
                  <a:pt x="50291" y="63245"/>
                </a:lnTo>
                <a:lnTo>
                  <a:pt x="25145" y="63245"/>
                </a:lnTo>
                <a:lnTo>
                  <a:pt x="25145" y="76200"/>
                </a:lnTo>
                <a:lnTo>
                  <a:pt x="50291" y="76200"/>
                </a:lnTo>
                <a:close/>
              </a:path>
              <a:path w="76200" h="3041650">
                <a:moveTo>
                  <a:pt x="50292" y="3041141"/>
                </a:moveTo>
                <a:lnTo>
                  <a:pt x="50291" y="76200"/>
                </a:lnTo>
                <a:lnTo>
                  <a:pt x="25145" y="76200"/>
                </a:lnTo>
                <a:lnTo>
                  <a:pt x="25146" y="3041141"/>
                </a:lnTo>
                <a:lnTo>
                  <a:pt x="50292" y="30411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D354CE99-ED93-43DD-AD9B-A7E3DD4547A1}"/>
              </a:ext>
            </a:extLst>
          </p:cNvPr>
          <p:cNvSpPr/>
          <p:nvPr/>
        </p:nvSpPr>
        <p:spPr>
          <a:xfrm>
            <a:off x="1812936" y="6122298"/>
            <a:ext cx="4802841" cy="89647"/>
          </a:xfrm>
          <a:custGeom>
            <a:avLst/>
            <a:gdLst/>
            <a:ahLst/>
            <a:cxnLst/>
            <a:rect l="l" t="t" r="r" b="b"/>
            <a:pathLst>
              <a:path w="4082415" h="76200">
                <a:moveTo>
                  <a:pt x="4018026" y="51053"/>
                </a:moveTo>
                <a:lnTo>
                  <a:pt x="4018026" y="25907"/>
                </a:lnTo>
                <a:lnTo>
                  <a:pt x="0" y="25907"/>
                </a:lnTo>
                <a:lnTo>
                  <a:pt x="0" y="51053"/>
                </a:lnTo>
                <a:lnTo>
                  <a:pt x="4018026" y="51053"/>
                </a:lnTo>
                <a:close/>
              </a:path>
              <a:path w="4082415" h="76200">
                <a:moveTo>
                  <a:pt x="4082034" y="38100"/>
                </a:moveTo>
                <a:lnTo>
                  <a:pt x="4005834" y="0"/>
                </a:lnTo>
                <a:lnTo>
                  <a:pt x="4005834" y="25907"/>
                </a:lnTo>
                <a:lnTo>
                  <a:pt x="4018026" y="25907"/>
                </a:lnTo>
                <a:lnTo>
                  <a:pt x="4018026" y="70103"/>
                </a:lnTo>
                <a:lnTo>
                  <a:pt x="4082034" y="38100"/>
                </a:lnTo>
                <a:close/>
              </a:path>
              <a:path w="4082415" h="76200">
                <a:moveTo>
                  <a:pt x="4018026" y="70103"/>
                </a:moveTo>
                <a:lnTo>
                  <a:pt x="4018026" y="51053"/>
                </a:lnTo>
                <a:lnTo>
                  <a:pt x="4005834" y="51053"/>
                </a:lnTo>
                <a:lnTo>
                  <a:pt x="4005834" y="76200"/>
                </a:lnTo>
                <a:lnTo>
                  <a:pt x="4018026" y="70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053A1205-EDEB-473C-8D67-DAD8FD9BC405}"/>
              </a:ext>
            </a:extLst>
          </p:cNvPr>
          <p:cNvSpPr/>
          <p:nvPr/>
        </p:nvSpPr>
        <p:spPr>
          <a:xfrm>
            <a:off x="3189914" y="3608592"/>
            <a:ext cx="115645" cy="1156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3FF5433-B30B-46A7-AF15-E9FED494FEC4}"/>
              </a:ext>
            </a:extLst>
          </p:cNvPr>
          <p:cNvSpPr/>
          <p:nvPr/>
        </p:nvSpPr>
        <p:spPr>
          <a:xfrm>
            <a:off x="2513974" y="4029039"/>
            <a:ext cx="115645" cy="1156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C0C5714-24CD-4E06-8CCA-68B39C03ED31}"/>
              </a:ext>
            </a:extLst>
          </p:cNvPr>
          <p:cNvSpPr/>
          <p:nvPr/>
        </p:nvSpPr>
        <p:spPr>
          <a:xfrm>
            <a:off x="2693267" y="4670911"/>
            <a:ext cx="115645" cy="1165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9FF7E17F-528D-4382-8B59-6DB892A5C23E}"/>
              </a:ext>
            </a:extLst>
          </p:cNvPr>
          <p:cNvSpPr/>
          <p:nvPr/>
        </p:nvSpPr>
        <p:spPr>
          <a:xfrm>
            <a:off x="2245032" y="5208794"/>
            <a:ext cx="115645" cy="1165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D2FD7929-7C6D-4606-8C7C-730290995A69}"/>
              </a:ext>
            </a:extLst>
          </p:cNvPr>
          <p:cNvSpPr/>
          <p:nvPr/>
        </p:nvSpPr>
        <p:spPr>
          <a:xfrm>
            <a:off x="2872562" y="3326207"/>
            <a:ext cx="115645" cy="1165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15C98F82-5FF0-4320-B09A-8AE41D88F926}"/>
              </a:ext>
            </a:extLst>
          </p:cNvPr>
          <p:cNvSpPr/>
          <p:nvPr/>
        </p:nvSpPr>
        <p:spPr>
          <a:xfrm>
            <a:off x="2245032" y="4401971"/>
            <a:ext cx="115645" cy="1165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2A589CC6-6D22-4267-B7DB-8600E1FA88F1}"/>
              </a:ext>
            </a:extLst>
          </p:cNvPr>
          <p:cNvSpPr/>
          <p:nvPr/>
        </p:nvSpPr>
        <p:spPr>
          <a:xfrm>
            <a:off x="2424326" y="4581264"/>
            <a:ext cx="115645" cy="1165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3" name="object 17">
            <a:extLst>
              <a:ext uri="{FF2B5EF4-FFF2-40B4-BE49-F238E27FC236}">
                <a16:creationId xmlns:a16="http://schemas.microsoft.com/office/drawing/2014/main" id="{B47C7432-3616-4F96-8FC8-511E9FA02278}"/>
              </a:ext>
            </a:extLst>
          </p:cNvPr>
          <p:cNvSpPr/>
          <p:nvPr/>
        </p:nvSpPr>
        <p:spPr>
          <a:xfrm>
            <a:off x="3320796" y="4133030"/>
            <a:ext cx="115645" cy="1165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B0DB643E-D0A3-4DE3-81F2-9D5C940C19B2}"/>
              </a:ext>
            </a:extLst>
          </p:cNvPr>
          <p:cNvSpPr/>
          <p:nvPr/>
        </p:nvSpPr>
        <p:spPr>
          <a:xfrm>
            <a:off x="4381322" y="4118686"/>
            <a:ext cx="115645" cy="1156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B0B2E69F-A4BF-46B3-8CBA-774D2AF21223}"/>
              </a:ext>
            </a:extLst>
          </p:cNvPr>
          <p:cNvSpPr/>
          <p:nvPr/>
        </p:nvSpPr>
        <p:spPr>
          <a:xfrm>
            <a:off x="3948326" y="5208794"/>
            <a:ext cx="115645" cy="1165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A96E1F57-C2AB-4F22-9449-4F125524EFE7}"/>
              </a:ext>
            </a:extLst>
          </p:cNvPr>
          <p:cNvSpPr/>
          <p:nvPr/>
        </p:nvSpPr>
        <p:spPr>
          <a:xfrm>
            <a:off x="5113739" y="5208794"/>
            <a:ext cx="115645" cy="1165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0BAD8A16-C5D3-4ADA-A7EC-DC303D9E24E3}"/>
              </a:ext>
            </a:extLst>
          </p:cNvPr>
          <p:cNvSpPr/>
          <p:nvPr/>
        </p:nvSpPr>
        <p:spPr>
          <a:xfrm>
            <a:off x="3574498" y="5821981"/>
            <a:ext cx="115645" cy="1156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22F6F13A-78BD-4ADE-A40C-C3CFB8D2CE78}"/>
              </a:ext>
            </a:extLst>
          </p:cNvPr>
          <p:cNvSpPr/>
          <p:nvPr/>
        </p:nvSpPr>
        <p:spPr>
          <a:xfrm>
            <a:off x="4306916" y="4491618"/>
            <a:ext cx="115645" cy="1165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23">
            <a:extLst>
              <a:ext uri="{FF2B5EF4-FFF2-40B4-BE49-F238E27FC236}">
                <a16:creationId xmlns:a16="http://schemas.microsoft.com/office/drawing/2014/main" id="{E9EC60EE-85AC-4CE9-BA6F-E6EA4147C164}"/>
              </a:ext>
            </a:extLst>
          </p:cNvPr>
          <p:cNvSpPr/>
          <p:nvPr/>
        </p:nvSpPr>
        <p:spPr>
          <a:xfrm>
            <a:off x="3638148" y="5072531"/>
            <a:ext cx="115645" cy="11654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24">
            <a:extLst>
              <a:ext uri="{FF2B5EF4-FFF2-40B4-BE49-F238E27FC236}">
                <a16:creationId xmlns:a16="http://schemas.microsoft.com/office/drawing/2014/main" id="{87EF40CE-9AE5-43F4-9D94-49670B69800E}"/>
              </a:ext>
            </a:extLst>
          </p:cNvPr>
          <p:cNvSpPr/>
          <p:nvPr/>
        </p:nvSpPr>
        <p:spPr>
          <a:xfrm>
            <a:off x="4396563" y="5477737"/>
            <a:ext cx="115645" cy="1165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5">
            <a:extLst>
              <a:ext uri="{FF2B5EF4-FFF2-40B4-BE49-F238E27FC236}">
                <a16:creationId xmlns:a16="http://schemas.microsoft.com/office/drawing/2014/main" id="{12EA79CF-7499-4A13-B9CB-68EC8AA87A56}"/>
              </a:ext>
            </a:extLst>
          </p:cNvPr>
          <p:cNvSpPr/>
          <p:nvPr/>
        </p:nvSpPr>
        <p:spPr>
          <a:xfrm>
            <a:off x="5203386" y="4401971"/>
            <a:ext cx="115645" cy="1165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6">
            <a:extLst>
              <a:ext uri="{FF2B5EF4-FFF2-40B4-BE49-F238E27FC236}">
                <a16:creationId xmlns:a16="http://schemas.microsoft.com/office/drawing/2014/main" id="{07E9F314-4E37-4BD9-BAF1-26F6A4BFD9F4}"/>
              </a:ext>
            </a:extLst>
          </p:cNvPr>
          <p:cNvSpPr/>
          <p:nvPr/>
        </p:nvSpPr>
        <p:spPr>
          <a:xfrm>
            <a:off x="3421202" y="2622475"/>
            <a:ext cx="115645" cy="1156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7">
            <a:extLst>
              <a:ext uri="{FF2B5EF4-FFF2-40B4-BE49-F238E27FC236}">
                <a16:creationId xmlns:a16="http://schemas.microsoft.com/office/drawing/2014/main" id="{FDABBEC1-FD69-436E-8584-91EF63D4FDA5}"/>
              </a:ext>
            </a:extLst>
          </p:cNvPr>
          <p:cNvSpPr/>
          <p:nvPr/>
        </p:nvSpPr>
        <p:spPr>
          <a:xfrm>
            <a:off x="4138379" y="2712123"/>
            <a:ext cx="115645" cy="1156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8">
            <a:extLst>
              <a:ext uri="{FF2B5EF4-FFF2-40B4-BE49-F238E27FC236}">
                <a16:creationId xmlns:a16="http://schemas.microsoft.com/office/drawing/2014/main" id="{BFBFA586-B232-4175-89D9-C604A275706E}"/>
              </a:ext>
            </a:extLst>
          </p:cNvPr>
          <p:cNvSpPr/>
          <p:nvPr/>
        </p:nvSpPr>
        <p:spPr>
          <a:xfrm>
            <a:off x="5393438" y="3608592"/>
            <a:ext cx="115645" cy="1156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9">
            <a:extLst>
              <a:ext uri="{FF2B5EF4-FFF2-40B4-BE49-F238E27FC236}">
                <a16:creationId xmlns:a16="http://schemas.microsoft.com/office/drawing/2014/main" id="{128BB709-D156-483F-8AA9-0691FB8FDB70}"/>
              </a:ext>
            </a:extLst>
          </p:cNvPr>
          <p:cNvSpPr/>
          <p:nvPr/>
        </p:nvSpPr>
        <p:spPr>
          <a:xfrm>
            <a:off x="2510388" y="2621579"/>
            <a:ext cx="2540000" cy="3406588"/>
          </a:xfrm>
          <a:custGeom>
            <a:avLst/>
            <a:gdLst/>
            <a:ahLst/>
            <a:cxnLst/>
            <a:rect l="l" t="t" r="r" b="b"/>
            <a:pathLst>
              <a:path w="2159000" h="2895600">
                <a:moveTo>
                  <a:pt x="2158746" y="11430"/>
                </a:moveTo>
                <a:lnTo>
                  <a:pt x="2142744" y="0"/>
                </a:lnTo>
                <a:lnTo>
                  <a:pt x="0" y="2884170"/>
                </a:lnTo>
                <a:lnTo>
                  <a:pt x="15239" y="2895600"/>
                </a:lnTo>
                <a:lnTo>
                  <a:pt x="2158746" y="1143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30">
            <a:extLst>
              <a:ext uri="{FF2B5EF4-FFF2-40B4-BE49-F238E27FC236}">
                <a16:creationId xmlns:a16="http://schemas.microsoft.com/office/drawing/2014/main" id="{F4E3D401-BD4E-46F3-8A13-0FB4A8868CAA}"/>
              </a:ext>
            </a:extLst>
          </p:cNvPr>
          <p:cNvSpPr/>
          <p:nvPr/>
        </p:nvSpPr>
        <p:spPr>
          <a:xfrm>
            <a:off x="4095349" y="3929531"/>
            <a:ext cx="297328" cy="219635"/>
          </a:xfrm>
          <a:custGeom>
            <a:avLst/>
            <a:gdLst/>
            <a:ahLst/>
            <a:cxnLst/>
            <a:rect l="l" t="t" r="r" b="b"/>
            <a:pathLst>
              <a:path w="252729" h="186689">
                <a:moveTo>
                  <a:pt x="252222" y="179069"/>
                </a:moveTo>
                <a:lnTo>
                  <a:pt x="221741" y="156971"/>
                </a:lnTo>
                <a:lnTo>
                  <a:pt x="215645" y="164591"/>
                </a:lnTo>
                <a:lnTo>
                  <a:pt x="246887" y="186689"/>
                </a:lnTo>
                <a:lnTo>
                  <a:pt x="252222" y="179069"/>
                </a:lnTo>
                <a:close/>
              </a:path>
              <a:path w="252729" h="186689">
                <a:moveTo>
                  <a:pt x="198119" y="140207"/>
                </a:moveTo>
                <a:lnTo>
                  <a:pt x="167639" y="117347"/>
                </a:lnTo>
                <a:lnTo>
                  <a:pt x="161544" y="124967"/>
                </a:lnTo>
                <a:lnTo>
                  <a:pt x="192785" y="147827"/>
                </a:lnTo>
                <a:lnTo>
                  <a:pt x="198119" y="140207"/>
                </a:lnTo>
                <a:close/>
              </a:path>
              <a:path w="252729" h="186689">
                <a:moveTo>
                  <a:pt x="144017" y="100583"/>
                </a:moveTo>
                <a:lnTo>
                  <a:pt x="113537" y="78485"/>
                </a:lnTo>
                <a:lnTo>
                  <a:pt x="108203" y="86105"/>
                </a:lnTo>
                <a:lnTo>
                  <a:pt x="138683" y="108203"/>
                </a:lnTo>
                <a:lnTo>
                  <a:pt x="144017" y="100583"/>
                </a:lnTo>
                <a:close/>
              </a:path>
              <a:path w="252729" h="186689">
                <a:moveTo>
                  <a:pt x="90677" y="61721"/>
                </a:moveTo>
                <a:lnTo>
                  <a:pt x="59435" y="38861"/>
                </a:lnTo>
                <a:lnTo>
                  <a:pt x="54101" y="47243"/>
                </a:lnTo>
                <a:lnTo>
                  <a:pt x="84581" y="69341"/>
                </a:lnTo>
                <a:lnTo>
                  <a:pt x="90677" y="61721"/>
                </a:lnTo>
                <a:close/>
              </a:path>
              <a:path w="252729" h="186689">
                <a:moveTo>
                  <a:pt x="36575" y="22097"/>
                </a:moveTo>
                <a:lnTo>
                  <a:pt x="5333" y="0"/>
                </a:lnTo>
                <a:lnTo>
                  <a:pt x="0" y="7619"/>
                </a:lnTo>
                <a:lnTo>
                  <a:pt x="30479" y="30479"/>
                </a:lnTo>
                <a:lnTo>
                  <a:pt x="36575" y="220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31">
            <a:extLst>
              <a:ext uri="{FF2B5EF4-FFF2-40B4-BE49-F238E27FC236}">
                <a16:creationId xmlns:a16="http://schemas.microsoft.com/office/drawing/2014/main" id="{06315098-491C-40CC-9A40-54E96CCA7CA8}"/>
              </a:ext>
            </a:extLst>
          </p:cNvPr>
          <p:cNvSpPr/>
          <p:nvPr/>
        </p:nvSpPr>
        <p:spPr>
          <a:xfrm>
            <a:off x="3227565" y="4051500"/>
            <a:ext cx="291353" cy="279400"/>
          </a:xfrm>
          <a:custGeom>
            <a:avLst/>
            <a:gdLst/>
            <a:ahLst/>
            <a:cxnLst/>
            <a:rect l="l" t="t" r="r" b="b"/>
            <a:pathLst>
              <a:path w="247650" h="237489">
                <a:moveTo>
                  <a:pt x="247650" y="118829"/>
                </a:moveTo>
                <a:lnTo>
                  <a:pt x="246888" y="112733"/>
                </a:lnTo>
                <a:lnTo>
                  <a:pt x="246888" y="105875"/>
                </a:lnTo>
                <a:lnTo>
                  <a:pt x="234822" y="67563"/>
                </a:lnTo>
                <a:lnTo>
                  <a:pt x="214235" y="37842"/>
                </a:lnTo>
                <a:lnTo>
                  <a:pt x="187270" y="16690"/>
                </a:lnTo>
                <a:lnTo>
                  <a:pt x="156071" y="4083"/>
                </a:lnTo>
                <a:lnTo>
                  <a:pt x="122782" y="0"/>
                </a:lnTo>
                <a:lnTo>
                  <a:pt x="89545" y="4416"/>
                </a:lnTo>
                <a:lnTo>
                  <a:pt x="58505" y="17311"/>
                </a:lnTo>
                <a:lnTo>
                  <a:pt x="31805" y="38661"/>
                </a:lnTo>
                <a:lnTo>
                  <a:pt x="11588" y="68444"/>
                </a:lnTo>
                <a:lnTo>
                  <a:pt x="0" y="106637"/>
                </a:lnTo>
                <a:lnTo>
                  <a:pt x="0" y="131783"/>
                </a:lnTo>
                <a:lnTo>
                  <a:pt x="2286" y="143213"/>
                </a:lnTo>
                <a:lnTo>
                  <a:pt x="17680" y="180153"/>
                </a:lnTo>
                <a:lnTo>
                  <a:pt x="19050" y="181785"/>
                </a:lnTo>
                <a:lnTo>
                  <a:pt x="19050" y="108161"/>
                </a:lnTo>
                <a:lnTo>
                  <a:pt x="32959" y="68317"/>
                </a:lnTo>
                <a:lnTo>
                  <a:pt x="58138" y="40272"/>
                </a:lnTo>
                <a:lnTo>
                  <a:pt x="90692" y="23929"/>
                </a:lnTo>
                <a:lnTo>
                  <a:pt x="126730" y="19188"/>
                </a:lnTo>
                <a:lnTo>
                  <a:pt x="162356" y="25949"/>
                </a:lnTo>
                <a:lnTo>
                  <a:pt x="193678" y="44113"/>
                </a:lnTo>
                <a:lnTo>
                  <a:pt x="216803" y="73582"/>
                </a:lnTo>
                <a:lnTo>
                  <a:pt x="227838" y="114257"/>
                </a:lnTo>
                <a:lnTo>
                  <a:pt x="228600" y="118829"/>
                </a:lnTo>
                <a:lnTo>
                  <a:pt x="228600" y="179379"/>
                </a:lnTo>
                <a:lnTo>
                  <a:pt x="240026" y="158259"/>
                </a:lnTo>
                <a:lnTo>
                  <a:pt x="247650" y="118829"/>
                </a:lnTo>
                <a:close/>
              </a:path>
              <a:path w="247650" h="237489">
                <a:moveTo>
                  <a:pt x="228600" y="179379"/>
                </a:moveTo>
                <a:lnTo>
                  <a:pt x="228600" y="118829"/>
                </a:lnTo>
                <a:lnTo>
                  <a:pt x="227838" y="124163"/>
                </a:lnTo>
                <a:lnTo>
                  <a:pt x="217404" y="163350"/>
                </a:lnTo>
                <a:lnTo>
                  <a:pt x="195424" y="192242"/>
                </a:lnTo>
                <a:lnTo>
                  <a:pt x="165459" y="210646"/>
                </a:lnTo>
                <a:lnTo>
                  <a:pt x="131073" y="218370"/>
                </a:lnTo>
                <a:lnTo>
                  <a:pt x="95828" y="215223"/>
                </a:lnTo>
                <a:lnTo>
                  <a:pt x="63288" y="201013"/>
                </a:lnTo>
                <a:lnTo>
                  <a:pt x="37016" y="175550"/>
                </a:lnTo>
                <a:lnTo>
                  <a:pt x="20574" y="138641"/>
                </a:lnTo>
                <a:lnTo>
                  <a:pt x="19050" y="128735"/>
                </a:lnTo>
                <a:lnTo>
                  <a:pt x="19050" y="181785"/>
                </a:lnTo>
                <a:lnTo>
                  <a:pt x="40895" y="207812"/>
                </a:lnTo>
                <a:lnTo>
                  <a:pt x="69761" y="226389"/>
                </a:lnTo>
                <a:lnTo>
                  <a:pt x="102106" y="236082"/>
                </a:lnTo>
                <a:lnTo>
                  <a:pt x="135759" y="237091"/>
                </a:lnTo>
                <a:lnTo>
                  <a:pt x="168549" y="229614"/>
                </a:lnTo>
                <a:lnTo>
                  <a:pt x="198304" y="213851"/>
                </a:lnTo>
                <a:lnTo>
                  <a:pt x="222853" y="189999"/>
                </a:lnTo>
                <a:lnTo>
                  <a:pt x="228600" y="1793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3" name="object 32">
            <a:extLst>
              <a:ext uri="{FF2B5EF4-FFF2-40B4-BE49-F238E27FC236}">
                <a16:creationId xmlns:a16="http://schemas.microsoft.com/office/drawing/2014/main" id="{1BBE2EDA-339A-49FF-9BEF-6DC52CE674EA}"/>
              </a:ext>
            </a:extLst>
          </p:cNvPr>
          <p:cNvSpPr/>
          <p:nvPr/>
        </p:nvSpPr>
        <p:spPr>
          <a:xfrm>
            <a:off x="3548502" y="4987297"/>
            <a:ext cx="291353" cy="279400"/>
          </a:xfrm>
          <a:custGeom>
            <a:avLst/>
            <a:gdLst/>
            <a:ahLst/>
            <a:cxnLst/>
            <a:rect l="l" t="t" r="r" b="b"/>
            <a:pathLst>
              <a:path w="247650" h="237489">
                <a:moveTo>
                  <a:pt x="247650" y="118167"/>
                </a:moveTo>
                <a:lnTo>
                  <a:pt x="247650" y="112071"/>
                </a:lnTo>
                <a:lnTo>
                  <a:pt x="246888" y="105975"/>
                </a:lnTo>
                <a:lnTo>
                  <a:pt x="235279" y="67697"/>
                </a:lnTo>
                <a:lnTo>
                  <a:pt x="187957" y="16787"/>
                </a:lnTo>
                <a:lnTo>
                  <a:pt x="123196" y="0"/>
                </a:lnTo>
                <a:lnTo>
                  <a:pt x="89788" y="4374"/>
                </a:lnTo>
                <a:lnTo>
                  <a:pt x="31944" y="38604"/>
                </a:lnTo>
                <a:lnTo>
                  <a:pt x="761" y="106737"/>
                </a:lnTo>
                <a:lnTo>
                  <a:pt x="0" y="112833"/>
                </a:lnTo>
                <a:lnTo>
                  <a:pt x="0" y="125025"/>
                </a:lnTo>
                <a:lnTo>
                  <a:pt x="2286" y="143313"/>
                </a:lnTo>
                <a:lnTo>
                  <a:pt x="17688" y="180185"/>
                </a:lnTo>
                <a:lnTo>
                  <a:pt x="19050" y="181795"/>
                </a:lnTo>
                <a:lnTo>
                  <a:pt x="19050" y="113595"/>
                </a:lnTo>
                <a:lnTo>
                  <a:pt x="19812" y="108261"/>
                </a:lnTo>
                <a:lnTo>
                  <a:pt x="33329" y="68416"/>
                </a:lnTo>
                <a:lnTo>
                  <a:pt x="58157" y="40319"/>
                </a:lnTo>
                <a:lnTo>
                  <a:pt x="90436" y="23885"/>
                </a:lnTo>
                <a:lnTo>
                  <a:pt x="126311" y="19026"/>
                </a:lnTo>
                <a:lnTo>
                  <a:pt x="161922" y="25654"/>
                </a:lnTo>
                <a:lnTo>
                  <a:pt x="193412" y="43683"/>
                </a:lnTo>
                <a:lnTo>
                  <a:pt x="216924" y="73026"/>
                </a:lnTo>
                <a:lnTo>
                  <a:pt x="228600" y="113595"/>
                </a:lnTo>
                <a:lnTo>
                  <a:pt x="228600" y="180214"/>
                </a:lnTo>
                <a:lnTo>
                  <a:pt x="240517" y="157744"/>
                </a:lnTo>
                <a:lnTo>
                  <a:pt x="247650" y="118167"/>
                </a:lnTo>
                <a:close/>
              </a:path>
              <a:path w="247650" h="237489">
                <a:moveTo>
                  <a:pt x="228600" y="180214"/>
                </a:moveTo>
                <a:lnTo>
                  <a:pt x="228600" y="124263"/>
                </a:lnTo>
                <a:lnTo>
                  <a:pt x="217667" y="163245"/>
                </a:lnTo>
                <a:lnTo>
                  <a:pt x="195409" y="192037"/>
                </a:lnTo>
                <a:lnTo>
                  <a:pt x="165349" y="210423"/>
                </a:lnTo>
                <a:lnTo>
                  <a:pt x="131011" y="218189"/>
                </a:lnTo>
                <a:lnTo>
                  <a:pt x="95917" y="215118"/>
                </a:lnTo>
                <a:lnTo>
                  <a:pt x="63591" y="200997"/>
                </a:lnTo>
                <a:lnTo>
                  <a:pt x="37556" y="175610"/>
                </a:lnTo>
                <a:lnTo>
                  <a:pt x="21336" y="138741"/>
                </a:lnTo>
                <a:lnTo>
                  <a:pt x="19050" y="128073"/>
                </a:lnTo>
                <a:lnTo>
                  <a:pt x="19050" y="181795"/>
                </a:lnTo>
                <a:lnTo>
                  <a:pt x="41018" y="207788"/>
                </a:lnTo>
                <a:lnTo>
                  <a:pt x="70064" y="226315"/>
                </a:lnTo>
                <a:lnTo>
                  <a:pt x="102613" y="235961"/>
                </a:lnTo>
                <a:lnTo>
                  <a:pt x="136455" y="236920"/>
                </a:lnTo>
                <a:lnTo>
                  <a:pt x="169377" y="229383"/>
                </a:lnTo>
                <a:lnTo>
                  <a:pt x="199170" y="213546"/>
                </a:lnTo>
                <a:lnTo>
                  <a:pt x="223620" y="189602"/>
                </a:lnTo>
                <a:lnTo>
                  <a:pt x="228600" y="180214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5" name="object 33">
            <a:extLst>
              <a:ext uri="{FF2B5EF4-FFF2-40B4-BE49-F238E27FC236}">
                <a16:creationId xmlns:a16="http://schemas.microsoft.com/office/drawing/2014/main" id="{37A3E76B-54DE-4149-86B1-B33F2B0ADAB7}"/>
              </a:ext>
            </a:extLst>
          </p:cNvPr>
          <p:cNvSpPr/>
          <p:nvPr/>
        </p:nvSpPr>
        <p:spPr>
          <a:xfrm>
            <a:off x="4293468" y="4031145"/>
            <a:ext cx="291353" cy="278652"/>
          </a:xfrm>
          <a:custGeom>
            <a:avLst/>
            <a:gdLst/>
            <a:ahLst/>
            <a:cxnLst/>
            <a:rect l="l" t="t" r="r" b="b"/>
            <a:pathLst>
              <a:path w="247650" h="236854">
                <a:moveTo>
                  <a:pt x="247650" y="118605"/>
                </a:moveTo>
                <a:lnTo>
                  <a:pt x="247650" y="112509"/>
                </a:lnTo>
                <a:lnTo>
                  <a:pt x="246888" y="105651"/>
                </a:lnTo>
                <a:lnTo>
                  <a:pt x="235500" y="67522"/>
                </a:lnTo>
                <a:lnTo>
                  <a:pt x="188396" y="16774"/>
                </a:lnTo>
                <a:lnTo>
                  <a:pt x="123629" y="0"/>
                </a:lnTo>
                <a:lnTo>
                  <a:pt x="90161" y="4339"/>
                </a:lnTo>
                <a:lnTo>
                  <a:pt x="32135" y="38444"/>
                </a:lnTo>
                <a:lnTo>
                  <a:pt x="761" y="106413"/>
                </a:lnTo>
                <a:lnTo>
                  <a:pt x="0" y="112509"/>
                </a:lnTo>
                <a:lnTo>
                  <a:pt x="0" y="124701"/>
                </a:lnTo>
                <a:lnTo>
                  <a:pt x="762" y="131559"/>
                </a:lnTo>
                <a:lnTo>
                  <a:pt x="3048" y="142989"/>
                </a:lnTo>
                <a:lnTo>
                  <a:pt x="18013" y="179929"/>
                </a:lnTo>
                <a:lnTo>
                  <a:pt x="19050" y="181173"/>
                </a:lnTo>
                <a:lnTo>
                  <a:pt x="19050" y="113271"/>
                </a:lnTo>
                <a:lnTo>
                  <a:pt x="19812" y="107937"/>
                </a:lnTo>
                <a:lnTo>
                  <a:pt x="33608" y="68149"/>
                </a:lnTo>
                <a:lnTo>
                  <a:pt x="58648" y="40127"/>
                </a:lnTo>
                <a:lnTo>
                  <a:pt x="91067" y="23781"/>
                </a:lnTo>
                <a:lnTo>
                  <a:pt x="127001" y="19021"/>
                </a:lnTo>
                <a:lnTo>
                  <a:pt x="162586" y="25756"/>
                </a:lnTo>
                <a:lnTo>
                  <a:pt x="193956" y="43897"/>
                </a:lnTo>
                <a:lnTo>
                  <a:pt x="217249" y="73352"/>
                </a:lnTo>
                <a:lnTo>
                  <a:pt x="228600" y="114033"/>
                </a:lnTo>
                <a:lnTo>
                  <a:pt x="228600" y="180287"/>
                </a:lnTo>
                <a:lnTo>
                  <a:pt x="240502" y="158011"/>
                </a:lnTo>
                <a:lnTo>
                  <a:pt x="247650" y="118605"/>
                </a:lnTo>
                <a:close/>
              </a:path>
              <a:path w="247650" h="236854">
                <a:moveTo>
                  <a:pt x="228600" y="180287"/>
                </a:moveTo>
                <a:lnTo>
                  <a:pt x="228600" y="123939"/>
                </a:lnTo>
                <a:lnTo>
                  <a:pt x="217712" y="163174"/>
                </a:lnTo>
                <a:lnTo>
                  <a:pt x="195527" y="192124"/>
                </a:lnTo>
                <a:lnTo>
                  <a:pt x="165548" y="210584"/>
                </a:lnTo>
                <a:lnTo>
                  <a:pt x="131278" y="218351"/>
                </a:lnTo>
                <a:lnTo>
                  <a:pt x="96219" y="215221"/>
                </a:lnTo>
                <a:lnTo>
                  <a:pt x="63874" y="200991"/>
                </a:lnTo>
                <a:lnTo>
                  <a:pt x="37745" y="175458"/>
                </a:lnTo>
                <a:lnTo>
                  <a:pt x="21336" y="138417"/>
                </a:lnTo>
                <a:lnTo>
                  <a:pt x="19812" y="128511"/>
                </a:lnTo>
                <a:lnTo>
                  <a:pt x="19050" y="123939"/>
                </a:lnTo>
                <a:lnTo>
                  <a:pt x="19050" y="181173"/>
                </a:lnTo>
                <a:lnTo>
                  <a:pt x="41046" y="207583"/>
                </a:lnTo>
                <a:lnTo>
                  <a:pt x="69912" y="226151"/>
                </a:lnTo>
                <a:lnTo>
                  <a:pt x="102377" y="235835"/>
                </a:lnTo>
                <a:lnTo>
                  <a:pt x="136207" y="236834"/>
                </a:lnTo>
                <a:lnTo>
                  <a:pt x="169168" y="229350"/>
                </a:lnTo>
                <a:lnTo>
                  <a:pt x="199027" y="213585"/>
                </a:lnTo>
                <a:lnTo>
                  <a:pt x="223550" y="189738"/>
                </a:lnTo>
                <a:lnTo>
                  <a:pt x="228600" y="18028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34">
            <a:extLst>
              <a:ext uri="{FF2B5EF4-FFF2-40B4-BE49-F238E27FC236}">
                <a16:creationId xmlns:a16="http://schemas.microsoft.com/office/drawing/2014/main" id="{02FAF722-08B8-42BC-9D3F-EAA78DBD81DD}"/>
              </a:ext>
            </a:extLst>
          </p:cNvPr>
          <p:cNvSpPr/>
          <p:nvPr/>
        </p:nvSpPr>
        <p:spPr>
          <a:xfrm>
            <a:off x="3353071" y="4881583"/>
            <a:ext cx="294341" cy="214405"/>
          </a:xfrm>
          <a:custGeom>
            <a:avLst/>
            <a:gdLst/>
            <a:ahLst/>
            <a:cxnLst/>
            <a:rect l="l" t="t" r="r" b="b"/>
            <a:pathLst>
              <a:path w="250189" h="182245">
                <a:moveTo>
                  <a:pt x="249935" y="174497"/>
                </a:moveTo>
                <a:lnTo>
                  <a:pt x="218693" y="152399"/>
                </a:lnTo>
                <a:lnTo>
                  <a:pt x="213359" y="160019"/>
                </a:lnTo>
                <a:lnTo>
                  <a:pt x="244601" y="182117"/>
                </a:lnTo>
                <a:lnTo>
                  <a:pt x="249935" y="174497"/>
                </a:lnTo>
                <a:close/>
              </a:path>
              <a:path w="250189" h="182245">
                <a:moveTo>
                  <a:pt x="195833" y="135635"/>
                </a:moveTo>
                <a:lnTo>
                  <a:pt x="164591" y="113537"/>
                </a:lnTo>
                <a:lnTo>
                  <a:pt x="159257" y="121157"/>
                </a:lnTo>
                <a:lnTo>
                  <a:pt x="189737" y="143255"/>
                </a:lnTo>
                <a:lnTo>
                  <a:pt x="195833" y="135635"/>
                </a:lnTo>
                <a:close/>
              </a:path>
              <a:path w="250189" h="182245">
                <a:moveTo>
                  <a:pt x="140969" y="96773"/>
                </a:moveTo>
                <a:lnTo>
                  <a:pt x="110489" y="74675"/>
                </a:lnTo>
                <a:lnTo>
                  <a:pt x="104393" y="83057"/>
                </a:lnTo>
                <a:lnTo>
                  <a:pt x="135635" y="105155"/>
                </a:lnTo>
                <a:lnTo>
                  <a:pt x="140969" y="96773"/>
                </a:lnTo>
                <a:close/>
              </a:path>
              <a:path w="250189" h="182245">
                <a:moveTo>
                  <a:pt x="86867" y="58673"/>
                </a:moveTo>
                <a:lnTo>
                  <a:pt x="55625" y="35813"/>
                </a:lnTo>
                <a:lnTo>
                  <a:pt x="50291" y="44195"/>
                </a:lnTo>
                <a:lnTo>
                  <a:pt x="81533" y="66293"/>
                </a:lnTo>
                <a:lnTo>
                  <a:pt x="86867" y="58673"/>
                </a:lnTo>
                <a:close/>
              </a:path>
              <a:path w="250189" h="182245">
                <a:moveTo>
                  <a:pt x="32765" y="19811"/>
                </a:moveTo>
                <a:lnTo>
                  <a:pt x="5333" y="0"/>
                </a:lnTo>
                <a:lnTo>
                  <a:pt x="0" y="7619"/>
                </a:lnTo>
                <a:lnTo>
                  <a:pt x="27431" y="27431"/>
                </a:lnTo>
                <a:lnTo>
                  <a:pt x="32765" y="198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35">
            <a:extLst>
              <a:ext uri="{FF2B5EF4-FFF2-40B4-BE49-F238E27FC236}">
                <a16:creationId xmlns:a16="http://schemas.microsoft.com/office/drawing/2014/main" id="{F1DDCEA2-8BA2-4F7D-B17D-78602DC91553}"/>
              </a:ext>
            </a:extLst>
          </p:cNvPr>
          <p:cNvSpPr/>
          <p:nvPr/>
        </p:nvSpPr>
        <p:spPr>
          <a:xfrm>
            <a:off x="3414031" y="4220884"/>
            <a:ext cx="283883" cy="219635"/>
          </a:xfrm>
          <a:custGeom>
            <a:avLst/>
            <a:gdLst/>
            <a:ahLst/>
            <a:cxnLst/>
            <a:rect l="l" t="t" r="r" b="b"/>
            <a:pathLst>
              <a:path w="241300" h="186689">
                <a:moveTo>
                  <a:pt x="240791" y="179069"/>
                </a:moveTo>
                <a:lnTo>
                  <a:pt x="210311" y="156209"/>
                </a:lnTo>
                <a:lnTo>
                  <a:pt x="204977" y="163829"/>
                </a:lnTo>
                <a:lnTo>
                  <a:pt x="235457" y="186689"/>
                </a:lnTo>
                <a:lnTo>
                  <a:pt x="240791" y="179069"/>
                </a:lnTo>
                <a:close/>
              </a:path>
              <a:path w="241300" h="186689">
                <a:moveTo>
                  <a:pt x="188213" y="138683"/>
                </a:moveTo>
                <a:lnTo>
                  <a:pt x="157733" y="115823"/>
                </a:lnTo>
                <a:lnTo>
                  <a:pt x="151637" y="122681"/>
                </a:lnTo>
                <a:lnTo>
                  <a:pt x="182117" y="146303"/>
                </a:lnTo>
                <a:lnTo>
                  <a:pt x="188213" y="138683"/>
                </a:lnTo>
                <a:close/>
              </a:path>
              <a:path w="241300" h="186689">
                <a:moveTo>
                  <a:pt x="134873" y="98297"/>
                </a:moveTo>
                <a:lnTo>
                  <a:pt x="104393" y="74675"/>
                </a:lnTo>
                <a:lnTo>
                  <a:pt x="99059" y="82295"/>
                </a:lnTo>
                <a:lnTo>
                  <a:pt x="129539" y="105917"/>
                </a:lnTo>
                <a:lnTo>
                  <a:pt x="134873" y="98297"/>
                </a:lnTo>
                <a:close/>
              </a:path>
              <a:path w="241300" h="186689">
                <a:moveTo>
                  <a:pt x="82295" y="57911"/>
                </a:moveTo>
                <a:lnTo>
                  <a:pt x="51815" y="34289"/>
                </a:lnTo>
                <a:lnTo>
                  <a:pt x="45719" y="41909"/>
                </a:lnTo>
                <a:lnTo>
                  <a:pt x="76199" y="65531"/>
                </a:lnTo>
                <a:lnTo>
                  <a:pt x="82295" y="57911"/>
                </a:lnTo>
                <a:close/>
              </a:path>
              <a:path w="241300" h="186689">
                <a:moveTo>
                  <a:pt x="28955" y="17525"/>
                </a:moveTo>
                <a:lnTo>
                  <a:pt x="6095" y="0"/>
                </a:lnTo>
                <a:lnTo>
                  <a:pt x="0" y="7619"/>
                </a:lnTo>
                <a:lnTo>
                  <a:pt x="22859" y="25145"/>
                </a:lnTo>
                <a:lnTo>
                  <a:pt x="28955" y="17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1" name="object 36">
            <a:extLst>
              <a:ext uri="{FF2B5EF4-FFF2-40B4-BE49-F238E27FC236}">
                <a16:creationId xmlns:a16="http://schemas.microsoft.com/office/drawing/2014/main" id="{75824FF0-19A9-4733-910C-307F1C51A877}"/>
              </a:ext>
            </a:extLst>
          </p:cNvPr>
          <p:cNvSpPr/>
          <p:nvPr/>
        </p:nvSpPr>
        <p:spPr>
          <a:xfrm>
            <a:off x="3028549" y="2841216"/>
            <a:ext cx="2372659" cy="3175747"/>
          </a:xfrm>
          <a:custGeom>
            <a:avLst/>
            <a:gdLst/>
            <a:ahLst/>
            <a:cxnLst/>
            <a:rect l="l" t="t" r="r" b="b"/>
            <a:pathLst>
              <a:path w="2016760" h="2699384">
                <a:moveTo>
                  <a:pt x="10667" y="2694432"/>
                </a:moveTo>
                <a:lnTo>
                  <a:pt x="9905" y="2691384"/>
                </a:lnTo>
                <a:lnTo>
                  <a:pt x="8381" y="2689860"/>
                </a:lnTo>
                <a:lnTo>
                  <a:pt x="6095" y="2688336"/>
                </a:lnTo>
                <a:lnTo>
                  <a:pt x="3047" y="2689098"/>
                </a:lnTo>
                <a:lnTo>
                  <a:pt x="1523" y="2690622"/>
                </a:lnTo>
                <a:lnTo>
                  <a:pt x="0" y="2692908"/>
                </a:lnTo>
                <a:lnTo>
                  <a:pt x="0" y="2695956"/>
                </a:lnTo>
                <a:lnTo>
                  <a:pt x="4571" y="2699004"/>
                </a:lnTo>
                <a:lnTo>
                  <a:pt x="7619" y="2699004"/>
                </a:lnTo>
                <a:lnTo>
                  <a:pt x="10667" y="2694432"/>
                </a:lnTo>
                <a:close/>
              </a:path>
              <a:path w="2016760" h="2699384">
                <a:moveTo>
                  <a:pt x="22097" y="2679192"/>
                </a:moveTo>
                <a:lnTo>
                  <a:pt x="21335" y="2676144"/>
                </a:lnTo>
                <a:lnTo>
                  <a:pt x="19811" y="2674620"/>
                </a:lnTo>
                <a:lnTo>
                  <a:pt x="17525" y="2673096"/>
                </a:lnTo>
                <a:lnTo>
                  <a:pt x="14477" y="2673858"/>
                </a:lnTo>
                <a:lnTo>
                  <a:pt x="12953" y="2675382"/>
                </a:lnTo>
                <a:lnTo>
                  <a:pt x="11429" y="2677668"/>
                </a:lnTo>
                <a:lnTo>
                  <a:pt x="11429" y="2680716"/>
                </a:lnTo>
                <a:lnTo>
                  <a:pt x="16001" y="2683764"/>
                </a:lnTo>
                <a:lnTo>
                  <a:pt x="19049" y="2683764"/>
                </a:lnTo>
                <a:lnTo>
                  <a:pt x="22097" y="2679192"/>
                </a:lnTo>
                <a:close/>
              </a:path>
              <a:path w="2016760" h="2699384">
                <a:moveTo>
                  <a:pt x="33527" y="2663952"/>
                </a:moveTo>
                <a:lnTo>
                  <a:pt x="32765" y="2660904"/>
                </a:lnTo>
                <a:lnTo>
                  <a:pt x="31241" y="2659380"/>
                </a:lnTo>
                <a:lnTo>
                  <a:pt x="28955" y="2657856"/>
                </a:lnTo>
                <a:lnTo>
                  <a:pt x="25907" y="2658618"/>
                </a:lnTo>
                <a:lnTo>
                  <a:pt x="24383" y="2660142"/>
                </a:lnTo>
                <a:lnTo>
                  <a:pt x="22859" y="2662428"/>
                </a:lnTo>
                <a:lnTo>
                  <a:pt x="22859" y="2665476"/>
                </a:lnTo>
                <a:lnTo>
                  <a:pt x="27431" y="2668524"/>
                </a:lnTo>
                <a:lnTo>
                  <a:pt x="30479" y="2668524"/>
                </a:lnTo>
                <a:lnTo>
                  <a:pt x="33527" y="2663952"/>
                </a:lnTo>
                <a:close/>
              </a:path>
              <a:path w="2016760" h="2699384">
                <a:moveTo>
                  <a:pt x="44957" y="2648712"/>
                </a:moveTo>
                <a:lnTo>
                  <a:pt x="44195" y="2645664"/>
                </a:lnTo>
                <a:lnTo>
                  <a:pt x="42671" y="2644140"/>
                </a:lnTo>
                <a:lnTo>
                  <a:pt x="40385" y="2642616"/>
                </a:lnTo>
                <a:lnTo>
                  <a:pt x="37337" y="2643378"/>
                </a:lnTo>
                <a:lnTo>
                  <a:pt x="35813" y="2644902"/>
                </a:lnTo>
                <a:lnTo>
                  <a:pt x="34289" y="2647188"/>
                </a:lnTo>
                <a:lnTo>
                  <a:pt x="34289" y="2650236"/>
                </a:lnTo>
                <a:lnTo>
                  <a:pt x="38861" y="2653284"/>
                </a:lnTo>
                <a:lnTo>
                  <a:pt x="41909" y="2653284"/>
                </a:lnTo>
                <a:lnTo>
                  <a:pt x="44957" y="2648712"/>
                </a:lnTo>
                <a:close/>
              </a:path>
              <a:path w="2016760" h="2699384">
                <a:moveTo>
                  <a:pt x="56387" y="2633472"/>
                </a:moveTo>
                <a:lnTo>
                  <a:pt x="55625" y="2630424"/>
                </a:lnTo>
                <a:lnTo>
                  <a:pt x="54101" y="2628900"/>
                </a:lnTo>
                <a:lnTo>
                  <a:pt x="51815" y="2627376"/>
                </a:lnTo>
                <a:lnTo>
                  <a:pt x="48767" y="2628138"/>
                </a:lnTo>
                <a:lnTo>
                  <a:pt x="47243" y="2629662"/>
                </a:lnTo>
                <a:lnTo>
                  <a:pt x="45719" y="2631948"/>
                </a:lnTo>
                <a:lnTo>
                  <a:pt x="45719" y="2634996"/>
                </a:lnTo>
                <a:lnTo>
                  <a:pt x="50291" y="2638044"/>
                </a:lnTo>
                <a:lnTo>
                  <a:pt x="53339" y="2638044"/>
                </a:lnTo>
                <a:lnTo>
                  <a:pt x="56387" y="2633472"/>
                </a:lnTo>
                <a:close/>
              </a:path>
              <a:path w="2016760" h="2699384">
                <a:moveTo>
                  <a:pt x="67817" y="2618232"/>
                </a:moveTo>
                <a:lnTo>
                  <a:pt x="67055" y="2615184"/>
                </a:lnTo>
                <a:lnTo>
                  <a:pt x="64769" y="2613660"/>
                </a:lnTo>
                <a:lnTo>
                  <a:pt x="63245" y="2612136"/>
                </a:lnTo>
                <a:lnTo>
                  <a:pt x="60197" y="2612136"/>
                </a:lnTo>
                <a:lnTo>
                  <a:pt x="57149" y="2616708"/>
                </a:lnTo>
                <a:lnTo>
                  <a:pt x="57149" y="2619756"/>
                </a:lnTo>
                <a:lnTo>
                  <a:pt x="61721" y="2622804"/>
                </a:lnTo>
                <a:lnTo>
                  <a:pt x="64769" y="2622042"/>
                </a:lnTo>
                <a:lnTo>
                  <a:pt x="66293" y="2620518"/>
                </a:lnTo>
                <a:lnTo>
                  <a:pt x="67817" y="2618232"/>
                </a:lnTo>
                <a:close/>
              </a:path>
              <a:path w="2016760" h="2699384">
                <a:moveTo>
                  <a:pt x="79247" y="2602992"/>
                </a:moveTo>
                <a:lnTo>
                  <a:pt x="78485" y="2599944"/>
                </a:lnTo>
                <a:lnTo>
                  <a:pt x="76199" y="2598420"/>
                </a:lnTo>
                <a:lnTo>
                  <a:pt x="74675" y="2596896"/>
                </a:lnTo>
                <a:lnTo>
                  <a:pt x="71627" y="2596896"/>
                </a:lnTo>
                <a:lnTo>
                  <a:pt x="68579" y="2601468"/>
                </a:lnTo>
                <a:lnTo>
                  <a:pt x="68579" y="2604516"/>
                </a:lnTo>
                <a:lnTo>
                  <a:pt x="73151" y="2607564"/>
                </a:lnTo>
                <a:lnTo>
                  <a:pt x="76199" y="2606802"/>
                </a:lnTo>
                <a:lnTo>
                  <a:pt x="77723" y="2605278"/>
                </a:lnTo>
                <a:lnTo>
                  <a:pt x="79247" y="2602992"/>
                </a:lnTo>
                <a:close/>
              </a:path>
              <a:path w="2016760" h="2699384">
                <a:moveTo>
                  <a:pt x="90677" y="2587752"/>
                </a:moveTo>
                <a:lnTo>
                  <a:pt x="89915" y="2584704"/>
                </a:lnTo>
                <a:lnTo>
                  <a:pt x="87629" y="2583180"/>
                </a:lnTo>
                <a:lnTo>
                  <a:pt x="86105" y="2581656"/>
                </a:lnTo>
                <a:lnTo>
                  <a:pt x="83057" y="2581656"/>
                </a:lnTo>
                <a:lnTo>
                  <a:pt x="80009" y="2586228"/>
                </a:lnTo>
                <a:lnTo>
                  <a:pt x="80009" y="2589276"/>
                </a:lnTo>
                <a:lnTo>
                  <a:pt x="84581" y="2592324"/>
                </a:lnTo>
                <a:lnTo>
                  <a:pt x="87629" y="2591562"/>
                </a:lnTo>
                <a:lnTo>
                  <a:pt x="89153" y="2590038"/>
                </a:lnTo>
                <a:lnTo>
                  <a:pt x="90677" y="2587752"/>
                </a:lnTo>
                <a:close/>
              </a:path>
              <a:path w="2016760" h="2699384">
                <a:moveTo>
                  <a:pt x="102107" y="2572512"/>
                </a:moveTo>
                <a:lnTo>
                  <a:pt x="101345" y="2569464"/>
                </a:lnTo>
                <a:lnTo>
                  <a:pt x="99059" y="2567940"/>
                </a:lnTo>
                <a:lnTo>
                  <a:pt x="97535" y="2566416"/>
                </a:lnTo>
                <a:lnTo>
                  <a:pt x="94487" y="2566416"/>
                </a:lnTo>
                <a:lnTo>
                  <a:pt x="91439" y="2570988"/>
                </a:lnTo>
                <a:lnTo>
                  <a:pt x="91439" y="2574036"/>
                </a:lnTo>
                <a:lnTo>
                  <a:pt x="96011" y="2577084"/>
                </a:lnTo>
                <a:lnTo>
                  <a:pt x="99059" y="2576322"/>
                </a:lnTo>
                <a:lnTo>
                  <a:pt x="100583" y="2574798"/>
                </a:lnTo>
                <a:lnTo>
                  <a:pt x="102107" y="2572512"/>
                </a:lnTo>
                <a:close/>
              </a:path>
              <a:path w="2016760" h="2699384">
                <a:moveTo>
                  <a:pt x="113538" y="2557272"/>
                </a:moveTo>
                <a:lnTo>
                  <a:pt x="112775" y="2554224"/>
                </a:lnTo>
                <a:lnTo>
                  <a:pt x="110489" y="2552700"/>
                </a:lnTo>
                <a:lnTo>
                  <a:pt x="108965" y="2551176"/>
                </a:lnTo>
                <a:lnTo>
                  <a:pt x="105917" y="2551176"/>
                </a:lnTo>
                <a:lnTo>
                  <a:pt x="102869" y="2555748"/>
                </a:lnTo>
                <a:lnTo>
                  <a:pt x="102869" y="2558796"/>
                </a:lnTo>
                <a:lnTo>
                  <a:pt x="107441" y="2561844"/>
                </a:lnTo>
                <a:lnTo>
                  <a:pt x="110489" y="2561082"/>
                </a:lnTo>
                <a:lnTo>
                  <a:pt x="112013" y="2559558"/>
                </a:lnTo>
                <a:lnTo>
                  <a:pt x="113538" y="2557272"/>
                </a:lnTo>
                <a:close/>
              </a:path>
              <a:path w="2016760" h="2699384">
                <a:moveTo>
                  <a:pt x="124967" y="2542032"/>
                </a:moveTo>
                <a:lnTo>
                  <a:pt x="124205" y="2538984"/>
                </a:lnTo>
                <a:lnTo>
                  <a:pt x="121920" y="2537460"/>
                </a:lnTo>
                <a:lnTo>
                  <a:pt x="120395" y="2535936"/>
                </a:lnTo>
                <a:lnTo>
                  <a:pt x="117347" y="2535936"/>
                </a:lnTo>
                <a:lnTo>
                  <a:pt x="115823" y="2538222"/>
                </a:lnTo>
                <a:lnTo>
                  <a:pt x="113538" y="2540508"/>
                </a:lnTo>
                <a:lnTo>
                  <a:pt x="114299" y="2543556"/>
                </a:lnTo>
                <a:lnTo>
                  <a:pt x="118872" y="2546604"/>
                </a:lnTo>
                <a:lnTo>
                  <a:pt x="121157" y="2545842"/>
                </a:lnTo>
                <a:lnTo>
                  <a:pt x="124967" y="2542032"/>
                </a:lnTo>
                <a:close/>
              </a:path>
              <a:path w="2016760" h="2699384">
                <a:moveTo>
                  <a:pt x="136397" y="2526792"/>
                </a:moveTo>
                <a:lnTo>
                  <a:pt x="135636" y="2523744"/>
                </a:lnTo>
                <a:lnTo>
                  <a:pt x="131063" y="2520696"/>
                </a:lnTo>
                <a:lnTo>
                  <a:pt x="128777" y="2520696"/>
                </a:lnTo>
                <a:lnTo>
                  <a:pt x="126491" y="2522982"/>
                </a:lnTo>
                <a:lnTo>
                  <a:pt x="124967" y="2525268"/>
                </a:lnTo>
                <a:lnTo>
                  <a:pt x="125729" y="2528316"/>
                </a:lnTo>
                <a:lnTo>
                  <a:pt x="130301" y="2531364"/>
                </a:lnTo>
                <a:lnTo>
                  <a:pt x="132588" y="2530602"/>
                </a:lnTo>
                <a:lnTo>
                  <a:pt x="134111" y="2528316"/>
                </a:lnTo>
                <a:lnTo>
                  <a:pt x="134874" y="2528316"/>
                </a:lnTo>
                <a:lnTo>
                  <a:pt x="136397" y="2526792"/>
                </a:lnTo>
                <a:close/>
              </a:path>
              <a:path w="2016760" h="2699384">
                <a:moveTo>
                  <a:pt x="147827" y="2511552"/>
                </a:moveTo>
                <a:lnTo>
                  <a:pt x="147065" y="2508504"/>
                </a:lnTo>
                <a:lnTo>
                  <a:pt x="142493" y="2505456"/>
                </a:lnTo>
                <a:lnTo>
                  <a:pt x="140207" y="2505456"/>
                </a:lnTo>
                <a:lnTo>
                  <a:pt x="137921" y="2507742"/>
                </a:lnTo>
                <a:lnTo>
                  <a:pt x="136397" y="2510028"/>
                </a:lnTo>
                <a:lnTo>
                  <a:pt x="137160" y="2513076"/>
                </a:lnTo>
                <a:lnTo>
                  <a:pt x="139445" y="2514600"/>
                </a:lnTo>
                <a:lnTo>
                  <a:pt x="140970" y="2516124"/>
                </a:lnTo>
                <a:lnTo>
                  <a:pt x="144017" y="2515362"/>
                </a:lnTo>
                <a:lnTo>
                  <a:pt x="145542" y="2513076"/>
                </a:lnTo>
                <a:lnTo>
                  <a:pt x="147827" y="2511552"/>
                </a:lnTo>
                <a:close/>
              </a:path>
              <a:path w="2016760" h="2699384">
                <a:moveTo>
                  <a:pt x="158495" y="2496312"/>
                </a:moveTo>
                <a:lnTo>
                  <a:pt x="158495" y="2493264"/>
                </a:lnTo>
                <a:lnTo>
                  <a:pt x="153923" y="2490216"/>
                </a:lnTo>
                <a:lnTo>
                  <a:pt x="150875" y="2490216"/>
                </a:lnTo>
                <a:lnTo>
                  <a:pt x="147827" y="2494788"/>
                </a:lnTo>
                <a:lnTo>
                  <a:pt x="148589" y="2497836"/>
                </a:lnTo>
                <a:lnTo>
                  <a:pt x="150875" y="2499360"/>
                </a:lnTo>
                <a:lnTo>
                  <a:pt x="152399" y="2500884"/>
                </a:lnTo>
                <a:lnTo>
                  <a:pt x="155447" y="2500122"/>
                </a:lnTo>
                <a:lnTo>
                  <a:pt x="156971" y="2497836"/>
                </a:lnTo>
                <a:lnTo>
                  <a:pt x="158495" y="2496312"/>
                </a:lnTo>
                <a:close/>
              </a:path>
              <a:path w="2016760" h="2699384">
                <a:moveTo>
                  <a:pt x="169925" y="2481072"/>
                </a:moveTo>
                <a:lnTo>
                  <a:pt x="169925" y="2478024"/>
                </a:lnTo>
                <a:lnTo>
                  <a:pt x="167639" y="2476500"/>
                </a:lnTo>
                <a:lnTo>
                  <a:pt x="165353" y="2474214"/>
                </a:lnTo>
                <a:lnTo>
                  <a:pt x="162305" y="2474976"/>
                </a:lnTo>
                <a:lnTo>
                  <a:pt x="159257" y="2479548"/>
                </a:lnTo>
                <a:lnTo>
                  <a:pt x="160019" y="2481834"/>
                </a:lnTo>
                <a:lnTo>
                  <a:pt x="163829" y="2485644"/>
                </a:lnTo>
                <a:lnTo>
                  <a:pt x="166877" y="2484882"/>
                </a:lnTo>
                <a:lnTo>
                  <a:pt x="168401" y="2482596"/>
                </a:lnTo>
                <a:lnTo>
                  <a:pt x="169925" y="2481072"/>
                </a:lnTo>
                <a:close/>
              </a:path>
              <a:path w="2016760" h="2699384">
                <a:moveTo>
                  <a:pt x="181355" y="2465070"/>
                </a:moveTo>
                <a:lnTo>
                  <a:pt x="181355" y="2462784"/>
                </a:lnTo>
                <a:lnTo>
                  <a:pt x="179069" y="2460498"/>
                </a:lnTo>
                <a:lnTo>
                  <a:pt x="176783" y="2458974"/>
                </a:lnTo>
                <a:lnTo>
                  <a:pt x="173735" y="2459736"/>
                </a:lnTo>
                <a:lnTo>
                  <a:pt x="170687" y="2464308"/>
                </a:lnTo>
                <a:lnTo>
                  <a:pt x="171449" y="2466594"/>
                </a:lnTo>
                <a:lnTo>
                  <a:pt x="175259" y="2470404"/>
                </a:lnTo>
                <a:lnTo>
                  <a:pt x="178307" y="2469642"/>
                </a:lnTo>
                <a:lnTo>
                  <a:pt x="181355" y="2465070"/>
                </a:lnTo>
                <a:close/>
              </a:path>
              <a:path w="2016760" h="2699384">
                <a:moveTo>
                  <a:pt x="192785" y="2449830"/>
                </a:moveTo>
                <a:lnTo>
                  <a:pt x="192785" y="2446782"/>
                </a:lnTo>
                <a:lnTo>
                  <a:pt x="188213" y="2443734"/>
                </a:lnTo>
                <a:lnTo>
                  <a:pt x="185165" y="2444496"/>
                </a:lnTo>
                <a:lnTo>
                  <a:pt x="183641" y="2446782"/>
                </a:lnTo>
                <a:lnTo>
                  <a:pt x="182117" y="2448306"/>
                </a:lnTo>
                <a:lnTo>
                  <a:pt x="182879" y="2451354"/>
                </a:lnTo>
                <a:lnTo>
                  <a:pt x="185165" y="2452878"/>
                </a:lnTo>
                <a:lnTo>
                  <a:pt x="186689" y="2455164"/>
                </a:lnTo>
                <a:lnTo>
                  <a:pt x="189737" y="2454402"/>
                </a:lnTo>
                <a:lnTo>
                  <a:pt x="192785" y="2449830"/>
                </a:lnTo>
                <a:close/>
              </a:path>
              <a:path w="2016760" h="2699384">
                <a:moveTo>
                  <a:pt x="204215" y="2434590"/>
                </a:moveTo>
                <a:lnTo>
                  <a:pt x="204215" y="2431542"/>
                </a:lnTo>
                <a:lnTo>
                  <a:pt x="199643" y="2428494"/>
                </a:lnTo>
                <a:lnTo>
                  <a:pt x="196595" y="2429256"/>
                </a:lnTo>
                <a:lnTo>
                  <a:pt x="195071" y="2431542"/>
                </a:lnTo>
                <a:lnTo>
                  <a:pt x="193547" y="2433066"/>
                </a:lnTo>
                <a:lnTo>
                  <a:pt x="194309" y="2436114"/>
                </a:lnTo>
                <a:lnTo>
                  <a:pt x="195833" y="2437638"/>
                </a:lnTo>
                <a:lnTo>
                  <a:pt x="198119" y="2439162"/>
                </a:lnTo>
                <a:lnTo>
                  <a:pt x="201167" y="2439162"/>
                </a:lnTo>
                <a:lnTo>
                  <a:pt x="204215" y="2434590"/>
                </a:lnTo>
                <a:close/>
              </a:path>
              <a:path w="2016760" h="2699384">
                <a:moveTo>
                  <a:pt x="215646" y="2419350"/>
                </a:moveTo>
                <a:lnTo>
                  <a:pt x="215646" y="2416302"/>
                </a:lnTo>
                <a:lnTo>
                  <a:pt x="211073" y="2413254"/>
                </a:lnTo>
                <a:lnTo>
                  <a:pt x="208025" y="2414016"/>
                </a:lnTo>
                <a:lnTo>
                  <a:pt x="206501" y="2416302"/>
                </a:lnTo>
                <a:lnTo>
                  <a:pt x="204977" y="2417826"/>
                </a:lnTo>
                <a:lnTo>
                  <a:pt x="205739" y="2420874"/>
                </a:lnTo>
                <a:lnTo>
                  <a:pt x="207263" y="2422398"/>
                </a:lnTo>
                <a:lnTo>
                  <a:pt x="209549" y="2423922"/>
                </a:lnTo>
                <a:lnTo>
                  <a:pt x="212597" y="2423922"/>
                </a:lnTo>
                <a:lnTo>
                  <a:pt x="215646" y="2419350"/>
                </a:lnTo>
                <a:close/>
              </a:path>
              <a:path w="2016760" h="2699384">
                <a:moveTo>
                  <a:pt x="227076" y="2404110"/>
                </a:moveTo>
                <a:lnTo>
                  <a:pt x="227076" y="2401062"/>
                </a:lnTo>
                <a:lnTo>
                  <a:pt x="222504" y="2398014"/>
                </a:lnTo>
                <a:lnTo>
                  <a:pt x="219455" y="2398776"/>
                </a:lnTo>
                <a:lnTo>
                  <a:pt x="217932" y="2401062"/>
                </a:lnTo>
                <a:lnTo>
                  <a:pt x="216408" y="2402586"/>
                </a:lnTo>
                <a:lnTo>
                  <a:pt x="217169" y="2405634"/>
                </a:lnTo>
                <a:lnTo>
                  <a:pt x="218694" y="2407158"/>
                </a:lnTo>
                <a:lnTo>
                  <a:pt x="220979" y="2408682"/>
                </a:lnTo>
                <a:lnTo>
                  <a:pt x="224028" y="2408682"/>
                </a:lnTo>
                <a:lnTo>
                  <a:pt x="227076" y="2404110"/>
                </a:lnTo>
                <a:close/>
              </a:path>
              <a:path w="2016760" h="2699384">
                <a:moveTo>
                  <a:pt x="238505" y="2388870"/>
                </a:moveTo>
                <a:lnTo>
                  <a:pt x="238505" y="2385822"/>
                </a:lnTo>
                <a:lnTo>
                  <a:pt x="233933" y="2382774"/>
                </a:lnTo>
                <a:lnTo>
                  <a:pt x="230886" y="2383536"/>
                </a:lnTo>
                <a:lnTo>
                  <a:pt x="229361" y="2385822"/>
                </a:lnTo>
                <a:lnTo>
                  <a:pt x="227837" y="2387346"/>
                </a:lnTo>
                <a:lnTo>
                  <a:pt x="228600" y="2390394"/>
                </a:lnTo>
                <a:lnTo>
                  <a:pt x="230123" y="2391918"/>
                </a:lnTo>
                <a:lnTo>
                  <a:pt x="232409" y="2393442"/>
                </a:lnTo>
                <a:lnTo>
                  <a:pt x="235458" y="2393442"/>
                </a:lnTo>
                <a:lnTo>
                  <a:pt x="238505" y="2388870"/>
                </a:lnTo>
                <a:close/>
              </a:path>
              <a:path w="2016760" h="2699384">
                <a:moveTo>
                  <a:pt x="249936" y="2373630"/>
                </a:moveTo>
                <a:lnTo>
                  <a:pt x="249936" y="2370582"/>
                </a:lnTo>
                <a:lnTo>
                  <a:pt x="245364" y="2367534"/>
                </a:lnTo>
                <a:lnTo>
                  <a:pt x="242315" y="2368296"/>
                </a:lnTo>
                <a:lnTo>
                  <a:pt x="240791" y="2369820"/>
                </a:lnTo>
                <a:lnTo>
                  <a:pt x="239268" y="2372106"/>
                </a:lnTo>
                <a:lnTo>
                  <a:pt x="240029" y="2375154"/>
                </a:lnTo>
                <a:lnTo>
                  <a:pt x="241554" y="2376678"/>
                </a:lnTo>
                <a:lnTo>
                  <a:pt x="243840" y="2378202"/>
                </a:lnTo>
                <a:lnTo>
                  <a:pt x="246887" y="2378202"/>
                </a:lnTo>
                <a:lnTo>
                  <a:pt x="249936" y="2373630"/>
                </a:lnTo>
                <a:close/>
              </a:path>
              <a:path w="2016760" h="2699384">
                <a:moveTo>
                  <a:pt x="261365" y="2358390"/>
                </a:moveTo>
                <a:lnTo>
                  <a:pt x="261365" y="2355342"/>
                </a:lnTo>
                <a:lnTo>
                  <a:pt x="256794" y="2352294"/>
                </a:lnTo>
                <a:lnTo>
                  <a:pt x="253746" y="2353056"/>
                </a:lnTo>
                <a:lnTo>
                  <a:pt x="252222" y="2354580"/>
                </a:lnTo>
                <a:lnTo>
                  <a:pt x="250697" y="2356866"/>
                </a:lnTo>
                <a:lnTo>
                  <a:pt x="251459" y="2359914"/>
                </a:lnTo>
                <a:lnTo>
                  <a:pt x="252983" y="2361438"/>
                </a:lnTo>
                <a:lnTo>
                  <a:pt x="255269" y="2362962"/>
                </a:lnTo>
                <a:lnTo>
                  <a:pt x="258318" y="2362962"/>
                </a:lnTo>
                <a:lnTo>
                  <a:pt x="261365" y="2358390"/>
                </a:lnTo>
                <a:close/>
              </a:path>
              <a:path w="2016760" h="2699384">
                <a:moveTo>
                  <a:pt x="272796" y="2343150"/>
                </a:moveTo>
                <a:lnTo>
                  <a:pt x="272034" y="2340102"/>
                </a:lnTo>
                <a:lnTo>
                  <a:pt x="270509" y="2338578"/>
                </a:lnTo>
                <a:lnTo>
                  <a:pt x="268223" y="2337054"/>
                </a:lnTo>
                <a:lnTo>
                  <a:pt x="265176" y="2337816"/>
                </a:lnTo>
                <a:lnTo>
                  <a:pt x="263652" y="2339340"/>
                </a:lnTo>
                <a:lnTo>
                  <a:pt x="262128" y="2341626"/>
                </a:lnTo>
                <a:lnTo>
                  <a:pt x="262128" y="2344674"/>
                </a:lnTo>
                <a:lnTo>
                  <a:pt x="266700" y="2347722"/>
                </a:lnTo>
                <a:lnTo>
                  <a:pt x="269748" y="2347722"/>
                </a:lnTo>
                <a:lnTo>
                  <a:pt x="272796" y="2343150"/>
                </a:lnTo>
                <a:close/>
              </a:path>
              <a:path w="2016760" h="2699384">
                <a:moveTo>
                  <a:pt x="284225" y="2327910"/>
                </a:moveTo>
                <a:lnTo>
                  <a:pt x="283463" y="2324862"/>
                </a:lnTo>
                <a:lnTo>
                  <a:pt x="281939" y="2323338"/>
                </a:lnTo>
                <a:lnTo>
                  <a:pt x="279653" y="2321814"/>
                </a:lnTo>
                <a:lnTo>
                  <a:pt x="276605" y="2322576"/>
                </a:lnTo>
                <a:lnTo>
                  <a:pt x="275081" y="2324100"/>
                </a:lnTo>
                <a:lnTo>
                  <a:pt x="273557" y="2326386"/>
                </a:lnTo>
                <a:lnTo>
                  <a:pt x="273558" y="2329434"/>
                </a:lnTo>
                <a:lnTo>
                  <a:pt x="278130" y="2332482"/>
                </a:lnTo>
                <a:lnTo>
                  <a:pt x="281178" y="2332482"/>
                </a:lnTo>
                <a:lnTo>
                  <a:pt x="284225" y="2327910"/>
                </a:lnTo>
                <a:close/>
              </a:path>
              <a:path w="2016760" h="2699384">
                <a:moveTo>
                  <a:pt x="295655" y="2312670"/>
                </a:moveTo>
                <a:lnTo>
                  <a:pt x="294893" y="2309622"/>
                </a:lnTo>
                <a:lnTo>
                  <a:pt x="293369" y="2308098"/>
                </a:lnTo>
                <a:lnTo>
                  <a:pt x="291083" y="2306574"/>
                </a:lnTo>
                <a:lnTo>
                  <a:pt x="288035" y="2307336"/>
                </a:lnTo>
                <a:lnTo>
                  <a:pt x="286511" y="2308860"/>
                </a:lnTo>
                <a:lnTo>
                  <a:pt x="284987" y="2311146"/>
                </a:lnTo>
                <a:lnTo>
                  <a:pt x="284987" y="2314194"/>
                </a:lnTo>
                <a:lnTo>
                  <a:pt x="289559" y="2317242"/>
                </a:lnTo>
                <a:lnTo>
                  <a:pt x="292607" y="2317242"/>
                </a:lnTo>
                <a:lnTo>
                  <a:pt x="295655" y="2312670"/>
                </a:lnTo>
                <a:close/>
              </a:path>
              <a:path w="2016760" h="2699384">
                <a:moveTo>
                  <a:pt x="307085" y="2297430"/>
                </a:moveTo>
                <a:lnTo>
                  <a:pt x="306323" y="2294382"/>
                </a:lnTo>
                <a:lnTo>
                  <a:pt x="304799" y="2292858"/>
                </a:lnTo>
                <a:lnTo>
                  <a:pt x="302513" y="2291334"/>
                </a:lnTo>
                <a:lnTo>
                  <a:pt x="299465" y="2291334"/>
                </a:lnTo>
                <a:lnTo>
                  <a:pt x="296417" y="2295906"/>
                </a:lnTo>
                <a:lnTo>
                  <a:pt x="296417" y="2298954"/>
                </a:lnTo>
                <a:lnTo>
                  <a:pt x="300989" y="2302002"/>
                </a:lnTo>
                <a:lnTo>
                  <a:pt x="304037" y="2301240"/>
                </a:lnTo>
                <a:lnTo>
                  <a:pt x="305561" y="2299716"/>
                </a:lnTo>
                <a:lnTo>
                  <a:pt x="307085" y="2297430"/>
                </a:lnTo>
                <a:close/>
              </a:path>
              <a:path w="2016760" h="2699384">
                <a:moveTo>
                  <a:pt x="318515" y="2282190"/>
                </a:moveTo>
                <a:lnTo>
                  <a:pt x="317753" y="2279142"/>
                </a:lnTo>
                <a:lnTo>
                  <a:pt x="316229" y="2277618"/>
                </a:lnTo>
                <a:lnTo>
                  <a:pt x="313943" y="2276094"/>
                </a:lnTo>
                <a:lnTo>
                  <a:pt x="310895" y="2276094"/>
                </a:lnTo>
                <a:lnTo>
                  <a:pt x="307847" y="2280666"/>
                </a:lnTo>
                <a:lnTo>
                  <a:pt x="307847" y="2283714"/>
                </a:lnTo>
                <a:lnTo>
                  <a:pt x="312419" y="2286762"/>
                </a:lnTo>
                <a:lnTo>
                  <a:pt x="315467" y="2286000"/>
                </a:lnTo>
                <a:lnTo>
                  <a:pt x="316991" y="2284476"/>
                </a:lnTo>
                <a:lnTo>
                  <a:pt x="318515" y="2282190"/>
                </a:lnTo>
                <a:close/>
              </a:path>
              <a:path w="2016760" h="2699384">
                <a:moveTo>
                  <a:pt x="329945" y="2266950"/>
                </a:moveTo>
                <a:lnTo>
                  <a:pt x="329183" y="2263902"/>
                </a:lnTo>
                <a:lnTo>
                  <a:pt x="326897" y="2262378"/>
                </a:lnTo>
                <a:lnTo>
                  <a:pt x="325373" y="2260854"/>
                </a:lnTo>
                <a:lnTo>
                  <a:pt x="322325" y="2260854"/>
                </a:lnTo>
                <a:lnTo>
                  <a:pt x="319277" y="2265426"/>
                </a:lnTo>
                <a:lnTo>
                  <a:pt x="319277" y="2268474"/>
                </a:lnTo>
                <a:lnTo>
                  <a:pt x="323849" y="2271522"/>
                </a:lnTo>
                <a:lnTo>
                  <a:pt x="326897" y="2270760"/>
                </a:lnTo>
                <a:lnTo>
                  <a:pt x="328421" y="2269236"/>
                </a:lnTo>
                <a:lnTo>
                  <a:pt x="329945" y="2266950"/>
                </a:lnTo>
                <a:close/>
              </a:path>
              <a:path w="2016760" h="2699384">
                <a:moveTo>
                  <a:pt x="341375" y="2251710"/>
                </a:moveTo>
                <a:lnTo>
                  <a:pt x="340613" y="2248662"/>
                </a:lnTo>
                <a:lnTo>
                  <a:pt x="338327" y="2247138"/>
                </a:lnTo>
                <a:lnTo>
                  <a:pt x="336803" y="2245614"/>
                </a:lnTo>
                <a:lnTo>
                  <a:pt x="333755" y="2245614"/>
                </a:lnTo>
                <a:lnTo>
                  <a:pt x="330707" y="2250186"/>
                </a:lnTo>
                <a:lnTo>
                  <a:pt x="330707" y="2253234"/>
                </a:lnTo>
                <a:lnTo>
                  <a:pt x="335279" y="2256282"/>
                </a:lnTo>
                <a:lnTo>
                  <a:pt x="338327" y="2255520"/>
                </a:lnTo>
                <a:lnTo>
                  <a:pt x="339851" y="2253996"/>
                </a:lnTo>
                <a:lnTo>
                  <a:pt x="341375" y="2251710"/>
                </a:lnTo>
                <a:close/>
              </a:path>
              <a:path w="2016760" h="2699384">
                <a:moveTo>
                  <a:pt x="352805" y="2236470"/>
                </a:moveTo>
                <a:lnTo>
                  <a:pt x="352043" y="2233422"/>
                </a:lnTo>
                <a:lnTo>
                  <a:pt x="349757" y="2231898"/>
                </a:lnTo>
                <a:lnTo>
                  <a:pt x="348233" y="2230374"/>
                </a:lnTo>
                <a:lnTo>
                  <a:pt x="345185" y="2230374"/>
                </a:lnTo>
                <a:lnTo>
                  <a:pt x="342137" y="2234946"/>
                </a:lnTo>
                <a:lnTo>
                  <a:pt x="342137" y="2237994"/>
                </a:lnTo>
                <a:lnTo>
                  <a:pt x="346709" y="2241042"/>
                </a:lnTo>
                <a:lnTo>
                  <a:pt x="349757" y="2240280"/>
                </a:lnTo>
                <a:lnTo>
                  <a:pt x="351281" y="2238756"/>
                </a:lnTo>
                <a:lnTo>
                  <a:pt x="352805" y="2236470"/>
                </a:lnTo>
                <a:close/>
              </a:path>
              <a:path w="2016760" h="2699384">
                <a:moveTo>
                  <a:pt x="364235" y="2221230"/>
                </a:moveTo>
                <a:lnTo>
                  <a:pt x="363473" y="2218182"/>
                </a:lnTo>
                <a:lnTo>
                  <a:pt x="361187" y="2216658"/>
                </a:lnTo>
                <a:lnTo>
                  <a:pt x="359663" y="2215134"/>
                </a:lnTo>
                <a:lnTo>
                  <a:pt x="356615" y="2215134"/>
                </a:lnTo>
                <a:lnTo>
                  <a:pt x="353567" y="2219706"/>
                </a:lnTo>
                <a:lnTo>
                  <a:pt x="353567" y="2222754"/>
                </a:lnTo>
                <a:lnTo>
                  <a:pt x="358139" y="2225802"/>
                </a:lnTo>
                <a:lnTo>
                  <a:pt x="361187" y="2225040"/>
                </a:lnTo>
                <a:lnTo>
                  <a:pt x="362711" y="2222754"/>
                </a:lnTo>
                <a:lnTo>
                  <a:pt x="364235" y="2221230"/>
                </a:lnTo>
                <a:close/>
              </a:path>
              <a:path w="2016760" h="2699384">
                <a:moveTo>
                  <a:pt x="375665" y="2205990"/>
                </a:moveTo>
                <a:lnTo>
                  <a:pt x="374903" y="2202942"/>
                </a:lnTo>
                <a:lnTo>
                  <a:pt x="372617" y="2201418"/>
                </a:lnTo>
                <a:lnTo>
                  <a:pt x="371093" y="2199894"/>
                </a:lnTo>
                <a:lnTo>
                  <a:pt x="368045" y="2199894"/>
                </a:lnTo>
                <a:lnTo>
                  <a:pt x="364997" y="2204466"/>
                </a:lnTo>
                <a:lnTo>
                  <a:pt x="364997" y="2207514"/>
                </a:lnTo>
                <a:lnTo>
                  <a:pt x="369569" y="2210562"/>
                </a:lnTo>
                <a:lnTo>
                  <a:pt x="372617" y="2209800"/>
                </a:lnTo>
                <a:lnTo>
                  <a:pt x="374141" y="2207514"/>
                </a:lnTo>
                <a:lnTo>
                  <a:pt x="375665" y="2205990"/>
                </a:lnTo>
                <a:close/>
              </a:path>
              <a:path w="2016760" h="2699384">
                <a:moveTo>
                  <a:pt x="387095" y="2190750"/>
                </a:moveTo>
                <a:lnTo>
                  <a:pt x="386333" y="2187702"/>
                </a:lnTo>
                <a:lnTo>
                  <a:pt x="384047" y="2186178"/>
                </a:lnTo>
                <a:lnTo>
                  <a:pt x="382523" y="2184654"/>
                </a:lnTo>
                <a:lnTo>
                  <a:pt x="379475" y="2184654"/>
                </a:lnTo>
                <a:lnTo>
                  <a:pt x="377951" y="2186940"/>
                </a:lnTo>
                <a:lnTo>
                  <a:pt x="375665" y="2189226"/>
                </a:lnTo>
                <a:lnTo>
                  <a:pt x="376427" y="2192274"/>
                </a:lnTo>
                <a:lnTo>
                  <a:pt x="380999" y="2195322"/>
                </a:lnTo>
                <a:lnTo>
                  <a:pt x="383285" y="2194560"/>
                </a:lnTo>
                <a:lnTo>
                  <a:pt x="387095" y="2190750"/>
                </a:lnTo>
                <a:close/>
              </a:path>
              <a:path w="2016760" h="2699384">
                <a:moveTo>
                  <a:pt x="398525" y="2175510"/>
                </a:moveTo>
                <a:lnTo>
                  <a:pt x="397763" y="2172462"/>
                </a:lnTo>
                <a:lnTo>
                  <a:pt x="395477" y="2170938"/>
                </a:lnTo>
                <a:lnTo>
                  <a:pt x="393191" y="2168652"/>
                </a:lnTo>
                <a:lnTo>
                  <a:pt x="390905" y="2169414"/>
                </a:lnTo>
                <a:lnTo>
                  <a:pt x="388619" y="2171700"/>
                </a:lnTo>
                <a:lnTo>
                  <a:pt x="387095" y="2173986"/>
                </a:lnTo>
                <a:lnTo>
                  <a:pt x="387857" y="2177034"/>
                </a:lnTo>
                <a:lnTo>
                  <a:pt x="392429" y="2180082"/>
                </a:lnTo>
                <a:lnTo>
                  <a:pt x="394715" y="2179320"/>
                </a:lnTo>
                <a:lnTo>
                  <a:pt x="396239" y="2177034"/>
                </a:lnTo>
                <a:lnTo>
                  <a:pt x="397001" y="2177034"/>
                </a:lnTo>
                <a:lnTo>
                  <a:pt x="398525" y="2175510"/>
                </a:lnTo>
                <a:close/>
              </a:path>
              <a:path w="2016760" h="2699384">
                <a:moveTo>
                  <a:pt x="409955" y="2159508"/>
                </a:moveTo>
                <a:lnTo>
                  <a:pt x="409194" y="2157222"/>
                </a:lnTo>
                <a:lnTo>
                  <a:pt x="406907" y="2155698"/>
                </a:lnTo>
                <a:lnTo>
                  <a:pt x="404621" y="2153412"/>
                </a:lnTo>
                <a:lnTo>
                  <a:pt x="402335" y="2154174"/>
                </a:lnTo>
                <a:lnTo>
                  <a:pt x="400049" y="2156460"/>
                </a:lnTo>
                <a:lnTo>
                  <a:pt x="398525" y="2158746"/>
                </a:lnTo>
                <a:lnTo>
                  <a:pt x="399287" y="2161032"/>
                </a:lnTo>
                <a:lnTo>
                  <a:pt x="403097" y="2164842"/>
                </a:lnTo>
                <a:lnTo>
                  <a:pt x="406145" y="2164080"/>
                </a:lnTo>
                <a:lnTo>
                  <a:pt x="407669" y="2161794"/>
                </a:lnTo>
                <a:lnTo>
                  <a:pt x="409955" y="2159508"/>
                </a:lnTo>
                <a:close/>
              </a:path>
              <a:path w="2016760" h="2699384">
                <a:moveTo>
                  <a:pt x="420623" y="2144268"/>
                </a:moveTo>
                <a:lnTo>
                  <a:pt x="420623" y="2141982"/>
                </a:lnTo>
                <a:lnTo>
                  <a:pt x="418338" y="2139696"/>
                </a:lnTo>
                <a:lnTo>
                  <a:pt x="416052" y="2138172"/>
                </a:lnTo>
                <a:lnTo>
                  <a:pt x="413003" y="2138934"/>
                </a:lnTo>
                <a:lnTo>
                  <a:pt x="409955" y="2143506"/>
                </a:lnTo>
                <a:lnTo>
                  <a:pt x="410717" y="2145792"/>
                </a:lnTo>
                <a:lnTo>
                  <a:pt x="413003" y="2147316"/>
                </a:lnTo>
                <a:lnTo>
                  <a:pt x="414528" y="2149602"/>
                </a:lnTo>
                <a:lnTo>
                  <a:pt x="417575" y="2148840"/>
                </a:lnTo>
                <a:lnTo>
                  <a:pt x="420623" y="2144268"/>
                </a:lnTo>
                <a:close/>
              </a:path>
              <a:path w="2016760" h="2699384">
                <a:moveTo>
                  <a:pt x="432053" y="2129028"/>
                </a:moveTo>
                <a:lnTo>
                  <a:pt x="432053" y="2125980"/>
                </a:lnTo>
                <a:lnTo>
                  <a:pt x="427481" y="2122932"/>
                </a:lnTo>
                <a:lnTo>
                  <a:pt x="424434" y="2123694"/>
                </a:lnTo>
                <a:lnTo>
                  <a:pt x="422909" y="2125980"/>
                </a:lnTo>
                <a:lnTo>
                  <a:pt x="421386" y="2127504"/>
                </a:lnTo>
                <a:lnTo>
                  <a:pt x="422148" y="2130552"/>
                </a:lnTo>
                <a:lnTo>
                  <a:pt x="424434" y="2132076"/>
                </a:lnTo>
                <a:lnTo>
                  <a:pt x="425958" y="2134362"/>
                </a:lnTo>
                <a:lnTo>
                  <a:pt x="429006" y="2133600"/>
                </a:lnTo>
                <a:lnTo>
                  <a:pt x="432053" y="2129028"/>
                </a:lnTo>
                <a:close/>
              </a:path>
              <a:path w="2016760" h="2699384">
                <a:moveTo>
                  <a:pt x="443484" y="2113788"/>
                </a:moveTo>
                <a:lnTo>
                  <a:pt x="443484" y="2110740"/>
                </a:lnTo>
                <a:lnTo>
                  <a:pt x="438912" y="2107692"/>
                </a:lnTo>
                <a:lnTo>
                  <a:pt x="435864" y="2108454"/>
                </a:lnTo>
                <a:lnTo>
                  <a:pt x="434339" y="2110740"/>
                </a:lnTo>
                <a:lnTo>
                  <a:pt x="432816" y="2112264"/>
                </a:lnTo>
                <a:lnTo>
                  <a:pt x="433578" y="2115312"/>
                </a:lnTo>
                <a:lnTo>
                  <a:pt x="435864" y="2116836"/>
                </a:lnTo>
                <a:lnTo>
                  <a:pt x="437388" y="2118360"/>
                </a:lnTo>
                <a:lnTo>
                  <a:pt x="440436" y="2118360"/>
                </a:lnTo>
                <a:lnTo>
                  <a:pt x="443484" y="2113788"/>
                </a:lnTo>
                <a:close/>
              </a:path>
              <a:path w="2016760" h="2699384">
                <a:moveTo>
                  <a:pt x="454914" y="2098548"/>
                </a:moveTo>
                <a:lnTo>
                  <a:pt x="454914" y="2095500"/>
                </a:lnTo>
                <a:lnTo>
                  <a:pt x="450342" y="2092452"/>
                </a:lnTo>
                <a:lnTo>
                  <a:pt x="447294" y="2093214"/>
                </a:lnTo>
                <a:lnTo>
                  <a:pt x="445770" y="2095500"/>
                </a:lnTo>
                <a:lnTo>
                  <a:pt x="444245" y="2097024"/>
                </a:lnTo>
                <a:lnTo>
                  <a:pt x="445008" y="2100072"/>
                </a:lnTo>
                <a:lnTo>
                  <a:pt x="447294" y="2101596"/>
                </a:lnTo>
                <a:lnTo>
                  <a:pt x="448817" y="2103120"/>
                </a:lnTo>
                <a:lnTo>
                  <a:pt x="451866" y="2103120"/>
                </a:lnTo>
                <a:lnTo>
                  <a:pt x="454914" y="2098548"/>
                </a:lnTo>
                <a:close/>
              </a:path>
              <a:path w="2016760" h="2699384">
                <a:moveTo>
                  <a:pt x="466344" y="2083308"/>
                </a:moveTo>
                <a:lnTo>
                  <a:pt x="466344" y="2080260"/>
                </a:lnTo>
                <a:lnTo>
                  <a:pt x="461772" y="2077212"/>
                </a:lnTo>
                <a:lnTo>
                  <a:pt x="458723" y="2077974"/>
                </a:lnTo>
                <a:lnTo>
                  <a:pt x="457200" y="2080260"/>
                </a:lnTo>
                <a:lnTo>
                  <a:pt x="455675" y="2081784"/>
                </a:lnTo>
                <a:lnTo>
                  <a:pt x="456438" y="2084832"/>
                </a:lnTo>
                <a:lnTo>
                  <a:pt x="457962" y="2086356"/>
                </a:lnTo>
                <a:lnTo>
                  <a:pt x="460248" y="2087880"/>
                </a:lnTo>
                <a:lnTo>
                  <a:pt x="463295" y="2087880"/>
                </a:lnTo>
                <a:lnTo>
                  <a:pt x="466344" y="2083308"/>
                </a:lnTo>
                <a:close/>
              </a:path>
              <a:path w="2016760" h="2699384">
                <a:moveTo>
                  <a:pt x="477773" y="2068068"/>
                </a:moveTo>
                <a:lnTo>
                  <a:pt x="477773" y="2065020"/>
                </a:lnTo>
                <a:lnTo>
                  <a:pt x="473202" y="2061972"/>
                </a:lnTo>
                <a:lnTo>
                  <a:pt x="470153" y="2062734"/>
                </a:lnTo>
                <a:lnTo>
                  <a:pt x="468630" y="2064258"/>
                </a:lnTo>
                <a:lnTo>
                  <a:pt x="468630" y="2065020"/>
                </a:lnTo>
                <a:lnTo>
                  <a:pt x="467106" y="2066544"/>
                </a:lnTo>
                <a:lnTo>
                  <a:pt x="467867" y="2069592"/>
                </a:lnTo>
                <a:lnTo>
                  <a:pt x="469392" y="2071116"/>
                </a:lnTo>
                <a:lnTo>
                  <a:pt x="471678" y="2072640"/>
                </a:lnTo>
                <a:lnTo>
                  <a:pt x="474725" y="2072640"/>
                </a:lnTo>
                <a:lnTo>
                  <a:pt x="477773" y="2068068"/>
                </a:lnTo>
                <a:close/>
              </a:path>
              <a:path w="2016760" h="2699384">
                <a:moveTo>
                  <a:pt x="489203" y="2052828"/>
                </a:moveTo>
                <a:lnTo>
                  <a:pt x="489203" y="2049780"/>
                </a:lnTo>
                <a:lnTo>
                  <a:pt x="484631" y="2046732"/>
                </a:lnTo>
                <a:lnTo>
                  <a:pt x="481584" y="2047494"/>
                </a:lnTo>
                <a:lnTo>
                  <a:pt x="480059" y="2049018"/>
                </a:lnTo>
                <a:lnTo>
                  <a:pt x="478536" y="2051304"/>
                </a:lnTo>
                <a:lnTo>
                  <a:pt x="479298" y="2054352"/>
                </a:lnTo>
                <a:lnTo>
                  <a:pt x="480822" y="2055876"/>
                </a:lnTo>
                <a:lnTo>
                  <a:pt x="483108" y="2057400"/>
                </a:lnTo>
                <a:lnTo>
                  <a:pt x="486156" y="2057400"/>
                </a:lnTo>
                <a:lnTo>
                  <a:pt x="489203" y="2052828"/>
                </a:lnTo>
                <a:close/>
              </a:path>
              <a:path w="2016760" h="2699384">
                <a:moveTo>
                  <a:pt x="500634" y="2037588"/>
                </a:moveTo>
                <a:lnTo>
                  <a:pt x="500634" y="2034540"/>
                </a:lnTo>
                <a:lnTo>
                  <a:pt x="496062" y="2031492"/>
                </a:lnTo>
                <a:lnTo>
                  <a:pt x="493014" y="2032254"/>
                </a:lnTo>
                <a:lnTo>
                  <a:pt x="491489" y="2033778"/>
                </a:lnTo>
                <a:lnTo>
                  <a:pt x="489966" y="2036064"/>
                </a:lnTo>
                <a:lnTo>
                  <a:pt x="490728" y="2039112"/>
                </a:lnTo>
                <a:lnTo>
                  <a:pt x="492252" y="2040636"/>
                </a:lnTo>
                <a:lnTo>
                  <a:pt x="494538" y="2042160"/>
                </a:lnTo>
                <a:lnTo>
                  <a:pt x="497586" y="2042160"/>
                </a:lnTo>
                <a:lnTo>
                  <a:pt x="500634" y="2037588"/>
                </a:lnTo>
                <a:close/>
              </a:path>
              <a:path w="2016760" h="2699384">
                <a:moveTo>
                  <a:pt x="512064" y="2022348"/>
                </a:moveTo>
                <a:lnTo>
                  <a:pt x="512064" y="2019300"/>
                </a:lnTo>
                <a:lnTo>
                  <a:pt x="507492" y="2016252"/>
                </a:lnTo>
                <a:lnTo>
                  <a:pt x="504444" y="2017014"/>
                </a:lnTo>
                <a:lnTo>
                  <a:pt x="502920" y="2018538"/>
                </a:lnTo>
                <a:lnTo>
                  <a:pt x="501395" y="2020824"/>
                </a:lnTo>
                <a:lnTo>
                  <a:pt x="502158" y="2023872"/>
                </a:lnTo>
                <a:lnTo>
                  <a:pt x="503681" y="2025396"/>
                </a:lnTo>
                <a:lnTo>
                  <a:pt x="505967" y="2026920"/>
                </a:lnTo>
                <a:lnTo>
                  <a:pt x="509016" y="2026920"/>
                </a:lnTo>
                <a:lnTo>
                  <a:pt x="512064" y="2022348"/>
                </a:lnTo>
                <a:close/>
              </a:path>
              <a:path w="2016760" h="2699384">
                <a:moveTo>
                  <a:pt x="523494" y="2007108"/>
                </a:moveTo>
                <a:lnTo>
                  <a:pt x="523494" y="2004060"/>
                </a:lnTo>
                <a:lnTo>
                  <a:pt x="518922" y="2001012"/>
                </a:lnTo>
                <a:lnTo>
                  <a:pt x="515873" y="2001774"/>
                </a:lnTo>
                <a:lnTo>
                  <a:pt x="514350" y="2003298"/>
                </a:lnTo>
                <a:lnTo>
                  <a:pt x="512825" y="2005584"/>
                </a:lnTo>
                <a:lnTo>
                  <a:pt x="513588" y="2008632"/>
                </a:lnTo>
                <a:lnTo>
                  <a:pt x="515112" y="2010156"/>
                </a:lnTo>
                <a:lnTo>
                  <a:pt x="517398" y="2011680"/>
                </a:lnTo>
                <a:lnTo>
                  <a:pt x="520445" y="2011680"/>
                </a:lnTo>
                <a:lnTo>
                  <a:pt x="523494" y="2007108"/>
                </a:lnTo>
                <a:close/>
              </a:path>
              <a:path w="2016760" h="2699384">
                <a:moveTo>
                  <a:pt x="534924" y="1991868"/>
                </a:moveTo>
                <a:lnTo>
                  <a:pt x="534162" y="1988820"/>
                </a:lnTo>
                <a:lnTo>
                  <a:pt x="532638" y="1987296"/>
                </a:lnTo>
                <a:lnTo>
                  <a:pt x="530352" y="1985772"/>
                </a:lnTo>
                <a:lnTo>
                  <a:pt x="527304" y="1985772"/>
                </a:lnTo>
                <a:lnTo>
                  <a:pt x="524256" y="1990344"/>
                </a:lnTo>
                <a:lnTo>
                  <a:pt x="524256" y="1993392"/>
                </a:lnTo>
                <a:lnTo>
                  <a:pt x="528828" y="1996440"/>
                </a:lnTo>
                <a:lnTo>
                  <a:pt x="531876" y="1996440"/>
                </a:lnTo>
                <a:lnTo>
                  <a:pt x="534924" y="1991868"/>
                </a:lnTo>
                <a:close/>
              </a:path>
              <a:path w="2016760" h="2699384">
                <a:moveTo>
                  <a:pt x="546354" y="1976628"/>
                </a:moveTo>
                <a:lnTo>
                  <a:pt x="545592" y="1973580"/>
                </a:lnTo>
                <a:lnTo>
                  <a:pt x="544068" y="1972056"/>
                </a:lnTo>
                <a:lnTo>
                  <a:pt x="541782" y="1970532"/>
                </a:lnTo>
                <a:lnTo>
                  <a:pt x="538734" y="1970532"/>
                </a:lnTo>
                <a:lnTo>
                  <a:pt x="535686" y="1975104"/>
                </a:lnTo>
                <a:lnTo>
                  <a:pt x="535686" y="1978152"/>
                </a:lnTo>
                <a:lnTo>
                  <a:pt x="540258" y="1981200"/>
                </a:lnTo>
                <a:lnTo>
                  <a:pt x="543306" y="1980438"/>
                </a:lnTo>
                <a:lnTo>
                  <a:pt x="544830" y="1978914"/>
                </a:lnTo>
                <a:lnTo>
                  <a:pt x="546354" y="1976628"/>
                </a:lnTo>
                <a:close/>
              </a:path>
              <a:path w="2016760" h="2699384">
                <a:moveTo>
                  <a:pt x="557784" y="1961388"/>
                </a:moveTo>
                <a:lnTo>
                  <a:pt x="557021" y="1958340"/>
                </a:lnTo>
                <a:lnTo>
                  <a:pt x="555497" y="1956816"/>
                </a:lnTo>
                <a:lnTo>
                  <a:pt x="553211" y="1955292"/>
                </a:lnTo>
                <a:lnTo>
                  <a:pt x="550163" y="1955292"/>
                </a:lnTo>
                <a:lnTo>
                  <a:pt x="547116" y="1959864"/>
                </a:lnTo>
                <a:lnTo>
                  <a:pt x="547116" y="1962912"/>
                </a:lnTo>
                <a:lnTo>
                  <a:pt x="551688" y="1965960"/>
                </a:lnTo>
                <a:lnTo>
                  <a:pt x="554736" y="1965198"/>
                </a:lnTo>
                <a:lnTo>
                  <a:pt x="556260" y="1963674"/>
                </a:lnTo>
                <a:lnTo>
                  <a:pt x="557784" y="1961388"/>
                </a:lnTo>
                <a:close/>
              </a:path>
              <a:path w="2016760" h="2699384">
                <a:moveTo>
                  <a:pt x="569213" y="1946148"/>
                </a:moveTo>
                <a:lnTo>
                  <a:pt x="568451" y="1943100"/>
                </a:lnTo>
                <a:lnTo>
                  <a:pt x="566927" y="1941576"/>
                </a:lnTo>
                <a:lnTo>
                  <a:pt x="564641" y="1940052"/>
                </a:lnTo>
                <a:lnTo>
                  <a:pt x="561593" y="1940052"/>
                </a:lnTo>
                <a:lnTo>
                  <a:pt x="558545" y="1944624"/>
                </a:lnTo>
                <a:lnTo>
                  <a:pt x="558545" y="1947672"/>
                </a:lnTo>
                <a:lnTo>
                  <a:pt x="563117" y="1950720"/>
                </a:lnTo>
                <a:lnTo>
                  <a:pt x="566165" y="1949958"/>
                </a:lnTo>
                <a:lnTo>
                  <a:pt x="567689" y="1948434"/>
                </a:lnTo>
                <a:lnTo>
                  <a:pt x="569213" y="1946148"/>
                </a:lnTo>
                <a:close/>
              </a:path>
              <a:path w="2016760" h="2699384">
                <a:moveTo>
                  <a:pt x="580643" y="1930908"/>
                </a:moveTo>
                <a:lnTo>
                  <a:pt x="579881" y="1927860"/>
                </a:lnTo>
                <a:lnTo>
                  <a:pt x="578357" y="1926336"/>
                </a:lnTo>
                <a:lnTo>
                  <a:pt x="576071" y="1924812"/>
                </a:lnTo>
                <a:lnTo>
                  <a:pt x="573023" y="1924812"/>
                </a:lnTo>
                <a:lnTo>
                  <a:pt x="569975" y="1929384"/>
                </a:lnTo>
                <a:lnTo>
                  <a:pt x="569975" y="1932432"/>
                </a:lnTo>
                <a:lnTo>
                  <a:pt x="574547" y="1935480"/>
                </a:lnTo>
                <a:lnTo>
                  <a:pt x="577595" y="1934718"/>
                </a:lnTo>
                <a:lnTo>
                  <a:pt x="579119" y="1933194"/>
                </a:lnTo>
                <a:lnTo>
                  <a:pt x="580643" y="1930908"/>
                </a:lnTo>
                <a:close/>
              </a:path>
              <a:path w="2016760" h="2699384">
                <a:moveTo>
                  <a:pt x="592073" y="1915668"/>
                </a:moveTo>
                <a:lnTo>
                  <a:pt x="591311" y="1912620"/>
                </a:lnTo>
                <a:lnTo>
                  <a:pt x="589025" y="1911096"/>
                </a:lnTo>
                <a:lnTo>
                  <a:pt x="587501" y="1909572"/>
                </a:lnTo>
                <a:lnTo>
                  <a:pt x="584453" y="1909572"/>
                </a:lnTo>
                <a:lnTo>
                  <a:pt x="581405" y="1914144"/>
                </a:lnTo>
                <a:lnTo>
                  <a:pt x="581405" y="1917192"/>
                </a:lnTo>
                <a:lnTo>
                  <a:pt x="585977" y="1920240"/>
                </a:lnTo>
                <a:lnTo>
                  <a:pt x="589025" y="1919478"/>
                </a:lnTo>
                <a:lnTo>
                  <a:pt x="590549" y="1917192"/>
                </a:lnTo>
                <a:lnTo>
                  <a:pt x="592073" y="1915668"/>
                </a:lnTo>
                <a:close/>
              </a:path>
              <a:path w="2016760" h="2699384">
                <a:moveTo>
                  <a:pt x="603503" y="1900428"/>
                </a:moveTo>
                <a:lnTo>
                  <a:pt x="602741" y="1897380"/>
                </a:lnTo>
                <a:lnTo>
                  <a:pt x="600455" y="1895856"/>
                </a:lnTo>
                <a:lnTo>
                  <a:pt x="598931" y="1894332"/>
                </a:lnTo>
                <a:lnTo>
                  <a:pt x="595883" y="1894332"/>
                </a:lnTo>
                <a:lnTo>
                  <a:pt x="592835" y="1898904"/>
                </a:lnTo>
                <a:lnTo>
                  <a:pt x="592835" y="1901952"/>
                </a:lnTo>
                <a:lnTo>
                  <a:pt x="597407" y="1905000"/>
                </a:lnTo>
                <a:lnTo>
                  <a:pt x="600455" y="1904238"/>
                </a:lnTo>
                <a:lnTo>
                  <a:pt x="601979" y="1901952"/>
                </a:lnTo>
                <a:lnTo>
                  <a:pt x="603503" y="1900428"/>
                </a:lnTo>
                <a:close/>
              </a:path>
              <a:path w="2016760" h="2699384">
                <a:moveTo>
                  <a:pt x="614933" y="1885188"/>
                </a:moveTo>
                <a:lnTo>
                  <a:pt x="614171" y="1882140"/>
                </a:lnTo>
                <a:lnTo>
                  <a:pt x="611885" y="1880616"/>
                </a:lnTo>
                <a:lnTo>
                  <a:pt x="610361" y="1879092"/>
                </a:lnTo>
                <a:lnTo>
                  <a:pt x="607313" y="1879092"/>
                </a:lnTo>
                <a:lnTo>
                  <a:pt x="604265" y="1883664"/>
                </a:lnTo>
                <a:lnTo>
                  <a:pt x="604265" y="1886712"/>
                </a:lnTo>
                <a:lnTo>
                  <a:pt x="608837" y="1889760"/>
                </a:lnTo>
                <a:lnTo>
                  <a:pt x="611885" y="1888998"/>
                </a:lnTo>
                <a:lnTo>
                  <a:pt x="613409" y="1886712"/>
                </a:lnTo>
                <a:lnTo>
                  <a:pt x="614933" y="1885188"/>
                </a:lnTo>
                <a:close/>
              </a:path>
              <a:path w="2016760" h="2699384">
                <a:moveTo>
                  <a:pt x="626363" y="1869948"/>
                </a:moveTo>
                <a:lnTo>
                  <a:pt x="625601" y="1866900"/>
                </a:lnTo>
                <a:lnTo>
                  <a:pt x="623315" y="1865376"/>
                </a:lnTo>
                <a:lnTo>
                  <a:pt x="621791" y="1863852"/>
                </a:lnTo>
                <a:lnTo>
                  <a:pt x="618743" y="1863852"/>
                </a:lnTo>
                <a:lnTo>
                  <a:pt x="615695" y="1868424"/>
                </a:lnTo>
                <a:lnTo>
                  <a:pt x="615695" y="1871472"/>
                </a:lnTo>
                <a:lnTo>
                  <a:pt x="620267" y="1874520"/>
                </a:lnTo>
                <a:lnTo>
                  <a:pt x="623315" y="1873758"/>
                </a:lnTo>
                <a:lnTo>
                  <a:pt x="624839" y="1871472"/>
                </a:lnTo>
                <a:lnTo>
                  <a:pt x="626363" y="1869948"/>
                </a:lnTo>
                <a:close/>
              </a:path>
              <a:path w="2016760" h="2699384">
                <a:moveTo>
                  <a:pt x="637793" y="1854708"/>
                </a:moveTo>
                <a:lnTo>
                  <a:pt x="637031" y="1851660"/>
                </a:lnTo>
                <a:lnTo>
                  <a:pt x="634745" y="1850136"/>
                </a:lnTo>
                <a:lnTo>
                  <a:pt x="633221" y="1847850"/>
                </a:lnTo>
                <a:lnTo>
                  <a:pt x="630173" y="1848612"/>
                </a:lnTo>
                <a:lnTo>
                  <a:pt x="628649" y="1850898"/>
                </a:lnTo>
                <a:lnTo>
                  <a:pt x="626363" y="1853184"/>
                </a:lnTo>
                <a:lnTo>
                  <a:pt x="627125" y="1856232"/>
                </a:lnTo>
                <a:lnTo>
                  <a:pt x="631697" y="1859280"/>
                </a:lnTo>
                <a:lnTo>
                  <a:pt x="634745" y="1858518"/>
                </a:lnTo>
                <a:lnTo>
                  <a:pt x="636269" y="1856232"/>
                </a:lnTo>
                <a:lnTo>
                  <a:pt x="637793" y="1854708"/>
                </a:lnTo>
                <a:close/>
              </a:path>
              <a:path w="2016760" h="2699384">
                <a:moveTo>
                  <a:pt x="649223" y="1838706"/>
                </a:moveTo>
                <a:lnTo>
                  <a:pt x="648461" y="1836420"/>
                </a:lnTo>
                <a:lnTo>
                  <a:pt x="644651" y="1832610"/>
                </a:lnTo>
                <a:lnTo>
                  <a:pt x="641603" y="1833372"/>
                </a:lnTo>
                <a:lnTo>
                  <a:pt x="640079" y="1835658"/>
                </a:lnTo>
                <a:lnTo>
                  <a:pt x="637793" y="1837944"/>
                </a:lnTo>
                <a:lnTo>
                  <a:pt x="638555" y="1840230"/>
                </a:lnTo>
                <a:lnTo>
                  <a:pt x="640841" y="1842516"/>
                </a:lnTo>
                <a:lnTo>
                  <a:pt x="643127" y="1844040"/>
                </a:lnTo>
                <a:lnTo>
                  <a:pt x="645413" y="1843278"/>
                </a:lnTo>
                <a:lnTo>
                  <a:pt x="647699" y="1840992"/>
                </a:lnTo>
                <a:lnTo>
                  <a:pt x="649223" y="1838706"/>
                </a:lnTo>
                <a:close/>
              </a:path>
              <a:path w="2016760" h="2699384">
                <a:moveTo>
                  <a:pt x="660653" y="1823466"/>
                </a:moveTo>
                <a:lnTo>
                  <a:pt x="659891" y="1821180"/>
                </a:lnTo>
                <a:lnTo>
                  <a:pt x="657605" y="1818894"/>
                </a:lnTo>
                <a:lnTo>
                  <a:pt x="655319" y="1817370"/>
                </a:lnTo>
                <a:lnTo>
                  <a:pt x="653033" y="1818132"/>
                </a:lnTo>
                <a:lnTo>
                  <a:pt x="650747" y="1820418"/>
                </a:lnTo>
                <a:lnTo>
                  <a:pt x="649223" y="1822704"/>
                </a:lnTo>
                <a:lnTo>
                  <a:pt x="649985" y="1824990"/>
                </a:lnTo>
                <a:lnTo>
                  <a:pt x="652271" y="1826514"/>
                </a:lnTo>
                <a:lnTo>
                  <a:pt x="654557" y="1828800"/>
                </a:lnTo>
                <a:lnTo>
                  <a:pt x="656843" y="1828038"/>
                </a:lnTo>
                <a:lnTo>
                  <a:pt x="658367" y="1825752"/>
                </a:lnTo>
                <a:lnTo>
                  <a:pt x="659129" y="1825752"/>
                </a:lnTo>
                <a:lnTo>
                  <a:pt x="660653" y="1823466"/>
                </a:lnTo>
                <a:close/>
              </a:path>
              <a:path w="2016760" h="2699384">
                <a:moveTo>
                  <a:pt x="672083" y="1808226"/>
                </a:moveTo>
                <a:lnTo>
                  <a:pt x="671321" y="1805178"/>
                </a:lnTo>
                <a:lnTo>
                  <a:pt x="666749" y="1802130"/>
                </a:lnTo>
                <a:lnTo>
                  <a:pt x="664463" y="1802892"/>
                </a:lnTo>
                <a:lnTo>
                  <a:pt x="660653" y="1806702"/>
                </a:lnTo>
                <a:lnTo>
                  <a:pt x="661415" y="1809750"/>
                </a:lnTo>
                <a:lnTo>
                  <a:pt x="663701" y="1811274"/>
                </a:lnTo>
                <a:lnTo>
                  <a:pt x="665225" y="1812798"/>
                </a:lnTo>
                <a:lnTo>
                  <a:pt x="668273" y="1812798"/>
                </a:lnTo>
                <a:lnTo>
                  <a:pt x="669797" y="1810512"/>
                </a:lnTo>
                <a:lnTo>
                  <a:pt x="672083" y="1808226"/>
                </a:lnTo>
                <a:close/>
              </a:path>
              <a:path w="2016760" h="2699384">
                <a:moveTo>
                  <a:pt x="682751" y="1792986"/>
                </a:moveTo>
                <a:lnTo>
                  <a:pt x="682751" y="1789938"/>
                </a:lnTo>
                <a:lnTo>
                  <a:pt x="678179" y="1786890"/>
                </a:lnTo>
                <a:lnTo>
                  <a:pt x="675131" y="1787652"/>
                </a:lnTo>
                <a:lnTo>
                  <a:pt x="673607" y="1789938"/>
                </a:lnTo>
                <a:lnTo>
                  <a:pt x="672083" y="1791462"/>
                </a:lnTo>
                <a:lnTo>
                  <a:pt x="672845" y="1794510"/>
                </a:lnTo>
                <a:lnTo>
                  <a:pt x="675131" y="1796034"/>
                </a:lnTo>
                <a:lnTo>
                  <a:pt x="676655" y="1797558"/>
                </a:lnTo>
                <a:lnTo>
                  <a:pt x="679703" y="1797558"/>
                </a:lnTo>
                <a:lnTo>
                  <a:pt x="682751" y="1792986"/>
                </a:lnTo>
                <a:close/>
              </a:path>
              <a:path w="2016760" h="2699384">
                <a:moveTo>
                  <a:pt x="694181" y="1777746"/>
                </a:moveTo>
                <a:lnTo>
                  <a:pt x="694181" y="1774698"/>
                </a:lnTo>
                <a:lnTo>
                  <a:pt x="689609" y="1771650"/>
                </a:lnTo>
                <a:lnTo>
                  <a:pt x="686561" y="1772412"/>
                </a:lnTo>
                <a:lnTo>
                  <a:pt x="685037" y="1774698"/>
                </a:lnTo>
                <a:lnTo>
                  <a:pt x="683513" y="1776222"/>
                </a:lnTo>
                <a:lnTo>
                  <a:pt x="684275" y="1779270"/>
                </a:lnTo>
                <a:lnTo>
                  <a:pt x="686561" y="1780794"/>
                </a:lnTo>
                <a:lnTo>
                  <a:pt x="688085" y="1782318"/>
                </a:lnTo>
                <a:lnTo>
                  <a:pt x="691133" y="1782318"/>
                </a:lnTo>
                <a:lnTo>
                  <a:pt x="694181" y="1777746"/>
                </a:lnTo>
                <a:close/>
              </a:path>
              <a:path w="2016760" h="2699384">
                <a:moveTo>
                  <a:pt x="705611" y="1762506"/>
                </a:moveTo>
                <a:lnTo>
                  <a:pt x="705611" y="1759458"/>
                </a:lnTo>
                <a:lnTo>
                  <a:pt x="701039" y="1756410"/>
                </a:lnTo>
                <a:lnTo>
                  <a:pt x="697991" y="1757172"/>
                </a:lnTo>
                <a:lnTo>
                  <a:pt x="696467" y="1759458"/>
                </a:lnTo>
                <a:lnTo>
                  <a:pt x="694943" y="1760982"/>
                </a:lnTo>
                <a:lnTo>
                  <a:pt x="695705" y="1764030"/>
                </a:lnTo>
                <a:lnTo>
                  <a:pt x="697991" y="1765554"/>
                </a:lnTo>
                <a:lnTo>
                  <a:pt x="699515" y="1767078"/>
                </a:lnTo>
                <a:lnTo>
                  <a:pt x="702563" y="1767078"/>
                </a:lnTo>
                <a:lnTo>
                  <a:pt x="705611" y="1762506"/>
                </a:lnTo>
                <a:close/>
              </a:path>
              <a:path w="2016760" h="2699384">
                <a:moveTo>
                  <a:pt x="717041" y="1747266"/>
                </a:moveTo>
                <a:lnTo>
                  <a:pt x="717041" y="1744218"/>
                </a:lnTo>
                <a:lnTo>
                  <a:pt x="712469" y="1741170"/>
                </a:lnTo>
                <a:lnTo>
                  <a:pt x="709421" y="1741932"/>
                </a:lnTo>
                <a:lnTo>
                  <a:pt x="707897" y="1743456"/>
                </a:lnTo>
                <a:lnTo>
                  <a:pt x="706373" y="1745742"/>
                </a:lnTo>
                <a:lnTo>
                  <a:pt x="707135" y="1748790"/>
                </a:lnTo>
                <a:lnTo>
                  <a:pt x="709421" y="1750314"/>
                </a:lnTo>
                <a:lnTo>
                  <a:pt x="710945" y="1751838"/>
                </a:lnTo>
                <a:lnTo>
                  <a:pt x="713993" y="1751838"/>
                </a:lnTo>
                <a:lnTo>
                  <a:pt x="717041" y="1747266"/>
                </a:lnTo>
                <a:close/>
              </a:path>
              <a:path w="2016760" h="2699384">
                <a:moveTo>
                  <a:pt x="728471" y="1732026"/>
                </a:moveTo>
                <a:lnTo>
                  <a:pt x="728471" y="1728978"/>
                </a:lnTo>
                <a:lnTo>
                  <a:pt x="723899" y="1725930"/>
                </a:lnTo>
                <a:lnTo>
                  <a:pt x="720851" y="1726692"/>
                </a:lnTo>
                <a:lnTo>
                  <a:pt x="719327" y="1728216"/>
                </a:lnTo>
                <a:lnTo>
                  <a:pt x="717803" y="1730502"/>
                </a:lnTo>
                <a:lnTo>
                  <a:pt x="718565" y="1733550"/>
                </a:lnTo>
                <a:lnTo>
                  <a:pt x="720089" y="1735074"/>
                </a:lnTo>
                <a:lnTo>
                  <a:pt x="722375" y="1736598"/>
                </a:lnTo>
                <a:lnTo>
                  <a:pt x="725423" y="1736598"/>
                </a:lnTo>
                <a:lnTo>
                  <a:pt x="728471" y="1732026"/>
                </a:lnTo>
                <a:close/>
              </a:path>
              <a:path w="2016760" h="2699384">
                <a:moveTo>
                  <a:pt x="739901" y="1716786"/>
                </a:moveTo>
                <a:lnTo>
                  <a:pt x="739901" y="1713738"/>
                </a:lnTo>
                <a:lnTo>
                  <a:pt x="735329" y="1710690"/>
                </a:lnTo>
                <a:lnTo>
                  <a:pt x="732281" y="1711452"/>
                </a:lnTo>
                <a:lnTo>
                  <a:pt x="730757" y="1712976"/>
                </a:lnTo>
                <a:lnTo>
                  <a:pt x="729233" y="1715262"/>
                </a:lnTo>
                <a:lnTo>
                  <a:pt x="729995" y="1718310"/>
                </a:lnTo>
                <a:lnTo>
                  <a:pt x="731519" y="1719834"/>
                </a:lnTo>
                <a:lnTo>
                  <a:pt x="733805" y="1721358"/>
                </a:lnTo>
                <a:lnTo>
                  <a:pt x="736853" y="1721358"/>
                </a:lnTo>
                <a:lnTo>
                  <a:pt x="739901" y="1716786"/>
                </a:lnTo>
                <a:close/>
              </a:path>
              <a:path w="2016760" h="2699384">
                <a:moveTo>
                  <a:pt x="751331" y="1701546"/>
                </a:moveTo>
                <a:lnTo>
                  <a:pt x="751331" y="1698498"/>
                </a:lnTo>
                <a:lnTo>
                  <a:pt x="746759" y="1695450"/>
                </a:lnTo>
                <a:lnTo>
                  <a:pt x="743711" y="1696212"/>
                </a:lnTo>
                <a:lnTo>
                  <a:pt x="742187" y="1697736"/>
                </a:lnTo>
                <a:lnTo>
                  <a:pt x="740663" y="1700022"/>
                </a:lnTo>
                <a:lnTo>
                  <a:pt x="741425" y="1703070"/>
                </a:lnTo>
                <a:lnTo>
                  <a:pt x="742949" y="1704594"/>
                </a:lnTo>
                <a:lnTo>
                  <a:pt x="745235" y="1706118"/>
                </a:lnTo>
                <a:lnTo>
                  <a:pt x="748283" y="1706118"/>
                </a:lnTo>
                <a:lnTo>
                  <a:pt x="751331" y="1701546"/>
                </a:lnTo>
                <a:close/>
              </a:path>
              <a:path w="2016760" h="2699384">
                <a:moveTo>
                  <a:pt x="762761" y="1686306"/>
                </a:moveTo>
                <a:lnTo>
                  <a:pt x="762761" y="1683258"/>
                </a:lnTo>
                <a:lnTo>
                  <a:pt x="758189" y="1680210"/>
                </a:lnTo>
                <a:lnTo>
                  <a:pt x="755141" y="1680972"/>
                </a:lnTo>
                <a:lnTo>
                  <a:pt x="753617" y="1682496"/>
                </a:lnTo>
                <a:lnTo>
                  <a:pt x="752093" y="1684782"/>
                </a:lnTo>
                <a:lnTo>
                  <a:pt x="752855" y="1687830"/>
                </a:lnTo>
                <a:lnTo>
                  <a:pt x="754379" y="1689354"/>
                </a:lnTo>
                <a:lnTo>
                  <a:pt x="756665" y="1690878"/>
                </a:lnTo>
                <a:lnTo>
                  <a:pt x="759713" y="1690878"/>
                </a:lnTo>
                <a:lnTo>
                  <a:pt x="762761" y="1686306"/>
                </a:lnTo>
                <a:close/>
              </a:path>
              <a:path w="2016760" h="2699384">
                <a:moveTo>
                  <a:pt x="774191" y="1671066"/>
                </a:moveTo>
                <a:lnTo>
                  <a:pt x="774191" y="1668018"/>
                </a:lnTo>
                <a:lnTo>
                  <a:pt x="769619" y="1664970"/>
                </a:lnTo>
                <a:lnTo>
                  <a:pt x="766571" y="1664970"/>
                </a:lnTo>
                <a:lnTo>
                  <a:pt x="763523" y="1669542"/>
                </a:lnTo>
                <a:lnTo>
                  <a:pt x="764285" y="1672590"/>
                </a:lnTo>
                <a:lnTo>
                  <a:pt x="765809" y="1674114"/>
                </a:lnTo>
                <a:lnTo>
                  <a:pt x="768095" y="1675638"/>
                </a:lnTo>
                <a:lnTo>
                  <a:pt x="771143" y="1674876"/>
                </a:lnTo>
                <a:lnTo>
                  <a:pt x="772667" y="1673352"/>
                </a:lnTo>
                <a:lnTo>
                  <a:pt x="774191" y="1671066"/>
                </a:lnTo>
                <a:close/>
              </a:path>
              <a:path w="2016760" h="2699384">
                <a:moveTo>
                  <a:pt x="785621" y="1655826"/>
                </a:moveTo>
                <a:lnTo>
                  <a:pt x="785621" y="1652778"/>
                </a:lnTo>
                <a:lnTo>
                  <a:pt x="781049" y="1649730"/>
                </a:lnTo>
                <a:lnTo>
                  <a:pt x="778001" y="1649730"/>
                </a:lnTo>
                <a:lnTo>
                  <a:pt x="774953" y="1654302"/>
                </a:lnTo>
                <a:lnTo>
                  <a:pt x="775715" y="1657350"/>
                </a:lnTo>
                <a:lnTo>
                  <a:pt x="777239" y="1658874"/>
                </a:lnTo>
                <a:lnTo>
                  <a:pt x="779525" y="1660398"/>
                </a:lnTo>
                <a:lnTo>
                  <a:pt x="782573" y="1659636"/>
                </a:lnTo>
                <a:lnTo>
                  <a:pt x="784097" y="1658112"/>
                </a:lnTo>
                <a:lnTo>
                  <a:pt x="785621" y="1655826"/>
                </a:lnTo>
                <a:close/>
              </a:path>
              <a:path w="2016760" h="2699384">
                <a:moveTo>
                  <a:pt x="797051" y="1640586"/>
                </a:moveTo>
                <a:lnTo>
                  <a:pt x="796289" y="1637538"/>
                </a:lnTo>
                <a:lnTo>
                  <a:pt x="794765" y="1636014"/>
                </a:lnTo>
                <a:lnTo>
                  <a:pt x="792479" y="1634490"/>
                </a:lnTo>
                <a:lnTo>
                  <a:pt x="789431" y="1634490"/>
                </a:lnTo>
                <a:lnTo>
                  <a:pt x="786383" y="1639062"/>
                </a:lnTo>
                <a:lnTo>
                  <a:pt x="786383" y="1642110"/>
                </a:lnTo>
                <a:lnTo>
                  <a:pt x="790955" y="1645158"/>
                </a:lnTo>
                <a:lnTo>
                  <a:pt x="794003" y="1644396"/>
                </a:lnTo>
                <a:lnTo>
                  <a:pt x="795527" y="1642872"/>
                </a:lnTo>
                <a:lnTo>
                  <a:pt x="797051" y="1640586"/>
                </a:lnTo>
                <a:close/>
              </a:path>
              <a:path w="2016760" h="2699384">
                <a:moveTo>
                  <a:pt x="808481" y="1625346"/>
                </a:moveTo>
                <a:lnTo>
                  <a:pt x="807719" y="1622298"/>
                </a:lnTo>
                <a:lnTo>
                  <a:pt x="806195" y="1620774"/>
                </a:lnTo>
                <a:lnTo>
                  <a:pt x="803909" y="1619250"/>
                </a:lnTo>
                <a:lnTo>
                  <a:pt x="800861" y="1619250"/>
                </a:lnTo>
                <a:lnTo>
                  <a:pt x="797813" y="1623822"/>
                </a:lnTo>
                <a:lnTo>
                  <a:pt x="797813" y="1626870"/>
                </a:lnTo>
                <a:lnTo>
                  <a:pt x="802385" y="1629918"/>
                </a:lnTo>
                <a:lnTo>
                  <a:pt x="805433" y="1629156"/>
                </a:lnTo>
                <a:lnTo>
                  <a:pt x="806957" y="1627632"/>
                </a:lnTo>
                <a:lnTo>
                  <a:pt x="808481" y="1625346"/>
                </a:lnTo>
                <a:close/>
              </a:path>
              <a:path w="2016760" h="2699384">
                <a:moveTo>
                  <a:pt x="819912" y="1610106"/>
                </a:moveTo>
                <a:lnTo>
                  <a:pt x="819150" y="1607058"/>
                </a:lnTo>
                <a:lnTo>
                  <a:pt x="817626" y="1605534"/>
                </a:lnTo>
                <a:lnTo>
                  <a:pt x="815339" y="1604010"/>
                </a:lnTo>
                <a:lnTo>
                  <a:pt x="812291" y="1604010"/>
                </a:lnTo>
                <a:lnTo>
                  <a:pt x="809243" y="1608582"/>
                </a:lnTo>
                <a:lnTo>
                  <a:pt x="809243" y="1611630"/>
                </a:lnTo>
                <a:lnTo>
                  <a:pt x="813815" y="1614678"/>
                </a:lnTo>
                <a:lnTo>
                  <a:pt x="816863" y="1613916"/>
                </a:lnTo>
                <a:lnTo>
                  <a:pt x="818388" y="1612392"/>
                </a:lnTo>
                <a:lnTo>
                  <a:pt x="819912" y="1610106"/>
                </a:lnTo>
                <a:close/>
              </a:path>
              <a:path w="2016760" h="2699384">
                <a:moveTo>
                  <a:pt x="831341" y="1594866"/>
                </a:moveTo>
                <a:lnTo>
                  <a:pt x="830580" y="1591818"/>
                </a:lnTo>
                <a:lnTo>
                  <a:pt x="829056" y="1590294"/>
                </a:lnTo>
                <a:lnTo>
                  <a:pt x="826769" y="1588770"/>
                </a:lnTo>
                <a:lnTo>
                  <a:pt x="823722" y="1588770"/>
                </a:lnTo>
                <a:lnTo>
                  <a:pt x="820673" y="1593342"/>
                </a:lnTo>
                <a:lnTo>
                  <a:pt x="820673" y="1596390"/>
                </a:lnTo>
                <a:lnTo>
                  <a:pt x="825246" y="1599438"/>
                </a:lnTo>
                <a:lnTo>
                  <a:pt x="828294" y="1598676"/>
                </a:lnTo>
                <a:lnTo>
                  <a:pt x="829818" y="1596390"/>
                </a:lnTo>
                <a:lnTo>
                  <a:pt x="831341" y="1594866"/>
                </a:lnTo>
                <a:close/>
              </a:path>
              <a:path w="2016760" h="2699384">
                <a:moveTo>
                  <a:pt x="842772" y="1579626"/>
                </a:moveTo>
                <a:lnTo>
                  <a:pt x="842010" y="1576578"/>
                </a:lnTo>
                <a:lnTo>
                  <a:pt x="840485" y="1575054"/>
                </a:lnTo>
                <a:lnTo>
                  <a:pt x="838200" y="1573530"/>
                </a:lnTo>
                <a:lnTo>
                  <a:pt x="835152" y="1573530"/>
                </a:lnTo>
                <a:lnTo>
                  <a:pt x="832104" y="1578102"/>
                </a:lnTo>
                <a:lnTo>
                  <a:pt x="832104" y="1581150"/>
                </a:lnTo>
                <a:lnTo>
                  <a:pt x="836676" y="1584198"/>
                </a:lnTo>
                <a:lnTo>
                  <a:pt x="839724" y="1583436"/>
                </a:lnTo>
                <a:lnTo>
                  <a:pt x="841247" y="1581150"/>
                </a:lnTo>
                <a:lnTo>
                  <a:pt x="842772" y="1579626"/>
                </a:lnTo>
                <a:close/>
              </a:path>
              <a:path w="2016760" h="2699384">
                <a:moveTo>
                  <a:pt x="854202" y="1564386"/>
                </a:moveTo>
                <a:lnTo>
                  <a:pt x="853440" y="1561338"/>
                </a:lnTo>
                <a:lnTo>
                  <a:pt x="851154" y="1559814"/>
                </a:lnTo>
                <a:lnTo>
                  <a:pt x="849630" y="1558290"/>
                </a:lnTo>
                <a:lnTo>
                  <a:pt x="846582" y="1558290"/>
                </a:lnTo>
                <a:lnTo>
                  <a:pt x="843534" y="1562862"/>
                </a:lnTo>
                <a:lnTo>
                  <a:pt x="843534" y="1565910"/>
                </a:lnTo>
                <a:lnTo>
                  <a:pt x="848106" y="1568958"/>
                </a:lnTo>
                <a:lnTo>
                  <a:pt x="851154" y="1568196"/>
                </a:lnTo>
                <a:lnTo>
                  <a:pt x="852678" y="1565910"/>
                </a:lnTo>
                <a:lnTo>
                  <a:pt x="854202" y="1564386"/>
                </a:lnTo>
                <a:close/>
              </a:path>
              <a:path w="2016760" h="2699384">
                <a:moveTo>
                  <a:pt x="865632" y="1549146"/>
                </a:moveTo>
                <a:lnTo>
                  <a:pt x="864869" y="1546098"/>
                </a:lnTo>
                <a:lnTo>
                  <a:pt x="862584" y="1544574"/>
                </a:lnTo>
                <a:lnTo>
                  <a:pt x="861060" y="1543050"/>
                </a:lnTo>
                <a:lnTo>
                  <a:pt x="858012" y="1543050"/>
                </a:lnTo>
                <a:lnTo>
                  <a:pt x="854963" y="1547622"/>
                </a:lnTo>
                <a:lnTo>
                  <a:pt x="854963" y="1550670"/>
                </a:lnTo>
                <a:lnTo>
                  <a:pt x="859535" y="1553718"/>
                </a:lnTo>
                <a:lnTo>
                  <a:pt x="862584" y="1552956"/>
                </a:lnTo>
                <a:lnTo>
                  <a:pt x="864107" y="1550670"/>
                </a:lnTo>
                <a:lnTo>
                  <a:pt x="865632" y="1549146"/>
                </a:lnTo>
                <a:close/>
              </a:path>
              <a:path w="2016760" h="2699384">
                <a:moveTo>
                  <a:pt x="877062" y="1533906"/>
                </a:moveTo>
                <a:lnTo>
                  <a:pt x="876300" y="1530858"/>
                </a:lnTo>
                <a:lnTo>
                  <a:pt x="874013" y="1529334"/>
                </a:lnTo>
                <a:lnTo>
                  <a:pt x="872490" y="1527048"/>
                </a:lnTo>
                <a:lnTo>
                  <a:pt x="869441" y="1527810"/>
                </a:lnTo>
                <a:lnTo>
                  <a:pt x="866394" y="1532382"/>
                </a:lnTo>
                <a:lnTo>
                  <a:pt x="866394" y="1534668"/>
                </a:lnTo>
                <a:lnTo>
                  <a:pt x="868680" y="1536954"/>
                </a:lnTo>
                <a:lnTo>
                  <a:pt x="870966" y="1538478"/>
                </a:lnTo>
                <a:lnTo>
                  <a:pt x="874013" y="1537716"/>
                </a:lnTo>
                <a:lnTo>
                  <a:pt x="875538" y="1535430"/>
                </a:lnTo>
                <a:lnTo>
                  <a:pt x="877062" y="1533906"/>
                </a:lnTo>
                <a:close/>
              </a:path>
              <a:path w="2016760" h="2699384">
                <a:moveTo>
                  <a:pt x="888491" y="1517904"/>
                </a:moveTo>
                <a:lnTo>
                  <a:pt x="887730" y="1515618"/>
                </a:lnTo>
                <a:lnTo>
                  <a:pt x="883919" y="1511808"/>
                </a:lnTo>
                <a:lnTo>
                  <a:pt x="880872" y="1512570"/>
                </a:lnTo>
                <a:lnTo>
                  <a:pt x="877824" y="1517142"/>
                </a:lnTo>
                <a:lnTo>
                  <a:pt x="877824" y="1519428"/>
                </a:lnTo>
                <a:lnTo>
                  <a:pt x="880110" y="1521714"/>
                </a:lnTo>
                <a:lnTo>
                  <a:pt x="882396" y="1523238"/>
                </a:lnTo>
                <a:lnTo>
                  <a:pt x="885444" y="1522476"/>
                </a:lnTo>
                <a:lnTo>
                  <a:pt x="888491" y="1517904"/>
                </a:lnTo>
                <a:close/>
              </a:path>
              <a:path w="2016760" h="2699384">
                <a:moveTo>
                  <a:pt x="899922" y="1502664"/>
                </a:moveTo>
                <a:lnTo>
                  <a:pt x="899160" y="1500378"/>
                </a:lnTo>
                <a:lnTo>
                  <a:pt x="895350" y="1496568"/>
                </a:lnTo>
                <a:lnTo>
                  <a:pt x="892302" y="1497330"/>
                </a:lnTo>
                <a:lnTo>
                  <a:pt x="890778" y="1499616"/>
                </a:lnTo>
                <a:lnTo>
                  <a:pt x="888491" y="1501140"/>
                </a:lnTo>
                <a:lnTo>
                  <a:pt x="889254" y="1504188"/>
                </a:lnTo>
                <a:lnTo>
                  <a:pt x="891540" y="1505712"/>
                </a:lnTo>
                <a:lnTo>
                  <a:pt x="893826" y="1507998"/>
                </a:lnTo>
                <a:lnTo>
                  <a:pt x="896874" y="1507236"/>
                </a:lnTo>
                <a:lnTo>
                  <a:pt x="899922" y="1502664"/>
                </a:lnTo>
                <a:close/>
              </a:path>
              <a:path w="2016760" h="2699384">
                <a:moveTo>
                  <a:pt x="911352" y="1487424"/>
                </a:moveTo>
                <a:lnTo>
                  <a:pt x="910590" y="1484376"/>
                </a:lnTo>
                <a:lnTo>
                  <a:pt x="908304" y="1482852"/>
                </a:lnTo>
                <a:lnTo>
                  <a:pt x="906780" y="1481328"/>
                </a:lnTo>
                <a:lnTo>
                  <a:pt x="903732" y="1482090"/>
                </a:lnTo>
                <a:lnTo>
                  <a:pt x="902207" y="1484376"/>
                </a:lnTo>
                <a:lnTo>
                  <a:pt x="899922" y="1485900"/>
                </a:lnTo>
                <a:lnTo>
                  <a:pt x="900684" y="1488948"/>
                </a:lnTo>
                <a:lnTo>
                  <a:pt x="905256" y="1491996"/>
                </a:lnTo>
                <a:lnTo>
                  <a:pt x="907541" y="1491996"/>
                </a:lnTo>
                <a:lnTo>
                  <a:pt x="909828" y="1489710"/>
                </a:lnTo>
                <a:lnTo>
                  <a:pt x="911352" y="1487424"/>
                </a:lnTo>
                <a:close/>
              </a:path>
              <a:path w="2016760" h="2699384">
                <a:moveTo>
                  <a:pt x="922782" y="1472184"/>
                </a:moveTo>
                <a:lnTo>
                  <a:pt x="922019" y="1469136"/>
                </a:lnTo>
                <a:lnTo>
                  <a:pt x="917447" y="1466088"/>
                </a:lnTo>
                <a:lnTo>
                  <a:pt x="915162" y="1466850"/>
                </a:lnTo>
                <a:lnTo>
                  <a:pt x="911352" y="1470660"/>
                </a:lnTo>
                <a:lnTo>
                  <a:pt x="912113" y="1473708"/>
                </a:lnTo>
                <a:lnTo>
                  <a:pt x="916685" y="1476756"/>
                </a:lnTo>
                <a:lnTo>
                  <a:pt x="918972" y="1476756"/>
                </a:lnTo>
                <a:lnTo>
                  <a:pt x="920496" y="1474470"/>
                </a:lnTo>
                <a:lnTo>
                  <a:pt x="921257" y="1474470"/>
                </a:lnTo>
                <a:lnTo>
                  <a:pt x="922782" y="1472184"/>
                </a:lnTo>
                <a:close/>
              </a:path>
              <a:path w="2016760" h="2699384">
                <a:moveTo>
                  <a:pt x="934212" y="1456944"/>
                </a:moveTo>
                <a:lnTo>
                  <a:pt x="933450" y="1453896"/>
                </a:lnTo>
                <a:lnTo>
                  <a:pt x="928878" y="1450848"/>
                </a:lnTo>
                <a:lnTo>
                  <a:pt x="926591" y="1451610"/>
                </a:lnTo>
                <a:lnTo>
                  <a:pt x="922782" y="1455420"/>
                </a:lnTo>
                <a:lnTo>
                  <a:pt x="923544" y="1458468"/>
                </a:lnTo>
                <a:lnTo>
                  <a:pt x="925830" y="1459992"/>
                </a:lnTo>
                <a:lnTo>
                  <a:pt x="927354" y="1461516"/>
                </a:lnTo>
                <a:lnTo>
                  <a:pt x="930402" y="1461516"/>
                </a:lnTo>
                <a:lnTo>
                  <a:pt x="931926" y="1459230"/>
                </a:lnTo>
                <a:lnTo>
                  <a:pt x="934212" y="1456944"/>
                </a:lnTo>
                <a:close/>
              </a:path>
              <a:path w="2016760" h="2699384">
                <a:moveTo>
                  <a:pt x="944880" y="1441704"/>
                </a:moveTo>
                <a:lnTo>
                  <a:pt x="944880" y="1438656"/>
                </a:lnTo>
                <a:lnTo>
                  <a:pt x="940307" y="1435608"/>
                </a:lnTo>
                <a:lnTo>
                  <a:pt x="937260" y="1436370"/>
                </a:lnTo>
                <a:lnTo>
                  <a:pt x="935735" y="1438656"/>
                </a:lnTo>
                <a:lnTo>
                  <a:pt x="934212" y="1440180"/>
                </a:lnTo>
                <a:lnTo>
                  <a:pt x="934974" y="1443228"/>
                </a:lnTo>
                <a:lnTo>
                  <a:pt x="937260" y="1444752"/>
                </a:lnTo>
                <a:lnTo>
                  <a:pt x="938784" y="1446276"/>
                </a:lnTo>
                <a:lnTo>
                  <a:pt x="941832" y="1446276"/>
                </a:lnTo>
                <a:lnTo>
                  <a:pt x="944880" y="1441704"/>
                </a:lnTo>
                <a:close/>
              </a:path>
              <a:path w="2016760" h="2699384">
                <a:moveTo>
                  <a:pt x="956310" y="1426464"/>
                </a:moveTo>
                <a:lnTo>
                  <a:pt x="956310" y="1423416"/>
                </a:lnTo>
                <a:lnTo>
                  <a:pt x="951738" y="1420368"/>
                </a:lnTo>
                <a:lnTo>
                  <a:pt x="948690" y="1421130"/>
                </a:lnTo>
                <a:lnTo>
                  <a:pt x="947166" y="1422654"/>
                </a:lnTo>
                <a:lnTo>
                  <a:pt x="945641" y="1424940"/>
                </a:lnTo>
                <a:lnTo>
                  <a:pt x="946404" y="1427988"/>
                </a:lnTo>
                <a:lnTo>
                  <a:pt x="948690" y="1429512"/>
                </a:lnTo>
                <a:lnTo>
                  <a:pt x="950213" y="1431036"/>
                </a:lnTo>
                <a:lnTo>
                  <a:pt x="953262" y="1431036"/>
                </a:lnTo>
                <a:lnTo>
                  <a:pt x="956310" y="1426464"/>
                </a:lnTo>
                <a:close/>
              </a:path>
              <a:path w="2016760" h="2699384">
                <a:moveTo>
                  <a:pt x="967740" y="1411224"/>
                </a:moveTo>
                <a:lnTo>
                  <a:pt x="967740" y="1408176"/>
                </a:lnTo>
                <a:lnTo>
                  <a:pt x="963168" y="1405128"/>
                </a:lnTo>
                <a:lnTo>
                  <a:pt x="960119" y="1405890"/>
                </a:lnTo>
                <a:lnTo>
                  <a:pt x="958596" y="1407414"/>
                </a:lnTo>
                <a:lnTo>
                  <a:pt x="957072" y="1409700"/>
                </a:lnTo>
                <a:lnTo>
                  <a:pt x="957834" y="1412748"/>
                </a:lnTo>
                <a:lnTo>
                  <a:pt x="960119" y="1414272"/>
                </a:lnTo>
                <a:lnTo>
                  <a:pt x="961644" y="1415796"/>
                </a:lnTo>
                <a:lnTo>
                  <a:pt x="964691" y="1415796"/>
                </a:lnTo>
                <a:lnTo>
                  <a:pt x="967740" y="1411224"/>
                </a:lnTo>
                <a:close/>
              </a:path>
              <a:path w="2016760" h="2699384">
                <a:moveTo>
                  <a:pt x="979169" y="1395984"/>
                </a:moveTo>
                <a:lnTo>
                  <a:pt x="979169" y="1392936"/>
                </a:lnTo>
                <a:lnTo>
                  <a:pt x="974597" y="1389888"/>
                </a:lnTo>
                <a:lnTo>
                  <a:pt x="971550" y="1390650"/>
                </a:lnTo>
                <a:lnTo>
                  <a:pt x="970026" y="1392174"/>
                </a:lnTo>
                <a:lnTo>
                  <a:pt x="968502" y="1394460"/>
                </a:lnTo>
                <a:lnTo>
                  <a:pt x="969263" y="1397508"/>
                </a:lnTo>
                <a:lnTo>
                  <a:pt x="971550" y="1399032"/>
                </a:lnTo>
                <a:lnTo>
                  <a:pt x="973074" y="1400556"/>
                </a:lnTo>
                <a:lnTo>
                  <a:pt x="976122" y="1400556"/>
                </a:lnTo>
                <a:lnTo>
                  <a:pt x="979169" y="1395984"/>
                </a:lnTo>
                <a:close/>
              </a:path>
              <a:path w="2016760" h="2699384">
                <a:moveTo>
                  <a:pt x="990600" y="1380744"/>
                </a:moveTo>
                <a:lnTo>
                  <a:pt x="990600" y="1377696"/>
                </a:lnTo>
                <a:lnTo>
                  <a:pt x="986028" y="1374648"/>
                </a:lnTo>
                <a:lnTo>
                  <a:pt x="982980" y="1375410"/>
                </a:lnTo>
                <a:lnTo>
                  <a:pt x="981456" y="1376934"/>
                </a:lnTo>
                <a:lnTo>
                  <a:pt x="979932" y="1379220"/>
                </a:lnTo>
                <a:lnTo>
                  <a:pt x="980694" y="1382268"/>
                </a:lnTo>
                <a:lnTo>
                  <a:pt x="982218" y="1383792"/>
                </a:lnTo>
                <a:lnTo>
                  <a:pt x="984504" y="1385316"/>
                </a:lnTo>
                <a:lnTo>
                  <a:pt x="987552" y="1385316"/>
                </a:lnTo>
                <a:lnTo>
                  <a:pt x="990600" y="1380744"/>
                </a:lnTo>
                <a:close/>
              </a:path>
              <a:path w="2016760" h="2699384">
                <a:moveTo>
                  <a:pt x="1002030" y="1365504"/>
                </a:moveTo>
                <a:lnTo>
                  <a:pt x="1002030" y="1362456"/>
                </a:lnTo>
                <a:lnTo>
                  <a:pt x="997457" y="1359408"/>
                </a:lnTo>
                <a:lnTo>
                  <a:pt x="994410" y="1360170"/>
                </a:lnTo>
                <a:lnTo>
                  <a:pt x="992885" y="1361694"/>
                </a:lnTo>
                <a:lnTo>
                  <a:pt x="991362" y="1363980"/>
                </a:lnTo>
                <a:lnTo>
                  <a:pt x="992124" y="1367028"/>
                </a:lnTo>
                <a:lnTo>
                  <a:pt x="993647" y="1368552"/>
                </a:lnTo>
                <a:lnTo>
                  <a:pt x="995934" y="1370076"/>
                </a:lnTo>
                <a:lnTo>
                  <a:pt x="998982" y="1370076"/>
                </a:lnTo>
                <a:lnTo>
                  <a:pt x="1002030" y="1365504"/>
                </a:lnTo>
                <a:close/>
              </a:path>
              <a:path w="2016760" h="2699384">
                <a:moveTo>
                  <a:pt x="1013460" y="1350264"/>
                </a:moveTo>
                <a:lnTo>
                  <a:pt x="1013460" y="1347216"/>
                </a:lnTo>
                <a:lnTo>
                  <a:pt x="1008888" y="1344168"/>
                </a:lnTo>
                <a:lnTo>
                  <a:pt x="1005840" y="1344168"/>
                </a:lnTo>
                <a:lnTo>
                  <a:pt x="1002791" y="1348740"/>
                </a:lnTo>
                <a:lnTo>
                  <a:pt x="1003554" y="1351788"/>
                </a:lnTo>
                <a:lnTo>
                  <a:pt x="1005078" y="1353312"/>
                </a:lnTo>
                <a:lnTo>
                  <a:pt x="1007363" y="1354836"/>
                </a:lnTo>
                <a:lnTo>
                  <a:pt x="1010412" y="1354074"/>
                </a:lnTo>
                <a:lnTo>
                  <a:pt x="1011935" y="1352550"/>
                </a:lnTo>
                <a:lnTo>
                  <a:pt x="1013460" y="1350264"/>
                </a:lnTo>
                <a:close/>
              </a:path>
              <a:path w="2016760" h="2699384">
                <a:moveTo>
                  <a:pt x="1024890" y="1335024"/>
                </a:moveTo>
                <a:lnTo>
                  <a:pt x="1024890" y="1331976"/>
                </a:lnTo>
                <a:lnTo>
                  <a:pt x="1020318" y="1328928"/>
                </a:lnTo>
                <a:lnTo>
                  <a:pt x="1017269" y="1328928"/>
                </a:lnTo>
                <a:lnTo>
                  <a:pt x="1014222" y="1333500"/>
                </a:lnTo>
                <a:lnTo>
                  <a:pt x="1014984" y="1336548"/>
                </a:lnTo>
                <a:lnTo>
                  <a:pt x="1016507" y="1338072"/>
                </a:lnTo>
                <a:lnTo>
                  <a:pt x="1018794" y="1339596"/>
                </a:lnTo>
                <a:lnTo>
                  <a:pt x="1021841" y="1338834"/>
                </a:lnTo>
                <a:lnTo>
                  <a:pt x="1023366" y="1337310"/>
                </a:lnTo>
                <a:lnTo>
                  <a:pt x="1024890" y="1335024"/>
                </a:lnTo>
                <a:close/>
              </a:path>
              <a:path w="2016760" h="2699384">
                <a:moveTo>
                  <a:pt x="1036319" y="1319784"/>
                </a:moveTo>
                <a:lnTo>
                  <a:pt x="1036319" y="1316736"/>
                </a:lnTo>
                <a:lnTo>
                  <a:pt x="1031747" y="1313688"/>
                </a:lnTo>
                <a:lnTo>
                  <a:pt x="1028700" y="1313688"/>
                </a:lnTo>
                <a:lnTo>
                  <a:pt x="1025652" y="1318260"/>
                </a:lnTo>
                <a:lnTo>
                  <a:pt x="1026413" y="1321308"/>
                </a:lnTo>
                <a:lnTo>
                  <a:pt x="1027938" y="1322832"/>
                </a:lnTo>
                <a:lnTo>
                  <a:pt x="1030224" y="1324356"/>
                </a:lnTo>
                <a:lnTo>
                  <a:pt x="1033272" y="1323594"/>
                </a:lnTo>
                <a:lnTo>
                  <a:pt x="1034796" y="1322070"/>
                </a:lnTo>
                <a:lnTo>
                  <a:pt x="1036319" y="1319784"/>
                </a:lnTo>
                <a:close/>
              </a:path>
              <a:path w="2016760" h="2699384">
                <a:moveTo>
                  <a:pt x="1047750" y="1304544"/>
                </a:moveTo>
                <a:lnTo>
                  <a:pt x="1047750" y="1301496"/>
                </a:lnTo>
                <a:lnTo>
                  <a:pt x="1043178" y="1298448"/>
                </a:lnTo>
                <a:lnTo>
                  <a:pt x="1040130" y="1298448"/>
                </a:lnTo>
                <a:lnTo>
                  <a:pt x="1037082" y="1303020"/>
                </a:lnTo>
                <a:lnTo>
                  <a:pt x="1037844" y="1306068"/>
                </a:lnTo>
                <a:lnTo>
                  <a:pt x="1039368" y="1307592"/>
                </a:lnTo>
                <a:lnTo>
                  <a:pt x="1041654" y="1309116"/>
                </a:lnTo>
                <a:lnTo>
                  <a:pt x="1044702" y="1308354"/>
                </a:lnTo>
                <a:lnTo>
                  <a:pt x="1046226" y="1306830"/>
                </a:lnTo>
                <a:lnTo>
                  <a:pt x="1047750" y="1304544"/>
                </a:lnTo>
                <a:close/>
              </a:path>
              <a:path w="2016760" h="2699384">
                <a:moveTo>
                  <a:pt x="1059180" y="1289304"/>
                </a:moveTo>
                <a:lnTo>
                  <a:pt x="1058418" y="1286256"/>
                </a:lnTo>
                <a:lnTo>
                  <a:pt x="1056894" y="1284732"/>
                </a:lnTo>
                <a:lnTo>
                  <a:pt x="1054608" y="1283208"/>
                </a:lnTo>
                <a:lnTo>
                  <a:pt x="1051560" y="1283208"/>
                </a:lnTo>
                <a:lnTo>
                  <a:pt x="1048512" y="1287780"/>
                </a:lnTo>
                <a:lnTo>
                  <a:pt x="1048512" y="1290828"/>
                </a:lnTo>
                <a:lnTo>
                  <a:pt x="1053084" y="1293876"/>
                </a:lnTo>
                <a:lnTo>
                  <a:pt x="1056132" y="1293114"/>
                </a:lnTo>
                <a:lnTo>
                  <a:pt x="1057656" y="1291590"/>
                </a:lnTo>
                <a:lnTo>
                  <a:pt x="1059180" y="1289304"/>
                </a:lnTo>
                <a:close/>
              </a:path>
              <a:path w="2016760" h="2699384">
                <a:moveTo>
                  <a:pt x="1070610" y="1274064"/>
                </a:moveTo>
                <a:lnTo>
                  <a:pt x="1069848" y="1271016"/>
                </a:lnTo>
                <a:lnTo>
                  <a:pt x="1068324" y="1269492"/>
                </a:lnTo>
                <a:lnTo>
                  <a:pt x="1066038" y="1267968"/>
                </a:lnTo>
                <a:lnTo>
                  <a:pt x="1062990" y="1267968"/>
                </a:lnTo>
                <a:lnTo>
                  <a:pt x="1059942" y="1272540"/>
                </a:lnTo>
                <a:lnTo>
                  <a:pt x="1059942" y="1275588"/>
                </a:lnTo>
                <a:lnTo>
                  <a:pt x="1064514" y="1278636"/>
                </a:lnTo>
                <a:lnTo>
                  <a:pt x="1067562" y="1277874"/>
                </a:lnTo>
                <a:lnTo>
                  <a:pt x="1069086" y="1275588"/>
                </a:lnTo>
                <a:lnTo>
                  <a:pt x="1070610" y="1274064"/>
                </a:lnTo>
                <a:close/>
              </a:path>
              <a:path w="2016760" h="2699384">
                <a:moveTo>
                  <a:pt x="1082040" y="1258824"/>
                </a:moveTo>
                <a:lnTo>
                  <a:pt x="1081278" y="1255776"/>
                </a:lnTo>
                <a:lnTo>
                  <a:pt x="1079754" y="1254252"/>
                </a:lnTo>
                <a:lnTo>
                  <a:pt x="1077468" y="1252728"/>
                </a:lnTo>
                <a:lnTo>
                  <a:pt x="1074420" y="1252728"/>
                </a:lnTo>
                <a:lnTo>
                  <a:pt x="1071372" y="1257300"/>
                </a:lnTo>
                <a:lnTo>
                  <a:pt x="1071372" y="1260348"/>
                </a:lnTo>
                <a:lnTo>
                  <a:pt x="1075944" y="1263396"/>
                </a:lnTo>
                <a:lnTo>
                  <a:pt x="1078992" y="1262634"/>
                </a:lnTo>
                <a:lnTo>
                  <a:pt x="1080516" y="1260348"/>
                </a:lnTo>
                <a:lnTo>
                  <a:pt x="1082040" y="1258824"/>
                </a:lnTo>
                <a:close/>
              </a:path>
              <a:path w="2016760" h="2699384">
                <a:moveTo>
                  <a:pt x="1093470" y="1243584"/>
                </a:moveTo>
                <a:lnTo>
                  <a:pt x="1092708" y="1240536"/>
                </a:lnTo>
                <a:lnTo>
                  <a:pt x="1091184" y="1239012"/>
                </a:lnTo>
                <a:lnTo>
                  <a:pt x="1088898" y="1237488"/>
                </a:lnTo>
                <a:lnTo>
                  <a:pt x="1085850" y="1237488"/>
                </a:lnTo>
                <a:lnTo>
                  <a:pt x="1082802" y="1242060"/>
                </a:lnTo>
                <a:lnTo>
                  <a:pt x="1082802" y="1245108"/>
                </a:lnTo>
                <a:lnTo>
                  <a:pt x="1087374" y="1248156"/>
                </a:lnTo>
                <a:lnTo>
                  <a:pt x="1090422" y="1247394"/>
                </a:lnTo>
                <a:lnTo>
                  <a:pt x="1091946" y="1245108"/>
                </a:lnTo>
                <a:lnTo>
                  <a:pt x="1093470" y="1243584"/>
                </a:lnTo>
                <a:close/>
              </a:path>
              <a:path w="2016760" h="2699384">
                <a:moveTo>
                  <a:pt x="1104900" y="1228344"/>
                </a:moveTo>
                <a:lnTo>
                  <a:pt x="1104138" y="1225296"/>
                </a:lnTo>
                <a:lnTo>
                  <a:pt x="1100327" y="1221486"/>
                </a:lnTo>
                <a:lnTo>
                  <a:pt x="1097280" y="1222248"/>
                </a:lnTo>
                <a:lnTo>
                  <a:pt x="1094232" y="1226820"/>
                </a:lnTo>
                <a:lnTo>
                  <a:pt x="1094232" y="1229868"/>
                </a:lnTo>
                <a:lnTo>
                  <a:pt x="1098804" y="1232916"/>
                </a:lnTo>
                <a:lnTo>
                  <a:pt x="1101852" y="1232154"/>
                </a:lnTo>
                <a:lnTo>
                  <a:pt x="1103376" y="1229868"/>
                </a:lnTo>
                <a:lnTo>
                  <a:pt x="1104900" y="1228344"/>
                </a:lnTo>
                <a:close/>
              </a:path>
              <a:path w="2016760" h="2699384">
                <a:moveTo>
                  <a:pt x="1116330" y="1212342"/>
                </a:moveTo>
                <a:lnTo>
                  <a:pt x="1115567" y="1210056"/>
                </a:lnTo>
                <a:lnTo>
                  <a:pt x="1113281" y="1208532"/>
                </a:lnTo>
                <a:lnTo>
                  <a:pt x="1111757" y="1206246"/>
                </a:lnTo>
                <a:lnTo>
                  <a:pt x="1108709" y="1207008"/>
                </a:lnTo>
                <a:lnTo>
                  <a:pt x="1105661" y="1211580"/>
                </a:lnTo>
                <a:lnTo>
                  <a:pt x="1105661" y="1214628"/>
                </a:lnTo>
                <a:lnTo>
                  <a:pt x="1110233" y="1217676"/>
                </a:lnTo>
                <a:lnTo>
                  <a:pt x="1113281" y="1216914"/>
                </a:lnTo>
                <a:lnTo>
                  <a:pt x="1116330" y="1212342"/>
                </a:lnTo>
                <a:close/>
              </a:path>
              <a:path w="2016760" h="2699384">
                <a:moveTo>
                  <a:pt x="1127759" y="1197102"/>
                </a:moveTo>
                <a:lnTo>
                  <a:pt x="1126997" y="1194816"/>
                </a:lnTo>
                <a:lnTo>
                  <a:pt x="1123187" y="1191006"/>
                </a:lnTo>
                <a:lnTo>
                  <a:pt x="1120139" y="1191768"/>
                </a:lnTo>
                <a:lnTo>
                  <a:pt x="1117091" y="1196340"/>
                </a:lnTo>
                <a:lnTo>
                  <a:pt x="1117091" y="1198626"/>
                </a:lnTo>
                <a:lnTo>
                  <a:pt x="1119377" y="1200912"/>
                </a:lnTo>
                <a:lnTo>
                  <a:pt x="1121663" y="1202436"/>
                </a:lnTo>
                <a:lnTo>
                  <a:pt x="1124711" y="1201674"/>
                </a:lnTo>
                <a:lnTo>
                  <a:pt x="1127759" y="1197102"/>
                </a:lnTo>
                <a:close/>
              </a:path>
              <a:path w="2016760" h="2699384">
                <a:moveTo>
                  <a:pt x="1139189" y="1181862"/>
                </a:moveTo>
                <a:lnTo>
                  <a:pt x="1138427" y="1178814"/>
                </a:lnTo>
                <a:lnTo>
                  <a:pt x="1136141" y="1177290"/>
                </a:lnTo>
                <a:lnTo>
                  <a:pt x="1134617" y="1175766"/>
                </a:lnTo>
                <a:lnTo>
                  <a:pt x="1131569" y="1176528"/>
                </a:lnTo>
                <a:lnTo>
                  <a:pt x="1128521" y="1181100"/>
                </a:lnTo>
                <a:lnTo>
                  <a:pt x="1128521" y="1183386"/>
                </a:lnTo>
                <a:lnTo>
                  <a:pt x="1130807" y="1184910"/>
                </a:lnTo>
                <a:lnTo>
                  <a:pt x="1133093" y="1187196"/>
                </a:lnTo>
                <a:lnTo>
                  <a:pt x="1136141" y="1186434"/>
                </a:lnTo>
                <a:lnTo>
                  <a:pt x="1139189" y="1181862"/>
                </a:lnTo>
                <a:close/>
              </a:path>
              <a:path w="2016760" h="2699384">
                <a:moveTo>
                  <a:pt x="1150619" y="1166622"/>
                </a:moveTo>
                <a:lnTo>
                  <a:pt x="1149857" y="1163574"/>
                </a:lnTo>
                <a:lnTo>
                  <a:pt x="1147571" y="1162050"/>
                </a:lnTo>
                <a:lnTo>
                  <a:pt x="1146047" y="1160526"/>
                </a:lnTo>
                <a:lnTo>
                  <a:pt x="1142999" y="1161288"/>
                </a:lnTo>
                <a:lnTo>
                  <a:pt x="1141475" y="1163574"/>
                </a:lnTo>
                <a:lnTo>
                  <a:pt x="1139952" y="1165098"/>
                </a:lnTo>
                <a:lnTo>
                  <a:pt x="1139952" y="1168146"/>
                </a:lnTo>
                <a:lnTo>
                  <a:pt x="1144523" y="1171194"/>
                </a:lnTo>
                <a:lnTo>
                  <a:pt x="1147571" y="1171194"/>
                </a:lnTo>
                <a:lnTo>
                  <a:pt x="1150619" y="1166622"/>
                </a:lnTo>
                <a:close/>
              </a:path>
              <a:path w="2016760" h="2699384">
                <a:moveTo>
                  <a:pt x="1162049" y="1151382"/>
                </a:moveTo>
                <a:lnTo>
                  <a:pt x="1161287" y="1148334"/>
                </a:lnTo>
                <a:lnTo>
                  <a:pt x="1159002" y="1146810"/>
                </a:lnTo>
                <a:lnTo>
                  <a:pt x="1157477" y="1145286"/>
                </a:lnTo>
                <a:lnTo>
                  <a:pt x="1154430" y="1146048"/>
                </a:lnTo>
                <a:lnTo>
                  <a:pt x="1152905" y="1148334"/>
                </a:lnTo>
                <a:lnTo>
                  <a:pt x="1150619" y="1149858"/>
                </a:lnTo>
                <a:lnTo>
                  <a:pt x="1151381" y="1152906"/>
                </a:lnTo>
                <a:lnTo>
                  <a:pt x="1155953" y="1155954"/>
                </a:lnTo>
                <a:lnTo>
                  <a:pt x="1159002" y="1155954"/>
                </a:lnTo>
                <a:lnTo>
                  <a:pt x="1162049" y="1151382"/>
                </a:lnTo>
                <a:close/>
              </a:path>
              <a:path w="2016760" h="2699384">
                <a:moveTo>
                  <a:pt x="1173480" y="1136142"/>
                </a:moveTo>
                <a:lnTo>
                  <a:pt x="1172717" y="1133094"/>
                </a:lnTo>
                <a:lnTo>
                  <a:pt x="1168145" y="1130046"/>
                </a:lnTo>
                <a:lnTo>
                  <a:pt x="1165859" y="1130808"/>
                </a:lnTo>
                <a:lnTo>
                  <a:pt x="1164335" y="1133094"/>
                </a:lnTo>
                <a:lnTo>
                  <a:pt x="1163573" y="1133094"/>
                </a:lnTo>
                <a:lnTo>
                  <a:pt x="1162049" y="1134618"/>
                </a:lnTo>
                <a:lnTo>
                  <a:pt x="1162811" y="1137666"/>
                </a:lnTo>
                <a:lnTo>
                  <a:pt x="1167383" y="1140714"/>
                </a:lnTo>
                <a:lnTo>
                  <a:pt x="1170431" y="1140714"/>
                </a:lnTo>
                <a:lnTo>
                  <a:pt x="1173480" y="1136142"/>
                </a:lnTo>
                <a:close/>
              </a:path>
              <a:path w="2016760" h="2699384">
                <a:moveTo>
                  <a:pt x="1184909" y="1120902"/>
                </a:moveTo>
                <a:lnTo>
                  <a:pt x="1184147" y="1117854"/>
                </a:lnTo>
                <a:lnTo>
                  <a:pt x="1179575" y="1114806"/>
                </a:lnTo>
                <a:lnTo>
                  <a:pt x="1177289" y="1115568"/>
                </a:lnTo>
                <a:lnTo>
                  <a:pt x="1173480" y="1119378"/>
                </a:lnTo>
                <a:lnTo>
                  <a:pt x="1174241" y="1122426"/>
                </a:lnTo>
                <a:lnTo>
                  <a:pt x="1178813" y="1125474"/>
                </a:lnTo>
                <a:lnTo>
                  <a:pt x="1181099" y="1125474"/>
                </a:lnTo>
                <a:lnTo>
                  <a:pt x="1183385" y="1123188"/>
                </a:lnTo>
                <a:lnTo>
                  <a:pt x="1184909" y="1120902"/>
                </a:lnTo>
                <a:close/>
              </a:path>
              <a:path w="2016760" h="2699384">
                <a:moveTo>
                  <a:pt x="1196339" y="1105662"/>
                </a:moveTo>
                <a:lnTo>
                  <a:pt x="1195577" y="1102614"/>
                </a:lnTo>
                <a:lnTo>
                  <a:pt x="1191005" y="1099566"/>
                </a:lnTo>
                <a:lnTo>
                  <a:pt x="1187957" y="1100328"/>
                </a:lnTo>
                <a:lnTo>
                  <a:pt x="1186433" y="1101852"/>
                </a:lnTo>
                <a:lnTo>
                  <a:pt x="1184909" y="1104138"/>
                </a:lnTo>
                <a:lnTo>
                  <a:pt x="1185671" y="1107186"/>
                </a:lnTo>
                <a:lnTo>
                  <a:pt x="1190243" y="1110234"/>
                </a:lnTo>
                <a:lnTo>
                  <a:pt x="1192530" y="1110234"/>
                </a:lnTo>
                <a:lnTo>
                  <a:pt x="1194053" y="1107948"/>
                </a:lnTo>
                <a:lnTo>
                  <a:pt x="1196339" y="1105662"/>
                </a:lnTo>
                <a:close/>
              </a:path>
              <a:path w="2016760" h="2699384">
                <a:moveTo>
                  <a:pt x="1207007" y="1090422"/>
                </a:moveTo>
                <a:lnTo>
                  <a:pt x="1207007" y="1087374"/>
                </a:lnTo>
                <a:lnTo>
                  <a:pt x="1202435" y="1084326"/>
                </a:lnTo>
                <a:lnTo>
                  <a:pt x="1199387" y="1085088"/>
                </a:lnTo>
                <a:lnTo>
                  <a:pt x="1197863" y="1086612"/>
                </a:lnTo>
                <a:lnTo>
                  <a:pt x="1196339" y="1088898"/>
                </a:lnTo>
                <a:lnTo>
                  <a:pt x="1197102" y="1091946"/>
                </a:lnTo>
                <a:lnTo>
                  <a:pt x="1199387" y="1093470"/>
                </a:lnTo>
                <a:lnTo>
                  <a:pt x="1200911" y="1094994"/>
                </a:lnTo>
                <a:lnTo>
                  <a:pt x="1203959" y="1094994"/>
                </a:lnTo>
                <a:lnTo>
                  <a:pt x="1207007" y="1090422"/>
                </a:lnTo>
                <a:close/>
              </a:path>
              <a:path w="2016760" h="2699384">
                <a:moveTo>
                  <a:pt x="1218437" y="1075182"/>
                </a:moveTo>
                <a:lnTo>
                  <a:pt x="1218437" y="1072134"/>
                </a:lnTo>
                <a:lnTo>
                  <a:pt x="1213865" y="1069086"/>
                </a:lnTo>
                <a:lnTo>
                  <a:pt x="1210817" y="1069848"/>
                </a:lnTo>
                <a:lnTo>
                  <a:pt x="1209293" y="1071372"/>
                </a:lnTo>
                <a:lnTo>
                  <a:pt x="1207769" y="1073658"/>
                </a:lnTo>
                <a:lnTo>
                  <a:pt x="1208531" y="1076706"/>
                </a:lnTo>
                <a:lnTo>
                  <a:pt x="1210817" y="1078230"/>
                </a:lnTo>
                <a:lnTo>
                  <a:pt x="1212341" y="1079754"/>
                </a:lnTo>
                <a:lnTo>
                  <a:pt x="1215389" y="1079754"/>
                </a:lnTo>
                <a:lnTo>
                  <a:pt x="1218437" y="1075182"/>
                </a:lnTo>
                <a:close/>
              </a:path>
              <a:path w="2016760" h="2699384">
                <a:moveTo>
                  <a:pt x="1229867" y="1059942"/>
                </a:moveTo>
                <a:lnTo>
                  <a:pt x="1229867" y="1056894"/>
                </a:lnTo>
                <a:lnTo>
                  <a:pt x="1225295" y="1053846"/>
                </a:lnTo>
                <a:lnTo>
                  <a:pt x="1222247" y="1054608"/>
                </a:lnTo>
                <a:lnTo>
                  <a:pt x="1220723" y="1056132"/>
                </a:lnTo>
                <a:lnTo>
                  <a:pt x="1219199" y="1058418"/>
                </a:lnTo>
                <a:lnTo>
                  <a:pt x="1219961" y="1061466"/>
                </a:lnTo>
                <a:lnTo>
                  <a:pt x="1222247" y="1062990"/>
                </a:lnTo>
                <a:lnTo>
                  <a:pt x="1223771" y="1064514"/>
                </a:lnTo>
                <a:lnTo>
                  <a:pt x="1226819" y="1064514"/>
                </a:lnTo>
                <a:lnTo>
                  <a:pt x="1229867" y="1059942"/>
                </a:lnTo>
                <a:close/>
              </a:path>
              <a:path w="2016760" h="2699384">
                <a:moveTo>
                  <a:pt x="1241297" y="1044702"/>
                </a:moveTo>
                <a:lnTo>
                  <a:pt x="1241297" y="1041654"/>
                </a:lnTo>
                <a:lnTo>
                  <a:pt x="1236725" y="1038606"/>
                </a:lnTo>
                <a:lnTo>
                  <a:pt x="1233677" y="1039368"/>
                </a:lnTo>
                <a:lnTo>
                  <a:pt x="1232153" y="1040892"/>
                </a:lnTo>
                <a:lnTo>
                  <a:pt x="1230630" y="1043178"/>
                </a:lnTo>
                <a:lnTo>
                  <a:pt x="1231391" y="1046226"/>
                </a:lnTo>
                <a:lnTo>
                  <a:pt x="1233677" y="1047750"/>
                </a:lnTo>
                <a:lnTo>
                  <a:pt x="1235202" y="1049274"/>
                </a:lnTo>
                <a:lnTo>
                  <a:pt x="1238249" y="1048512"/>
                </a:lnTo>
                <a:lnTo>
                  <a:pt x="1239773" y="1046988"/>
                </a:lnTo>
                <a:lnTo>
                  <a:pt x="1241297" y="1044702"/>
                </a:lnTo>
                <a:close/>
              </a:path>
              <a:path w="2016760" h="2699384">
                <a:moveTo>
                  <a:pt x="1252727" y="1029462"/>
                </a:moveTo>
                <a:lnTo>
                  <a:pt x="1252727" y="1026414"/>
                </a:lnTo>
                <a:lnTo>
                  <a:pt x="1248155" y="1023366"/>
                </a:lnTo>
                <a:lnTo>
                  <a:pt x="1245107" y="1023366"/>
                </a:lnTo>
                <a:lnTo>
                  <a:pt x="1242059" y="1027938"/>
                </a:lnTo>
                <a:lnTo>
                  <a:pt x="1242821" y="1030986"/>
                </a:lnTo>
                <a:lnTo>
                  <a:pt x="1245107" y="1032510"/>
                </a:lnTo>
                <a:lnTo>
                  <a:pt x="1246631" y="1034034"/>
                </a:lnTo>
                <a:lnTo>
                  <a:pt x="1249680" y="1033272"/>
                </a:lnTo>
                <a:lnTo>
                  <a:pt x="1251203" y="1031748"/>
                </a:lnTo>
                <a:lnTo>
                  <a:pt x="1252727" y="1029462"/>
                </a:lnTo>
                <a:close/>
              </a:path>
              <a:path w="2016760" h="2699384">
                <a:moveTo>
                  <a:pt x="1264157" y="1014222"/>
                </a:moveTo>
                <a:lnTo>
                  <a:pt x="1264157" y="1011174"/>
                </a:lnTo>
                <a:lnTo>
                  <a:pt x="1259585" y="1008126"/>
                </a:lnTo>
                <a:lnTo>
                  <a:pt x="1256537" y="1008126"/>
                </a:lnTo>
                <a:lnTo>
                  <a:pt x="1253489" y="1012698"/>
                </a:lnTo>
                <a:lnTo>
                  <a:pt x="1254252" y="1015746"/>
                </a:lnTo>
                <a:lnTo>
                  <a:pt x="1255775" y="1017270"/>
                </a:lnTo>
                <a:lnTo>
                  <a:pt x="1258061" y="1018794"/>
                </a:lnTo>
                <a:lnTo>
                  <a:pt x="1261109" y="1018032"/>
                </a:lnTo>
                <a:lnTo>
                  <a:pt x="1262633" y="1016508"/>
                </a:lnTo>
                <a:lnTo>
                  <a:pt x="1264157" y="1014222"/>
                </a:lnTo>
                <a:close/>
              </a:path>
              <a:path w="2016760" h="2699384">
                <a:moveTo>
                  <a:pt x="1275587" y="998982"/>
                </a:moveTo>
                <a:lnTo>
                  <a:pt x="1275587" y="995934"/>
                </a:lnTo>
                <a:lnTo>
                  <a:pt x="1271015" y="992886"/>
                </a:lnTo>
                <a:lnTo>
                  <a:pt x="1267967" y="992886"/>
                </a:lnTo>
                <a:lnTo>
                  <a:pt x="1264919" y="997458"/>
                </a:lnTo>
                <a:lnTo>
                  <a:pt x="1265681" y="1000506"/>
                </a:lnTo>
                <a:lnTo>
                  <a:pt x="1267205" y="1002030"/>
                </a:lnTo>
                <a:lnTo>
                  <a:pt x="1269491" y="1003554"/>
                </a:lnTo>
                <a:lnTo>
                  <a:pt x="1272539" y="1002792"/>
                </a:lnTo>
                <a:lnTo>
                  <a:pt x="1274063" y="1001268"/>
                </a:lnTo>
                <a:lnTo>
                  <a:pt x="1275587" y="998982"/>
                </a:lnTo>
                <a:close/>
              </a:path>
              <a:path w="2016760" h="2699384">
                <a:moveTo>
                  <a:pt x="1287017" y="983742"/>
                </a:moveTo>
                <a:lnTo>
                  <a:pt x="1287017" y="980694"/>
                </a:lnTo>
                <a:lnTo>
                  <a:pt x="1282445" y="977646"/>
                </a:lnTo>
                <a:lnTo>
                  <a:pt x="1279397" y="977646"/>
                </a:lnTo>
                <a:lnTo>
                  <a:pt x="1276349" y="982218"/>
                </a:lnTo>
                <a:lnTo>
                  <a:pt x="1277111" y="985266"/>
                </a:lnTo>
                <a:lnTo>
                  <a:pt x="1278635" y="986790"/>
                </a:lnTo>
                <a:lnTo>
                  <a:pt x="1280921" y="988314"/>
                </a:lnTo>
                <a:lnTo>
                  <a:pt x="1283969" y="987552"/>
                </a:lnTo>
                <a:lnTo>
                  <a:pt x="1285493" y="986028"/>
                </a:lnTo>
                <a:lnTo>
                  <a:pt x="1287017" y="983742"/>
                </a:lnTo>
                <a:close/>
              </a:path>
              <a:path w="2016760" h="2699384">
                <a:moveTo>
                  <a:pt x="1298447" y="968502"/>
                </a:moveTo>
                <a:lnTo>
                  <a:pt x="1298447" y="965454"/>
                </a:lnTo>
                <a:lnTo>
                  <a:pt x="1293875" y="962406"/>
                </a:lnTo>
                <a:lnTo>
                  <a:pt x="1290827" y="962406"/>
                </a:lnTo>
                <a:lnTo>
                  <a:pt x="1287780" y="966978"/>
                </a:lnTo>
                <a:lnTo>
                  <a:pt x="1288541" y="970026"/>
                </a:lnTo>
                <a:lnTo>
                  <a:pt x="1290065" y="971550"/>
                </a:lnTo>
                <a:lnTo>
                  <a:pt x="1292352" y="973074"/>
                </a:lnTo>
                <a:lnTo>
                  <a:pt x="1295399" y="972312"/>
                </a:lnTo>
                <a:lnTo>
                  <a:pt x="1296923" y="970026"/>
                </a:lnTo>
                <a:lnTo>
                  <a:pt x="1298447" y="968502"/>
                </a:lnTo>
                <a:close/>
              </a:path>
              <a:path w="2016760" h="2699384">
                <a:moveTo>
                  <a:pt x="1309877" y="953262"/>
                </a:moveTo>
                <a:lnTo>
                  <a:pt x="1309115" y="950214"/>
                </a:lnTo>
                <a:lnTo>
                  <a:pt x="1307591" y="948690"/>
                </a:lnTo>
                <a:lnTo>
                  <a:pt x="1305305" y="947166"/>
                </a:lnTo>
                <a:lnTo>
                  <a:pt x="1302257" y="947166"/>
                </a:lnTo>
                <a:lnTo>
                  <a:pt x="1299209" y="951738"/>
                </a:lnTo>
                <a:lnTo>
                  <a:pt x="1299971" y="954786"/>
                </a:lnTo>
                <a:lnTo>
                  <a:pt x="1301495" y="956310"/>
                </a:lnTo>
                <a:lnTo>
                  <a:pt x="1303781" y="957834"/>
                </a:lnTo>
                <a:lnTo>
                  <a:pt x="1306830" y="957072"/>
                </a:lnTo>
                <a:lnTo>
                  <a:pt x="1308353" y="954786"/>
                </a:lnTo>
                <a:lnTo>
                  <a:pt x="1309877" y="953262"/>
                </a:lnTo>
                <a:close/>
              </a:path>
              <a:path w="2016760" h="2699384">
                <a:moveTo>
                  <a:pt x="1321307" y="938022"/>
                </a:moveTo>
                <a:lnTo>
                  <a:pt x="1320545" y="934974"/>
                </a:lnTo>
                <a:lnTo>
                  <a:pt x="1319021" y="933450"/>
                </a:lnTo>
                <a:lnTo>
                  <a:pt x="1316735" y="931926"/>
                </a:lnTo>
                <a:lnTo>
                  <a:pt x="1313687" y="931926"/>
                </a:lnTo>
                <a:lnTo>
                  <a:pt x="1310639" y="936498"/>
                </a:lnTo>
                <a:lnTo>
                  <a:pt x="1310639" y="939546"/>
                </a:lnTo>
                <a:lnTo>
                  <a:pt x="1315211" y="942594"/>
                </a:lnTo>
                <a:lnTo>
                  <a:pt x="1318259" y="941832"/>
                </a:lnTo>
                <a:lnTo>
                  <a:pt x="1319783" y="939546"/>
                </a:lnTo>
                <a:lnTo>
                  <a:pt x="1321307" y="938022"/>
                </a:lnTo>
                <a:close/>
              </a:path>
              <a:path w="2016760" h="2699384">
                <a:moveTo>
                  <a:pt x="1332737" y="922782"/>
                </a:moveTo>
                <a:lnTo>
                  <a:pt x="1331975" y="919734"/>
                </a:lnTo>
                <a:lnTo>
                  <a:pt x="1330452" y="918210"/>
                </a:lnTo>
                <a:lnTo>
                  <a:pt x="1328165" y="916686"/>
                </a:lnTo>
                <a:lnTo>
                  <a:pt x="1325117" y="916686"/>
                </a:lnTo>
                <a:lnTo>
                  <a:pt x="1322069" y="921258"/>
                </a:lnTo>
                <a:lnTo>
                  <a:pt x="1322069" y="924306"/>
                </a:lnTo>
                <a:lnTo>
                  <a:pt x="1326641" y="927354"/>
                </a:lnTo>
                <a:lnTo>
                  <a:pt x="1329689" y="926592"/>
                </a:lnTo>
                <a:lnTo>
                  <a:pt x="1331213" y="924306"/>
                </a:lnTo>
                <a:lnTo>
                  <a:pt x="1332737" y="922782"/>
                </a:lnTo>
                <a:close/>
              </a:path>
              <a:path w="2016760" h="2699384">
                <a:moveTo>
                  <a:pt x="1344167" y="906780"/>
                </a:moveTo>
                <a:lnTo>
                  <a:pt x="1343405" y="904494"/>
                </a:lnTo>
                <a:lnTo>
                  <a:pt x="1339595" y="900684"/>
                </a:lnTo>
                <a:lnTo>
                  <a:pt x="1336547" y="901446"/>
                </a:lnTo>
                <a:lnTo>
                  <a:pt x="1333499" y="906018"/>
                </a:lnTo>
                <a:lnTo>
                  <a:pt x="1333499" y="909066"/>
                </a:lnTo>
                <a:lnTo>
                  <a:pt x="1338071" y="912114"/>
                </a:lnTo>
                <a:lnTo>
                  <a:pt x="1341119" y="911352"/>
                </a:lnTo>
                <a:lnTo>
                  <a:pt x="1344167" y="906780"/>
                </a:lnTo>
                <a:close/>
              </a:path>
              <a:path w="2016760" h="2699384">
                <a:moveTo>
                  <a:pt x="1355597" y="891540"/>
                </a:moveTo>
                <a:lnTo>
                  <a:pt x="1354835" y="889254"/>
                </a:lnTo>
                <a:lnTo>
                  <a:pt x="1353311" y="886968"/>
                </a:lnTo>
                <a:lnTo>
                  <a:pt x="1351025" y="885444"/>
                </a:lnTo>
                <a:lnTo>
                  <a:pt x="1347977" y="886206"/>
                </a:lnTo>
                <a:lnTo>
                  <a:pt x="1344930" y="890778"/>
                </a:lnTo>
                <a:lnTo>
                  <a:pt x="1344930" y="893826"/>
                </a:lnTo>
                <a:lnTo>
                  <a:pt x="1349502" y="896874"/>
                </a:lnTo>
                <a:lnTo>
                  <a:pt x="1352549" y="896112"/>
                </a:lnTo>
                <a:lnTo>
                  <a:pt x="1355597" y="891540"/>
                </a:lnTo>
                <a:close/>
              </a:path>
              <a:path w="2016760" h="2699384">
                <a:moveTo>
                  <a:pt x="1367027" y="876300"/>
                </a:moveTo>
                <a:lnTo>
                  <a:pt x="1366265" y="873252"/>
                </a:lnTo>
                <a:lnTo>
                  <a:pt x="1364741" y="871728"/>
                </a:lnTo>
                <a:lnTo>
                  <a:pt x="1362455" y="870204"/>
                </a:lnTo>
                <a:lnTo>
                  <a:pt x="1359407" y="870966"/>
                </a:lnTo>
                <a:lnTo>
                  <a:pt x="1356359" y="875538"/>
                </a:lnTo>
                <a:lnTo>
                  <a:pt x="1356359" y="877824"/>
                </a:lnTo>
                <a:lnTo>
                  <a:pt x="1358645" y="880110"/>
                </a:lnTo>
                <a:lnTo>
                  <a:pt x="1360931" y="881634"/>
                </a:lnTo>
                <a:lnTo>
                  <a:pt x="1363980" y="880872"/>
                </a:lnTo>
                <a:lnTo>
                  <a:pt x="1367027" y="876300"/>
                </a:lnTo>
                <a:close/>
              </a:path>
              <a:path w="2016760" h="2699384">
                <a:moveTo>
                  <a:pt x="1378457" y="861060"/>
                </a:moveTo>
                <a:lnTo>
                  <a:pt x="1377695" y="858012"/>
                </a:lnTo>
                <a:lnTo>
                  <a:pt x="1375409" y="856488"/>
                </a:lnTo>
                <a:lnTo>
                  <a:pt x="1373885" y="854964"/>
                </a:lnTo>
                <a:lnTo>
                  <a:pt x="1370837" y="855726"/>
                </a:lnTo>
                <a:lnTo>
                  <a:pt x="1369313" y="858012"/>
                </a:lnTo>
                <a:lnTo>
                  <a:pt x="1367789" y="859536"/>
                </a:lnTo>
                <a:lnTo>
                  <a:pt x="1367789" y="862584"/>
                </a:lnTo>
                <a:lnTo>
                  <a:pt x="1370075" y="864108"/>
                </a:lnTo>
                <a:lnTo>
                  <a:pt x="1372361" y="866394"/>
                </a:lnTo>
                <a:lnTo>
                  <a:pt x="1375409" y="865632"/>
                </a:lnTo>
                <a:lnTo>
                  <a:pt x="1378457" y="861060"/>
                </a:lnTo>
                <a:close/>
              </a:path>
              <a:path w="2016760" h="2699384">
                <a:moveTo>
                  <a:pt x="1389887" y="845820"/>
                </a:moveTo>
                <a:lnTo>
                  <a:pt x="1389125" y="842772"/>
                </a:lnTo>
                <a:lnTo>
                  <a:pt x="1386839" y="841248"/>
                </a:lnTo>
                <a:lnTo>
                  <a:pt x="1385315" y="839724"/>
                </a:lnTo>
                <a:lnTo>
                  <a:pt x="1382267" y="840486"/>
                </a:lnTo>
                <a:lnTo>
                  <a:pt x="1380743" y="842772"/>
                </a:lnTo>
                <a:lnTo>
                  <a:pt x="1379219" y="844296"/>
                </a:lnTo>
                <a:lnTo>
                  <a:pt x="1379219" y="847344"/>
                </a:lnTo>
                <a:lnTo>
                  <a:pt x="1383791" y="850392"/>
                </a:lnTo>
                <a:lnTo>
                  <a:pt x="1386839" y="850392"/>
                </a:lnTo>
                <a:lnTo>
                  <a:pt x="1389887" y="845820"/>
                </a:lnTo>
                <a:close/>
              </a:path>
              <a:path w="2016760" h="2699384">
                <a:moveTo>
                  <a:pt x="1401317" y="830580"/>
                </a:moveTo>
                <a:lnTo>
                  <a:pt x="1400555" y="827532"/>
                </a:lnTo>
                <a:lnTo>
                  <a:pt x="1398269" y="826008"/>
                </a:lnTo>
                <a:lnTo>
                  <a:pt x="1396745" y="824484"/>
                </a:lnTo>
                <a:lnTo>
                  <a:pt x="1393697" y="825246"/>
                </a:lnTo>
                <a:lnTo>
                  <a:pt x="1392173" y="827532"/>
                </a:lnTo>
                <a:lnTo>
                  <a:pt x="1390649" y="829056"/>
                </a:lnTo>
                <a:lnTo>
                  <a:pt x="1390649" y="832104"/>
                </a:lnTo>
                <a:lnTo>
                  <a:pt x="1395221" y="835152"/>
                </a:lnTo>
                <a:lnTo>
                  <a:pt x="1398269" y="835152"/>
                </a:lnTo>
                <a:lnTo>
                  <a:pt x="1401317" y="830580"/>
                </a:lnTo>
                <a:close/>
              </a:path>
              <a:path w="2016760" h="2699384">
                <a:moveTo>
                  <a:pt x="1412747" y="815340"/>
                </a:moveTo>
                <a:lnTo>
                  <a:pt x="1411985" y="812292"/>
                </a:lnTo>
                <a:lnTo>
                  <a:pt x="1409699" y="810768"/>
                </a:lnTo>
                <a:lnTo>
                  <a:pt x="1408175" y="809244"/>
                </a:lnTo>
                <a:lnTo>
                  <a:pt x="1405127" y="810006"/>
                </a:lnTo>
                <a:lnTo>
                  <a:pt x="1403603" y="812292"/>
                </a:lnTo>
                <a:lnTo>
                  <a:pt x="1402080" y="813816"/>
                </a:lnTo>
                <a:lnTo>
                  <a:pt x="1402080" y="816864"/>
                </a:lnTo>
                <a:lnTo>
                  <a:pt x="1406652" y="819912"/>
                </a:lnTo>
                <a:lnTo>
                  <a:pt x="1409699" y="819912"/>
                </a:lnTo>
                <a:lnTo>
                  <a:pt x="1412747" y="815340"/>
                </a:lnTo>
                <a:close/>
              </a:path>
              <a:path w="2016760" h="2699384">
                <a:moveTo>
                  <a:pt x="1424177" y="800100"/>
                </a:moveTo>
                <a:lnTo>
                  <a:pt x="1423415" y="797052"/>
                </a:lnTo>
                <a:lnTo>
                  <a:pt x="1421130" y="795528"/>
                </a:lnTo>
                <a:lnTo>
                  <a:pt x="1419605" y="794004"/>
                </a:lnTo>
                <a:lnTo>
                  <a:pt x="1416557" y="794766"/>
                </a:lnTo>
                <a:lnTo>
                  <a:pt x="1415033" y="797052"/>
                </a:lnTo>
                <a:lnTo>
                  <a:pt x="1412747" y="798576"/>
                </a:lnTo>
                <a:lnTo>
                  <a:pt x="1413509" y="801624"/>
                </a:lnTo>
                <a:lnTo>
                  <a:pt x="1418081" y="804672"/>
                </a:lnTo>
                <a:lnTo>
                  <a:pt x="1421130" y="804672"/>
                </a:lnTo>
                <a:lnTo>
                  <a:pt x="1424177" y="800100"/>
                </a:lnTo>
                <a:close/>
              </a:path>
              <a:path w="2016760" h="2699384">
                <a:moveTo>
                  <a:pt x="1435607" y="784860"/>
                </a:moveTo>
                <a:lnTo>
                  <a:pt x="1434845" y="781812"/>
                </a:lnTo>
                <a:lnTo>
                  <a:pt x="1430273" y="778764"/>
                </a:lnTo>
                <a:lnTo>
                  <a:pt x="1427987" y="779526"/>
                </a:lnTo>
                <a:lnTo>
                  <a:pt x="1426463" y="781050"/>
                </a:lnTo>
                <a:lnTo>
                  <a:pt x="1425702" y="781050"/>
                </a:lnTo>
                <a:lnTo>
                  <a:pt x="1424177" y="783336"/>
                </a:lnTo>
                <a:lnTo>
                  <a:pt x="1424939" y="786384"/>
                </a:lnTo>
                <a:lnTo>
                  <a:pt x="1429511" y="789432"/>
                </a:lnTo>
                <a:lnTo>
                  <a:pt x="1432559" y="789432"/>
                </a:lnTo>
                <a:lnTo>
                  <a:pt x="1435607" y="784860"/>
                </a:lnTo>
                <a:close/>
              </a:path>
              <a:path w="2016760" h="2699384">
                <a:moveTo>
                  <a:pt x="1447037" y="769620"/>
                </a:moveTo>
                <a:lnTo>
                  <a:pt x="1446275" y="766572"/>
                </a:lnTo>
                <a:lnTo>
                  <a:pt x="1441703" y="763524"/>
                </a:lnTo>
                <a:lnTo>
                  <a:pt x="1439417" y="764286"/>
                </a:lnTo>
                <a:lnTo>
                  <a:pt x="1437131" y="765810"/>
                </a:lnTo>
                <a:lnTo>
                  <a:pt x="1435607" y="768096"/>
                </a:lnTo>
                <a:lnTo>
                  <a:pt x="1436369" y="771144"/>
                </a:lnTo>
                <a:lnTo>
                  <a:pt x="1440941" y="774192"/>
                </a:lnTo>
                <a:lnTo>
                  <a:pt x="1443227" y="774192"/>
                </a:lnTo>
                <a:lnTo>
                  <a:pt x="1445513" y="771906"/>
                </a:lnTo>
                <a:lnTo>
                  <a:pt x="1447037" y="769620"/>
                </a:lnTo>
                <a:close/>
              </a:path>
              <a:path w="2016760" h="2699384">
                <a:moveTo>
                  <a:pt x="1458467" y="754380"/>
                </a:moveTo>
                <a:lnTo>
                  <a:pt x="1457705" y="751332"/>
                </a:lnTo>
                <a:lnTo>
                  <a:pt x="1453133" y="748284"/>
                </a:lnTo>
                <a:lnTo>
                  <a:pt x="1450085" y="749046"/>
                </a:lnTo>
                <a:lnTo>
                  <a:pt x="1448561" y="750570"/>
                </a:lnTo>
                <a:lnTo>
                  <a:pt x="1447037" y="752856"/>
                </a:lnTo>
                <a:lnTo>
                  <a:pt x="1447799" y="755904"/>
                </a:lnTo>
                <a:lnTo>
                  <a:pt x="1452371" y="758952"/>
                </a:lnTo>
                <a:lnTo>
                  <a:pt x="1454657" y="758952"/>
                </a:lnTo>
                <a:lnTo>
                  <a:pt x="1456181" y="756666"/>
                </a:lnTo>
                <a:lnTo>
                  <a:pt x="1458467" y="754380"/>
                </a:lnTo>
                <a:close/>
              </a:path>
              <a:path w="2016760" h="2699384">
                <a:moveTo>
                  <a:pt x="1469135" y="739140"/>
                </a:moveTo>
                <a:lnTo>
                  <a:pt x="1469135" y="736092"/>
                </a:lnTo>
                <a:lnTo>
                  <a:pt x="1464563" y="733044"/>
                </a:lnTo>
                <a:lnTo>
                  <a:pt x="1461515" y="733806"/>
                </a:lnTo>
                <a:lnTo>
                  <a:pt x="1459991" y="735330"/>
                </a:lnTo>
                <a:lnTo>
                  <a:pt x="1458467" y="737616"/>
                </a:lnTo>
                <a:lnTo>
                  <a:pt x="1459230" y="740664"/>
                </a:lnTo>
                <a:lnTo>
                  <a:pt x="1461515" y="742188"/>
                </a:lnTo>
                <a:lnTo>
                  <a:pt x="1463039" y="743712"/>
                </a:lnTo>
                <a:lnTo>
                  <a:pt x="1466087" y="743712"/>
                </a:lnTo>
                <a:lnTo>
                  <a:pt x="1469135" y="739140"/>
                </a:lnTo>
                <a:close/>
              </a:path>
              <a:path w="2016760" h="2699384">
                <a:moveTo>
                  <a:pt x="1480565" y="723900"/>
                </a:moveTo>
                <a:lnTo>
                  <a:pt x="1480565" y="720852"/>
                </a:lnTo>
                <a:lnTo>
                  <a:pt x="1475993" y="717804"/>
                </a:lnTo>
                <a:lnTo>
                  <a:pt x="1472945" y="717804"/>
                </a:lnTo>
                <a:lnTo>
                  <a:pt x="1469897" y="722376"/>
                </a:lnTo>
                <a:lnTo>
                  <a:pt x="1470659" y="725424"/>
                </a:lnTo>
                <a:lnTo>
                  <a:pt x="1472945" y="726948"/>
                </a:lnTo>
                <a:lnTo>
                  <a:pt x="1474469" y="728472"/>
                </a:lnTo>
                <a:lnTo>
                  <a:pt x="1477517" y="727710"/>
                </a:lnTo>
                <a:lnTo>
                  <a:pt x="1479041" y="726186"/>
                </a:lnTo>
                <a:lnTo>
                  <a:pt x="1480565" y="723900"/>
                </a:lnTo>
                <a:close/>
              </a:path>
              <a:path w="2016760" h="2699384">
                <a:moveTo>
                  <a:pt x="1491995" y="708660"/>
                </a:moveTo>
                <a:lnTo>
                  <a:pt x="1491995" y="705612"/>
                </a:lnTo>
                <a:lnTo>
                  <a:pt x="1487423" y="702564"/>
                </a:lnTo>
                <a:lnTo>
                  <a:pt x="1484375" y="702564"/>
                </a:lnTo>
                <a:lnTo>
                  <a:pt x="1481327" y="707136"/>
                </a:lnTo>
                <a:lnTo>
                  <a:pt x="1482089" y="710184"/>
                </a:lnTo>
                <a:lnTo>
                  <a:pt x="1484375" y="711708"/>
                </a:lnTo>
                <a:lnTo>
                  <a:pt x="1485899" y="713232"/>
                </a:lnTo>
                <a:lnTo>
                  <a:pt x="1488947" y="712470"/>
                </a:lnTo>
                <a:lnTo>
                  <a:pt x="1490471" y="710946"/>
                </a:lnTo>
                <a:lnTo>
                  <a:pt x="1491995" y="708660"/>
                </a:lnTo>
                <a:close/>
              </a:path>
              <a:path w="2016760" h="2699384">
                <a:moveTo>
                  <a:pt x="1503425" y="693420"/>
                </a:moveTo>
                <a:lnTo>
                  <a:pt x="1503425" y="690372"/>
                </a:lnTo>
                <a:lnTo>
                  <a:pt x="1498853" y="687324"/>
                </a:lnTo>
                <a:lnTo>
                  <a:pt x="1495805" y="687324"/>
                </a:lnTo>
                <a:lnTo>
                  <a:pt x="1492757" y="691896"/>
                </a:lnTo>
                <a:lnTo>
                  <a:pt x="1493519" y="694944"/>
                </a:lnTo>
                <a:lnTo>
                  <a:pt x="1495805" y="696468"/>
                </a:lnTo>
                <a:lnTo>
                  <a:pt x="1497330" y="697992"/>
                </a:lnTo>
                <a:lnTo>
                  <a:pt x="1500377" y="697230"/>
                </a:lnTo>
                <a:lnTo>
                  <a:pt x="1501902" y="695706"/>
                </a:lnTo>
                <a:lnTo>
                  <a:pt x="1503425" y="693420"/>
                </a:lnTo>
                <a:close/>
              </a:path>
              <a:path w="2016760" h="2699384">
                <a:moveTo>
                  <a:pt x="1514855" y="678180"/>
                </a:moveTo>
                <a:lnTo>
                  <a:pt x="1514855" y="675132"/>
                </a:lnTo>
                <a:lnTo>
                  <a:pt x="1510283" y="672084"/>
                </a:lnTo>
                <a:lnTo>
                  <a:pt x="1507235" y="672084"/>
                </a:lnTo>
                <a:lnTo>
                  <a:pt x="1504187" y="676656"/>
                </a:lnTo>
                <a:lnTo>
                  <a:pt x="1504949" y="679704"/>
                </a:lnTo>
                <a:lnTo>
                  <a:pt x="1507235" y="681228"/>
                </a:lnTo>
                <a:lnTo>
                  <a:pt x="1508759" y="682752"/>
                </a:lnTo>
                <a:lnTo>
                  <a:pt x="1511807" y="681990"/>
                </a:lnTo>
                <a:lnTo>
                  <a:pt x="1513331" y="680466"/>
                </a:lnTo>
                <a:lnTo>
                  <a:pt x="1514855" y="678180"/>
                </a:lnTo>
                <a:close/>
              </a:path>
              <a:path w="2016760" h="2699384">
                <a:moveTo>
                  <a:pt x="1526285" y="662940"/>
                </a:moveTo>
                <a:lnTo>
                  <a:pt x="1526285" y="659892"/>
                </a:lnTo>
                <a:lnTo>
                  <a:pt x="1521713" y="656844"/>
                </a:lnTo>
                <a:lnTo>
                  <a:pt x="1518665" y="656844"/>
                </a:lnTo>
                <a:lnTo>
                  <a:pt x="1515617" y="661416"/>
                </a:lnTo>
                <a:lnTo>
                  <a:pt x="1516380" y="664464"/>
                </a:lnTo>
                <a:lnTo>
                  <a:pt x="1517903" y="665988"/>
                </a:lnTo>
                <a:lnTo>
                  <a:pt x="1520189" y="667512"/>
                </a:lnTo>
                <a:lnTo>
                  <a:pt x="1523237" y="666750"/>
                </a:lnTo>
                <a:lnTo>
                  <a:pt x="1524761" y="665226"/>
                </a:lnTo>
                <a:lnTo>
                  <a:pt x="1524761" y="664464"/>
                </a:lnTo>
                <a:lnTo>
                  <a:pt x="1526285" y="662940"/>
                </a:lnTo>
                <a:close/>
              </a:path>
              <a:path w="2016760" h="2699384">
                <a:moveTo>
                  <a:pt x="1537715" y="647700"/>
                </a:moveTo>
                <a:lnTo>
                  <a:pt x="1537715" y="644652"/>
                </a:lnTo>
                <a:lnTo>
                  <a:pt x="1533143" y="641604"/>
                </a:lnTo>
                <a:lnTo>
                  <a:pt x="1530095" y="641604"/>
                </a:lnTo>
                <a:lnTo>
                  <a:pt x="1527047" y="646176"/>
                </a:lnTo>
                <a:lnTo>
                  <a:pt x="1527809" y="649224"/>
                </a:lnTo>
                <a:lnTo>
                  <a:pt x="1529333" y="650748"/>
                </a:lnTo>
                <a:lnTo>
                  <a:pt x="1531619" y="652272"/>
                </a:lnTo>
                <a:lnTo>
                  <a:pt x="1534667" y="651510"/>
                </a:lnTo>
                <a:lnTo>
                  <a:pt x="1536191" y="649224"/>
                </a:lnTo>
                <a:lnTo>
                  <a:pt x="1537715" y="647700"/>
                </a:lnTo>
                <a:close/>
              </a:path>
              <a:path w="2016760" h="2699384">
                <a:moveTo>
                  <a:pt x="1549145" y="632460"/>
                </a:moveTo>
                <a:lnTo>
                  <a:pt x="1549145" y="629412"/>
                </a:lnTo>
                <a:lnTo>
                  <a:pt x="1544573" y="626364"/>
                </a:lnTo>
                <a:lnTo>
                  <a:pt x="1541525" y="626364"/>
                </a:lnTo>
                <a:lnTo>
                  <a:pt x="1538477" y="630936"/>
                </a:lnTo>
                <a:lnTo>
                  <a:pt x="1539239" y="633984"/>
                </a:lnTo>
                <a:lnTo>
                  <a:pt x="1540763" y="635508"/>
                </a:lnTo>
                <a:lnTo>
                  <a:pt x="1543049" y="637032"/>
                </a:lnTo>
                <a:lnTo>
                  <a:pt x="1546097" y="636270"/>
                </a:lnTo>
                <a:lnTo>
                  <a:pt x="1547621" y="633984"/>
                </a:lnTo>
                <a:lnTo>
                  <a:pt x="1549145" y="632460"/>
                </a:lnTo>
                <a:close/>
              </a:path>
              <a:path w="2016760" h="2699384">
                <a:moveTo>
                  <a:pt x="1560575" y="617220"/>
                </a:moveTo>
                <a:lnTo>
                  <a:pt x="1560575" y="614172"/>
                </a:lnTo>
                <a:lnTo>
                  <a:pt x="1556003" y="611124"/>
                </a:lnTo>
                <a:lnTo>
                  <a:pt x="1552955" y="611124"/>
                </a:lnTo>
                <a:lnTo>
                  <a:pt x="1549907" y="615696"/>
                </a:lnTo>
                <a:lnTo>
                  <a:pt x="1550669" y="618744"/>
                </a:lnTo>
                <a:lnTo>
                  <a:pt x="1552193" y="620268"/>
                </a:lnTo>
                <a:lnTo>
                  <a:pt x="1554480" y="621792"/>
                </a:lnTo>
                <a:lnTo>
                  <a:pt x="1557527" y="621030"/>
                </a:lnTo>
                <a:lnTo>
                  <a:pt x="1559052" y="618744"/>
                </a:lnTo>
                <a:lnTo>
                  <a:pt x="1560575" y="617220"/>
                </a:lnTo>
                <a:close/>
              </a:path>
              <a:path w="2016760" h="2699384">
                <a:moveTo>
                  <a:pt x="1572005" y="601980"/>
                </a:moveTo>
                <a:lnTo>
                  <a:pt x="1571243" y="598932"/>
                </a:lnTo>
                <a:lnTo>
                  <a:pt x="1569719" y="597408"/>
                </a:lnTo>
                <a:lnTo>
                  <a:pt x="1567433" y="595884"/>
                </a:lnTo>
                <a:lnTo>
                  <a:pt x="1564385" y="595884"/>
                </a:lnTo>
                <a:lnTo>
                  <a:pt x="1561337" y="600456"/>
                </a:lnTo>
                <a:lnTo>
                  <a:pt x="1562099" y="603504"/>
                </a:lnTo>
                <a:lnTo>
                  <a:pt x="1563623" y="605028"/>
                </a:lnTo>
                <a:lnTo>
                  <a:pt x="1565909" y="606552"/>
                </a:lnTo>
                <a:lnTo>
                  <a:pt x="1568957" y="605790"/>
                </a:lnTo>
                <a:lnTo>
                  <a:pt x="1570481" y="603504"/>
                </a:lnTo>
                <a:lnTo>
                  <a:pt x="1572005" y="601980"/>
                </a:lnTo>
                <a:close/>
              </a:path>
              <a:path w="2016760" h="2699384">
                <a:moveTo>
                  <a:pt x="1583435" y="586740"/>
                </a:moveTo>
                <a:lnTo>
                  <a:pt x="1582673" y="583692"/>
                </a:lnTo>
                <a:lnTo>
                  <a:pt x="1578863" y="579882"/>
                </a:lnTo>
                <a:lnTo>
                  <a:pt x="1575815" y="580644"/>
                </a:lnTo>
                <a:lnTo>
                  <a:pt x="1572767" y="585216"/>
                </a:lnTo>
                <a:lnTo>
                  <a:pt x="1572767" y="587502"/>
                </a:lnTo>
                <a:lnTo>
                  <a:pt x="1575053" y="589788"/>
                </a:lnTo>
                <a:lnTo>
                  <a:pt x="1577339" y="591312"/>
                </a:lnTo>
                <a:lnTo>
                  <a:pt x="1580387" y="590550"/>
                </a:lnTo>
                <a:lnTo>
                  <a:pt x="1581911" y="588264"/>
                </a:lnTo>
                <a:lnTo>
                  <a:pt x="1583435" y="586740"/>
                </a:lnTo>
                <a:close/>
              </a:path>
              <a:path w="2016760" h="2699384">
                <a:moveTo>
                  <a:pt x="1594865" y="570738"/>
                </a:moveTo>
                <a:lnTo>
                  <a:pt x="1594103" y="568452"/>
                </a:lnTo>
                <a:lnTo>
                  <a:pt x="1592580" y="566166"/>
                </a:lnTo>
                <a:lnTo>
                  <a:pt x="1590293" y="564642"/>
                </a:lnTo>
                <a:lnTo>
                  <a:pt x="1587245" y="565404"/>
                </a:lnTo>
                <a:lnTo>
                  <a:pt x="1584197" y="569976"/>
                </a:lnTo>
                <a:lnTo>
                  <a:pt x="1584197" y="572262"/>
                </a:lnTo>
                <a:lnTo>
                  <a:pt x="1586483" y="574548"/>
                </a:lnTo>
                <a:lnTo>
                  <a:pt x="1588769" y="576072"/>
                </a:lnTo>
                <a:lnTo>
                  <a:pt x="1591817" y="575310"/>
                </a:lnTo>
                <a:lnTo>
                  <a:pt x="1594865" y="570738"/>
                </a:lnTo>
                <a:close/>
              </a:path>
              <a:path w="2016760" h="2699384">
                <a:moveTo>
                  <a:pt x="1606295" y="555498"/>
                </a:moveTo>
                <a:lnTo>
                  <a:pt x="1605533" y="553212"/>
                </a:lnTo>
                <a:lnTo>
                  <a:pt x="1604009" y="550926"/>
                </a:lnTo>
                <a:lnTo>
                  <a:pt x="1601723" y="549402"/>
                </a:lnTo>
                <a:lnTo>
                  <a:pt x="1598675" y="550164"/>
                </a:lnTo>
                <a:lnTo>
                  <a:pt x="1597152" y="552450"/>
                </a:lnTo>
                <a:lnTo>
                  <a:pt x="1595627" y="553974"/>
                </a:lnTo>
                <a:lnTo>
                  <a:pt x="1595627" y="557022"/>
                </a:lnTo>
                <a:lnTo>
                  <a:pt x="1597913" y="558546"/>
                </a:lnTo>
                <a:lnTo>
                  <a:pt x="1600199" y="560832"/>
                </a:lnTo>
                <a:lnTo>
                  <a:pt x="1603247" y="560070"/>
                </a:lnTo>
                <a:lnTo>
                  <a:pt x="1606295" y="555498"/>
                </a:lnTo>
                <a:close/>
              </a:path>
              <a:path w="2016760" h="2699384">
                <a:moveTo>
                  <a:pt x="1617725" y="540258"/>
                </a:moveTo>
                <a:lnTo>
                  <a:pt x="1616963" y="537210"/>
                </a:lnTo>
                <a:lnTo>
                  <a:pt x="1615439" y="535686"/>
                </a:lnTo>
                <a:lnTo>
                  <a:pt x="1613153" y="534162"/>
                </a:lnTo>
                <a:lnTo>
                  <a:pt x="1610105" y="534924"/>
                </a:lnTo>
                <a:lnTo>
                  <a:pt x="1608581" y="537210"/>
                </a:lnTo>
                <a:lnTo>
                  <a:pt x="1607057" y="538734"/>
                </a:lnTo>
                <a:lnTo>
                  <a:pt x="1607057" y="541782"/>
                </a:lnTo>
                <a:lnTo>
                  <a:pt x="1611630" y="544830"/>
                </a:lnTo>
                <a:lnTo>
                  <a:pt x="1614677" y="544830"/>
                </a:lnTo>
                <a:lnTo>
                  <a:pt x="1617725" y="540258"/>
                </a:lnTo>
                <a:close/>
              </a:path>
              <a:path w="2016760" h="2699384">
                <a:moveTo>
                  <a:pt x="1629155" y="525018"/>
                </a:moveTo>
                <a:lnTo>
                  <a:pt x="1628393" y="521970"/>
                </a:lnTo>
                <a:lnTo>
                  <a:pt x="1626869" y="520446"/>
                </a:lnTo>
                <a:lnTo>
                  <a:pt x="1624583" y="518922"/>
                </a:lnTo>
                <a:lnTo>
                  <a:pt x="1621535" y="519684"/>
                </a:lnTo>
                <a:lnTo>
                  <a:pt x="1620011" y="521970"/>
                </a:lnTo>
                <a:lnTo>
                  <a:pt x="1618487" y="523494"/>
                </a:lnTo>
                <a:lnTo>
                  <a:pt x="1618487" y="526542"/>
                </a:lnTo>
                <a:lnTo>
                  <a:pt x="1623059" y="529590"/>
                </a:lnTo>
                <a:lnTo>
                  <a:pt x="1626107" y="529590"/>
                </a:lnTo>
                <a:lnTo>
                  <a:pt x="1629155" y="525018"/>
                </a:lnTo>
                <a:close/>
              </a:path>
              <a:path w="2016760" h="2699384">
                <a:moveTo>
                  <a:pt x="1640586" y="509778"/>
                </a:moveTo>
                <a:lnTo>
                  <a:pt x="1639824" y="506730"/>
                </a:lnTo>
                <a:lnTo>
                  <a:pt x="1637538" y="505206"/>
                </a:lnTo>
                <a:lnTo>
                  <a:pt x="1636014" y="503682"/>
                </a:lnTo>
                <a:lnTo>
                  <a:pt x="1632965" y="504444"/>
                </a:lnTo>
                <a:lnTo>
                  <a:pt x="1631441" y="506730"/>
                </a:lnTo>
                <a:lnTo>
                  <a:pt x="1629917" y="508254"/>
                </a:lnTo>
                <a:lnTo>
                  <a:pt x="1629917" y="511302"/>
                </a:lnTo>
                <a:lnTo>
                  <a:pt x="1634489" y="514350"/>
                </a:lnTo>
                <a:lnTo>
                  <a:pt x="1637538" y="514350"/>
                </a:lnTo>
                <a:lnTo>
                  <a:pt x="1640586" y="509778"/>
                </a:lnTo>
                <a:close/>
              </a:path>
              <a:path w="2016760" h="2699384">
                <a:moveTo>
                  <a:pt x="1652016" y="494538"/>
                </a:moveTo>
                <a:lnTo>
                  <a:pt x="1651254" y="491490"/>
                </a:lnTo>
                <a:lnTo>
                  <a:pt x="1648968" y="489966"/>
                </a:lnTo>
                <a:lnTo>
                  <a:pt x="1647444" y="488442"/>
                </a:lnTo>
                <a:lnTo>
                  <a:pt x="1644395" y="489204"/>
                </a:lnTo>
                <a:lnTo>
                  <a:pt x="1642871" y="491490"/>
                </a:lnTo>
                <a:lnTo>
                  <a:pt x="1641348" y="493014"/>
                </a:lnTo>
                <a:lnTo>
                  <a:pt x="1641348" y="496062"/>
                </a:lnTo>
                <a:lnTo>
                  <a:pt x="1645920" y="499110"/>
                </a:lnTo>
                <a:lnTo>
                  <a:pt x="1648968" y="499110"/>
                </a:lnTo>
                <a:lnTo>
                  <a:pt x="1652016" y="494538"/>
                </a:lnTo>
                <a:close/>
              </a:path>
              <a:path w="2016760" h="2699384">
                <a:moveTo>
                  <a:pt x="1663445" y="479298"/>
                </a:moveTo>
                <a:lnTo>
                  <a:pt x="1662683" y="476250"/>
                </a:lnTo>
                <a:lnTo>
                  <a:pt x="1660398" y="474726"/>
                </a:lnTo>
                <a:lnTo>
                  <a:pt x="1658874" y="473202"/>
                </a:lnTo>
                <a:lnTo>
                  <a:pt x="1655826" y="473964"/>
                </a:lnTo>
                <a:lnTo>
                  <a:pt x="1654302" y="475488"/>
                </a:lnTo>
                <a:lnTo>
                  <a:pt x="1652777" y="477774"/>
                </a:lnTo>
                <a:lnTo>
                  <a:pt x="1652777" y="480822"/>
                </a:lnTo>
                <a:lnTo>
                  <a:pt x="1657350" y="483870"/>
                </a:lnTo>
                <a:lnTo>
                  <a:pt x="1660398" y="483870"/>
                </a:lnTo>
                <a:lnTo>
                  <a:pt x="1663445" y="479298"/>
                </a:lnTo>
                <a:close/>
              </a:path>
              <a:path w="2016760" h="2699384">
                <a:moveTo>
                  <a:pt x="1674876" y="464058"/>
                </a:moveTo>
                <a:lnTo>
                  <a:pt x="1674114" y="461010"/>
                </a:lnTo>
                <a:lnTo>
                  <a:pt x="1671827" y="459486"/>
                </a:lnTo>
                <a:lnTo>
                  <a:pt x="1670304" y="457962"/>
                </a:lnTo>
                <a:lnTo>
                  <a:pt x="1667256" y="458724"/>
                </a:lnTo>
                <a:lnTo>
                  <a:pt x="1665732" y="460248"/>
                </a:lnTo>
                <a:lnTo>
                  <a:pt x="1664208" y="462534"/>
                </a:lnTo>
                <a:lnTo>
                  <a:pt x="1664208" y="465582"/>
                </a:lnTo>
                <a:lnTo>
                  <a:pt x="1668780" y="468630"/>
                </a:lnTo>
                <a:lnTo>
                  <a:pt x="1671827" y="468630"/>
                </a:lnTo>
                <a:lnTo>
                  <a:pt x="1674876" y="464058"/>
                </a:lnTo>
                <a:close/>
              </a:path>
              <a:path w="2016760" h="2699384">
                <a:moveTo>
                  <a:pt x="1686306" y="448818"/>
                </a:moveTo>
                <a:lnTo>
                  <a:pt x="1685544" y="445770"/>
                </a:lnTo>
                <a:lnTo>
                  <a:pt x="1683258" y="444246"/>
                </a:lnTo>
                <a:lnTo>
                  <a:pt x="1681733" y="442722"/>
                </a:lnTo>
                <a:lnTo>
                  <a:pt x="1678686" y="443484"/>
                </a:lnTo>
                <a:lnTo>
                  <a:pt x="1674876" y="447294"/>
                </a:lnTo>
                <a:lnTo>
                  <a:pt x="1675638" y="450342"/>
                </a:lnTo>
                <a:lnTo>
                  <a:pt x="1680210" y="453390"/>
                </a:lnTo>
                <a:lnTo>
                  <a:pt x="1682495" y="453390"/>
                </a:lnTo>
                <a:lnTo>
                  <a:pt x="1684782" y="451104"/>
                </a:lnTo>
                <a:lnTo>
                  <a:pt x="1686306" y="448818"/>
                </a:lnTo>
                <a:close/>
              </a:path>
              <a:path w="2016760" h="2699384">
                <a:moveTo>
                  <a:pt x="1697736" y="433578"/>
                </a:moveTo>
                <a:lnTo>
                  <a:pt x="1696974" y="430530"/>
                </a:lnTo>
                <a:lnTo>
                  <a:pt x="1694688" y="429006"/>
                </a:lnTo>
                <a:lnTo>
                  <a:pt x="1693164" y="427482"/>
                </a:lnTo>
                <a:lnTo>
                  <a:pt x="1690116" y="428244"/>
                </a:lnTo>
                <a:lnTo>
                  <a:pt x="1686306" y="432054"/>
                </a:lnTo>
                <a:lnTo>
                  <a:pt x="1687068" y="435102"/>
                </a:lnTo>
                <a:lnTo>
                  <a:pt x="1691639" y="438150"/>
                </a:lnTo>
                <a:lnTo>
                  <a:pt x="1693926" y="438150"/>
                </a:lnTo>
                <a:lnTo>
                  <a:pt x="1696212" y="435864"/>
                </a:lnTo>
                <a:lnTo>
                  <a:pt x="1697736" y="433578"/>
                </a:lnTo>
                <a:close/>
              </a:path>
              <a:path w="2016760" h="2699384">
                <a:moveTo>
                  <a:pt x="1709166" y="418338"/>
                </a:moveTo>
                <a:lnTo>
                  <a:pt x="1708404" y="415290"/>
                </a:lnTo>
                <a:lnTo>
                  <a:pt x="1703832" y="412242"/>
                </a:lnTo>
                <a:lnTo>
                  <a:pt x="1701545" y="413004"/>
                </a:lnTo>
                <a:lnTo>
                  <a:pt x="1699260" y="414528"/>
                </a:lnTo>
                <a:lnTo>
                  <a:pt x="1697736" y="416814"/>
                </a:lnTo>
                <a:lnTo>
                  <a:pt x="1698498" y="419862"/>
                </a:lnTo>
                <a:lnTo>
                  <a:pt x="1700783" y="421386"/>
                </a:lnTo>
                <a:lnTo>
                  <a:pt x="1702308" y="422910"/>
                </a:lnTo>
                <a:lnTo>
                  <a:pt x="1705356" y="422910"/>
                </a:lnTo>
                <a:lnTo>
                  <a:pt x="1706880" y="420624"/>
                </a:lnTo>
                <a:lnTo>
                  <a:pt x="1709166" y="418338"/>
                </a:lnTo>
                <a:close/>
              </a:path>
              <a:path w="2016760" h="2699384">
                <a:moveTo>
                  <a:pt x="1720595" y="403098"/>
                </a:moveTo>
                <a:lnTo>
                  <a:pt x="1719833" y="400050"/>
                </a:lnTo>
                <a:lnTo>
                  <a:pt x="1715262" y="397002"/>
                </a:lnTo>
                <a:lnTo>
                  <a:pt x="1712976" y="397002"/>
                </a:lnTo>
                <a:lnTo>
                  <a:pt x="1710689" y="399288"/>
                </a:lnTo>
                <a:lnTo>
                  <a:pt x="1709166" y="401574"/>
                </a:lnTo>
                <a:lnTo>
                  <a:pt x="1709927" y="404622"/>
                </a:lnTo>
                <a:lnTo>
                  <a:pt x="1712214" y="406146"/>
                </a:lnTo>
                <a:lnTo>
                  <a:pt x="1713738" y="407670"/>
                </a:lnTo>
                <a:lnTo>
                  <a:pt x="1716786" y="406908"/>
                </a:lnTo>
                <a:lnTo>
                  <a:pt x="1720595" y="403098"/>
                </a:lnTo>
                <a:close/>
              </a:path>
              <a:path w="2016760" h="2699384">
                <a:moveTo>
                  <a:pt x="1731264" y="387858"/>
                </a:moveTo>
                <a:lnTo>
                  <a:pt x="1731264" y="384810"/>
                </a:lnTo>
                <a:lnTo>
                  <a:pt x="1726692" y="381762"/>
                </a:lnTo>
                <a:lnTo>
                  <a:pt x="1723644" y="381762"/>
                </a:lnTo>
                <a:lnTo>
                  <a:pt x="1720595" y="386334"/>
                </a:lnTo>
                <a:lnTo>
                  <a:pt x="1721358" y="389382"/>
                </a:lnTo>
                <a:lnTo>
                  <a:pt x="1723644" y="390906"/>
                </a:lnTo>
                <a:lnTo>
                  <a:pt x="1725168" y="392430"/>
                </a:lnTo>
                <a:lnTo>
                  <a:pt x="1728216" y="391668"/>
                </a:lnTo>
                <a:lnTo>
                  <a:pt x="1729739" y="390144"/>
                </a:lnTo>
                <a:lnTo>
                  <a:pt x="1731264" y="387858"/>
                </a:lnTo>
                <a:close/>
              </a:path>
              <a:path w="2016760" h="2699384">
                <a:moveTo>
                  <a:pt x="1742694" y="372618"/>
                </a:moveTo>
                <a:lnTo>
                  <a:pt x="1742694" y="369570"/>
                </a:lnTo>
                <a:lnTo>
                  <a:pt x="1738121" y="366522"/>
                </a:lnTo>
                <a:lnTo>
                  <a:pt x="1735074" y="366522"/>
                </a:lnTo>
                <a:lnTo>
                  <a:pt x="1732026" y="371094"/>
                </a:lnTo>
                <a:lnTo>
                  <a:pt x="1732788" y="374142"/>
                </a:lnTo>
                <a:lnTo>
                  <a:pt x="1735074" y="375666"/>
                </a:lnTo>
                <a:lnTo>
                  <a:pt x="1736598" y="377190"/>
                </a:lnTo>
                <a:lnTo>
                  <a:pt x="1739645" y="376428"/>
                </a:lnTo>
                <a:lnTo>
                  <a:pt x="1741170" y="374904"/>
                </a:lnTo>
                <a:lnTo>
                  <a:pt x="1742694" y="372618"/>
                </a:lnTo>
                <a:close/>
              </a:path>
              <a:path w="2016760" h="2699384">
                <a:moveTo>
                  <a:pt x="1754124" y="357378"/>
                </a:moveTo>
                <a:lnTo>
                  <a:pt x="1754124" y="354330"/>
                </a:lnTo>
                <a:lnTo>
                  <a:pt x="1749552" y="351282"/>
                </a:lnTo>
                <a:lnTo>
                  <a:pt x="1746504" y="351282"/>
                </a:lnTo>
                <a:lnTo>
                  <a:pt x="1743456" y="355854"/>
                </a:lnTo>
                <a:lnTo>
                  <a:pt x="1744218" y="358902"/>
                </a:lnTo>
                <a:lnTo>
                  <a:pt x="1746504" y="360426"/>
                </a:lnTo>
                <a:lnTo>
                  <a:pt x="1748027" y="361950"/>
                </a:lnTo>
                <a:lnTo>
                  <a:pt x="1751076" y="361188"/>
                </a:lnTo>
                <a:lnTo>
                  <a:pt x="1752600" y="359664"/>
                </a:lnTo>
                <a:lnTo>
                  <a:pt x="1754124" y="357378"/>
                </a:lnTo>
                <a:close/>
              </a:path>
              <a:path w="2016760" h="2699384">
                <a:moveTo>
                  <a:pt x="1765554" y="342138"/>
                </a:moveTo>
                <a:lnTo>
                  <a:pt x="1765554" y="339090"/>
                </a:lnTo>
                <a:lnTo>
                  <a:pt x="1760982" y="336042"/>
                </a:lnTo>
                <a:lnTo>
                  <a:pt x="1757933" y="336042"/>
                </a:lnTo>
                <a:lnTo>
                  <a:pt x="1754886" y="340614"/>
                </a:lnTo>
                <a:lnTo>
                  <a:pt x="1755648" y="343662"/>
                </a:lnTo>
                <a:lnTo>
                  <a:pt x="1757933" y="345186"/>
                </a:lnTo>
                <a:lnTo>
                  <a:pt x="1759458" y="346710"/>
                </a:lnTo>
                <a:lnTo>
                  <a:pt x="1762506" y="345948"/>
                </a:lnTo>
                <a:lnTo>
                  <a:pt x="1764030" y="344424"/>
                </a:lnTo>
                <a:lnTo>
                  <a:pt x="1765554" y="342138"/>
                </a:lnTo>
                <a:close/>
              </a:path>
              <a:path w="2016760" h="2699384">
                <a:moveTo>
                  <a:pt x="1776983" y="326898"/>
                </a:moveTo>
                <a:lnTo>
                  <a:pt x="1776983" y="323850"/>
                </a:lnTo>
                <a:lnTo>
                  <a:pt x="1772412" y="320802"/>
                </a:lnTo>
                <a:lnTo>
                  <a:pt x="1769364" y="320802"/>
                </a:lnTo>
                <a:lnTo>
                  <a:pt x="1766316" y="325374"/>
                </a:lnTo>
                <a:lnTo>
                  <a:pt x="1767077" y="328422"/>
                </a:lnTo>
                <a:lnTo>
                  <a:pt x="1768602" y="329946"/>
                </a:lnTo>
                <a:lnTo>
                  <a:pt x="1770888" y="331470"/>
                </a:lnTo>
                <a:lnTo>
                  <a:pt x="1773936" y="330708"/>
                </a:lnTo>
                <a:lnTo>
                  <a:pt x="1775460" y="328422"/>
                </a:lnTo>
                <a:lnTo>
                  <a:pt x="1776983" y="326898"/>
                </a:lnTo>
                <a:close/>
              </a:path>
              <a:path w="2016760" h="2699384">
                <a:moveTo>
                  <a:pt x="1788414" y="311658"/>
                </a:moveTo>
                <a:lnTo>
                  <a:pt x="1788414" y="308610"/>
                </a:lnTo>
                <a:lnTo>
                  <a:pt x="1783842" y="305562"/>
                </a:lnTo>
                <a:lnTo>
                  <a:pt x="1780794" y="305562"/>
                </a:lnTo>
                <a:lnTo>
                  <a:pt x="1777745" y="310134"/>
                </a:lnTo>
                <a:lnTo>
                  <a:pt x="1778508" y="313182"/>
                </a:lnTo>
                <a:lnTo>
                  <a:pt x="1780032" y="314706"/>
                </a:lnTo>
                <a:lnTo>
                  <a:pt x="1782318" y="316230"/>
                </a:lnTo>
                <a:lnTo>
                  <a:pt x="1785366" y="315468"/>
                </a:lnTo>
                <a:lnTo>
                  <a:pt x="1786889" y="313182"/>
                </a:lnTo>
                <a:lnTo>
                  <a:pt x="1788414" y="311658"/>
                </a:lnTo>
                <a:close/>
              </a:path>
              <a:path w="2016760" h="2699384">
                <a:moveTo>
                  <a:pt x="1799844" y="296418"/>
                </a:moveTo>
                <a:lnTo>
                  <a:pt x="1799844" y="293370"/>
                </a:lnTo>
                <a:lnTo>
                  <a:pt x="1795271" y="290322"/>
                </a:lnTo>
                <a:lnTo>
                  <a:pt x="1792224" y="290322"/>
                </a:lnTo>
                <a:lnTo>
                  <a:pt x="1789176" y="294894"/>
                </a:lnTo>
                <a:lnTo>
                  <a:pt x="1789938" y="297942"/>
                </a:lnTo>
                <a:lnTo>
                  <a:pt x="1791462" y="299466"/>
                </a:lnTo>
                <a:lnTo>
                  <a:pt x="1793748" y="300990"/>
                </a:lnTo>
                <a:lnTo>
                  <a:pt x="1796795" y="300228"/>
                </a:lnTo>
                <a:lnTo>
                  <a:pt x="1798320" y="297942"/>
                </a:lnTo>
                <a:lnTo>
                  <a:pt x="1799844" y="296418"/>
                </a:lnTo>
                <a:close/>
              </a:path>
              <a:path w="2016760" h="2699384">
                <a:moveTo>
                  <a:pt x="1811274" y="281178"/>
                </a:moveTo>
                <a:lnTo>
                  <a:pt x="1811274" y="278130"/>
                </a:lnTo>
                <a:lnTo>
                  <a:pt x="1806702" y="275082"/>
                </a:lnTo>
                <a:lnTo>
                  <a:pt x="1803654" y="275082"/>
                </a:lnTo>
                <a:lnTo>
                  <a:pt x="1800606" y="279654"/>
                </a:lnTo>
                <a:lnTo>
                  <a:pt x="1801368" y="282702"/>
                </a:lnTo>
                <a:lnTo>
                  <a:pt x="1802892" y="284226"/>
                </a:lnTo>
                <a:lnTo>
                  <a:pt x="1805177" y="285750"/>
                </a:lnTo>
                <a:lnTo>
                  <a:pt x="1808226" y="284988"/>
                </a:lnTo>
                <a:lnTo>
                  <a:pt x="1809750" y="282702"/>
                </a:lnTo>
                <a:lnTo>
                  <a:pt x="1811274" y="281178"/>
                </a:lnTo>
                <a:close/>
              </a:path>
              <a:path w="2016760" h="2699384">
                <a:moveTo>
                  <a:pt x="1822704" y="265938"/>
                </a:moveTo>
                <a:lnTo>
                  <a:pt x="1822704" y="262890"/>
                </a:lnTo>
                <a:lnTo>
                  <a:pt x="1820418" y="261366"/>
                </a:lnTo>
                <a:lnTo>
                  <a:pt x="1818132" y="259080"/>
                </a:lnTo>
                <a:lnTo>
                  <a:pt x="1815083" y="259842"/>
                </a:lnTo>
                <a:lnTo>
                  <a:pt x="1812036" y="264414"/>
                </a:lnTo>
                <a:lnTo>
                  <a:pt x="1812798" y="266700"/>
                </a:lnTo>
                <a:lnTo>
                  <a:pt x="1814321" y="268986"/>
                </a:lnTo>
                <a:lnTo>
                  <a:pt x="1816608" y="270510"/>
                </a:lnTo>
                <a:lnTo>
                  <a:pt x="1819656" y="269748"/>
                </a:lnTo>
                <a:lnTo>
                  <a:pt x="1821180" y="267462"/>
                </a:lnTo>
                <a:lnTo>
                  <a:pt x="1822704" y="265938"/>
                </a:lnTo>
                <a:close/>
              </a:path>
              <a:path w="2016760" h="2699384">
                <a:moveTo>
                  <a:pt x="1834133" y="249936"/>
                </a:moveTo>
                <a:lnTo>
                  <a:pt x="1834133" y="247650"/>
                </a:lnTo>
                <a:lnTo>
                  <a:pt x="1831848" y="245364"/>
                </a:lnTo>
                <a:lnTo>
                  <a:pt x="1829562" y="243840"/>
                </a:lnTo>
                <a:lnTo>
                  <a:pt x="1826514" y="244602"/>
                </a:lnTo>
                <a:lnTo>
                  <a:pt x="1823466" y="249174"/>
                </a:lnTo>
                <a:lnTo>
                  <a:pt x="1823466" y="251460"/>
                </a:lnTo>
                <a:lnTo>
                  <a:pt x="1825752" y="252984"/>
                </a:lnTo>
                <a:lnTo>
                  <a:pt x="1828038" y="255270"/>
                </a:lnTo>
                <a:lnTo>
                  <a:pt x="1831086" y="254508"/>
                </a:lnTo>
                <a:lnTo>
                  <a:pt x="1834133" y="249936"/>
                </a:lnTo>
                <a:close/>
              </a:path>
              <a:path w="2016760" h="2699384">
                <a:moveTo>
                  <a:pt x="1845564" y="234696"/>
                </a:moveTo>
                <a:lnTo>
                  <a:pt x="1844802" y="232410"/>
                </a:lnTo>
                <a:lnTo>
                  <a:pt x="1843277" y="230124"/>
                </a:lnTo>
                <a:lnTo>
                  <a:pt x="1840992" y="228600"/>
                </a:lnTo>
                <a:lnTo>
                  <a:pt x="1837944" y="229362"/>
                </a:lnTo>
                <a:lnTo>
                  <a:pt x="1836420" y="231648"/>
                </a:lnTo>
                <a:lnTo>
                  <a:pt x="1834895" y="233172"/>
                </a:lnTo>
                <a:lnTo>
                  <a:pt x="1834895" y="236220"/>
                </a:lnTo>
                <a:lnTo>
                  <a:pt x="1837182" y="237744"/>
                </a:lnTo>
                <a:lnTo>
                  <a:pt x="1839468" y="240030"/>
                </a:lnTo>
                <a:lnTo>
                  <a:pt x="1842516" y="239268"/>
                </a:lnTo>
                <a:lnTo>
                  <a:pt x="1845564" y="234696"/>
                </a:lnTo>
                <a:close/>
              </a:path>
              <a:path w="2016760" h="2699384">
                <a:moveTo>
                  <a:pt x="1856994" y="219456"/>
                </a:moveTo>
                <a:lnTo>
                  <a:pt x="1856232" y="216408"/>
                </a:lnTo>
                <a:lnTo>
                  <a:pt x="1854708" y="214884"/>
                </a:lnTo>
                <a:lnTo>
                  <a:pt x="1852421" y="213360"/>
                </a:lnTo>
                <a:lnTo>
                  <a:pt x="1849374" y="214122"/>
                </a:lnTo>
                <a:lnTo>
                  <a:pt x="1847850" y="216408"/>
                </a:lnTo>
                <a:lnTo>
                  <a:pt x="1846326" y="217932"/>
                </a:lnTo>
                <a:lnTo>
                  <a:pt x="1846326" y="220980"/>
                </a:lnTo>
                <a:lnTo>
                  <a:pt x="1850898" y="224028"/>
                </a:lnTo>
                <a:lnTo>
                  <a:pt x="1853945" y="224028"/>
                </a:lnTo>
                <a:lnTo>
                  <a:pt x="1856994" y="219456"/>
                </a:lnTo>
                <a:close/>
              </a:path>
              <a:path w="2016760" h="2699384">
                <a:moveTo>
                  <a:pt x="1868424" y="204216"/>
                </a:moveTo>
                <a:lnTo>
                  <a:pt x="1867662" y="201168"/>
                </a:lnTo>
                <a:lnTo>
                  <a:pt x="1866138" y="199644"/>
                </a:lnTo>
                <a:lnTo>
                  <a:pt x="1863852" y="198120"/>
                </a:lnTo>
                <a:lnTo>
                  <a:pt x="1860804" y="198882"/>
                </a:lnTo>
                <a:lnTo>
                  <a:pt x="1859280" y="201168"/>
                </a:lnTo>
                <a:lnTo>
                  <a:pt x="1857756" y="202692"/>
                </a:lnTo>
                <a:lnTo>
                  <a:pt x="1857756" y="205740"/>
                </a:lnTo>
                <a:lnTo>
                  <a:pt x="1862327" y="208788"/>
                </a:lnTo>
                <a:lnTo>
                  <a:pt x="1865376" y="208788"/>
                </a:lnTo>
                <a:lnTo>
                  <a:pt x="1868424" y="204216"/>
                </a:lnTo>
                <a:close/>
              </a:path>
              <a:path w="2016760" h="2699384">
                <a:moveTo>
                  <a:pt x="1879854" y="188976"/>
                </a:moveTo>
                <a:lnTo>
                  <a:pt x="1879092" y="185928"/>
                </a:lnTo>
                <a:lnTo>
                  <a:pt x="1877568" y="184404"/>
                </a:lnTo>
                <a:lnTo>
                  <a:pt x="1875282" y="182880"/>
                </a:lnTo>
                <a:lnTo>
                  <a:pt x="1872233" y="183642"/>
                </a:lnTo>
                <a:lnTo>
                  <a:pt x="1870710" y="185928"/>
                </a:lnTo>
                <a:lnTo>
                  <a:pt x="1869186" y="187452"/>
                </a:lnTo>
                <a:lnTo>
                  <a:pt x="1869186" y="190500"/>
                </a:lnTo>
                <a:lnTo>
                  <a:pt x="1873758" y="193548"/>
                </a:lnTo>
                <a:lnTo>
                  <a:pt x="1876806" y="193548"/>
                </a:lnTo>
                <a:lnTo>
                  <a:pt x="1879854" y="188976"/>
                </a:lnTo>
                <a:close/>
              </a:path>
              <a:path w="2016760" h="2699384">
                <a:moveTo>
                  <a:pt x="1891283" y="173736"/>
                </a:moveTo>
                <a:lnTo>
                  <a:pt x="1890521" y="170688"/>
                </a:lnTo>
                <a:lnTo>
                  <a:pt x="1888998" y="169164"/>
                </a:lnTo>
                <a:lnTo>
                  <a:pt x="1886712" y="167640"/>
                </a:lnTo>
                <a:lnTo>
                  <a:pt x="1883664" y="168402"/>
                </a:lnTo>
                <a:lnTo>
                  <a:pt x="1882139" y="169926"/>
                </a:lnTo>
                <a:lnTo>
                  <a:pt x="1880616" y="172212"/>
                </a:lnTo>
                <a:lnTo>
                  <a:pt x="1880616" y="175260"/>
                </a:lnTo>
                <a:lnTo>
                  <a:pt x="1885188" y="178308"/>
                </a:lnTo>
                <a:lnTo>
                  <a:pt x="1888236" y="178308"/>
                </a:lnTo>
                <a:lnTo>
                  <a:pt x="1891283" y="173736"/>
                </a:lnTo>
                <a:close/>
              </a:path>
              <a:path w="2016760" h="2699384">
                <a:moveTo>
                  <a:pt x="1902714" y="158496"/>
                </a:moveTo>
                <a:lnTo>
                  <a:pt x="1901952" y="155448"/>
                </a:lnTo>
                <a:lnTo>
                  <a:pt x="1900427" y="153924"/>
                </a:lnTo>
                <a:lnTo>
                  <a:pt x="1898142" y="152400"/>
                </a:lnTo>
                <a:lnTo>
                  <a:pt x="1895094" y="153162"/>
                </a:lnTo>
                <a:lnTo>
                  <a:pt x="1893570" y="154686"/>
                </a:lnTo>
                <a:lnTo>
                  <a:pt x="1892045" y="156972"/>
                </a:lnTo>
                <a:lnTo>
                  <a:pt x="1892045" y="160020"/>
                </a:lnTo>
                <a:lnTo>
                  <a:pt x="1896618" y="163068"/>
                </a:lnTo>
                <a:lnTo>
                  <a:pt x="1899666" y="163068"/>
                </a:lnTo>
                <a:lnTo>
                  <a:pt x="1902714" y="158496"/>
                </a:lnTo>
                <a:close/>
              </a:path>
              <a:path w="2016760" h="2699384">
                <a:moveTo>
                  <a:pt x="1914144" y="143256"/>
                </a:moveTo>
                <a:lnTo>
                  <a:pt x="1913382" y="140208"/>
                </a:lnTo>
                <a:lnTo>
                  <a:pt x="1911095" y="138684"/>
                </a:lnTo>
                <a:lnTo>
                  <a:pt x="1909571" y="137160"/>
                </a:lnTo>
                <a:lnTo>
                  <a:pt x="1906524" y="137922"/>
                </a:lnTo>
                <a:lnTo>
                  <a:pt x="1905000" y="139446"/>
                </a:lnTo>
                <a:lnTo>
                  <a:pt x="1903476" y="141732"/>
                </a:lnTo>
                <a:lnTo>
                  <a:pt x="1903476" y="144780"/>
                </a:lnTo>
                <a:lnTo>
                  <a:pt x="1908048" y="147828"/>
                </a:lnTo>
                <a:lnTo>
                  <a:pt x="1911095" y="147828"/>
                </a:lnTo>
                <a:lnTo>
                  <a:pt x="1914144" y="143256"/>
                </a:lnTo>
                <a:close/>
              </a:path>
              <a:path w="2016760" h="2699384">
                <a:moveTo>
                  <a:pt x="1925574" y="128016"/>
                </a:moveTo>
                <a:lnTo>
                  <a:pt x="1924812" y="124968"/>
                </a:lnTo>
                <a:lnTo>
                  <a:pt x="1922526" y="123444"/>
                </a:lnTo>
                <a:lnTo>
                  <a:pt x="1921002" y="121920"/>
                </a:lnTo>
                <a:lnTo>
                  <a:pt x="1917954" y="122682"/>
                </a:lnTo>
                <a:lnTo>
                  <a:pt x="1916430" y="124206"/>
                </a:lnTo>
                <a:lnTo>
                  <a:pt x="1914906" y="126492"/>
                </a:lnTo>
                <a:lnTo>
                  <a:pt x="1914906" y="129540"/>
                </a:lnTo>
                <a:lnTo>
                  <a:pt x="1919477" y="132588"/>
                </a:lnTo>
                <a:lnTo>
                  <a:pt x="1922526" y="132588"/>
                </a:lnTo>
                <a:lnTo>
                  <a:pt x="1925574" y="128016"/>
                </a:lnTo>
                <a:close/>
              </a:path>
              <a:path w="2016760" h="2699384">
                <a:moveTo>
                  <a:pt x="1937004" y="112776"/>
                </a:moveTo>
                <a:lnTo>
                  <a:pt x="1936242" y="109728"/>
                </a:lnTo>
                <a:lnTo>
                  <a:pt x="1933956" y="108204"/>
                </a:lnTo>
                <a:lnTo>
                  <a:pt x="1932432" y="106680"/>
                </a:lnTo>
                <a:lnTo>
                  <a:pt x="1929383" y="107442"/>
                </a:lnTo>
                <a:lnTo>
                  <a:pt x="1927860" y="108966"/>
                </a:lnTo>
                <a:lnTo>
                  <a:pt x="1926336" y="111252"/>
                </a:lnTo>
                <a:lnTo>
                  <a:pt x="1926336" y="114300"/>
                </a:lnTo>
                <a:lnTo>
                  <a:pt x="1930908" y="117348"/>
                </a:lnTo>
                <a:lnTo>
                  <a:pt x="1933956" y="117348"/>
                </a:lnTo>
                <a:lnTo>
                  <a:pt x="1937004" y="112776"/>
                </a:lnTo>
                <a:close/>
              </a:path>
              <a:path w="2016760" h="2699384">
                <a:moveTo>
                  <a:pt x="1948433" y="97536"/>
                </a:moveTo>
                <a:lnTo>
                  <a:pt x="1947671" y="94488"/>
                </a:lnTo>
                <a:lnTo>
                  <a:pt x="1945386" y="92964"/>
                </a:lnTo>
                <a:lnTo>
                  <a:pt x="1943862" y="91440"/>
                </a:lnTo>
                <a:lnTo>
                  <a:pt x="1940814" y="91440"/>
                </a:lnTo>
                <a:lnTo>
                  <a:pt x="1937766" y="96012"/>
                </a:lnTo>
                <a:lnTo>
                  <a:pt x="1937766" y="99060"/>
                </a:lnTo>
                <a:lnTo>
                  <a:pt x="1942338" y="102108"/>
                </a:lnTo>
                <a:lnTo>
                  <a:pt x="1945386" y="102108"/>
                </a:lnTo>
                <a:lnTo>
                  <a:pt x="1948433" y="97536"/>
                </a:lnTo>
                <a:close/>
              </a:path>
              <a:path w="2016760" h="2699384">
                <a:moveTo>
                  <a:pt x="1959864" y="82296"/>
                </a:moveTo>
                <a:lnTo>
                  <a:pt x="1959102" y="79248"/>
                </a:lnTo>
                <a:lnTo>
                  <a:pt x="1956816" y="77724"/>
                </a:lnTo>
                <a:lnTo>
                  <a:pt x="1955292" y="76200"/>
                </a:lnTo>
                <a:lnTo>
                  <a:pt x="1952244" y="76200"/>
                </a:lnTo>
                <a:lnTo>
                  <a:pt x="1950720" y="78486"/>
                </a:lnTo>
                <a:lnTo>
                  <a:pt x="1948433" y="80772"/>
                </a:lnTo>
                <a:lnTo>
                  <a:pt x="1949195" y="83820"/>
                </a:lnTo>
                <a:lnTo>
                  <a:pt x="1953768" y="86868"/>
                </a:lnTo>
                <a:lnTo>
                  <a:pt x="1956054" y="86106"/>
                </a:lnTo>
                <a:lnTo>
                  <a:pt x="1958339" y="84582"/>
                </a:lnTo>
                <a:lnTo>
                  <a:pt x="1959864" y="82296"/>
                </a:lnTo>
                <a:close/>
              </a:path>
              <a:path w="2016760" h="2699384">
                <a:moveTo>
                  <a:pt x="1971294" y="67056"/>
                </a:moveTo>
                <a:lnTo>
                  <a:pt x="1970532" y="64008"/>
                </a:lnTo>
                <a:lnTo>
                  <a:pt x="1965960" y="60960"/>
                </a:lnTo>
                <a:lnTo>
                  <a:pt x="1963674" y="60960"/>
                </a:lnTo>
                <a:lnTo>
                  <a:pt x="1961388" y="63246"/>
                </a:lnTo>
                <a:lnTo>
                  <a:pt x="1959864" y="65532"/>
                </a:lnTo>
                <a:lnTo>
                  <a:pt x="1960626" y="68580"/>
                </a:lnTo>
                <a:lnTo>
                  <a:pt x="1962912" y="70104"/>
                </a:lnTo>
                <a:lnTo>
                  <a:pt x="1964436" y="71628"/>
                </a:lnTo>
                <a:lnTo>
                  <a:pt x="1967483" y="70866"/>
                </a:lnTo>
                <a:lnTo>
                  <a:pt x="1971294" y="67056"/>
                </a:lnTo>
                <a:close/>
              </a:path>
              <a:path w="2016760" h="2699384">
                <a:moveTo>
                  <a:pt x="1982724" y="51816"/>
                </a:moveTo>
                <a:lnTo>
                  <a:pt x="1981962" y="48768"/>
                </a:lnTo>
                <a:lnTo>
                  <a:pt x="1977389" y="45720"/>
                </a:lnTo>
                <a:lnTo>
                  <a:pt x="1975104" y="45720"/>
                </a:lnTo>
                <a:lnTo>
                  <a:pt x="1972818" y="48006"/>
                </a:lnTo>
                <a:lnTo>
                  <a:pt x="1971294" y="50292"/>
                </a:lnTo>
                <a:lnTo>
                  <a:pt x="1972056" y="53340"/>
                </a:lnTo>
                <a:lnTo>
                  <a:pt x="1974342" y="54864"/>
                </a:lnTo>
                <a:lnTo>
                  <a:pt x="1975866" y="56388"/>
                </a:lnTo>
                <a:lnTo>
                  <a:pt x="1978914" y="55626"/>
                </a:lnTo>
                <a:lnTo>
                  <a:pt x="1982724" y="51816"/>
                </a:lnTo>
                <a:close/>
              </a:path>
              <a:path w="2016760" h="2699384">
                <a:moveTo>
                  <a:pt x="1993392" y="36576"/>
                </a:moveTo>
                <a:lnTo>
                  <a:pt x="1993392" y="33528"/>
                </a:lnTo>
                <a:lnTo>
                  <a:pt x="1988820" y="30480"/>
                </a:lnTo>
                <a:lnTo>
                  <a:pt x="1985771" y="30480"/>
                </a:lnTo>
                <a:lnTo>
                  <a:pt x="1982724" y="35052"/>
                </a:lnTo>
                <a:lnTo>
                  <a:pt x="1983486" y="38100"/>
                </a:lnTo>
                <a:lnTo>
                  <a:pt x="1985771" y="39624"/>
                </a:lnTo>
                <a:lnTo>
                  <a:pt x="1987295" y="41148"/>
                </a:lnTo>
                <a:lnTo>
                  <a:pt x="1990344" y="40386"/>
                </a:lnTo>
                <a:lnTo>
                  <a:pt x="1991868" y="38862"/>
                </a:lnTo>
                <a:lnTo>
                  <a:pt x="1993392" y="36576"/>
                </a:lnTo>
                <a:close/>
              </a:path>
              <a:path w="2016760" h="2699384">
                <a:moveTo>
                  <a:pt x="2004821" y="21336"/>
                </a:moveTo>
                <a:lnTo>
                  <a:pt x="2004821" y="18288"/>
                </a:lnTo>
                <a:lnTo>
                  <a:pt x="2000250" y="15240"/>
                </a:lnTo>
                <a:lnTo>
                  <a:pt x="1997202" y="15240"/>
                </a:lnTo>
                <a:lnTo>
                  <a:pt x="1994154" y="19812"/>
                </a:lnTo>
                <a:lnTo>
                  <a:pt x="1994916" y="22860"/>
                </a:lnTo>
                <a:lnTo>
                  <a:pt x="1997202" y="24384"/>
                </a:lnTo>
                <a:lnTo>
                  <a:pt x="1998726" y="25908"/>
                </a:lnTo>
                <a:lnTo>
                  <a:pt x="2001774" y="25146"/>
                </a:lnTo>
                <a:lnTo>
                  <a:pt x="2003298" y="23622"/>
                </a:lnTo>
                <a:lnTo>
                  <a:pt x="2004821" y="21336"/>
                </a:lnTo>
                <a:close/>
              </a:path>
              <a:path w="2016760" h="2699384">
                <a:moveTo>
                  <a:pt x="2016252" y="6096"/>
                </a:moveTo>
                <a:lnTo>
                  <a:pt x="2016252" y="3048"/>
                </a:lnTo>
                <a:lnTo>
                  <a:pt x="2011680" y="0"/>
                </a:lnTo>
                <a:lnTo>
                  <a:pt x="2008632" y="0"/>
                </a:lnTo>
                <a:lnTo>
                  <a:pt x="2005583" y="4572"/>
                </a:lnTo>
                <a:lnTo>
                  <a:pt x="2006345" y="7620"/>
                </a:lnTo>
                <a:lnTo>
                  <a:pt x="2008632" y="9144"/>
                </a:lnTo>
                <a:lnTo>
                  <a:pt x="2010156" y="10668"/>
                </a:lnTo>
                <a:lnTo>
                  <a:pt x="2013204" y="9906"/>
                </a:lnTo>
                <a:lnTo>
                  <a:pt x="2014727" y="7620"/>
                </a:lnTo>
                <a:lnTo>
                  <a:pt x="2016252" y="6096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3" name="object 37">
            <a:extLst>
              <a:ext uri="{FF2B5EF4-FFF2-40B4-BE49-F238E27FC236}">
                <a16:creationId xmlns:a16="http://schemas.microsoft.com/office/drawing/2014/main" id="{8438EDF5-0972-4254-BB10-1E53360F9845}"/>
              </a:ext>
            </a:extLst>
          </p:cNvPr>
          <p:cNvSpPr/>
          <p:nvPr/>
        </p:nvSpPr>
        <p:spPr>
          <a:xfrm>
            <a:off x="2266549" y="2415392"/>
            <a:ext cx="2439895" cy="3265395"/>
          </a:xfrm>
          <a:custGeom>
            <a:avLst/>
            <a:gdLst/>
            <a:ahLst/>
            <a:cxnLst/>
            <a:rect l="l" t="t" r="r" b="b"/>
            <a:pathLst>
              <a:path w="2073910" h="2775585">
                <a:moveTo>
                  <a:pt x="10667" y="2770632"/>
                </a:moveTo>
                <a:lnTo>
                  <a:pt x="9905" y="2767584"/>
                </a:lnTo>
                <a:lnTo>
                  <a:pt x="8381" y="2766060"/>
                </a:lnTo>
                <a:lnTo>
                  <a:pt x="6095" y="2764536"/>
                </a:lnTo>
                <a:lnTo>
                  <a:pt x="3047" y="2765298"/>
                </a:lnTo>
                <a:lnTo>
                  <a:pt x="1523" y="2766822"/>
                </a:lnTo>
                <a:lnTo>
                  <a:pt x="0" y="2769108"/>
                </a:lnTo>
                <a:lnTo>
                  <a:pt x="0" y="2772156"/>
                </a:lnTo>
                <a:lnTo>
                  <a:pt x="4571" y="2775204"/>
                </a:lnTo>
                <a:lnTo>
                  <a:pt x="7619" y="2775204"/>
                </a:lnTo>
                <a:lnTo>
                  <a:pt x="10667" y="2770632"/>
                </a:lnTo>
                <a:close/>
              </a:path>
              <a:path w="2073910" h="2775585">
                <a:moveTo>
                  <a:pt x="22097" y="2755392"/>
                </a:moveTo>
                <a:lnTo>
                  <a:pt x="21335" y="2752344"/>
                </a:lnTo>
                <a:lnTo>
                  <a:pt x="19811" y="2750820"/>
                </a:lnTo>
                <a:lnTo>
                  <a:pt x="17525" y="2749296"/>
                </a:lnTo>
                <a:lnTo>
                  <a:pt x="14477" y="2750058"/>
                </a:lnTo>
                <a:lnTo>
                  <a:pt x="12953" y="2751582"/>
                </a:lnTo>
                <a:lnTo>
                  <a:pt x="11429" y="2753868"/>
                </a:lnTo>
                <a:lnTo>
                  <a:pt x="11429" y="2756916"/>
                </a:lnTo>
                <a:lnTo>
                  <a:pt x="16001" y="2759964"/>
                </a:lnTo>
                <a:lnTo>
                  <a:pt x="19049" y="2759964"/>
                </a:lnTo>
                <a:lnTo>
                  <a:pt x="22097" y="2755392"/>
                </a:lnTo>
                <a:close/>
              </a:path>
              <a:path w="2073910" h="2775585">
                <a:moveTo>
                  <a:pt x="33527" y="2740152"/>
                </a:moveTo>
                <a:lnTo>
                  <a:pt x="32765" y="2737104"/>
                </a:lnTo>
                <a:lnTo>
                  <a:pt x="31241" y="2735580"/>
                </a:lnTo>
                <a:lnTo>
                  <a:pt x="28955" y="2734056"/>
                </a:lnTo>
                <a:lnTo>
                  <a:pt x="25907" y="2734818"/>
                </a:lnTo>
                <a:lnTo>
                  <a:pt x="24383" y="2736342"/>
                </a:lnTo>
                <a:lnTo>
                  <a:pt x="22859" y="2738628"/>
                </a:lnTo>
                <a:lnTo>
                  <a:pt x="22859" y="2741676"/>
                </a:lnTo>
                <a:lnTo>
                  <a:pt x="27431" y="2744724"/>
                </a:lnTo>
                <a:lnTo>
                  <a:pt x="30479" y="2744724"/>
                </a:lnTo>
                <a:lnTo>
                  <a:pt x="33527" y="2740152"/>
                </a:lnTo>
                <a:close/>
              </a:path>
              <a:path w="2073910" h="2775585">
                <a:moveTo>
                  <a:pt x="44957" y="2724912"/>
                </a:moveTo>
                <a:lnTo>
                  <a:pt x="44195" y="2721864"/>
                </a:lnTo>
                <a:lnTo>
                  <a:pt x="42671" y="2720340"/>
                </a:lnTo>
                <a:lnTo>
                  <a:pt x="40385" y="2718816"/>
                </a:lnTo>
                <a:lnTo>
                  <a:pt x="37337" y="2719578"/>
                </a:lnTo>
                <a:lnTo>
                  <a:pt x="35813" y="2721102"/>
                </a:lnTo>
                <a:lnTo>
                  <a:pt x="34289" y="2723388"/>
                </a:lnTo>
                <a:lnTo>
                  <a:pt x="34289" y="2726436"/>
                </a:lnTo>
                <a:lnTo>
                  <a:pt x="38861" y="2729484"/>
                </a:lnTo>
                <a:lnTo>
                  <a:pt x="41909" y="2729484"/>
                </a:lnTo>
                <a:lnTo>
                  <a:pt x="44957" y="2724912"/>
                </a:lnTo>
                <a:close/>
              </a:path>
              <a:path w="2073910" h="2775585">
                <a:moveTo>
                  <a:pt x="56387" y="2709672"/>
                </a:moveTo>
                <a:lnTo>
                  <a:pt x="55625" y="2706624"/>
                </a:lnTo>
                <a:lnTo>
                  <a:pt x="54101" y="2705100"/>
                </a:lnTo>
                <a:lnTo>
                  <a:pt x="51815" y="2703576"/>
                </a:lnTo>
                <a:lnTo>
                  <a:pt x="48767" y="2704338"/>
                </a:lnTo>
                <a:lnTo>
                  <a:pt x="47243" y="2705862"/>
                </a:lnTo>
                <a:lnTo>
                  <a:pt x="45719" y="2708148"/>
                </a:lnTo>
                <a:lnTo>
                  <a:pt x="45719" y="2711196"/>
                </a:lnTo>
                <a:lnTo>
                  <a:pt x="50291" y="2714244"/>
                </a:lnTo>
                <a:lnTo>
                  <a:pt x="53339" y="2714244"/>
                </a:lnTo>
                <a:lnTo>
                  <a:pt x="56387" y="2709672"/>
                </a:lnTo>
                <a:close/>
              </a:path>
              <a:path w="2073910" h="2775585">
                <a:moveTo>
                  <a:pt x="67817" y="2694432"/>
                </a:moveTo>
                <a:lnTo>
                  <a:pt x="67055" y="2691384"/>
                </a:lnTo>
                <a:lnTo>
                  <a:pt x="65531" y="2689860"/>
                </a:lnTo>
                <a:lnTo>
                  <a:pt x="63245" y="2688336"/>
                </a:lnTo>
                <a:lnTo>
                  <a:pt x="60197" y="2688336"/>
                </a:lnTo>
                <a:lnTo>
                  <a:pt x="57149" y="2692908"/>
                </a:lnTo>
                <a:lnTo>
                  <a:pt x="57149" y="2695956"/>
                </a:lnTo>
                <a:lnTo>
                  <a:pt x="61721" y="2699004"/>
                </a:lnTo>
                <a:lnTo>
                  <a:pt x="64769" y="2698242"/>
                </a:lnTo>
                <a:lnTo>
                  <a:pt x="66293" y="2696718"/>
                </a:lnTo>
                <a:lnTo>
                  <a:pt x="67817" y="2694432"/>
                </a:lnTo>
                <a:close/>
              </a:path>
              <a:path w="2073910" h="2775585">
                <a:moveTo>
                  <a:pt x="79247" y="2679192"/>
                </a:moveTo>
                <a:lnTo>
                  <a:pt x="78485" y="2676144"/>
                </a:lnTo>
                <a:lnTo>
                  <a:pt x="76199" y="2674620"/>
                </a:lnTo>
                <a:lnTo>
                  <a:pt x="74675" y="2673096"/>
                </a:lnTo>
                <a:lnTo>
                  <a:pt x="71627" y="2673096"/>
                </a:lnTo>
                <a:lnTo>
                  <a:pt x="68579" y="2677668"/>
                </a:lnTo>
                <a:lnTo>
                  <a:pt x="68579" y="2680716"/>
                </a:lnTo>
                <a:lnTo>
                  <a:pt x="73151" y="2683764"/>
                </a:lnTo>
                <a:lnTo>
                  <a:pt x="76199" y="2683002"/>
                </a:lnTo>
                <a:lnTo>
                  <a:pt x="77723" y="2681478"/>
                </a:lnTo>
                <a:lnTo>
                  <a:pt x="79247" y="2679192"/>
                </a:lnTo>
                <a:close/>
              </a:path>
              <a:path w="2073910" h="2775585">
                <a:moveTo>
                  <a:pt x="90677" y="2663952"/>
                </a:moveTo>
                <a:lnTo>
                  <a:pt x="89915" y="2660904"/>
                </a:lnTo>
                <a:lnTo>
                  <a:pt x="87629" y="2659380"/>
                </a:lnTo>
                <a:lnTo>
                  <a:pt x="86105" y="2657856"/>
                </a:lnTo>
                <a:lnTo>
                  <a:pt x="83057" y="2657856"/>
                </a:lnTo>
                <a:lnTo>
                  <a:pt x="80009" y="2662428"/>
                </a:lnTo>
                <a:lnTo>
                  <a:pt x="80009" y="2665476"/>
                </a:lnTo>
                <a:lnTo>
                  <a:pt x="84581" y="2668524"/>
                </a:lnTo>
                <a:lnTo>
                  <a:pt x="87629" y="2667762"/>
                </a:lnTo>
                <a:lnTo>
                  <a:pt x="89153" y="2666238"/>
                </a:lnTo>
                <a:lnTo>
                  <a:pt x="90677" y="2663952"/>
                </a:lnTo>
                <a:close/>
              </a:path>
              <a:path w="2073910" h="2775585">
                <a:moveTo>
                  <a:pt x="102107" y="2648712"/>
                </a:moveTo>
                <a:lnTo>
                  <a:pt x="101345" y="2645664"/>
                </a:lnTo>
                <a:lnTo>
                  <a:pt x="99059" y="2644140"/>
                </a:lnTo>
                <a:lnTo>
                  <a:pt x="97535" y="2642616"/>
                </a:lnTo>
                <a:lnTo>
                  <a:pt x="94487" y="2642616"/>
                </a:lnTo>
                <a:lnTo>
                  <a:pt x="91439" y="2647188"/>
                </a:lnTo>
                <a:lnTo>
                  <a:pt x="91439" y="2650236"/>
                </a:lnTo>
                <a:lnTo>
                  <a:pt x="96011" y="2653284"/>
                </a:lnTo>
                <a:lnTo>
                  <a:pt x="99059" y="2652522"/>
                </a:lnTo>
                <a:lnTo>
                  <a:pt x="100583" y="2650998"/>
                </a:lnTo>
                <a:lnTo>
                  <a:pt x="102107" y="2648712"/>
                </a:lnTo>
                <a:close/>
              </a:path>
              <a:path w="2073910" h="2775585">
                <a:moveTo>
                  <a:pt x="113538" y="2633472"/>
                </a:moveTo>
                <a:lnTo>
                  <a:pt x="112775" y="2630424"/>
                </a:lnTo>
                <a:lnTo>
                  <a:pt x="110489" y="2628900"/>
                </a:lnTo>
                <a:lnTo>
                  <a:pt x="108965" y="2627376"/>
                </a:lnTo>
                <a:lnTo>
                  <a:pt x="105917" y="2627376"/>
                </a:lnTo>
                <a:lnTo>
                  <a:pt x="102869" y="2631948"/>
                </a:lnTo>
                <a:lnTo>
                  <a:pt x="102869" y="2634996"/>
                </a:lnTo>
                <a:lnTo>
                  <a:pt x="107441" y="2638044"/>
                </a:lnTo>
                <a:lnTo>
                  <a:pt x="110489" y="2637282"/>
                </a:lnTo>
                <a:lnTo>
                  <a:pt x="112013" y="2635758"/>
                </a:lnTo>
                <a:lnTo>
                  <a:pt x="113538" y="2633472"/>
                </a:lnTo>
                <a:close/>
              </a:path>
              <a:path w="2073910" h="2775585">
                <a:moveTo>
                  <a:pt x="124967" y="2618232"/>
                </a:moveTo>
                <a:lnTo>
                  <a:pt x="124205" y="2615184"/>
                </a:lnTo>
                <a:lnTo>
                  <a:pt x="121920" y="2613660"/>
                </a:lnTo>
                <a:lnTo>
                  <a:pt x="120395" y="2612136"/>
                </a:lnTo>
                <a:lnTo>
                  <a:pt x="117347" y="2612136"/>
                </a:lnTo>
                <a:lnTo>
                  <a:pt x="115823" y="2614422"/>
                </a:lnTo>
                <a:lnTo>
                  <a:pt x="113538" y="2616708"/>
                </a:lnTo>
                <a:lnTo>
                  <a:pt x="114299" y="2619756"/>
                </a:lnTo>
                <a:lnTo>
                  <a:pt x="118872" y="2622804"/>
                </a:lnTo>
                <a:lnTo>
                  <a:pt x="121157" y="2622042"/>
                </a:lnTo>
                <a:lnTo>
                  <a:pt x="124967" y="2618232"/>
                </a:lnTo>
                <a:close/>
              </a:path>
              <a:path w="2073910" h="2775585">
                <a:moveTo>
                  <a:pt x="136397" y="2602992"/>
                </a:moveTo>
                <a:lnTo>
                  <a:pt x="135636" y="2599944"/>
                </a:lnTo>
                <a:lnTo>
                  <a:pt x="131063" y="2596896"/>
                </a:lnTo>
                <a:lnTo>
                  <a:pt x="128777" y="2596896"/>
                </a:lnTo>
                <a:lnTo>
                  <a:pt x="127254" y="2599182"/>
                </a:lnTo>
                <a:lnTo>
                  <a:pt x="126491" y="2599182"/>
                </a:lnTo>
                <a:lnTo>
                  <a:pt x="124967" y="2601468"/>
                </a:lnTo>
                <a:lnTo>
                  <a:pt x="125729" y="2604516"/>
                </a:lnTo>
                <a:lnTo>
                  <a:pt x="130301" y="2607564"/>
                </a:lnTo>
                <a:lnTo>
                  <a:pt x="132588" y="2606802"/>
                </a:lnTo>
                <a:lnTo>
                  <a:pt x="136397" y="2602992"/>
                </a:lnTo>
                <a:close/>
              </a:path>
              <a:path w="2073910" h="2775585">
                <a:moveTo>
                  <a:pt x="147827" y="2587752"/>
                </a:moveTo>
                <a:lnTo>
                  <a:pt x="147065" y="2584704"/>
                </a:lnTo>
                <a:lnTo>
                  <a:pt x="142493" y="2581656"/>
                </a:lnTo>
                <a:lnTo>
                  <a:pt x="140207" y="2581656"/>
                </a:lnTo>
                <a:lnTo>
                  <a:pt x="137921" y="2583942"/>
                </a:lnTo>
                <a:lnTo>
                  <a:pt x="136397" y="2586228"/>
                </a:lnTo>
                <a:lnTo>
                  <a:pt x="137160" y="2589276"/>
                </a:lnTo>
                <a:lnTo>
                  <a:pt x="139445" y="2590800"/>
                </a:lnTo>
                <a:lnTo>
                  <a:pt x="140970" y="2592324"/>
                </a:lnTo>
                <a:lnTo>
                  <a:pt x="144017" y="2591562"/>
                </a:lnTo>
                <a:lnTo>
                  <a:pt x="145542" y="2589276"/>
                </a:lnTo>
                <a:lnTo>
                  <a:pt x="147827" y="2587752"/>
                </a:lnTo>
                <a:close/>
              </a:path>
              <a:path w="2073910" h="2775585">
                <a:moveTo>
                  <a:pt x="159257" y="2572512"/>
                </a:moveTo>
                <a:lnTo>
                  <a:pt x="158495" y="2569464"/>
                </a:lnTo>
                <a:lnTo>
                  <a:pt x="153923" y="2566416"/>
                </a:lnTo>
                <a:lnTo>
                  <a:pt x="150875" y="2566416"/>
                </a:lnTo>
                <a:lnTo>
                  <a:pt x="147827" y="2570988"/>
                </a:lnTo>
                <a:lnTo>
                  <a:pt x="148589" y="2574036"/>
                </a:lnTo>
                <a:lnTo>
                  <a:pt x="150875" y="2575560"/>
                </a:lnTo>
                <a:lnTo>
                  <a:pt x="152399" y="2577084"/>
                </a:lnTo>
                <a:lnTo>
                  <a:pt x="155447" y="2576322"/>
                </a:lnTo>
                <a:lnTo>
                  <a:pt x="156971" y="2574036"/>
                </a:lnTo>
                <a:lnTo>
                  <a:pt x="159257" y="2572512"/>
                </a:lnTo>
                <a:close/>
              </a:path>
              <a:path w="2073910" h="2775585">
                <a:moveTo>
                  <a:pt x="169925" y="2557272"/>
                </a:moveTo>
                <a:lnTo>
                  <a:pt x="169925" y="2554224"/>
                </a:lnTo>
                <a:lnTo>
                  <a:pt x="167639" y="2552700"/>
                </a:lnTo>
                <a:lnTo>
                  <a:pt x="165353" y="2550414"/>
                </a:lnTo>
                <a:lnTo>
                  <a:pt x="162305" y="2551176"/>
                </a:lnTo>
                <a:lnTo>
                  <a:pt x="159257" y="2555748"/>
                </a:lnTo>
                <a:lnTo>
                  <a:pt x="160019" y="2558796"/>
                </a:lnTo>
                <a:lnTo>
                  <a:pt x="162305" y="2560320"/>
                </a:lnTo>
                <a:lnTo>
                  <a:pt x="163829" y="2561844"/>
                </a:lnTo>
                <a:lnTo>
                  <a:pt x="166877" y="2561082"/>
                </a:lnTo>
                <a:lnTo>
                  <a:pt x="168401" y="2558796"/>
                </a:lnTo>
                <a:lnTo>
                  <a:pt x="169925" y="2557272"/>
                </a:lnTo>
                <a:close/>
              </a:path>
              <a:path w="2073910" h="2775585">
                <a:moveTo>
                  <a:pt x="181355" y="2541270"/>
                </a:moveTo>
                <a:lnTo>
                  <a:pt x="181355" y="2538984"/>
                </a:lnTo>
                <a:lnTo>
                  <a:pt x="179069" y="2536698"/>
                </a:lnTo>
                <a:lnTo>
                  <a:pt x="176783" y="2535174"/>
                </a:lnTo>
                <a:lnTo>
                  <a:pt x="173735" y="2535936"/>
                </a:lnTo>
                <a:lnTo>
                  <a:pt x="170687" y="2540508"/>
                </a:lnTo>
                <a:lnTo>
                  <a:pt x="171449" y="2542794"/>
                </a:lnTo>
                <a:lnTo>
                  <a:pt x="175259" y="2546604"/>
                </a:lnTo>
                <a:lnTo>
                  <a:pt x="178307" y="2545842"/>
                </a:lnTo>
                <a:lnTo>
                  <a:pt x="181355" y="2541270"/>
                </a:lnTo>
                <a:close/>
              </a:path>
              <a:path w="2073910" h="2775585">
                <a:moveTo>
                  <a:pt x="192785" y="2526030"/>
                </a:moveTo>
                <a:lnTo>
                  <a:pt x="192785" y="2523744"/>
                </a:lnTo>
                <a:lnTo>
                  <a:pt x="190499" y="2521458"/>
                </a:lnTo>
                <a:lnTo>
                  <a:pt x="188213" y="2519934"/>
                </a:lnTo>
                <a:lnTo>
                  <a:pt x="185165" y="2520696"/>
                </a:lnTo>
                <a:lnTo>
                  <a:pt x="183641" y="2522982"/>
                </a:lnTo>
                <a:lnTo>
                  <a:pt x="182117" y="2524506"/>
                </a:lnTo>
                <a:lnTo>
                  <a:pt x="182879" y="2527554"/>
                </a:lnTo>
                <a:lnTo>
                  <a:pt x="185165" y="2529078"/>
                </a:lnTo>
                <a:lnTo>
                  <a:pt x="186689" y="2531364"/>
                </a:lnTo>
                <a:lnTo>
                  <a:pt x="189737" y="2530602"/>
                </a:lnTo>
                <a:lnTo>
                  <a:pt x="192785" y="2526030"/>
                </a:lnTo>
                <a:close/>
              </a:path>
              <a:path w="2073910" h="2775585">
                <a:moveTo>
                  <a:pt x="204215" y="2510790"/>
                </a:moveTo>
                <a:lnTo>
                  <a:pt x="204215" y="2507742"/>
                </a:lnTo>
                <a:lnTo>
                  <a:pt x="199643" y="2504694"/>
                </a:lnTo>
                <a:lnTo>
                  <a:pt x="196595" y="2505456"/>
                </a:lnTo>
                <a:lnTo>
                  <a:pt x="195071" y="2507742"/>
                </a:lnTo>
                <a:lnTo>
                  <a:pt x="193547" y="2509266"/>
                </a:lnTo>
                <a:lnTo>
                  <a:pt x="194309" y="2512314"/>
                </a:lnTo>
                <a:lnTo>
                  <a:pt x="196595" y="2513838"/>
                </a:lnTo>
                <a:lnTo>
                  <a:pt x="198119" y="2515362"/>
                </a:lnTo>
                <a:lnTo>
                  <a:pt x="201167" y="2515362"/>
                </a:lnTo>
                <a:lnTo>
                  <a:pt x="204215" y="2510790"/>
                </a:lnTo>
                <a:close/>
              </a:path>
              <a:path w="2073910" h="2775585">
                <a:moveTo>
                  <a:pt x="215646" y="2495550"/>
                </a:moveTo>
                <a:lnTo>
                  <a:pt x="215646" y="2492502"/>
                </a:lnTo>
                <a:lnTo>
                  <a:pt x="211073" y="2489454"/>
                </a:lnTo>
                <a:lnTo>
                  <a:pt x="208025" y="2490216"/>
                </a:lnTo>
                <a:lnTo>
                  <a:pt x="206501" y="2492502"/>
                </a:lnTo>
                <a:lnTo>
                  <a:pt x="204977" y="2494026"/>
                </a:lnTo>
                <a:lnTo>
                  <a:pt x="205739" y="2497074"/>
                </a:lnTo>
                <a:lnTo>
                  <a:pt x="207263" y="2498598"/>
                </a:lnTo>
                <a:lnTo>
                  <a:pt x="209549" y="2500122"/>
                </a:lnTo>
                <a:lnTo>
                  <a:pt x="212597" y="2500122"/>
                </a:lnTo>
                <a:lnTo>
                  <a:pt x="215646" y="2495550"/>
                </a:lnTo>
                <a:close/>
              </a:path>
              <a:path w="2073910" h="2775585">
                <a:moveTo>
                  <a:pt x="227076" y="2480310"/>
                </a:moveTo>
                <a:lnTo>
                  <a:pt x="227076" y="2477262"/>
                </a:lnTo>
                <a:lnTo>
                  <a:pt x="222504" y="2474214"/>
                </a:lnTo>
                <a:lnTo>
                  <a:pt x="219455" y="2474976"/>
                </a:lnTo>
                <a:lnTo>
                  <a:pt x="217932" y="2477262"/>
                </a:lnTo>
                <a:lnTo>
                  <a:pt x="216408" y="2478786"/>
                </a:lnTo>
                <a:lnTo>
                  <a:pt x="217169" y="2481834"/>
                </a:lnTo>
                <a:lnTo>
                  <a:pt x="218694" y="2483358"/>
                </a:lnTo>
                <a:lnTo>
                  <a:pt x="220979" y="2484882"/>
                </a:lnTo>
                <a:lnTo>
                  <a:pt x="224028" y="2484882"/>
                </a:lnTo>
                <a:lnTo>
                  <a:pt x="227076" y="2480310"/>
                </a:lnTo>
                <a:close/>
              </a:path>
              <a:path w="2073910" h="2775585">
                <a:moveTo>
                  <a:pt x="238505" y="2465070"/>
                </a:moveTo>
                <a:lnTo>
                  <a:pt x="238505" y="2462022"/>
                </a:lnTo>
                <a:lnTo>
                  <a:pt x="233933" y="2458974"/>
                </a:lnTo>
                <a:lnTo>
                  <a:pt x="230886" y="2459736"/>
                </a:lnTo>
                <a:lnTo>
                  <a:pt x="229361" y="2462022"/>
                </a:lnTo>
                <a:lnTo>
                  <a:pt x="227837" y="2463546"/>
                </a:lnTo>
                <a:lnTo>
                  <a:pt x="228600" y="2466594"/>
                </a:lnTo>
                <a:lnTo>
                  <a:pt x="230123" y="2468118"/>
                </a:lnTo>
                <a:lnTo>
                  <a:pt x="232409" y="2469642"/>
                </a:lnTo>
                <a:lnTo>
                  <a:pt x="235458" y="2469642"/>
                </a:lnTo>
                <a:lnTo>
                  <a:pt x="238505" y="2465070"/>
                </a:lnTo>
                <a:close/>
              </a:path>
              <a:path w="2073910" h="2775585">
                <a:moveTo>
                  <a:pt x="249936" y="2449830"/>
                </a:moveTo>
                <a:lnTo>
                  <a:pt x="249936" y="2446782"/>
                </a:lnTo>
                <a:lnTo>
                  <a:pt x="245364" y="2443734"/>
                </a:lnTo>
                <a:lnTo>
                  <a:pt x="242315" y="2444496"/>
                </a:lnTo>
                <a:lnTo>
                  <a:pt x="240791" y="2446020"/>
                </a:lnTo>
                <a:lnTo>
                  <a:pt x="239268" y="2448306"/>
                </a:lnTo>
                <a:lnTo>
                  <a:pt x="240029" y="2451354"/>
                </a:lnTo>
                <a:lnTo>
                  <a:pt x="241554" y="2452878"/>
                </a:lnTo>
                <a:lnTo>
                  <a:pt x="243840" y="2454402"/>
                </a:lnTo>
                <a:lnTo>
                  <a:pt x="246887" y="2454402"/>
                </a:lnTo>
                <a:lnTo>
                  <a:pt x="249936" y="2449830"/>
                </a:lnTo>
                <a:close/>
              </a:path>
              <a:path w="2073910" h="2775585">
                <a:moveTo>
                  <a:pt x="261365" y="2434590"/>
                </a:moveTo>
                <a:lnTo>
                  <a:pt x="261365" y="2431542"/>
                </a:lnTo>
                <a:lnTo>
                  <a:pt x="256794" y="2428494"/>
                </a:lnTo>
                <a:lnTo>
                  <a:pt x="253746" y="2429256"/>
                </a:lnTo>
                <a:lnTo>
                  <a:pt x="252222" y="2430780"/>
                </a:lnTo>
                <a:lnTo>
                  <a:pt x="250697" y="2433066"/>
                </a:lnTo>
                <a:lnTo>
                  <a:pt x="251459" y="2436114"/>
                </a:lnTo>
                <a:lnTo>
                  <a:pt x="252983" y="2437638"/>
                </a:lnTo>
                <a:lnTo>
                  <a:pt x="255269" y="2439162"/>
                </a:lnTo>
                <a:lnTo>
                  <a:pt x="258318" y="2439162"/>
                </a:lnTo>
                <a:lnTo>
                  <a:pt x="261365" y="2434590"/>
                </a:lnTo>
                <a:close/>
              </a:path>
              <a:path w="2073910" h="2775585">
                <a:moveTo>
                  <a:pt x="272796" y="2419350"/>
                </a:moveTo>
                <a:lnTo>
                  <a:pt x="272796" y="2416302"/>
                </a:lnTo>
                <a:lnTo>
                  <a:pt x="268223" y="2413254"/>
                </a:lnTo>
                <a:lnTo>
                  <a:pt x="265176" y="2414016"/>
                </a:lnTo>
                <a:lnTo>
                  <a:pt x="263652" y="2415540"/>
                </a:lnTo>
                <a:lnTo>
                  <a:pt x="262128" y="2417826"/>
                </a:lnTo>
                <a:lnTo>
                  <a:pt x="262128" y="2420874"/>
                </a:lnTo>
                <a:lnTo>
                  <a:pt x="266700" y="2423922"/>
                </a:lnTo>
                <a:lnTo>
                  <a:pt x="269748" y="2423922"/>
                </a:lnTo>
                <a:lnTo>
                  <a:pt x="272796" y="2419350"/>
                </a:lnTo>
                <a:close/>
              </a:path>
              <a:path w="2073910" h="2775585">
                <a:moveTo>
                  <a:pt x="284225" y="2404110"/>
                </a:moveTo>
                <a:lnTo>
                  <a:pt x="283463" y="2401062"/>
                </a:lnTo>
                <a:lnTo>
                  <a:pt x="281939" y="2399538"/>
                </a:lnTo>
                <a:lnTo>
                  <a:pt x="279653" y="2398014"/>
                </a:lnTo>
                <a:lnTo>
                  <a:pt x="276605" y="2398776"/>
                </a:lnTo>
                <a:lnTo>
                  <a:pt x="275081" y="2400300"/>
                </a:lnTo>
                <a:lnTo>
                  <a:pt x="273557" y="2402586"/>
                </a:lnTo>
                <a:lnTo>
                  <a:pt x="273558" y="2405634"/>
                </a:lnTo>
                <a:lnTo>
                  <a:pt x="278130" y="2408682"/>
                </a:lnTo>
                <a:lnTo>
                  <a:pt x="281178" y="2408682"/>
                </a:lnTo>
                <a:lnTo>
                  <a:pt x="284225" y="2404110"/>
                </a:lnTo>
                <a:close/>
              </a:path>
              <a:path w="2073910" h="2775585">
                <a:moveTo>
                  <a:pt x="295655" y="2388870"/>
                </a:moveTo>
                <a:lnTo>
                  <a:pt x="294893" y="2385822"/>
                </a:lnTo>
                <a:lnTo>
                  <a:pt x="293369" y="2384298"/>
                </a:lnTo>
                <a:lnTo>
                  <a:pt x="291083" y="2382774"/>
                </a:lnTo>
                <a:lnTo>
                  <a:pt x="288035" y="2383536"/>
                </a:lnTo>
                <a:lnTo>
                  <a:pt x="286511" y="2385060"/>
                </a:lnTo>
                <a:lnTo>
                  <a:pt x="284987" y="2387346"/>
                </a:lnTo>
                <a:lnTo>
                  <a:pt x="284987" y="2390394"/>
                </a:lnTo>
                <a:lnTo>
                  <a:pt x="289559" y="2393442"/>
                </a:lnTo>
                <a:lnTo>
                  <a:pt x="292607" y="2393442"/>
                </a:lnTo>
                <a:lnTo>
                  <a:pt x="295655" y="2388870"/>
                </a:lnTo>
                <a:close/>
              </a:path>
              <a:path w="2073910" h="2775585">
                <a:moveTo>
                  <a:pt x="307085" y="2373630"/>
                </a:moveTo>
                <a:lnTo>
                  <a:pt x="306323" y="2370582"/>
                </a:lnTo>
                <a:lnTo>
                  <a:pt x="304799" y="2369058"/>
                </a:lnTo>
                <a:lnTo>
                  <a:pt x="302513" y="2367534"/>
                </a:lnTo>
                <a:lnTo>
                  <a:pt x="299465" y="2367534"/>
                </a:lnTo>
                <a:lnTo>
                  <a:pt x="296417" y="2372106"/>
                </a:lnTo>
                <a:lnTo>
                  <a:pt x="296417" y="2375154"/>
                </a:lnTo>
                <a:lnTo>
                  <a:pt x="300989" y="2378202"/>
                </a:lnTo>
                <a:lnTo>
                  <a:pt x="304037" y="2377440"/>
                </a:lnTo>
                <a:lnTo>
                  <a:pt x="305561" y="2375916"/>
                </a:lnTo>
                <a:lnTo>
                  <a:pt x="307085" y="2373630"/>
                </a:lnTo>
                <a:close/>
              </a:path>
              <a:path w="2073910" h="2775585">
                <a:moveTo>
                  <a:pt x="318515" y="2358390"/>
                </a:moveTo>
                <a:lnTo>
                  <a:pt x="317753" y="2355342"/>
                </a:lnTo>
                <a:lnTo>
                  <a:pt x="316229" y="2353818"/>
                </a:lnTo>
                <a:lnTo>
                  <a:pt x="313943" y="2352294"/>
                </a:lnTo>
                <a:lnTo>
                  <a:pt x="310895" y="2352294"/>
                </a:lnTo>
                <a:lnTo>
                  <a:pt x="307847" y="2356866"/>
                </a:lnTo>
                <a:lnTo>
                  <a:pt x="307847" y="2359914"/>
                </a:lnTo>
                <a:lnTo>
                  <a:pt x="312419" y="2362962"/>
                </a:lnTo>
                <a:lnTo>
                  <a:pt x="315467" y="2362200"/>
                </a:lnTo>
                <a:lnTo>
                  <a:pt x="316991" y="2360676"/>
                </a:lnTo>
                <a:lnTo>
                  <a:pt x="318515" y="2358390"/>
                </a:lnTo>
                <a:close/>
              </a:path>
              <a:path w="2073910" h="2775585">
                <a:moveTo>
                  <a:pt x="329945" y="2343150"/>
                </a:moveTo>
                <a:lnTo>
                  <a:pt x="329183" y="2340102"/>
                </a:lnTo>
                <a:lnTo>
                  <a:pt x="327659" y="2338578"/>
                </a:lnTo>
                <a:lnTo>
                  <a:pt x="325373" y="2337054"/>
                </a:lnTo>
                <a:lnTo>
                  <a:pt x="322325" y="2337054"/>
                </a:lnTo>
                <a:lnTo>
                  <a:pt x="319277" y="2341626"/>
                </a:lnTo>
                <a:lnTo>
                  <a:pt x="319277" y="2344674"/>
                </a:lnTo>
                <a:lnTo>
                  <a:pt x="323849" y="2347722"/>
                </a:lnTo>
                <a:lnTo>
                  <a:pt x="326897" y="2346960"/>
                </a:lnTo>
                <a:lnTo>
                  <a:pt x="328421" y="2345436"/>
                </a:lnTo>
                <a:lnTo>
                  <a:pt x="329945" y="2343150"/>
                </a:lnTo>
                <a:close/>
              </a:path>
              <a:path w="2073910" h="2775585">
                <a:moveTo>
                  <a:pt x="341375" y="2327910"/>
                </a:moveTo>
                <a:lnTo>
                  <a:pt x="340613" y="2324862"/>
                </a:lnTo>
                <a:lnTo>
                  <a:pt x="338327" y="2323338"/>
                </a:lnTo>
                <a:lnTo>
                  <a:pt x="336803" y="2321814"/>
                </a:lnTo>
                <a:lnTo>
                  <a:pt x="333755" y="2321814"/>
                </a:lnTo>
                <a:lnTo>
                  <a:pt x="330707" y="2326386"/>
                </a:lnTo>
                <a:lnTo>
                  <a:pt x="330707" y="2329434"/>
                </a:lnTo>
                <a:lnTo>
                  <a:pt x="335279" y="2332482"/>
                </a:lnTo>
                <a:lnTo>
                  <a:pt x="338327" y="2331720"/>
                </a:lnTo>
                <a:lnTo>
                  <a:pt x="339851" y="2330196"/>
                </a:lnTo>
                <a:lnTo>
                  <a:pt x="341375" y="2327910"/>
                </a:lnTo>
                <a:close/>
              </a:path>
              <a:path w="2073910" h="2775585">
                <a:moveTo>
                  <a:pt x="352805" y="2312670"/>
                </a:moveTo>
                <a:lnTo>
                  <a:pt x="352043" y="2309622"/>
                </a:lnTo>
                <a:lnTo>
                  <a:pt x="349757" y="2308098"/>
                </a:lnTo>
                <a:lnTo>
                  <a:pt x="348233" y="2306574"/>
                </a:lnTo>
                <a:lnTo>
                  <a:pt x="345185" y="2306574"/>
                </a:lnTo>
                <a:lnTo>
                  <a:pt x="342137" y="2311146"/>
                </a:lnTo>
                <a:lnTo>
                  <a:pt x="342137" y="2314194"/>
                </a:lnTo>
                <a:lnTo>
                  <a:pt x="346709" y="2317242"/>
                </a:lnTo>
                <a:lnTo>
                  <a:pt x="349757" y="2316480"/>
                </a:lnTo>
                <a:lnTo>
                  <a:pt x="351281" y="2314956"/>
                </a:lnTo>
                <a:lnTo>
                  <a:pt x="352805" y="2312670"/>
                </a:lnTo>
                <a:close/>
              </a:path>
              <a:path w="2073910" h="2775585">
                <a:moveTo>
                  <a:pt x="364235" y="2297430"/>
                </a:moveTo>
                <a:lnTo>
                  <a:pt x="363473" y="2294382"/>
                </a:lnTo>
                <a:lnTo>
                  <a:pt x="361187" y="2292858"/>
                </a:lnTo>
                <a:lnTo>
                  <a:pt x="359663" y="2291334"/>
                </a:lnTo>
                <a:lnTo>
                  <a:pt x="356615" y="2291334"/>
                </a:lnTo>
                <a:lnTo>
                  <a:pt x="353567" y="2295906"/>
                </a:lnTo>
                <a:lnTo>
                  <a:pt x="353567" y="2298954"/>
                </a:lnTo>
                <a:lnTo>
                  <a:pt x="358139" y="2302002"/>
                </a:lnTo>
                <a:lnTo>
                  <a:pt x="361187" y="2301240"/>
                </a:lnTo>
                <a:lnTo>
                  <a:pt x="362711" y="2298954"/>
                </a:lnTo>
                <a:lnTo>
                  <a:pt x="364235" y="2297430"/>
                </a:lnTo>
                <a:close/>
              </a:path>
              <a:path w="2073910" h="2775585">
                <a:moveTo>
                  <a:pt x="375665" y="2282190"/>
                </a:moveTo>
                <a:lnTo>
                  <a:pt x="374903" y="2279142"/>
                </a:lnTo>
                <a:lnTo>
                  <a:pt x="372617" y="2277618"/>
                </a:lnTo>
                <a:lnTo>
                  <a:pt x="371093" y="2276094"/>
                </a:lnTo>
                <a:lnTo>
                  <a:pt x="368045" y="2276094"/>
                </a:lnTo>
                <a:lnTo>
                  <a:pt x="364997" y="2280666"/>
                </a:lnTo>
                <a:lnTo>
                  <a:pt x="364997" y="2283714"/>
                </a:lnTo>
                <a:lnTo>
                  <a:pt x="369569" y="2286762"/>
                </a:lnTo>
                <a:lnTo>
                  <a:pt x="372617" y="2286000"/>
                </a:lnTo>
                <a:lnTo>
                  <a:pt x="374141" y="2283714"/>
                </a:lnTo>
                <a:lnTo>
                  <a:pt x="375665" y="2282190"/>
                </a:lnTo>
                <a:close/>
              </a:path>
              <a:path w="2073910" h="2775585">
                <a:moveTo>
                  <a:pt x="387095" y="2266950"/>
                </a:moveTo>
                <a:lnTo>
                  <a:pt x="386333" y="2263902"/>
                </a:lnTo>
                <a:lnTo>
                  <a:pt x="384047" y="2262378"/>
                </a:lnTo>
                <a:lnTo>
                  <a:pt x="382523" y="2260854"/>
                </a:lnTo>
                <a:lnTo>
                  <a:pt x="379475" y="2260854"/>
                </a:lnTo>
                <a:lnTo>
                  <a:pt x="376427" y="2265426"/>
                </a:lnTo>
                <a:lnTo>
                  <a:pt x="376427" y="2268474"/>
                </a:lnTo>
                <a:lnTo>
                  <a:pt x="380999" y="2271522"/>
                </a:lnTo>
                <a:lnTo>
                  <a:pt x="384047" y="2270760"/>
                </a:lnTo>
                <a:lnTo>
                  <a:pt x="385571" y="2268474"/>
                </a:lnTo>
                <a:lnTo>
                  <a:pt x="387095" y="2266950"/>
                </a:lnTo>
                <a:close/>
              </a:path>
              <a:path w="2073910" h="2775585">
                <a:moveTo>
                  <a:pt x="398525" y="2251710"/>
                </a:moveTo>
                <a:lnTo>
                  <a:pt x="397763" y="2248662"/>
                </a:lnTo>
                <a:lnTo>
                  <a:pt x="395477" y="2247138"/>
                </a:lnTo>
                <a:lnTo>
                  <a:pt x="393953" y="2245614"/>
                </a:lnTo>
                <a:lnTo>
                  <a:pt x="390905" y="2245614"/>
                </a:lnTo>
                <a:lnTo>
                  <a:pt x="389381" y="2247900"/>
                </a:lnTo>
                <a:lnTo>
                  <a:pt x="387095" y="2250186"/>
                </a:lnTo>
                <a:lnTo>
                  <a:pt x="387857" y="2253234"/>
                </a:lnTo>
                <a:lnTo>
                  <a:pt x="392429" y="2256282"/>
                </a:lnTo>
                <a:lnTo>
                  <a:pt x="394715" y="2255520"/>
                </a:lnTo>
                <a:lnTo>
                  <a:pt x="398525" y="2251710"/>
                </a:lnTo>
                <a:close/>
              </a:path>
              <a:path w="2073910" h="2775585">
                <a:moveTo>
                  <a:pt x="409955" y="2236470"/>
                </a:moveTo>
                <a:lnTo>
                  <a:pt x="409194" y="2233422"/>
                </a:lnTo>
                <a:lnTo>
                  <a:pt x="406907" y="2231898"/>
                </a:lnTo>
                <a:lnTo>
                  <a:pt x="404621" y="2229612"/>
                </a:lnTo>
                <a:lnTo>
                  <a:pt x="402335" y="2230374"/>
                </a:lnTo>
                <a:lnTo>
                  <a:pt x="400049" y="2232660"/>
                </a:lnTo>
                <a:lnTo>
                  <a:pt x="398525" y="2234946"/>
                </a:lnTo>
                <a:lnTo>
                  <a:pt x="399287" y="2237994"/>
                </a:lnTo>
                <a:lnTo>
                  <a:pt x="403859" y="2241042"/>
                </a:lnTo>
                <a:lnTo>
                  <a:pt x="406145" y="2240280"/>
                </a:lnTo>
                <a:lnTo>
                  <a:pt x="409955" y="2236470"/>
                </a:lnTo>
                <a:close/>
              </a:path>
              <a:path w="2073910" h="2775585">
                <a:moveTo>
                  <a:pt x="421386" y="2220468"/>
                </a:moveTo>
                <a:lnTo>
                  <a:pt x="420623" y="2218182"/>
                </a:lnTo>
                <a:lnTo>
                  <a:pt x="418338" y="2216658"/>
                </a:lnTo>
                <a:lnTo>
                  <a:pt x="416052" y="2214372"/>
                </a:lnTo>
                <a:lnTo>
                  <a:pt x="413766" y="2215134"/>
                </a:lnTo>
                <a:lnTo>
                  <a:pt x="411479" y="2217420"/>
                </a:lnTo>
                <a:lnTo>
                  <a:pt x="409955" y="2219706"/>
                </a:lnTo>
                <a:lnTo>
                  <a:pt x="410717" y="2221992"/>
                </a:lnTo>
                <a:lnTo>
                  <a:pt x="414528" y="2225802"/>
                </a:lnTo>
                <a:lnTo>
                  <a:pt x="417575" y="2225040"/>
                </a:lnTo>
                <a:lnTo>
                  <a:pt x="419100" y="2222754"/>
                </a:lnTo>
                <a:lnTo>
                  <a:pt x="421386" y="2220468"/>
                </a:lnTo>
                <a:close/>
              </a:path>
              <a:path w="2073910" h="2775585">
                <a:moveTo>
                  <a:pt x="432053" y="2205228"/>
                </a:moveTo>
                <a:lnTo>
                  <a:pt x="432053" y="2202942"/>
                </a:lnTo>
                <a:lnTo>
                  <a:pt x="429767" y="2200656"/>
                </a:lnTo>
                <a:lnTo>
                  <a:pt x="427481" y="2199132"/>
                </a:lnTo>
                <a:lnTo>
                  <a:pt x="424434" y="2199894"/>
                </a:lnTo>
                <a:lnTo>
                  <a:pt x="421386" y="2204466"/>
                </a:lnTo>
                <a:lnTo>
                  <a:pt x="422148" y="2206752"/>
                </a:lnTo>
                <a:lnTo>
                  <a:pt x="424434" y="2208276"/>
                </a:lnTo>
                <a:lnTo>
                  <a:pt x="425958" y="2210562"/>
                </a:lnTo>
                <a:lnTo>
                  <a:pt x="429006" y="2209800"/>
                </a:lnTo>
                <a:lnTo>
                  <a:pt x="432053" y="2205228"/>
                </a:lnTo>
                <a:close/>
              </a:path>
              <a:path w="2073910" h="2775585">
                <a:moveTo>
                  <a:pt x="443484" y="2189988"/>
                </a:moveTo>
                <a:lnTo>
                  <a:pt x="443484" y="2186940"/>
                </a:lnTo>
                <a:lnTo>
                  <a:pt x="438912" y="2183892"/>
                </a:lnTo>
                <a:lnTo>
                  <a:pt x="435864" y="2184654"/>
                </a:lnTo>
                <a:lnTo>
                  <a:pt x="434339" y="2186940"/>
                </a:lnTo>
                <a:lnTo>
                  <a:pt x="432816" y="2188464"/>
                </a:lnTo>
                <a:lnTo>
                  <a:pt x="433578" y="2191512"/>
                </a:lnTo>
                <a:lnTo>
                  <a:pt x="435864" y="2193036"/>
                </a:lnTo>
                <a:lnTo>
                  <a:pt x="437388" y="2195322"/>
                </a:lnTo>
                <a:lnTo>
                  <a:pt x="440436" y="2194560"/>
                </a:lnTo>
                <a:lnTo>
                  <a:pt x="443484" y="2189988"/>
                </a:lnTo>
                <a:close/>
              </a:path>
              <a:path w="2073910" h="2775585">
                <a:moveTo>
                  <a:pt x="454914" y="2174748"/>
                </a:moveTo>
                <a:lnTo>
                  <a:pt x="454914" y="2171700"/>
                </a:lnTo>
                <a:lnTo>
                  <a:pt x="450342" y="2168652"/>
                </a:lnTo>
                <a:lnTo>
                  <a:pt x="447294" y="2169414"/>
                </a:lnTo>
                <a:lnTo>
                  <a:pt x="445770" y="2171700"/>
                </a:lnTo>
                <a:lnTo>
                  <a:pt x="444245" y="2173224"/>
                </a:lnTo>
                <a:lnTo>
                  <a:pt x="445008" y="2176272"/>
                </a:lnTo>
                <a:lnTo>
                  <a:pt x="447294" y="2177796"/>
                </a:lnTo>
                <a:lnTo>
                  <a:pt x="448817" y="2179320"/>
                </a:lnTo>
                <a:lnTo>
                  <a:pt x="451866" y="2179320"/>
                </a:lnTo>
                <a:lnTo>
                  <a:pt x="454914" y="2174748"/>
                </a:lnTo>
                <a:close/>
              </a:path>
              <a:path w="2073910" h="2775585">
                <a:moveTo>
                  <a:pt x="466344" y="2159508"/>
                </a:moveTo>
                <a:lnTo>
                  <a:pt x="466344" y="2156460"/>
                </a:lnTo>
                <a:lnTo>
                  <a:pt x="461772" y="2153412"/>
                </a:lnTo>
                <a:lnTo>
                  <a:pt x="458723" y="2154174"/>
                </a:lnTo>
                <a:lnTo>
                  <a:pt x="457200" y="2156460"/>
                </a:lnTo>
                <a:lnTo>
                  <a:pt x="455675" y="2157984"/>
                </a:lnTo>
                <a:lnTo>
                  <a:pt x="456438" y="2161032"/>
                </a:lnTo>
                <a:lnTo>
                  <a:pt x="458723" y="2162556"/>
                </a:lnTo>
                <a:lnTo>
                  <a:pt x="460248" y="2164080"/>
                </a:lnTo>
                <a:lnTo>
                  <a:pt x="463295" y="2164080"/>
                </a:lnTo>
                <a:lnTo>
                  <a:pt x="466344" y="2159508"/>
                </a:lnTo>
                <a:close/>
              </a:path>
              <a:path w="2073910" h="2775585">
                <a:moveTo>
                  <a:pt x="477773" y="2144268"/>
                </a:moveTo>
                <a:lnTo>
                  <a:pt x="477773" y="2141220"/>
                </a:lnTo>
                <a:lnTo>
                  <a:pt x="473202" y="2138172"/>
                </a:lnTo>
                <a:lnTo>
                  <a:pt x="470153" y="2138934"/>
                </a:lnTo>
                <a:lnTo>
                  <a:pt x="468630" y="2141220"/>
                </a:lnTo>
                <a:lnTo>
                  <a:pt x="467106" y="2142744"/>
                </a:lnTo>
                <a:lnTo>
                  <a:pt x="467867" y="2145792"/>
                </a:lnTo>
                <a:lnTo>
                  <a:pt x="470153" y="2147316"/>
                </a:lnTo>
                <a:lnTo>
                  <a:pt x="471678" y="2148840"/>
                </a:lnTo>
                <a:lnTo>
                  <a:pt x="474725" y="2148840"/>
                </a:lnTo>
                <a:lnTo>
                  <a:pt x="477773" y="2144268"/>
                </a:lnTo>
                <a:close/>
              </a:path>
              <a:path w="2073910" h="2775585">
                <a:moveTo>
                  <a:pt x="489203" y="2129028"/>
                </a:moveTo>
                <a:lnTo>
                  <a:pt x="489203" y="2125980"/>
                </a:lnTo>
                <a:lnTo>
                  <a:pt x="484631" y="2122932"/>
                </a:lnTo>
                <a:lnTo>
                  <a:pt x="481584" y="2123694"/>
                </a:lnTo>
                <a:lnTo>
                  <a:pt x="480059" y="2125218"/>
                </a:lnTo>
                <a:lnTo>
                  <a:pt x="480059" y="2125980"/>
                </a:lnTo>
                <a:lnTo>
                  <a:pt x="478536" y="2127504"/>
                </a:lnTo>
                <a:lnTo>
                  <a:pt x="479298" y="2130552"/>
                </a:lnTo>
                <a:lnTo>
                  <a:pt x="480822" y="2132076"/>
                </a:lnTo>
                <a:lnTo>
                  <a:pt x="483108" y="2133600"/>
                </a:lnTo>
                <a:lnTo>
                  <a:pt x="486156" y="2133600"/>
                </a:lnTo>
                <a:lnTo>
                  <a:pt x="489203" y="2129028"/>
                </a:lnTo>
                <a:close/>
              </a:path>
              <a:path w="2073910" h="2775585">
                <a:moveTo>
                  <a:pt x="500634" y="2113788"/>
                </a:moveTo>
                <a:lnTo>
                  <a:pt x="500634" y="2110740"/>
                </a:lnTo>
                <a:lnTo>
                  <a:pt x="496062" y="2107692"/>
                </a:lnTo>
                <a:lnTo>
                  <a:pt x="493014" y="2108454"/>
                </a:lnTo>
                <a:lnTo>
                  <a:pt x="491489" y="2109978"/>
                </a:lnTo>
                <a:lnTo>
                  <a:pt x="489966" y="2112264"/>
                </a:lnTo>
                <a:lnTo>
                  <a:pt x="490728" y="2115312"/>
                </a:lnTo>
                <a:lnTo>
                  <a:pt x="492252" y="2116836"/>
                </a:lnTo>
                <a:lnTo>
                  <a:pt x="494538" y="2118360"/>
                </a:lnTo>
                <a:lnTo>
                  <a:pt x="497586" y="2118360"/>
                </a:lnTo>
                <a:lnTo>
                  <a:pt x="500634" y="2113788"/>
                </a:lnTo>
                <a:close/>
              </a:path>
              <a:path w="2073910" h="2775585">
                <a:moveTo>
                  <a:pt x="512064" y="2098548"/>
                </a:moveTo>
                <a:lnTo>
                  <a:pt x="512064" y="2095500"/>
                </a:lnTo>
                <a:lnTo>
                  <a:pt x="507492" y="2092452"/>
                </a:lnTo>
                <a:lnTo>
                  <a:pt x="504444" y="2093214"/>
                </a:lnTo>
                <a:lnTo>
                  <a:pt x="502920" y="2094738"/>
                </a:lnTo>
                <a:lnTo>
                  <a:pt x="501395" y="2097024"/>
                </a:lnTo>
                <a:lnTo>
                  <a:pt x="502158" y="2100072"/>
                </a:lnTo>
                <a:lnTo>
                  <a:pt x="503681" y="2101596"/>
                </a:lnTo>
                <a:lnTo>
                  <a:pt x="505967" y="2103120"/>
                </a:lnTo>
                <a:lnTo>
                  <a:pt x="509016" y="2103120"/>
                </a:lnTo>
                <a:lnTo>
                  <a:pt x="512064" y="2098548"/>
                </a:lnTo>
                <a:close/>
              </a:path>
              <a:path w="2073910" h="2775585">
                <a:moveTo>
                  <a:pt x="523494" y="2083308"/>
                </a:moveTo>
                <a:lnTo>
                  <a:pt x="523494" y="2080260"/>
                </a:lnTo>
                <a:lnTo>
                  <a:pt x="518922" y="2077212"/>
                </a:lnTo>
                <a:lnTo>
                  <a:pt x="515873" y="2077974"/>
                </a:lnTo>
                <a:lnTo>
                  <a:pt x="514350" y="2079498"/>
                </a:lnTo>
                <a:lnTo>
                  <a:pt x="512825" y="2081784"/>
                </a:lnTo>
                <a:lnTo>
                  <a:pt x="513588" y="2084832"/>
                </a:lnTo>
                <a:lnTo>
                  <a:pt x="515112" y="2086356"/>
                </a:lnTo>
                <a:lnTo>
                  <a:pt x="517398" y="2087880"/>
                </a:lnTo>
                <a:lnTo>
                  <a:pt x="520445" y="2087880"/>
                </a:lnTo>
                <a:lnTo>
                  <a:pt x="523494" y="2083308"/>
                </a:lnTo>
                <a:close/>
              </a:path>
              <a:path w="2073910" h="2775585">
                <a:moveTo>
                  <a:pt x="534924" y="2068068"/>
                </a:moveTo>
                <a:lnTo>
                  <a:pt x="534924" y="2065020"/>
                </a:lnTo>
                <a:lnTo>
                  <a:pt x="530352" y="2061972"/>
                </a:lnTo>
                <a:lnTo>
                  <a:pt x="527304" y="2062734"/>
                </a:lnTo>
                <a:lnTo>
                  <a:pt x="525780" y="2064258"/>
                </a:lnTo>
                <a:lnTo>
                  <a:pt x="524256" y="2066544"/>
                </a:lnTo>
                <a:lnTo>
                  <a:pt x="525018" y="2069592"/>
                </a:lnTo>
                <a:lnTo>
                  <a:pt x="526542" y="2071116"/>
                </a:lnTo>
                <a:lnTo>
                  <a:pt x="528828" y="2072640"/>
                </a:lnTo>
                <a:lnTo>
                  <a:pt x="531876" y="2072640"/>
                </a:lnTo>
                <a:lnTo>
                  <a:pt x="534924" y="2068068"/>
                </a:lnTo>
                <a:close/>
              </a:path>
              <a:path w="2073910" h="2775585">
                <a:moveTo>
                  <a:pt x="546354" y="2052828"/>
                </a:moveTo>
                <a:lnTo>
                  <a:pt x="545592" y="2049780"/>
                </a:lnTo>
                <a:lnTo>
                  <a:pt x="544068" y="2048256"/>
                </a:lnTo>
                <a:lnTo>
                  <a:pt x="541782" y="2046732"/>
                </a:lnTo>
                <a:lnTo>
                  <a:pt x="538734" y="2046732"/>
                </a:lnTo>
                <a:lnTo>
                  <a:pt x="535686" y="2051304"/>
                </a:lnTo>
                <a:lnTo>
                  <a:pt x="535686" y="2054352"/>
                </a:lnTo>
                <a:lnTo>
                  <a:pt x="540258" y="2057400"/>
                </a:lnTo>
                <a:lnTo>
                  <a:pt x="543306" y="2057400"/>
                </a:lnTo>
                <a:lnTo>
                  <a:pt x="546354" y="2052828"/>
                </a:lnTo>
                <a:close/>
              </a:path>
              <a:path w="2073910" h="2775585">
                <a:moveTo>
                  <a:pt x="557784" y="2037588"/>
                </a:moveTo>
                <a:lnTo>
                  <a:pt x="557021" y="2034540"/>
                </a:lnTo>
                <a:lnTo>
                  <a:pt x="555497" y="2033016"/>
                </a:lnTo>
                <a:lnTo>
                  <a:pt x="553211" y="2031492"/>
                </a:lnTo>
                <a:lnTo>
                  <a:pt x="550163" y="2031492"/>
                </a:lnTo>
                <a:lnTo>
                  <a:pt x="547116" y="2036064"/>
                </a:lnTo>
                <a:lnTo>
                  <a:pt x="547116" y="2039112"/>
                </a:lnTo>
                <a:lnTo>
                  <a:pt x="551688" y="2042160"/>
                </a:lnTo>
                <a:lnTo>
                  <a:pt x="554736" y="2041398"/>
                </a:lnTo>
                <a:lnTo>
                  <a:pt x="556260" y="2039874"/>
                </a:lnTo>
                <a:lnTo>
                  <a:pt x="557784" y="2037588"/>
                </a:lnTo>
                <a:close/>
              </a:path>
              <a:path w="2073910" h="2775585">
                <a:moveTo>
                  <a:pt x="569213" y="2022348"/>
                </a:moveTo>
                <a:lnTo>
                  <a:pt x="568451" y="2019300"/>
                </a:lnTo>
                <a:lnTo>
                  <a:pt x="566927" y="2017776"/>
                </a:lnTo>
                <a:lnTo>
                  <a:pt x="564641" y="2016252"/>
                </a:lnTo>
                <a:lnTo>
                  <a:pt x="561593" y="2016252"/>
                </a:lnTo>
                <a:lnTo>
                  <a:pt x="558545" y="2020824"/>
                </a:lnTo>
                <a:lnTo>
                  <a:pt x="558545" y="2023872"/>
                </a:lnTo>
                <a:lnTo>
                  <a:pt x="563117" y="2026920"/>
                </a:lnTo>
                <a:lnTo>
                  <a:pt x="566165" y="2026158"/>
                </a:lnTo>
                <a:lnTo>
                  <a:pt x="567689" y="2024634"/>
                </a:lnTo>
                <a:lnTo>
                  <a:pt x="569213" y="2022348"/>
                </a:lnTo>
                <a:close/>
              </a:path>
              <a:path w="2073910" h="2775585">
                <a:moveTo>
                  <a:pt x="580643" y="2007108"/>
                </a:moveTo>
                <a:lnTo>
                  <a:pt x="579881" y="2004060"/>
                </a:lnTo>
                <a:lnTo>
                  <a:pt x="578357" y="2002536"/>
                </a:lnTo>
                <a:lnTo>
                  <a:pt x="576071" y="2001012"/>
                </a:lnTo>
                <a:lnTo>
                  <a:pt x="573023" y="2001012"/>
                </a:lnTo>
                <a:lnTo>
                  <a:pt x="569975" y="2005584"/>
                </a:lnTo>
                <a:lnTo>
                  <a:pt x="569975" y="2008632"/>
                </a:lnTo>
                <a:lnTo>
                  <a:pt x="574547" y="2011680"/>
                </a:lnTo>
                <a:lnTo>
                  <a:pt x="577595" y="2010918"/>
                </a:lnTo>
                <a:lnTo>
                  <a:pt x="579119" y="2009394"/>
                </a:lnTo>
                <a:lnTo>
                  <a:pt x="580643" y="2007108"/>
                </a:lnTo>
                <a:close/>
              </a:path>
              <a:path w="2073910" h="2775585">
                <a:moveTo>
                  <a:pt x="592073" y="1991868"/>
                </a:moveTo>
                <a:lnTo>
                  <a:pt x="591311" y="1988820"/>
                </a:lnTo>
                <a:lnTo>
                  <a:pt x="589787" y="1987296"/>
                </a:lnTo>
                <a:lnTo>
                  <a:pt x="587501" y="1985772"/>
                </a:lnTo>
                <a:lnTo>
                  <a:pt x="584453" y="1985772"/>
                </a:lnTo>
                <a:lnTo>
                  <a:pt x="581405" y="1990344"/>
                </a:lnTo>
                <a:lnTo>
                  <a:pt x="581405" y="1993392"/>
                </a:lnTo>
                <a:lnTo>
                  <a:pt x="585977" y="1996440"/>
                </a:lnTo>
                <a:lnTo>
                  <a:pt x="589025" y="1995678"/>
                </a:lnTo>
                <a:lnTo>
                  <a:pt x="590549" y="1994154"/>
                </a:lnTo>
                <a:lnTo>
                  <a:pt x="592073" y="1991868"/>
                </a:lnTo>
                <a:close/>
              </a:path>
              <a:path w="2073910" h="2775585">
                <a:moveTo>
                  <a:pt x="603503" y="1976628"/>
                </a:moveTo>
                <a:lnTo>
                  <a:pt x="602741" y="1973580"/>
                </a:lnTo>
                <a:lnTo>
                  <a:pt x="601217" y="1972056"/>
                </a:lnTo>
                <a:lnTo>
                  <a:pt x="598931" y="1970532"/>
                </a:lnTo>
                <a:lnTo>
                  <a:pt x="595883" y="1970532"/>
                </a:lnTo>
                <a:lnTo>
                  <a:pt x="592835" y="1975104"/>
                </a:lnTo>
                <a:lnTo>
                  <a:pt x="592835" y="1978152"/>
                </a:lnTo>
                <a:lnTo>
                  <a:pt x="597407" y="1981200"/>
                </a:lnTo>
                <a:lnTo>
                  <a:pt x="600455" y="1980438"/>
                </a:lnTo>
                <a:lnTo>
                  <a:pt x="601979" y="1978914"/>
                </a:lnTo>
                <a:lnTo>
                  <a:pt x="601979" y="1978152"/>
                </a:lnTo>
                <a:lnTo>
                  <a:pt x="603503" y="1976628"/>
                </a:lnTo>
                <a:close/>
              </a:path>
              <a:path w="2073910" h="2775585">
                <a:moveTo>
                  <a:pt x="614933" y="1961388"/>
                </a:moveTo>
                <a:lnTo>
                  <a:pt x="614171" y="1958340"/>
                </a:lnTo>
                <a:lnTo>
                  <a:pt x="611885" y="1956816"/>
                </a:lnTo>
                <a:lnTo>
                  <a:pt x="610361" y="1955292"/>
                </a:lnTo>
                <a:lnTo>
                  <a:pt x="607313" y="1955292"/>
                </a:lnTo>
                <a:lnTo>
                  <a:pt x="604265" y="1959864"/>
                </a:lnTo>
                <a:lnTo>
                  <a:pt x="604265" y="1962912"/>
                </a:lnTo>
                <a:lnTo>
                  <a:pt x="608837" y="1965960"/>
                </a:lnTo>
                <a:lnTo>
                  <a:pt x="611885" y="1965198"/>
                </a:lnTo>
                <a:lnTo>
                  <a:pt x="613409" y="1962912"/>
                </a:lnTo>
                <a:lnTo>
                  <a:pt x="614933" y="1961388"/>
                </a:lnTo>
                <a:close/>
              </a:path>
              <a:path w="2073910" h="2775585">
                <a:moveTo>
                  <a:pt x="626363" y="1946148"/>
                </a:moveTo>
                <a:lnTo>
                  <a:pt x="625601" y="1943100"/>
                </a:lnTo>
                <a:lnTo>
                  <a:pt x="623315" y="1941576"/>
                </a:lnTo>
                <a:lnTo>
                  <a:pt x="621791" y="1940052"/>
                </a:lnTo>
                <a:lnTo>
                  <a:pt x="618743" y="1940052"/>
                </a:lnTo>
                <a:lnTo>
                  <a:pt x="615695" y="1944624"/>
                </a:lnTo>
                <a:lnTo>
                  <a:pt x="615695" y="1947672"/>
                </a:lnTo>
                <a:lnTo>
                  <a:pt x="620267" y="1950720"/>
                </a:lnTo>
                <a:lnTo>
                  <a:pt x="623315" y="1949958"/>
                </a:lnTo>
                <a:lnTo>
                  <a:pt x="624839" y="1947672"/>
                </a:lnTo>
                <a:lnTo>
                  <a:pt x="626363" y="1946148"/>
                </a:lnTo>
                <a:close/>
              </a:path>
              <a:path w="2073910" h="2775585">
                <a:moveTo>
                  <a:pt x="637793" y="1930908"/>
                </a:moveTo>
                <a:lnTo>
                  <a:pt x="637031" y="1927860"/>
                </a:lnTo>
                <a:lnTo>
                  <a:pt x="634745" y="1926336"/>
                </a:lnTo>
                <a:lnTo>
                  <a:pt x="633221" y="1924812"/>
                </a:lnTo>
                <a:lnTo>
                  <a:pt x="630173" y="1924812"/>
                </a:lnTo>
                <a:lnTo>
                  <a:pt x="627125" y="1929384"/>
                </a:lnTo>
                <a:lnTo>
                  <a:pt x="627125" y="1932432"/>
                </a:lnTo>
                <a:lnTo>
                  <a:pt x="631697" y="1935480"/>
                </a:lnTo>
                <a:lnTo>
                  <a:pt x="634745" y="1934718"/>
                </a:lnTo>
                <a:lnTo>
                  <a:pt x="636269" y="1932432"/>
                </a:lnTo>
                <a:lnTo>
                  <a:pt x="637793" y="1930908"/>
                </a:lnTo>
                <a:close/>
              </a:path>
              <a:path w="2073910" h="2775585">
                <a:moveTo>
                  <a:pt x="649223" y="1915668"/>
                </a:moveTo>
                <a:lnTo>
                  <a:pt x="648461" y="1912620"/>
                </a:lnTo>
                <a:lnTo>
                  <a:pt x="646175" y="1911096"/>
                </a:lnTo>
                <a:lnTo>
                  <a:pt x="644651" y="1908810"/>
                </a:lnTo>
                <a:lnTo>
                  <a:pt x="641603" y="1909572"/>
                </a:lnTo>
                <a:lnTo>
                  <a:pt x="638555" y="1914144"/>
                </a:lnTo>
                <a:lnTo>
                  <a:pt x="638555" y="1917192"/>
                </a:lnTo>
                <a:lnTo>
                  <a:pt x="643127" y="1920240"/>
                </a:lnTo>
                <a:lnTo>
                  <a:pt x="646175" y="1919478"/>
                </a:lnTo>
                <a:lnTo>
                  <a:pt x="647699" y="1917192"/>
                </a:lnTo>
                <a:lnTo>
                  <a:pt x="649223" y="1915668"/>
                </a:lnTo>
                <a:close/>
              </a:path>
              <a:path w="2073910" h="2775585">
                <a:moveTo>
                  <a:pt x="660653" y="1899666"/>
                </a:moveTo>
                <a:lnTo>
                  <a:pt x="659891" y="1897380"/>
                </a:lnTo>
                <a:lnTo>
                  <a:pt x="657605" y="1895856"/>
                </a:lnTo>
                <a:lnTo>
                  <a:pt x="656081" y="1893570"/>
                </a:lnTo>
                <a:lnTo>
                  <a:pt x="653033" y="1894332"/>
                </a:lnTo>
                <a:lnTo>
                  <a:pt x="651509" y="1896618"/>
                </a:lnTo>
                <a:lnTo>
                  <a:pt x="649223" y="1898904"/>
                </a:lnTo>
                <a:lnTo>
                  <a:pt x="649985" y="1901190"/>
                </a:lnTo>
                <a:lnTo>
                  <a:pt x="652271" y="1903476"/>
                </a:lnTo>
                <a:lnTo>
                  <a:pt x="654557" y="1905000"/>
                </a:lnTo>
                <a:lnTo>
                  <a:pt x="657605" y="1904238"/>
                </a:lnTo>
                <a:lnTo>
                  <a:pt x="660653" y="1899666"/>
                </a:lnTo>
                <a:close/>
              </a:path>
              <a:path w="2073910" h="2775585">
                <a:moveTo>
                  <a:pt x="672083" y="1884426"/>
                </a:moveTo>
                <a:lnTo>
                  <a:pt x="671321" y="1882140"/>
                </a:lnTo>
                <a:lnTo>
                  <a:pt x="667511" y="1878330"/>
                </a:lnTo>
                <a:lnTo>
                  <a:pt x="664463" y="1879092"/>
                </a:lnTo>
                <a:lnTo>
                  <a:pt x="662939" y="1881378"/>
                </a:lnTo>
                <a:lnTo>
                  <a:pt x="660653" y="1883664"/>
                </a:lnTo>
                <a:lnTo>
                  <a:pt x="661415" y="1885950"/>
                </a:lnTo>
                <a:lnTo>
                  <a:pt x="663701" y="1887474"/>
                </a:lnTo>
                <a:lnTo>
                  <a:pt x="665987" y="1889760"/>
                </a:lnTo>
                <a:lnTo>
                  <a:pt x="668273" y="1888998"/>
                </a:lnTo>
                <a:lnTo>
                  <a:pt x="670559" y="1886712"/>
                </a:lnTo>
                <a:lnTo>
                  <a:pt x="672083" y="1884426"/>
                </a:lnTo>
                <a:close/>
              </a:path>
              <a:path w="2073910" h="2775585">
                <a:moveTo>
                  <a:pt x="683513" y="1869186"/>
                </a:moveTo>
                <a:lnTo>
                  <a:pt x="682751" y="1866138"/>
                </a:lnTo>
                <a:lnTo>
                  <a:pt x="678179" y="1863090"/>
                </a:lnTo>
                <a:lnTo>
                  <a:pt x="675893" y="1863852"/>
                </a:lnTo>
                <a:lnTo>
                  <a:pt x="672083" y="1867662"/>
                </a:lnTo>
                <a:lnTo>
                  <a:pt x="672845" y="1870710"/>
                </a:lnTo>
                <a:lnTo>
                  <a:pt x="675131" y="1872234"/>
                </a:lnTo>
                <a:lnTo>
                  <a:pt x="677417" y="1874520"/>
                </a:lnTo>
                <a:lnTo>
                  <a:pt x="679703" y="1873758"/>
                </a:lnTo>
                <a:lnTo>
                  <a:pt x="681227" y="1871472"/>
                </a:lnTo>
                <a:lnTo>
                  <a:pt x="683513" y="1869186"/>
                </a:lnTo>
                <a:close/>
              </a:path>
              <a:path w="2073910" h="2775585">
                <a:moveTo>
                  <a:pt x="694943" y="1853946"/>
                </a:moveTo>
                <a:lnTo>
                  <a:pt x="694181" y="1850898"/>
                </a:lnTo>
                <a:lnTo>
                  <a:pt x="689609" y="1847850"/>
                </a:lnTo>
                <a:lnTo>
                  <a:pt x="686561" y="1848612"/>
                </a:lnTo>
                <a:lnTo>
                  <a:pt x="685037" y="1850898"/>
                </a:lnTo>
                <a:lnTo>
                  <a:pt x="683513" y="1852422"/>
                </a:lnTo>
                <a:lnTo>
                  <a:pt x="684275" y="1855470"/>
                </a:lnTo>
                <a:lnTo>
                  <a:pt x="686561" y="1856994"/>
                </a:lnTo>
                <a:lnTo>
                  <a:pt x="688085" y="1858518"/>
                </a:lnTo>
                <a:lnTo>
                  <a:pt x="691133" y="1858518"/>
                </a:lnTo>
                <a:lnTo>
                  <a:pt x="692657" y="1856232"/>
                </a:lnTo>
                <a:lnTo>
                  <a:pt x="694943" y="1853946"/>
                </a:lnTo>
                <a:close/>
              </a:path>
              <a:path w="2073910" h="2775585">
                <a:moveTo>
                  <a:pt x="705611" y="1838706"/>
                </a:moveTo>
                <a:lnTo>
                  <a:pt x="705611" y="1835658"/>
                </a:lnTo>
                <a:lnTo>
                  <a:pt x="701039" y="1832610"/>
                </a:lnTo>
                <a:lnTo>
                  <a:pt x="697991" y="1833372"/>
                </a:lnTo>
                <a:lnTo>
                  <a:pt x="696467" y="1835658"/>
                </a:lnTo>
                <a:lnTo>
                  <a:pt x="694943" y="1837182"/>
                </a:lnTo>
                <a:lnTo>
                  <a:pt x="695705" y="1840230"/>
                </a:lnTo>
                <a:lnTo>
                  <a:pt x="697991" y="1841754"/>
                </a:lnTo>
                <a:lnTo>
                  <a:pt x="699515" y="1843278"/>
                </a:lnTo>
                <a:lnTo>
                  <a:pt x="702563" y="1843278"/>
                </a:lnTo>
                <a:lnTo>
                  <a:pt x="705611" y="1838706"/>
                </a:lnTo>
                <a:close/>
              </a:path>
              <a:path w="2073910" h="2775585">
                <a:moveTo>
                  <a:pt x="717041" y="1823466"/>
                </a:moveTo>
                <a:lnTo>
                  <a:pt x="717041" y="1820418"/>
                </a:lnTo>
                <a:lnTo>
                  <a:pt x="712469" y="1817370"/>
                </a:lnTo>
                <a:lnTo>
                  <a:pt x="709421" y="1818132"/>
                </a:lnTo>
                <a:lnTo>
                  <a:pt x="707897" y="1820418"/>
                </a:lnTo>
                <a:lnTo>
                  <a:pt x="706373" y="1821942"/>
                </a:lnTo>
                <a:lnTo>
                  <a:pt x="707135" y="1824990"/>
                </a:lnTo>
                <a:lnTo>
                  <a:pt x="709421" y="1826514"/>
                </a:lnTo>
                <a:lnTo>
                  <a:pt x="710945" y="1828038"/>
                </a:lnTo>
                <a:lnTo>
                  <a:pt x="713993" y="1828038"/>
                </a:lnTo>
                <a:lnTo>
                  <a:pt x="717041" y="1823466"/>
                </a:lnTo>
                <a:close/>
              </a:path>
              <a:path w="2073910" h="2775585">
                <a:moveTo>
                  <a:pt x="728471" y="1808226"/>
                </a:moveTo>
                <a:lnTo>
                  <a:pt x="728471" y="1805178"/>
                </a:lnTo>
                <a:lnTo>
                  <a:pt x="723899" y="1802130"/>
                </a:lnTo>
                <a:lnTo>
                  <a:pt x="720851" y="1802892"/>
                </a:lnTo>
                <a:lnTo>
                  <a:pt x="719327" y="1805178"/>
                </a:lnTo>
                <a:lnTo>
                  <a:pt x="717803" y="1806702"/>
                </a:lnTo>
                <a:lnTo>
                  <a:pt x="718565" y="1809750"/>
                </a:lnTo>
                <a:lnTo>
                  <a:pt x="720851" y="1811274"/>
                </a:lnTo>
                <a:lnTo>
                  <a:pt x="722375" y="1812798"/>
                </a:lnTo>
                <a:lnTo>
                  <a:pt x="725423" y="1812798"/>
                </a:lnTo>
                <a:lnTo>
                  <a:pt x="728471" y="1808226"/>
                </a:lnTo>
                <a:close/>
              </a:path>
              <a:path w="2073910" h="2775585">
                <a:moveTo>
                  <a:pt x="739901" y="1792986"/>
                </a:moveTo>
                <a:lnTo>
                  <a:pt x="739901" y="1789938"/>
                </a:lnTo>
                <a:lnTo>
                  <a:pt x="735329" y="1786890"/>
                </a:lnTo>
                <a:lnTo>
                  <a:pt x="732281" y="1787652"/>
                </a:lnTo>
                <a:lnTo>
                  <a:pt x="730757" y="1789176"/>
                </a:lnTo>
                <a:lnTo>
                  <a:pt x="729233" y="1791462"/>
                </a:lnTo>
                <a:lnTo>
                  <a:pt x="729995" y="1794510"/>
                </a:lnTo>
                <a:lnTo>
                  <a:pt x="732281" y="1796034"/>
                </a:lnTo>
                <a:lnTo>
                  <a:pt x="733805" y="1797558"/>
                </a:lnTo>
                <a:lnTo>
                  <a:pt x="736853" y="1797558"/>
                </a:lnTo>
                <a:lnTo>
                  <a:pt x="739901" y="1792986"/>
                </a:lnTo>
                <a:close/>
              </a:path>
              <a:path w="2073910" h="2775585">
                <a:moveTo>
                  <a:pt x="751331" y="1777746"/>
                </a:moveTo>
                <a:lnTo>
                  <a:pt x="751331" y="1774698"/>
                </a:lnTo>
                <a:lnTo>
                  <a:pt x="746759" y="1771650"/>
                </a:lnTo>
                <a:lnTo>
                  <a:pt x="743711" y="1772412"/>
                </a:lnTo>
                <a:lnTo>
                  <a:pt x="742187" y="1773936"/>
                </a:lnTo>
                <a:lnTo>
                  <a:pt x="740663" y="1776222"/>
                </a:lnTo>
                <a:lnTo>
                  <a:pt x="741425" y="1779270"/>
                </a:lnTo>
                <a:lnTo>
                  <a:pt x="742949" y="1780794"/>
                </a:lnTo>
                <a:lnTo>
                  <a:pt x="745235" y="1782318"/>
                </a:lnTo>
                <a:lnTo>
                  <a:pt x="748283" y="1782318"/>
                </a:lnTo>
                <a:lnTo>
                  <a:pt x="751331" y="1777746"/>
                </a:lnTo>
                <a:close/>
              </a:path>
              <a:path w="2073910" h="2775585">
                <a:moveTo>
                  <a:pt x="762761" y="1762506"/>
                </a:moveTo>
                <a:lnTo>
                  <a:pt x="762761" y="1759458"/>
                </a:lnTo>
                <a:lnTo>
                  <a:pt x="758189" y="1756410"/>
                </a:lnTo>
                <a:lnTo>
                  <a:pt x="755141" y="1757172"/>
                </a:lnTo>
                <a:lnTo>
                  <a:pt x="753617" y="1758696"/>
                </a:lnTo>
                <a:lnTo>
                  <a:pt x="752093" y="1760982"/>
                </a:lnTo>
                <a:lnTo>
                  <a:pt x="752855" y="1764030"/>
                </a:lnTo>
                <a:lnTo>
                  <a:pt x="754379" y="1765554"/>
                </a:lnTo>
                <a:lnTo>
                  <a:pt x="756665" y="1767078"/>
                </a:lnTo>
                <a:lnTo>
                  <a:pt x="759713" y="1767078"/>
                </a:lnTo>
                <a:lnTo>
                  <a:pt x="762761" y="1762506"/>
                </a:lnTo>
                <a:close/>
              </a:path>
              <a:path w="2073910" h="2775585">
                <a:moveTo>
                  <a:pt x="774191" y="1747266"/>
                </a:moveTo>
                <a:lnTo>
                  <a:pt x="774191" y="1744218"/>
                </a:lnTo>
                <a:lnTo>
                  <a:pt x="769619" y="1741170"/>
                </a:lnTo>
                <a:lnTo>
                  <a:pt x="766571" y="1741932"/>
                </a:lnTo>
                <a:lnTo>
                  <a:pt x="765047" y="1743456"/>
                </a:lnTo>
                <a:lnTo>
                  <a:pt x="763523" y="1745742"/>
                </a:lnTo>
                <a:lnTo>
                  <a:pt x="764285" y="1748790"/>
                </a:lnTo>
                <a:lnTo>
                  <a:pt x="765809" y="1750314"/>
                </a:lnTo>
                <a:lnTo>
                  <a:pt x="768095" y="1751838"/>
                </a:lnTo>
                <a:lnTo>
                  <a:pt x="771143" y="1751838"/>
                </a:lnTo>
                <a:lnTo>
                  <a:pt x="774191" y="1747266"/>
                </a:lnTo>
                <a:close/>
              </a:path>
              <a:path w="2073910" h="2775585">
                <a:moveTo>
                  <a:pt x="785621" y="1732026"/>
                </a:moveTo>
                <a:lnTo>
                  <a:pt x="785621" y="1728978"/>
                </a:lnTo>
                <a:lnTo>
                  <a:pt x="781049" y="1725930"/>
                </a:lnTo>
                <a:lnTo>
                  <a:pt x="778001" y="1725930"/>
                </a:lnTo>
                <a:lnTo>
                  <a:pt x="774953" y="1730502"/>
                </a:lnTo>
                <a:lnTo>
                  <a:pt x="775715" y="1733550"/>
                </a:lnTo>
                <a:lnTo>
                  <a:pt x="777239" y="1735074"/>
                </a:lnTo>
                <a:lnTo>
                  <a:pt x="779525" y="1736598"/>
                </a:lnTo>
                <a:lnTo>
                  <a:pt x="782573" y="1736598"/>
                </a:lnTo>
                <a:lnTo>
                  <a:pt x="785621" y="1732026"/>
                </a:lnTo>
                <a:close/>
              </a:path>
              <a:path w="2073910" h="2775585">
                <a:moveTo>
                  <a:pt x="797051" y="1716786"/>
                </a:moveTo>
                <a:lnTo>
                  <a:pt x="797051" y="1713738"/>
                </a:lnTo>
                <a:lnTo>
                  <a:pt x="792479" y="1710690"/>
                </a:lnTo>
                <a:lnTo>
                  <a:pt x="789431" y="1710690"/>
                </a:lnTo>
                <a:lnTo>
                  <a:pt x="786383" y="1715262"/>
                </a:lnTo>
                <a:lnTo>
                  <a:pt x="787145" y="1718310"/>
                </a:lnTo>
                <a:lnTo>
                  <a:pt x="788669" y="1719834"/>
                </a:lnTo>
                <a:lnTo>
                  <a:pt x="790955" y="1721358"/>
                </a:lnTo>
                <a:lnTo>
                  <a:pt x="794003" y="1720596"/>
                </a:lnTo>
                <a:lnTo>
                  <a:pt x="795527" y="1719072"/>
                </a:lnTo>
                <a:lnTo>
                  <a:pt x="797051" y="1716786"/>
                </a:lnTo>
                <a:close/>
              </a:path>
              <a:path w="2073910" h="2775585">
                <a:moveTo>
                  <a:pt x="808481" y="1701546"/>
                </a:moveTo>
                <a:lnTo>
                  <a:pt x="808481" y="1698498"/>
                </a:lnTo>
                <a:lnTo>
                  <a:pt x="803909" y="1695450"/>
                </a:lnTo>
                <a:lnTo>
                  <a:pt x="800861" y="1695450"/>
                </a:lnTo>
                <a:lnTo>
                  <a:pt x="797813" y="1700022"/>
                </a:lnTo>
                <a:lnTo>
                  <a:pt x="798575" y="1703070"/>
                </a:lnTo>
                <a:lnTo>
                  <a:pt x="800099" y="1704594"/>
                </a:lnTo>
                <a:lnTo>
                  <a:pt x="802385" y="1706118"/>
                </a:lnTo>
                <a:lnTo>
                  <a:pt x="805433" y="1705356"/>
                </a:lnTo>
                <a:lnTo>
                  <a:pt x="806957" y="1703832"/>
                </a:lnTo>
                <a:lnTo>
                  <a:pt x="808481" y="1701546"/>
                </a:lnTo>
                <a:close/>
              </a:path>
              <a:path w="2073910" h="2775585">
                <a:moveTo>
                  <a:pt x="819912" y="1686306"/>
                </a:moveTo>
                <a:lnTo>
                  <a:pt x="819150" y="1683258"/>
                </a:lnTo>
                <a:lnTo>
                  <a:pt x="817626" y="1681734"/>
                </a:lnTo>
                <a:lnTo>
                  <a:pt x="815339" y="1680210"/>
                </a:lnTo>
                <a:lnTo>
                  <a:pt x="812291" y="1680210"/>
                </a:lnTo>
                <a:lnTo>
                  <a:pt x="809243" y="1684782"/>
                </a:lnTo>
                <a:lnTo>
                  <a:pt x="809243" y="1687830"/>
                </a:lnTo>
                <a:lnTo>
                  <a:pt x="813815" y="1690878"/>
                </a:lnTo>
                <a:lnTo>
                  <a:pt x="816863" y="1690116"/>
                </a:lnTo>
                <a:lnTo>
                  <a:pt x="818388" y="1688592"/>
                </a:lnTo>
                <a:lnTo>
                  <a:pt x="819912" y="1686306"/>
                </a:lnTo>
                <a:close/>
              </a:path>
              <a:path w="2073910" h="2775585">
                <a:moveTo>
                  <a:pt x="831341" y="1671066"/>
                </a:moveTo>
                <a:lnTo>
                  <a:pt x="830580" y="1668018"/>
                </a:lnTo>
                <a:lnTo>
                  <a:pt x="829056" y="1666494"/>
                </a:lnTo>
                <a:lnTo>
                  <a:pt x="826769" y="1664970"/>
                </a:lnTo>
                <a:lnTo>
                  <a:pt x="823722" y="1664970"/>
                </a:lnTo>
                <a:lnTo>
                  <a:pt x="820673" y="1669542"/>
                </a:lnTo>
                <a:lnTo>
                  <a:pt x="820673" y="1672590"/>
                </a:lnTo>
                <a:lnTo>
                  <a:pt x="825246" y="1675638"/>
                </a:lnTo>
                <a:lnTo>
                  <a:pt x="828294" y="1674876"/>
                </a:lnTo>
                <a:lnTo>
                  <a:pt x="829818" y="1673352"/>
                </a:lnTo>
                <a:lnTo>
                  <a:pt x="831341" y="1671066"/>
                </a:lnTo>
                <a:close/>
              </a:path>
              <a:path w="2073910" h="2775585">
                <a:moveTo>
                  <a:pt x="842772" y="1655826"/>
                </a:moveTo>
                <a:lnTo>
                  <a:pt x="842010" y="1652778"/>
                </a:lnTo>
                <a:lnTo>
                  <a:pt x="840485" y="1651254"/>
                </a:lnTo>
                <a:lnTo>
                  <a:pt x="838200" y="1649730"/>
                </a:lnTo>
                <a:lnTo>
                  <a:pt x="835152" y="1649730"/>
                </a:lnTo>
                <a:lnTo>
                  <a:pt x="832104" y="1654302"/>
                </a:lnTo>
                <a:lnTo>
                  <a:pt x="832104" y="1657350"/>
                </a:lnTo>
                <a:lnTo>
                  <a:pt x="836676" y="1660398"/>
                </a:lnTo>
                <a:lnTo>
                  <a:pt x="839724" y="1659636"/>
                </a:lnTo>
                <a:lnTo>
                  <a:pt x="841247" y="1658112"/>
                </a:lnTo>
                <a:lnTo>
                  <a:pt x="842772" y="1655826"/>
                </a:lnTo>
                <a:close/>
              </a:path>
              <a:path w="2073910" h="2775585">
                <a:moveTo>
                  <a:pt x="854202" y="1640586"/>
                </a:moveTo>
                <a:lnTo>
                  <a:pt x="853440" y="1637538"/>
                </a:lnTo>
                <a:lnTo>
                  <a:pt x="851916" y="1636014"/>
                </a:lnTo>
                <a:lnTo>
                  <a:pt x="849630" y="1634490"/>
                </a:lnTo>
                <a:lnTo>
                  <a:pt x="846582" y="1634490"/>
                </a:lnTo>
                <a:lnTo>
                  <a:pt x="843534" y="1639062"/>
                </a:lnTo>
                <a:lnTo>
                  <a:pt x="843534" y="1642110"/>
                </a:lnTo>
                <a:lnTo>
                  <a:pt x="848106" y="1645158"/>
                </a:lnTo>
                <a:lnTo>
                  <a:pt x="851154" y="1644396"/>
                </a:lnTo>
                <a:lnTo>
                  <a:pt x="852678" y="1642110"/>
                </a:lnTo>
                <a:lnTo>
                  <a:pt x="854202" y="1640586"/>
                </a:lnTo>
                <a:close/>
              </a:path>
              <a:path w="2073910" h="2775585">
                <a:moveTo>
                  <a:pt x="865632" y="1625346"/>
                </a:moveTo>
                <a:lnTo>
                  <a:pt x="864869" y="1622298"/>
                </a:lnTo>
                <a:lnTo>
                  <a:pt x="863346" y="1620774"/>
                </a:lnTo>
                <a:lnTo>
                  <a:pt x="861060" y="1619250"/>
                </a:lnTo>
                <a:lnTo>
                  <a:pt x="858012" y="1619250"/>
                </a:lnTo>
                <a:lnTo>
                  <a:pt x="854963" y="1623822"/>
                </a:lnTo>
                <a:lnTo>
                  <a:pt x="854963" y="1626870"/>
                </a:lnTo>
                <a:lnTo>
                  <a:pt x="859535" y="1629918"/>
                </a:lnTo>
                <a:lnTo>
                  <a:pt x="862584" y="1629156"/>
                </a:lnTo>
                <a:lnTo>
                  <a:pt x="864107" y="1626870"/>
                </a:lnTo>
                <a:lnTo>
                  <a:pt x="865632" y="1625346"/>
                </a:lnTo>
                <a:close/>
              </a:path>
              <a:path w="2073910" h="2775585">
                <a:moveTo>
                  <a:pt x="877062" y="1610106"/>
                </a:moveTo>
                <a:lnTo>
                  <a:pt x="876300" y="1607058"/>
                </a:lnTo>
                <a:lnTo>
                  <a:pt x="874776" y="1605534"/>
                </a:lnTo>
                <a:lnTo>
                  <a:pt x="872490" y="1604010"/>
                </a:lnTo>
                <a:lnTo>
                  <a:pt x="869441" y="1604010"/>
                </a:lnTo>
                <a:lnTo>
                  <a:pt x="866394" y="1608582"/>
                </a:lnTo>
                <a:lnTo>
                  <a:pt x="866394" y="1611630"/>
                </a:lnTo>
                <a:lnTo>
                  <a:pt x="870966" y="1614678"/>
                </a:lnTo>
                <a:lnTo>
                  <a:pt x="874013" y="1613916"/>
                </a:lnTo>
                <a:lnTo>
                  <a:pt x="875538" y="1611630"/>
                </a:lnTo>
                <a:lnTo>
                  <a:pt x="877062" y="1610106"/>
                </a:lnTo>
                <a:close/>
              </a:path>
              <a:path w="2073910" h="2775585">
                <a:moveTo>
                  <a:pt x="888491" y="1594866"/>
                </a:moveTo>
                <a:lnTo>
                  <a:pt x="887730" y="1591818"/>
                </a:lnTo>
                <a:lnTo>
                  <a:pt x="885444" y="1590294"/>
                </a:lnTo>
                <a:lnTo>
                  <a:pt x="883919" y="1588770"/>
                </a:lnTo>
                <a:lnTo>
                  <a:pt x="880872" y="1588770"/>
                </a:lnTo>
                <a:lnTo>
                  <a:pt x="877824" y="1593342"/>
                </a:lnTo>
                <a:lnTo>
                  <a:pt x="877824" y="1596390"/>
                </a:lnTo>
                <a:lnTo>
                  <a:pt x="882396" y="1599438"/>
                </a:lnTo>
                <a:lnTo>
                  <a:pt x="885444" y="1598676"/>
                </a:lnTo>
                <a:lnTo>
                  <a:pt x="886968" y="1596390"/>
                </a:lnTo>
                <a:lnTo>
                  <a:pt x="888491" y="1594866"/>
                </a:lnTo>
                <a:close/>
              </a:path>
              <a:path w="2073910" h="2775585">
                <a:moveTo>
                  <a:pt x="899922" y="1578864"/>
                </a:moveTo>
                <a:lnTo>
                  <a:pt x="899160" y="1576578"/>
                </a:lnTo>
                <a:lnTo>
                  <a:pt x="896874" y="1575054"/>
                </a:lnTo>
                <a:lnTo>
                  <a:pt x="895350" y="1572768"/>
                </a:lnTo>
                <a:lnTo>
                  <a:pt x="892302" y="1573530"/>
                </a:lnTo>
                <a:lnTo>
                  <a:pt x="889254" y="1578102"/>
                </a:lnTo>
                <a:lnTo>
                  <a:pt x="889254" y="1580388"/>
                </a:lnTo>
                <a:lnTo>
                  <a:pt x="891540" y="1582674"/>
                </a:lnTo>
                <a:lnTo>
                  <a:pt x="893826" y="1584198"/>
                </a:lnTo>
                <a:lnTo>
                  <a:pt x="896874" y="1583436"/>
                </a:lnTo>
                <a:lnTo>
                  <a:pt x="899922" y="1578864"/>
                </a:lnTo>
                <a:close/>
              </a:path>
              <a:path w="2073910" h="2775585">
                <a:moveTo>
                  <a:pt x="911352" y="1563624"/>
                </a:moveTo>
                <a:lnTo>
                  <a:pt x="910590" y="1561338"/>
                </a:lnTo>
                <a:lnTo>
                  <a:pt x="906780" y="1557528"/>
                </a:lnTo>
                <a:lnTo>
                  <a:pt x="903732" y="1558290"/>
                </a:lnTo>
                <a:lnTo>
                  <a:pt x="900684" y="1562862"/>
                </a:lnTo>
                <a:lnTo>
                  <a:pt x="900684" y="1565148"/>
                </a:lnTo>
                <a:lnTo>
                  <a:pt x="902969" y="1567434"/>
                </a:lnTo>
                <a:lnTo>
                  <a:pt x="905256" y="1568958"/>
                </a:lnTo>
                <a:lnTo>
                  <a:pt x="908304" y="1568196"/>
                </a:lnTo>
                <a:lnTo>
                  <a:pt x="911352" y="1563624"/>
                </a:lnTo>
                <a:close/>
              </a:path>
              <a:path w="2073910" h="2775585">
                <a:moveTo>
                  <a:pt x="922782" y="1548384"/>
                </a:moveTo>
                <a:lnTo>
                  <a:pt x="922019" y="1545336"/>
                </a:lnTo>
                <a:lnTo>
                  <a:pt x="919734" y="1543812"/>
                </a:lnTo>
                <a:lnTo>
                  <a:pt x="918210" y="1542288"/>
                </a:lnTo>
                <a:lnTo>
                  <a:pt x="915162" y="1543050"/>
                </a:lnTo>
                <a:lnTo>
                  <a:pt x="913638" y="1545336"/>
                </a:lnTo>
                <a:lnTo>
                  <a:pt x="912113" y="1546860"/>
                </a:lnTo>
                <a:lnTo>
                  <a:pt x="912113" y="1549908"/>
                </a:lnTo>
                <a:lnTo>
                  <a:pt x="914400" y="1551432"/>
                </a:lnTo>
                <a:lnTo>
                  <a:pt x="916685" y="1553718"/>
                </a:lnTo>
                <a:lnTo>
                  <a:pt x="919734" y="1552956"/>
                </a:lnTo>
                <a:lnTo>
                  <a:pt x="922782" y="1548384"/>
                </a:lnTo>
                <a:close/>
              </a:path>
              <a:path w="2073910" h="2775585">
                <a:moveTo>
                  <a:pt x="934212" y="1533144"/>
                </a:moveTo>
                <a:lnTo>
                  <a:pt x="933450" y="1530096"/>
                </a:lnTo>
                <a:lnTo>
                  <a:pt x="931163" y="1528572"/>
                </a:lnTo>
                <a:lnTo>
                  <a:pt x="929640" y="1527048"/>
                </a:lnTo>
                <a:lnTo>
                  <a:pt x="926591" y="1527810"/>
                </a:lnTo>
                <a:lnTo>
                  <a:pt x="925068" y="1530096"/>
                </a:lnTo>
                <a:lnTo>
                  <a:pt x="922782" y="1531620"/>
                </a:lnTo>
                <a:lnTo>
                  <a:pt x="923544" y="1534668"/>
                </a:lnTo>
                <a:lnTo>
                  <a:pt x="928116" y="1537716"/>
                </a:lnTo>
                <a:lnTo>
                  <a:pt x="930402" y="1537716"/>
                </a:lnTo>
                <a:lnTo>
                  <a:pt x="932688" y="1535430"/>
                </a:lnTo>
                <a:lnTo>
                  <a:pt x="934212" y="1533144"/>
                </a:lnTo>
                <a:close/>
              </a:path>
              <a:path w="2073910" h="2775585">
                <a:moveTo>
                  <a:pt x="945641" y="1517904"/>
                </a:moveTo>
                <a:lnTo>
                  <a:pt x="944880" y="1514856"/>
                </a:lnTo>
                <a:lnTo>
                  <a:pt x="940307" y="1511808"/>
                </a:lnTo>
                <a:lnTo>
                  <a:pt x="938022" y="1512570"/>
                </a:lnTo>
                <a:lnTo>
                  <a:pt x="936497" y="1514856"/>
                </a:lnTo>
                <a:lnTo>
                  <a:pt x="934212" y="1516380"/>
                </a:lnTo>
                <a:lnTo>
                  <a:pt x="934974" y="1519428"/>
                </a:lnTo>
                <a:lnTo>
                  <a:pt x="939546" y="1522476"/>
                </a:lnTo>
                <a:lnTo>
                  <a:pt x="941832" y="1522476"/>
                </a:lnTo>
                <a:lnTo>
                  <a:pt x="944118" y="1520190"/>
                </a:lnTo>
                <a:lnTo>
                  <a:pt x="945641" y="1517904"/>
                </a:lnTo>
                <a:close/>
              </a:path>
              <a:path w="2073910" h="2775585">
                <a:moveTo>
                  <a:pt x="957072" y="1502664"/>
                </a:moveTo>
                <a:lnTo>
                  <a:pt x="956310" y="1499616"/>
                </a:lnTo>
                <a:lnTo>
                  <a:pt x="951738" y="1496568"/>
                </a:lnTo>
                <a:lnTo>
                  <a:pt x="949452" y="1497330"/>
                </a:lnTo>
                <a:lnTo>
                  <a:pt x="945641" y="1501140"/>
                </a:lnTo>
                <a:lnTo>
                  <a:pt x="946404" y="1504188"/>
                </a:lnTo>
                <a:lnTo>
                  <a:pt x="948690" y="1505712"/>
                </a:lnTo>
                <a:lnTo>
                  <a:pt x="950213" y="1507236"/>
                </a:lnTo>
                <a:lnTo>
                  <a:pt x="953262" y="1507236"/>
                </a:lnTo>
                <a:lnTo>
                  <a:pt x="954785" y="1504950"/>
                </a:lnTo>
                <a:lnTo>
                  <a:pt x="957072" y="1502664"/>
                </a:lnTo>
                <a:close/>
              </a:path>
              <a:path w="2073910" h="2775585">
                <a:moveTo>
                  <a:pt x="968502" y="1487424"/>
                </a:moveTo>
                <a:lnTo>
                  <a:pt x="967740" y="1484376"/>
                </a:lnTo>
                <a:lnTo>
                  <a:pt x="963168" y="1481328"/>
                </a:lnTo>
                <a:lnTo>
                  <a:pt x="960119" y="1482090"/>
                </a:lnTo>
                <a:lnTo>
                  <a:pt x="958596" y="1484376"/>
                </a:lnTo>
                <a:lnTo>
                  <a:pt x="957072" y="1485900"/>
                </a:lnTo>
                <a:lnTo>
                  <a:pt x="957834" y="1488948"/>
                </a:lnTo>
                <a:lnTo>
                  <a:pt x="960119" y="1490472"/>
                </a:lnTo>
                <a:lnTo>
                  <a:pt x="961644" y="1491996"/>
                </a:lnTo>
                <a:lnTo>
                  <a:pt x="964691" y="1491996"/>
                </a:lnTo>
                <a:lnTo>
                  <a:pt x="966216" y="1489710"/>
                </a:lnTo>
                <a:lnTo>
                  <a:pt x="968502" y="1487424"/>
                </a:lnTo>
                <a:close/>
              </a:path>
              <a:path w="2073910" h="2775585">
                <a:moveTo>
                  <a:pt x="979169" y="1472184"/>
                </a:moveTo>
                <a:lnTo>
                  <a:pt x="979169" y="1469136"/>
                </a:lnTo>
                <a:lnTo>
                  <a:pt x="974597" y="1466088"/>
                </a:lnTo>
                <a:lnTo>
                  <a:pt x="971550" y="1466850"/>
                </a:lnTo>
                <a:lnTo>
                  <a:pt x="970026" y="1468374"/>
                </a:lnTo>
                <a:lnTo>
                  <a:pt x="968502" y="1470660"/>
                </a:lnTo>
                <a:lnTo>
                  <a:pt x="969263" y="1473708"/>
                </a:lnTo>
                <a:lnTo>
                  <a:pt x="971550" y="1475232"/>
                </a:lnTo>
                <a:lnTo>
                  <a:pt x="973074" y="1476756"/>
                </a:lnTo>
                <a:lnTo>
                  <a:pt x="976122" y="1476756"/>
                </a:lnTo>
                <a:lnTo>
                  <a:pt x="979169" y="1472184"/>
                </a:lnTo>
                <a:close/>
              </a:path>
              <a:path w="2073910" h="2775585">
                <a:moveTo>
                  <a:pt x="990600" y="1456944"/>
                </a:moveTo>
                <a:lnTo>
                  <a:pt x="990600" y="1453896"/>
                </a:lnTo>
                <a:lnTo>
                  <a:pt x="986028" y="1450848"/>
                </a:lnTo>
                <a:lnTo>
                  <a:pt x="982980" y="1451610"/>
                </a:lnTo>
                <a:lnTo>
                  <a:pt x="981456" y="1453134"/>
                </a:lnTo>
                <a:lnTo>
                  <a:pt x="979932" y="1455420"/>
                </a:lnTo>
                <a:lnTo>
                  <a:pt x="980694" y="1458468"/>
                </a:lnTo>
                <a:lnTo>
                  <a:pt x="982980" y="1459992"/>
                </a:lnTo>
                <a:lnTo>
                  <a:pt x="984504" y="1461516"/>
                </a:lnTo>
                <a:lnTo>
                  <a:pt x="987552" y="1461516"/>
                </a:lnTo>
                <a:lnTo>
                  <a:pt x="990600" y="1456944"/>
                </a:lnTo>
                <a:close/>
              </a:path>
              <a:path w="2073910" h="2775585">
                <a:moveTo>
                  <a:pt x="1002030" y="1441704"/>
                </a:moveTo>
                <a:lnTo>
                  <a:pt x="1002030" y="1438656"/>
                </a:lnTo>
                <a:lnTo>
                  <a:pt x="997457" y="1435608"/>
                </a:lnTo>
                <a:lnTo>
                  <a:pt x="994410" y="1436370"/>
                </a:lnTo>
                <a:lnTo>
                  <a:pt x="992885" y="1437894"/>
                </a:lnTo>
                <a:lnTo>
                  <a:pt x="991362" y="1440180"/>
                </a:lnTo>
                <a:lnTo>
                  <a:pt x="992124" y="1443228"/>
                </a:lnTo>
                <a:lnTo>
                  <a:pt x="994410" y="1444752"/>
                </a:lnTo>
                <a:lnTo>
                  <a:pt x="995934" y="1446276"/>
                </a:lnTo>
                <a:lnTo>
                  <a:pt x="998982" y="1446276"/>
                </a:lnTo>
                <a:lnTo>
                  <a:pt x="1002030" y="1441704"/>
                </a:lnTo>
                <a:close/>
              </a:path>
              <a:path w="2073910" h="2775585">
                <a:moveTo>
                  <a:pt x="1013460" y="1426464"/>
                </a:moveTo>
                <a:lnTo>
                  <a:pt x="1013460" y="1423416"/>
                </a:lnTo>
                <a:lnTo>
                  <a:pt x="1008888" y="1420368"/>
                </a:lnTo>
                <a:lnTo>
                  <a:pt x="1005840" y="1421130"/>
                </a:lnTo>
                <a:lnTo>
                  <a:pt x="1004316" y="1422654"/>
                </a:lnTo>
                <a:lnTo>
                  <a:pt x="1002791" y="1424940"/>
                </a:lnTo>
                <a:lnTo>
                  <a:pt x="1003554" y="1427988"/>
                </a:lnTo>
                <a:lnTo>
                  <a:pt x="1005840" y="1429512"/>
                </a:lnTo>
                <a:lnTo>
                  <a:pt x="1007363" y="1431036"/>
                </a:lnTo>
                <a:lnTo>
                  <a:pt x="1010412" y="1431036"/>
                </a:lnTo>
                <a:lnTo>
                  <a:pt x="1013460" y="1426464"/>
                </a:lnTo>
                <a:close/>
              </a:path>
              <a:path w="2073910" h="2775585">
                <a:moveTo>
                  <a:pt x="1024890" y="1411224"/>
                </a:moveTo>
                <a:lnTo>
                  <a:pt x="1024890" y="1408176"/>
                </a:lnTo>
                <a:lnTo>
                  <a:pt x="1020318" y="1405128"/>
                </a:lnTo>
                <a:lnTo>
                  <a:pt x="1017269" y="1405890"/>
                </a:lnTo>
                <a:lnTo>
                  <a:pt x="1015746" y="1407414"/>
                </a:lnTo>
                <a:lnTo>
                  <a:pt x="1014222" y="1409700"/>
                </a:lnTo>
                <a:lnTo>
                  <a:pt x="1014984" y="1412748"/>
                </a:lnTo>
                <a:lnTo>
                  <a:pt x="1016507" y="1414272"/>
                </a:lnTo>
                <a:lnTo>
                  <a:pt x="1018794" y="1415796"/>
                </a:lnTo>
                <a:lnTo>
                  <a:pt x="1021841" y="1415796"/>
                </a:lnTo>
                <a:lnTo>
                  <a:pt x="1024890" y="1411224"/>
                </a:lnTo>
                <a:close/>
              </a:path>
              <a:path w="2073910" h="2775585">
                <a:moveTo>
                  <a:pt x="1036319" y="1395984"/>
                </a:moveTo>
                <a:lnTo>
                  <a:pt x="1036319" y="1392936"/>
                </a:lnTo>
                <a:lnTo>
                  <a:pt x="1031747" y="1389888"/>
                </a:lnTo>
                <a:lnTo>
                  <a:pt x="1028700" y="1389888"/>
                </a:lnTo>
                <a:lnTo>
                  <a:pt x="1025652" y="1394460"/>
                </a:lnTo>
                <a:lnTo>
                  <a:pt x="1026413" y="1397508"/>
                </a:lnTo>
                <a:lnTo>
                  <a:pt x="1027938" y="1399032"/>
                </a:lnTo>
                <a:lnTo>
                  <a:pt x="1030224" y="1400556"/>
                </a:lnTo>
                <a:lnTo>
                  <a:pt x="1033272" y="1399794"/>
                </a:lnTo>
                <a:lnTo>
                  <a:pt x="1034796" y="1398270"/>
                </a:lnTo>
                <a:lnTo>
                  <a:pt x="1036319" y="1395984"/>
                </a:lnTo>
                <a:close/>
              </a:path>
              <a:path w="2073910" h="2775585">
                <a:moveTo>
                  <a:pt x="1047750" y="1380744"/>
                </a:moveTo>
                <a:lnTo>
                  <a:pt x="1047750" y="1377696"/>
                </a:lnTo>
                <a:lnTo>
                  <a:pt x="1043178" y="1374648"/>
                </a:lnTo>
                <a:lnTo>
                  <a:pt x="1040130" y="1374648"/>
                </a:lnTo>
                <a:lnTo>
                  <a:pt x="1037082" y="1379220"/>
                </a:lnTo>
                <a:lnTo>
                  <a:pt x="1037844" y="1382268"/>
                </a:lnTo>
                <a:lnTo>
                  <a:pt x="1039368" y="1383792"/>
                </a:lnTo>
                <a:lnTo>
                  <a:pt x="1041654" y="1385316"/>
                </a:lnTo>
                <a:lnTo>
                  <a:pt x="1044702" y="1384554"/>
                </a:lnTo>
                <a:lnTo>
                  <a:pt x="1046226" y="1383030"/>
                </a:lnTo>
                <a:lnTo>
                  <a:pt x="1047750" y="1380744"/>
                </a:lnTo>
                <a:close/>
              </a:path>
              <a:path w="2073910" h="2775585">
                <a:moveTo>
                  <a:pt x="1059180" y="1365504"/>
                </a:moveTo>
                <a:lnTo>
                  <a:pt x="1059180" y="1362456"/>
                </a:lnTo>
                <a:lnTo>
                  <a:pt x="1054608" y="1359408"/>
                </a:lnTo>
                <a:lnTo>
                  <a:pt x="1051560" y="1359408"/>
                </a:lnTo>
                <a:lnTo>
                  <a:pt x="1048512" y="1363980"/>
                </a:lnTo>
                <a:lnTo>
                  <a:pt x="1049274" y="1367028"/>
                </a:lnTo>
                <a:lnTo>
                  <a:pt x="1050798" y="1368552"/>
                </a:lnTo>
                <a:lnTo>
                  <a:pt x="1053084" y="1370076"/>
                </a:lnTo>
                <a:lnTo>
                  <a:pt x="1056132" y="1369314"/>
                </a:lnTo>
                <a:lnTo>
                  <a:pt x="1057656" y="1367790"/>
                </a:lnTo>
                <a:lnTo>
                  <a:pt x="1059180" y="1365504"/>
                </a:lnTo>
                <a:close/>
              </a:path>
              <a:path w="2073910" h="2775585">
                <a:moveTo>
                  <a:pt x="1070610" y="1350264"/>
                </a:moveTo>
                <a:lnTo>
                  <a:pt x="1070610" y="1347216"/>
                </a:lnTo>
                <a:lnTo>
                  <a:pt x="1066038" y="1344168"/>
                </a:lnTo>
                <a:lnTo>
                  <a:pt x="1062990" y="1344168"/>
                </a:lnTo>
                <a:lnTo>
                  <a:pt x="1059942" y="1348740"/>
                </a:lnTo>
                <a:lnTo>
                  <a:pt x="1060704" y="1351788"/>
                </a:lnTo>
                <a:lnTo>
                  <a:pt x="1062228" y="1353312"/>
                </a:lnTo>
                <a:lnTo>
                  <a:pt x="1064514" y="1354836"/>
                </a:lnTo>
                <a:lnTo>
                  <a:pt x="1067562" y="1354074"/>
                </a:lnTo>
                <a:lnTo>
                  <a:pt x="1069086" y="1352550"/>
                </a:lnTo>
                <a:lnTo>
                  <a:pt x="1070610" y="1350264"/>
                </a:lnTo>
                <a:close/>
              </a:path>
              <a:path w="2073910" h="2775585">
                <a:moveTo>
                  <a:pt x="1082040" y="1335024"/>
                </a:moveTo>
                <a:lnTo>
                  <a:pt x="1082040" y="1331976"/>
                </a:lnTo>
                <a:lnTo>
                  <a:pt x="1077468" y="1328928"/>
                </a:lnTo>
                <a:lnTo>
                  <a:pt x="1074420" y="1328928"/>
                </a:lnTo>
                <a:lnTo>
                  <a:pt x="1071372" y="1333500"/>
                </a:lnTo>
                <a:lnTo>
                  <a:pt x="1072134" y="1336548"/>
                </a:lnTo>
                <a:lnTo>
                  <a:pt x="1073658" y="1338072"/>
                </a:lnTo>
                <a:lnTo>
                  <a:pt x="1075944" y="1339596"/>
                </a:lnTo>
                <a:lnTo>
                  <a:pt x="1078992" y="1338834"/>
                </a:lnTo>
                <a:lnTo>
                  <a:pt x="1080516" y="1336548"/>
                </a:lnTo>
                <a:lnTo>
                  <a:pt x="1082040" y="1335024"/>
                </a:lnTo>
                <a:close/>
              </a:path>
              <a:path w="2073910" h="2775585">
                <a:moveTo>
                  <a:pt x="1093470" y="1319784"/>
                </a:moveTo>
                <a:lnTo>
                  <a:pt x="1092708" y="1316736"/>
                </a:lnTo>
                <a:lnTo>
                  <a:pt x="1091184" y="1315212"/>
                </a:lnTo>
                <a:lnTo>
                  <a:pt x="1088898" y="1313688"/>
                </a:lnTo>
                <a:lnTo>
                  <a:pt x="1085850" y="1313688"/>
                </a:lnTo>
                <a:lnTo>
                  <a:pt x="1082802" y="1318260"/>
                </a:lnTo>
                <a:lnTo>
                  <a:pt x="1082802" y="1321308"/>
                </a:lnTo>
                <a:lnTo>
                  <a:pt x="1087374" y="1324356"/>
                </a:lnTo>
                <a:lnTo>
                  <a:pt x="1090422" y="1323594"/>
                </a:lnTo>
                <a:lnTo>
                  <a:pt x="1091946" y="1321308"/>
                </a:lnTo>
                <a:lnTo>
                  <a:pt x="1093470" y="1319784"/>
                </a:lnTo>
                <a:close/>
              </a:path>
              <a:path w="2073910" h="2775585">
                <a:moveTo>
                  <a:pt x="1104900" y="1304544"/>
                </a:moveTo>
                <a:lnTo>
                  <a:pt x="1104138" y="1301496"/>
                </a:lnTo>
                <a:lnTo>
                  <a:pt x="1102614" y="1299972"/>
                </a:lnTo>
                <a:lnTo>
                  <a:pt x="1100327" y="1298448"/>
                </a:lnTo>
                <a:lnTo>
                  <a:pt x="1097280" y="1298448"/>
                </a:lnTo>
                <a:lnTo>
                  <a:pt x="1094232" y="1303020"/>
                </a:lnTo>
                <a:lnTo>
                  <a:pt x="1094232" y="1306068"/>
                </a:lnTo>
                <a:lnTo>
                  <a:pt x="1098804" y="1309116"/>
                </a:lnTo>
                <a:lnTo>
                  <a:pt x="1101852" y="1308354"/>
                </a:lnTo>
                <a:lnTo>
                  <a:pt x="1103376" y="1306068"/>
                </a:lnTo>
                <a:lnTo>
                  <a:pt x="1104900" y="1304544"/>
                </a:lnTo>
                <a:close/>
              </a:path>
              <a:path w="2073910" h="2775585">
                <a:moveTo>
                  <a:pt x="1116330" y="1289304"/>
                </a:moveTo>
                <a:lnTo>
                  <a:pt x="1115567" y="1286256"/>
                </a:lnTo>
                <a:lnTo>
                  <a:pt x="1114043" y="1284732"/>
                </a:lnTo>
                <a:lnTo>
                  <a:pt x="1111757" y="1283208"/>
                </a:lnTo>
                <a:lnTo>
                  <a:pt x="1108709" y="1283208"/>
                </a:lnTo>
                <a:lnTo>
                  <a:pt x="1105661" y="1287780"/>
                </a:lnTo>
                <a:lnTo>
                  <a:pt x="1105661" y="1290828"/>
                </a:lnTo>
                <a:lnTo>
                  <a:pt x="1110233" y="1293876"/>
                </a:lnTo>
                <a:lnTo>
                  <a:pt x="1113281" y="1293114"/>
                </a:lnTo>
                <a:lnTo>
                  <a:pt x="1114805" y="1290828"/>
                </a:lnTo>
                <a:lnTo>
                  <a:pt x="1116330" y="1289304"/>
                </a:lnTo>
                <a:close/>
              </a:path>
              <a:path w="2073910" h="2775585">
                <a:moveTo>
                  <a:pt x="1127759" y="1274064"/>
                </a:moveTo>
                <a:lnTo>
                  <a:pt x="1126997" y="1271016"/>
                </a:lnTo>
                <a:lnTo>
                  <a:pt x="1125473" y="1269492"/>
                </a:lnTo>
                <a:lnTo>
                  <a:pt x="1123187" y="1267968"/>
                </a:lnTo>
                <a:lnTo>
                  <a:pt x="1120139" y="1267968"/>
                </a:lnTo>
                <a:lnTo>
                  <a:pt x="1117091" y="1272540"/>
                </a:lnTo>
                <a:lnTo>
                  <a:pt x="1117091" y="1275588"/>
                </a:lnTo>
                <a:lnTo>
                  <a:pt x="1121663" y="1278636"/>
                </a:lnTo>
                <a:lnTo>
                  <a:pt x="1124711" y="1277874"/>
                </a:lnTo>
                <a:lnTo>
                  <a:pt x="1126235" y="1275588"/>
                </a:lnTo>
                <a:lnTo>
                  <a:pt x="1127759" y="1274064"/>
                </a:lnTo>
                <a:close/>
              </a:path>
              <a:path w="2073910" h="2775585">
                <a:moveTo>
                  <a:pt x="1139189" y="1258062"/>
                </a:moveTo>
                <a:lnTo>
                  <a:pt x="1138427" y="1255776"/>
                </a:lnTo>
                <a:lnTo>
                  <a:pt x="1134617" y="1251966"/>
                </a:lnTo>
                <a:lnTo>
                  <a:pt x="1131569" y="1252728"/>
                </a:lnTo>
                <a:lnTo>
                  <a:pt x="1128521" y="1257300"/>
                </a:lnTo>
                <a:lnTo>
                  <a:pt x="1128521" y="1260348"/>
                </a:lnTo>
                <a:lnTo>
                  <a:pt x="1133093" y="1263396"/>
                </a:lnTo>
                <a:lnTo>
                  <a:pt x="1136141" y="1262634"/>
                </a:lnTo>
                <a:lnTo>
                  <a:pt x="1139189" y="1258062"/>
                </a:lnTo>
                <a:close/>
              </a:path>
              <a:path w="2073910" h="2775585">
                <a:moveTo>
                  <a:pt x="1150619" y="1242822"/>
                </a:moveTo>
                <a:lnTo>
                  <a:pt x="1149857" y="1240536"/>
                </a:lnTo>
                <a:lnTo>
                  <a:pt x="1146047" y="1236726"/>
                </a:lnTo>
                <a:lnTo>
                  <a:pt x="1142999" y="1237488"/>
                </a:lnTo>
                <a:lnTo>
                  <a:pt x="1139952" y="1242060"/>
                </a:lnTo>
                <a:lnTo>
                  <a:pt x="1139952" y="1244346"/>
                </a:lnTo>
                <a:lnTo>
                  <a:pt x="1142237" y="1246632"/>
                </a:lnTo>
                <a:lnTo>
                  <a:pt x="1144523" y="1248156"/>
                </a:lnTo>
                <a:lnTo>
                  <a:pt x="1147571" y="1247394"/>
                </a:lnTo>
                <a:lnTo>
                  <a:pt x="1150619" y="1242822"/>
                </a:lnTo>
                <a:close/>
              </a:path>
              <a:path w="2073910" h="2775585">
                <a:moveTo>
                  <a:pt x="1162049" y="1227582"/>
                </a:moveTo>
                <a:lnTo>
                  <a:pt x="1161287" y="1224534"/>
                </a:lnTo>
                <a:lnTo>
                  <a:pt x="1159002" y="1223010"/>
                </a:lnTo>
                <a:lnTo>
                  <a:pt x="1157477" y="1221486"/>
                </a:lnTo>
                <a:lnTo>
                  <a:pt x="1154430" y="1222248"/>
                </a:lnTo>
                <a:lnTo>
                  <a:pt x="1151381" y="1226820"/>
                </a:lnTo>
                <a:lnTo>
                  <a:pt x="1151381" y="1229106"/>
                </a:lnTo>
                <a:lnTo>
                  <a:pt x="1153667" y="1230630"/>
                </a:lnTo>
                <a:lnTo>
                  <a:pt x="1155953" y="1232916"/>
                </a:lnTo>
                <a:lnTo>
                  <a:pt x="1159002" y="1232154"/>
                </a:lnTo>
                <a:lnTo>
                  <a:pt x="1162049" y="1227582"/>
                </a:lnTo>
                <a:close/>
              </a:path>
              <a:path w="2073910" h="2775585">
                <a:moveTo>
                  <a:pt x="1173480" y="1212342"/>
                </a:moveTo>
                <a:lnTo>
                  <a:pt x="1172717" y="1209294"/>
                </a:lnTo>
                <a:lnTo>
                  <a:pt x="1170431" y="1207770"/>
                </a:lnTo>
                <a:lnTo>
                  <a:pt x="1168907" y="1206246"/>
                </a:lnTo>
                <a:lnTo>
                  <a:pt x="1165859" y="1207008"/>
                </a:lnTo>
                <a:lnTo>
                  <a:pt x="1164335" y="1209294"/>
                </a:lnTo>
                <a:lnTo>
                  <a:pt x="1162811" y="1210818"/>
                </a:lnTo>
                <a:lnTo>
                  <a:pt x="1162811" y="1213866"/>
                </a:lnTo>
                <a:lnTo>
                  <a:pt x="1167383" y="1216914"/>
                </a:lnTo>
                <a:lnTo>
                  <a:pt x="1170431" y="1216914"/>
                </a:lnTo>
                <a:lnTo>
                  <a:pt x="1173480" y="1212342"/>
                </a:lnTo>
                <a:close/>
              </a:path>
              <a:path w="2073910" h="2775585">
                <a:moveTo>
                  <a:pt x="1184909" y="1197102"/>
                </a:moveTo>
                <a:lnTo>
                  <a:pt x="1184147" y="1194054"/>
                </a:lnTo>
                <a:lnTo>
                  <a:pt x="1181861" y="1192530"/>
                </a:lnTo>
                <a:lnTo>
                  <a:pt x="1180337" y="1191006"/>
                </a:lnTo>
                <a:lnTo>
                  <a:pt x="1177289" y="1191768"/>
                </a:lnTo>
                <a:lnTo>
                  <a:pt x="1175765" y="1194054"/>
                </a:lnTo>
                <a:lnTo>
                  <a:pt x="1174241" y="1195578"/>
                </a:lnTo>
                <a:lnTo>
                  <a:pt x="1174241" y="1198626"/>
                </a:lnTo>
                <a:lnTo>
                  <a:pt x="1178813" y="1201674"/>
                </a:lnTo>
                <a:lnTo>
                  <a:pt x="1181861" y="1201674"/>
                </a:lnTo>
                <a:lnTo>
                  <a:pt x="1184909" y="1197102"/>
                </a:lnTo>
                <a:close/>
              </a:path>
              <a:path w="2073910" h="2775585">
                <a:moveTo>
                  <a:pt x="1196339" y="1181862"/>
                </a:moveTo>
                <a:lnTo>
                  <a:pt x="1195577" y="1178814"/>
                </a:lnTo>
                <a:lnTo>
                  <a:pt x="1193291" y="1177290"/>
                </a:lnTo>
                <a:lnTo>
                  <a:pt x="1191767" y="1175766"/>
                </a:lnTo>
                <a:lnTo>
                  <a:pt x="1188719" y="1176528"/>
                </a:lnTo>
                <a:lnTo>
                  <a:pt x="1187195" y="1178814"/>
                </a:lnTo>
                <a:lnTo>
                  <a:pt x="1185671" y="1180338"/>
                </a:lnTo>
                <a:lnTo>
                  <a:pt x="1185671" y="1183386"/>
                </a:lnTo>
                <a:lnTo>
                  <a:pt x="1190243" y="1186434"/>
                </a:lnTo>
                <a:lnTo>
                  <a:pt x="1193291" y="1186434"/>
                </a:lnTo>
                <a:lnTo>
                  <a:pt x="1196339" y="1181862"/>
                </a:lnTo>
                <a:close/>
              </a:path>
              <a:path w="2073910" h="2775585">
                <a:moveTo>
                  <a:pt x="1207769" y="1166622"/>
                </a:moveTo>
                <a:lnTo>
                  <a:pt x="1207007" y="1163574"/>
                </a:lnTo>
                <a:lnTo>
                  <a:pt x="1202435" y="1160526"/>
                </a:lnTo>
                <a:lnTo>
                  <a:pt x="1200149" y="1161288"/>
                </a:lnTo>
                <a:lnTo>
                  <a:pt x="1198625" y="1163574"/>
                </a:lnTo>
                <a:lnTo>
                  <a:pt x="1196339" y="1165098"/>
                </a:lnTo>
                <a:lnTo>
                  <a:pt x="1197102" y="1168146"/>
                </a:lnTo>
                <a:lnTo>
                  <a:pt x="1201673" y="1171194"/>
                </a:lnTo>
                <a:lnTo>
                  <a:pt x="1204721" y="1171194"/>
                </a:lnTo>
                <a:lnTo>
                  <a:pt x="1207769" y="1166622"/>
                </a:lnTo>
                <a:close/>
              </a:path>
              <a:path w="2073910" h="2775585">
                <a:moveTo>
                  <a:pt x="1219199" y="1151382"/>
                </a:moveTo>
                <a:lnTo>
                  <a:pt x="1218437" y="1148334"/>
                </a:lnTo>
                <a:lnTo>
                  <a:pt x="1213865" y="1145286"/>
                </a:lnTo>
                <a:lnTo>
                  <a:pt x="1211580" y="1146048"/>
                </a:lnTo>
                <a:lnTo>
                  <a:pt x="1209293" y="1147572"/>
                </a:lnTo>
                <a:lnTo>
                  <a:pt x="1209293" y="1148334"/>
                </a:lnTo>
                <a:lnTo>
                  <a:pt x="1207769" y="1149858"/>
                </a:lnTo>
                <a:lnTo>
                  <a:pt x="1208531" y="1152906"/>
                </a:lnTo>
                <a:lnTo>
                  <a:pt x="1213103" y="1155954"/>
                </a:lnTo>
                <a:lnTo>
                  <a:pt x="1215389" y="1155954"/>
                </a:lnTo>
                <a:lnTo>
                  <a:pt x="1217675" y="1153668"/>
                </a:lnTo>
                <a:lnTo>
                  <a:pt x="1219199" y="1151382"/>
                </a:lnTo>
                <a:close/>
              </a:path>
              <a:path w="2073910" h="2775585">
                <a:moveTo>
                  <a:pt x="1230630" y="1136142"/>
                </a:moveTo>
                <a:lnTo>
                  <a:pt x="1229867" y="1133094"/>
                </a:lnTo>
                <a:lnTo>
                  <a:pt x="1225295" y="1130046"/>
                </a:lnTo>
                <a:lnTo>
                  <a:pt x="1222247" y="1130808"/>
                </a:lnTo>
                <a:lnTo>
                  <a:pt x="1220723" y="1132332"/>
                </a:lnTo>
                <a:lnTo>
                  <a:pt x="1219199" y="1134618"/>
                </a:lnTo>
                <a:lnTo>
                  <a:pt x="1219961" y="1137666"/>
                </a:lnTo>
                <a:lnTo>
                  <a:pt x="1224533" y="1140714"/>
                </a:lnTo>
                <a:lnTo>
                  <a:pt x="1226819" y="1140714"/>
                </a:lnTo>
                <a:lnTo>
                  <a:pt x="1228343" y="1138428"/>
                </a:lnTo>
                <a:lnTo>
                  <a:pt x="1230630" y="1136142"/>
                </a:lnTo>
                <a:close/>
              </a:path>
              <a:path w="2073910" h="2775585">
                <a:moveTo>
                  <a:pt x="1242059" y="1120902"/>
                </a:moveTo>
                <a:lnTo>
                  <a:pt x="1241297" y="1117854"/>
                </a:lnTo>
                <a:lnTo>
                  <a:pt x="1236725" y="1114806"/>
                </a:lnTo>
                <a:lnTo>
                  <a:pt x="1233677" y="1115568"/>
                </a:lnTo>
                <a:lnTo>
                  <a:pt x="1232153" y="1117092"/>
                </a:lnTo>
                <a:lnTo>
                  <a:pt x="1230630" y="1119378"/>
                </a:lnTo>
                <a:lnTo>
                  <a:pt x="1231391" y="1122426"/>
                </a:lnTo>
                <a:lnTo>
                  <a:pt x="1233677" y="1123950"/>
                </a:lnTo>
                <a:lnTo>
                  <a:pt x="1235202" y="1125474"/>
                </a:lnTo>
                <a:lnTo>
                  <a:pt x="1238249" y="1125474"/>
                </a:lnTo>
                <a:lnTo>
                  <a:pt x="1239773" y="1123188"/>
                </a:lnTo>
                <a:lnTo>
                  <a:pt x="1242059" y="1120902"/>
                </a:lnTo>
                <a:close/>
              </a:path>
              <a:path w="2073910" h="2775585">
                <a:moveTo>
                  <a:pt x="1252727" y="1105662"/>
                </a:moveTo>
                <a:lnTo>
                  <a:pt x="1252727" y="1102614"/>
                </a:lnTo>
                <a:lnTo>
                  <a:pt x="1248155" y="1099566"/>
                </a:lnTo>
                <a:lnTo>
                  <a:pt x="1245107" y="1100328"/>
                </a:lnTo>
                <a:lnTo>
                  <a:pt x="1243583" y="1101852"/>
                </a:lnTo>
                <a:lnTo>
                  <a:pt x="1242059" y="1104138"/>
                </a:lnTo>
                <a:lnTo>
                  <a:pt x="1242821" y="1107186"/>
                </a:lnTo>
                <a:lnTo>
                  <a:pt x="1245107" y="1108710"/>
                </a:lnTo>
                <a:lnTo>
                  <a:pt x="1246631" y="1110234"/>
                </a:lnTo>
                <a:lnTo>
                  <a:pt x="1249680" y="1110234"/>
                </a:lnTo>
                <a:lnTo>
                  <a:pt x="1252727" y="1105662"/>
                </a:lnTo>
                <a:close/>
              </a:path>
              <a:path w="2073910" h="2775585">
                <a:moveTo>
                  <a:pt x="1264157" y="1090422"/>
                </a:moveTo>
                <a:lnTo>
                  <a:pt x="1264157" y="1087374"/>
                </a:lnTo>
                <a:lnTo>
                  <a:pt x="1259585" y="1084326"/>
                </a:lnTo>
                <a:lnTo>
                  <a:pt x="1256537" y="1085088"/>
                </a:lnTo>
                <a:lnTo>
                  <a:pt x="1255013" y="1086612"/>
                </a:lnTo>
                <a:lnTo>
                  <a:pt x="1253489" y="1088898"/>
                </a:lnTo>
                <a:lnTo>
                  <a:pt x="1254252" y="1091946"/>
                </a:lnTo>
                <a:lnTo>
                  <a:pt x="1256537" y="1093470"/>
                </a:lnTo>
                <a:lnTo>
                  <a:pt x="1258061" y="1094994"/>
                </a:lnTo>
                <a:lnTo>
                  <a:pt x="1261109" y="1094994"/>
                </a:lnTo>
                <a:lnTo>
                  <a:pt x="1264157" y="1090422"/>
                </a:lnTo>
                <a:close/>
              </a:path>
              <a:path w="2073910" h="2775585">
                <a:moveTo>
                  <a:pt x="1275587" y="1075182"/>
                </a:moveTo>
                <a:lnTo>
                  <a:pt x="1275587" y="1072134"/>
                </a:lnTo>
                <a:lnTo>
                  <a:pt x="1271015" y="1069086"/>
                </a:lnTo>
                <a:lnTo>
                  <a:pt x="1267967" y="1069086"/>
                </a:lnTo>
                <a:lnTo>
                  <a:pt x="1264919" y="1073658"/>
                </a:lnTo>
                <a:lnTo>
                  <a:pt x="1265681" y="1076706"/>
                </a:lnTo>
                <a:lnTo>
                  <a:pt x="1267967" y="1078230"/>
                </a:lnTo>
                <a:lnTo>
                  <a:pt x="1269491" y="1079754"/>
                </a:lnTo>
                <a:lnTo>
                  <a:pt x="1272539" y="1078992"/>
                </a:lnTo>
                <a:lnTo>
                  <a:pt x="1274063" y="1077468"/>
                </a:lnTo>
                <a:lnTo>
                  <a:pt x="1275587" y="1075182"/>
                </a:lnTo>
                <a:close/>
              </a:path>
              <a:path w="2073910" h="2775585">
                <a:moveTo>
                  <a:pt x="1287017" y="1059942"/>
                </a:moveTo>
                <a:lnTo>
                  <a:pt x="1287017" y="1056894"/>
                </a:lnTo>
                <a:lnTo>
                  <a:pt x="1282445" y="1053846"/>
                </a:lnTo>
                <a:lnTo>
                  <a:pt x="1279397" y="1053846"/>
                </a:lnTo>
                <a:lnTo>
                  <a:pt x="1276349" y="1058418"/>
                </a:lnTo>
                <a:lnTo>
                  <a:pt x="1277111" y="1061466"/>
                </a:lnTo>
                <a:lnTo>
                  <a:pt x="1279397" y="1062990"/>
                </a:lnTo>
                <a:lnTo>
                  <a:pt x="1280921" y="1064514"/>
                </a:lnTo>
                <a:lnTo>
                  <a:pt x="1283969" y="1063752"/>
                </a:lnTo>
                <a:lnTo>
                  <a:pt x="1285493" y="1062228"/>
                </a:lnTo>
                <a:lnTo>
                  <a:pt x="1287017" y="1059942"/>
                </a:lnTo>
                <a:close/>
              </a:path>
              <a:path w="2073910" h="2775585">
                <a:moveTo>
                  <a:pt x="1298447" y="1044702"/>
                </a:moveTo>
                <a:lnTo>
                  <a:pt x="1298447" y="1041654"/>
                </a:lnTo>
                <a:lnTo>
                  <a:pt x="1293875" y="1038606"/>
                </a:lnTo>
                <a:lnTo>
                  <a:pt x="1290827" y="1038606"/>
                </a:lnTo>
                <a:lnTo>
                  <a:pt x="1287780" y="1043178"/>
                </a:lnTo>
                <a:lnTo>
                  <a:pt x="1288541" y="1046226"/>
                </a:lnTo>
                <a:lnTo>
                  <a:pt x="1290065" y="1047750"/>
                </a:lnTo>
                <a:lnTo>
                  <a:pt x="1292352" y="1049274"/>
                </a:lnTo>
                <a:lnTo>
                  <a:pt x="1295399" y="1048512"/>
                </a:lnTo>
                <a:lnTo>
                  <a:pt x="1296923" y="1046988"/>
                </a:lnTo>
                <a:lnTo>
                  <a:pt x="1298447" y="1044702"/>
                </a:lnTo>
                <a:close/>
              </a:path>
              <a:path w="2073910" h="2775585">
                <a:moveTo>
                  <a:pt x="1309877" y="1029462"/>
                </a:moveTo>
                <a:lnTo>
                  <a:pt x="1309877" y="1026414"/>
                </a:lnTo>
                <a:lnTo>
                  <a:pt x="1305305" y="1023366"/>
                </a:lnTo>
                <a:lnTo>
                  <a:pt x="1302257" y="1023366"/>
                </a:lnTo>
                <a:lnTo>
                  <a:pt x="1299209" y="1027938"/>
                </a:lnTo>
                <a:lnTo>
                  <a:pt x="1299971" y="1030986"/>
                </a:lnTo>
                <a:lnTo>
                  <a:pt x="1301495" y="1032510"/>
                </a:lnTo>
                <a:lnTo>
                  <a:pt x="1303781" y="1034034"/>
                </a:lnTo>
                <a:lnTo>
                  <a:pt x="1306830" y="1033272"/>
                </a:lnTo>
                <a:lnTo>
                  <a:pt x="1308353" y="1031748"/>
                </a:lnTo>
                <a:lnTo>
                  <a:pt x="1309877" y="1029462"/>
                </a:lnTo>
                <a:close/>
              </a:path>
              <a:path w="2073910" h="2775585">
                <a:moveTo>
                  <a:pt x="1321307" y="1014222"/>
                </a:moveTo>
                <a:lnTo>
                  <a:pt x="1321307" y="1011174"/>
                </a:lnTo>
                <a:lnTo>
                  <a:pt x="1316735" y="1008126"/>
                </a:lnTo>
                <a:lnTo>
                  <a:pt x="1313687" y="1008126"/>
                </a:lnTo>
                <a:lnTo>
                  <a:pt x="1310639" y="1012698"/>
                </a:lnTo>
                <a:lnTo>
                  <a:pt x="1311402" y="1015746"/>
                </a:lnTo>
                <a:lnTo>
                  <a:pt x="1312925" y="1017270"/>
                </a:lnTo>
                <a:lnTo>
                  <a:pt x="1315211" y="1018794"/>
                </a:lnTo>
                <a:lnTo>
                  <a:pt x="1318259" y="1018032"/>
                </a:lnTo>
                <a:lnTo>
                  <a:pt x="1319783" y="1016508"/>
                </a:lnTo>
                <a:lnTo>
                  <a:pt x="1319783" y="1015746"/>
                </a:lnTo>
                <a:lnTo>
                  <a:pt x="1321307" y="1014222"/>
                </a:lnTo>
                <a:close/>
              </a:path>
              <a:path w="2073910" h="2775585">
                <a:moveTo>
                  <a:pt x="1332737" y="998982"/>
                </a:moveTo>
                <a:lnTo>
                  <a:pt x="1332737" y="995934"/>
                </a:lnTo>
                <a:lnTo>
                  <a:pt x="1328165" y="992886"/>
                </a:lnTo>
                <a:lnTo>
                  <a:pt x="1325117" y="992886"/>
                </a:lnTo>
                <a:lnTo>
                  <a:pt x="1322069" y="997458"/>
                </a:lnTo>
                <a:lnTo>
                  <a:pt x="1322831" y="1000506"/>
                </a:lnTo>
                <a:lnTo>
                  <a:pt x="1324355" y="1002030"/>
                </a:lnTo>
                <a:lnTo>
                  <a:pt x="1326641" y="1003554"/>
                </a:lnTo>
                <a:lnTo>
                  <a:pt x="1329689" y="1002792"/>
                </a:lnTo>
                <a:lnTo>
                  <a:pt x="1331213" y="1000506"/>
                </a:lnTo>
                <a:lnTo>
                  <a:pt x="1332737" y="998982"/>
                </a:lnTo>
                <a:close/>
              </a:path>
              <a:path w="2073910" h="2775585">
                <a:moveTo>
                  <a:pt x="1344167" y="983742"/>
                </a:moveTo>
                <a:lnTo>
                  <a:pt x="1344167" y="980694"/>
                </a:lnTo>
                <a:lnTo>
                  <a:pt x="1339595" y="977646"/>
                </a:lnTo>
                <a:lnTo>
                  <a:pt x="1336547" y="977646"/>
                </a:lnTo>
                <a:lnTo>
                  <a:pt x="1333499" y="982218"/>
                </a:lnTo>
                <a:lnTo>
                  <a:pt x="1334261" y="985266"/>
                </a:lnTo>
                <a:lnTo>
                  <a:pt x="1335785" y="986790"/>
                </a:lnTo>
                <a:lnTo>
                  <a:pt x="1338071" y="988314"/>
                </a:lnTo>
                <a:lnTo>
                  <a:pt x="1341119" y="987552"/>
                </a:lnTo>
                <a:lnTo>
                  <a:pt x="1342643" y="985266"/>
                </a:lnTo>
                <a:lnTo>
                  <a:pt x="1344167" y="983742"/>
                </a:lnTo>
                <a:close/>
              </a:path>
              <a:path w="2073910" h="2775585">
                <a:moveTo>
                  <a:pt x="1355597" y="968502"/>
                </a:moveTo>
                <a:lnTo>
                  <a:pt x="1354835" y="965454"/>
                </a:lnTo>
                <a:lnTo>
                  <a:pt x="1353311" y="963930"/>
                </a:lnTo>
                <a:lnTo>
                  <a:pt x="1351025" y="962406"/>
                </a:lnTo>
                <a:lnTo>
                  <a:pt x="1347977" y="962406"/>
                </a:lnTo>
                <a:lnTo>
                  <a:pt x="1344930" y="966978"/>
                </a:lnTo>
                <a:lnTo>
                  <a:pt x="1345691" y="970026"/>
                </a:lnTo>
                <a:lnTo>
                  <a:pt x="1347215" y="971550"/>
                </a:lnTo>
                <a:lnTo>
                  <a:pt x="1349502" y="973074"/>
                </a:lnTo>
                <a:lnTo>
                  <a:pt x="1352549" y="972312"/>
                </a:lnTo>
                <a:lnTo>
                  <a:pt x="1354073" y="970026"/>
                </a:lnTo>
                <a:lnTo>
                  <a:pt x="1355597" y="968502"/>
                </a:lnTo>
                <a:close/>
              </a:path>
              <a:path w="2073910" h="2775585">
                <a:moveTo>
                  <a:pt x="1367027" y="953262"/>
                </a:moveTo>
                <a:lnTo>
                  <a:pt x="1366265" y="950214"/>
                </a:lnTo>
                <a:lnTo>
                  <a:pt x="1364741" y="948690"/>
                </a:lnTo>
                <a:lnTo>
                  <a:pt x="1362455" y="947166"/>
                </a:lnTo>
                <a:lnTo>
                  <a:pt x="1359407" y="947166"/>
                </a:lnTo>
                <a:lnTo>
                  <a:pt x="1356359" y="951738"/>
                </a:lnTo>
                <a:lnTo>
                  <a:pt x="1356359" y="954786"/>
                </a:lnTo>
                <a:lnTo>
                  <a:pt x="1360931" y="957834"/>
                </a:lnTo>
                <a:lnTo>
                  <a:pt x="1363980" y="957072"/>
                </a:lnTo>
                <a:lnTo>
                  <a:pt x="1365503" y="954786"/>
                </a:lnTo>
                <a:lnTo>
                  <a:pt x="1367027" y="953262"/>
                </a:lnTo>
                <a:close/>
              </a:path>
              <a:path w="2073910" h="2775585">
                <a:moveTo>
                  <a:pt x="1378457" y="937260"/>
                </a:moveTo>
                <a:lnTo>
                  <a:pt x="1377695" y="934974"/>
                </a:lnTo>
                <a:lnTo>
                  <a:pt x="1373885" y="931164"/>
                </a:lnTo>
                <a:lnTo>
                  <a:pt x="1370837" y="931926"/>
                </a:lnTo>
                <a:lnTo>
                  <a:pt x="1367789" y="936498"/>
                </a:lnTo>
                <a:lnTo>
                  <a:pt x="1367789" y="939546"/>
                </a:lnTo>
                <a:lnTo>
                  <a:pt x="1372361" y="942594"/>
                </a:lnTo>
                <a:lnTo>
                  <a:pt x="1375409" y="941832"/>
                </a:lnTo>
                <a:lnTo>
                  <a:pt x="1378457" y="937260"/>
                </a:lnTo>
                <a:close/>
              </a:path>
              <a:path w="2073910" h="2775585">
                <a:moveTo>
                  <a:pt x="1389887" y="922020"/>
                </a:moveTo>
                <a:lnTo>
                  <a:pt x="1389125" y="919734"/>
                </a:lnTo>
                <a:lnTo>
                  <a:pt x="1387602" y="917448"/>
                </a:lnTo>
                <a:lnTo>
                  <a:pt x="1385315" y="915924"/>
                </a:lnTo>
                <a:lnTo>
                  <a:pt x="1382267" y="916686"/>
                </a:lnTo>
                <a:lnTo>
                  <a:pt x="1379219" y="921258"/>
                </a:lnTo>
                <a:lnTo>
                  <a:pt x="1379219" y="923544"/>
                </a:lnTo>
                <a:lnTo>
                  <a:pt x="1381505" y="925830"/>
                </a:lnTo>
                <a:lnTo>
                  <a:pt x="1383791" y="927354"/>
                </a:lnTo>
                <a:lnTo>
                  <a:pt x="1386839" y="926592"/>
                </a:lnTo>
                <a:lnTo>
                  <a:pt x="1389887" y="922020"/>
                </a:lnTo>
                <a:close/>
              </a:path>
              <a:path w="2073910" h="2775585">
                <a:moveTo>
                  <a:pt x="1401317" y="906780"/>
                </a:moveTo>
                <a:lnTo>
                  <a:pt x="1400555" y="903732"/>
                </a:lnTo>
                <a:lnTo>
                  <a:pt x="1399031" y="902208"/>
                </a:lnTo>
                <a:lnTo>
                  <a:pt x="1396745" y="900684"/>
                </a:lnTo>
                <a:lnTo>
                  <a:pt x="1393697" y="901446"/>
                </a:lnTo>
                <a:lnTo>
                  <a:pt x="1390649" y="906018"/>
                </a:lnTo>
                <a:lnTo>
                  <a:pt x="1390649" y="908304"/>
                </a:lnTo>
                <a:lnTo>
                  <a:pt x="1392935" y="909828"/>
                </a:lnTo>
                <a:lnTo>
                  <a:pt x="1395221" y="912114"/>
                </a:lnTo>
                <a:lnTo>
                  <a:pt x="1398269" y="911352"/>
                </a:lnTo>
                <a:lnTo>
                  <a:pt x="1401317" y="906780"/>
                </a:lnTo>
                <a:close/>
              </a:path>
              <a:path w="2073910" h="2775585">
                <a:moveTo>
                  <a:pt x="1412747" y="891540"/>
                </a:moveTo>
                <a:lnTo>
                  <a:pt x="1411985" y="888492"/>
                </a:lnTo>
                <a:lnTo>
                  <a:pt x="1410461" y="886968"/>
                </a:lnTo>
                <a:lnTo>
                  <a:pt x="1408175" y="885444"/>
                </a:lnTo>
                <a:lnTo>
                  <a:pt x="1405127" y="886206"/>
                </a:lnTo>
                <a:lnTo>
                  <a:pt x="1403603" y="888492"/>
                </a:lnTo>
                <a:lnTo>
                  <a:pt x="1402080" y="890016"/>
                </a:lnTo>
                <a:lnTo>
                  <a:pt x="1402080" y="893064"/>
                </a:lnTo>
                <a:lnTo>
                  <a:pt x="1406652" y="896112"/>
                </a:lnTo>
                <a:lnTo>
                  <a:pt x="1409699" y="896112"/>
                </a:lnTo>
                <a:lnTo>
                  <a:pt x="1412747" y="891540"/>
                </a:lnTo>
                <a:close/>
              </a:path>
              <a:path w="2073910" h="2775585">
                <a:moveTo>
                  <a:pt x="1424177" y="876300"/>
                </a:moveTo>
                <a:lnTo>
                  <a:pt x="1423415" y="873252"/>
                </a:lnTo>
                <a:lnTo>
                  <a:pt x="1421130" y="871728"/>
                </a:lnTo>
                <a:lnTo>
                  <a:pt x="1419605" y="870204"/>
                </a:lnTo>
                <a:lnTo>
                  <a:pt x="1416557" y="870966"/>
                </a:lnTo>
                <a:lnTo>
                  <a:pt x="1415033" y="873252"/>
                </a:lnTo>
                <a:lnTo>
                  <a:pt x="1413509" y="874776"/>
                </a:lnTo>
                <a:lnTo>
                  <a:pt x="1413509" y="877824"/>
                </a:lnTo>
                <a:lnTo>
                  <a:pt x="1418081" y="880872"/>
                </a:lnTo>
                <a:lnTo>
                  <a:pt x="1421130" y="880872"/>
                </a:lnTo>
                <a:lnTo>
                  <a:pt x="1424177" y="876300"/>
                </a:lnTo>
                <a:close/>
              </a:path>
              <a:path w="2073910" h="2775585">
                <a:moveTo>
                  <a:pt x="1435607" y="861060"/>
                </a:moveTo>
                <a:lnTo>
                  <a:pt x="1434845" y="858012"/>
                </a:lnTo>
                <a:lnTo>
                  <a:pt x="1432559" y="856488"/>
                </a:lnTo>
                <a:lnTo>
                  <a:pt x="1431035" y="854964"/>
                </a:lnTo>
                <a:lnTo>
                  <a:pt x="1427987" y="855726"/>
                </a:lnTo>
                <a:lnTo>
                  <a:pt x="1426463" y="858012"/>
                </a:lnTo>
                <a:lnTo>
                  <a:pt x="1424939" y="859536"/>
                </a:lnTo>
                <a:lnTo>
                  <a:pt x="1424939" y="862584"/>
                </a:lnTo>
                <a:lnTo>
                  <a:pt x="1429511" y="865632"/>
                </a:lnTo>
                <a:lnTo>
                  <a:pt x="1432559" y="865632"/>
                </a:lnTo>
                <a:lnTo>
                  <a:pt x="1435607" y="861060"/>
                </a:lnTo>
                <a:close/>
              </a:path>
              <a:path w="2073910" h="2775585">
                <a:moveTo>
                  <a:pt x="1447037" y="845820"/>
                </a:moveTo>
                <a:lnTo>
                  <a:pt x="1446275" y="842772"/>
                </a:lnTo>
                <a:lnTo>
                  <a:pt x="1443989" y="841248"/>
                </a:lnTo>
                <a:lnTo>
                  <a:pt x="1442465" y="839724"/>
                </a:lnTo>
                <a:lnTo>
                  <a:pt x="1439417" y="840486"/>
                </a:lnTo>
                <a:lnTo>
                  <a:pt x="1437893" y="842772"/>
                </a:lnTo>
                <a:lnTo>
                  <a:pt x="1436369" y="844296"/>
                </a:lnTo>
                <a:lnTo>
                  <a:pt x="1436369" y="847344"/>
                </a:lnTo>
                <a:lnTo>
                  <a:pt x="1440941" y="850392"/>
                </a:lnTo>
                <a:lnTo>
                  <a:pt x="1443989" y="850392"/>
                </a:lnTo>
                <a:lnTo>
                  <a:pt x="1447037" y="845820"/>
                </a:lnTo>
                <a:close/>
              </a:path>
              <a:path w="2073910" h="2775585">
                <a:moveTo>
                  <a:pt x="1458467" y="830580"/>
                </a:moveTo>
                <a:lnTo>
                  <a:pt x="1457705" y="827532"/>
                </a:lnTo>
                <a:lnTo>
                  <a:pt x="1455419" y="826008"/>
                </a:lnTo>
                <a:lnTo>
                  <a:pt x="1453895" y="824484"/>
                </a:lnTo>
                <a:lnTo>
                  <a:pt x="1450847" y="825246"/>
                </a:lnTo>
                <a:lnTo>
                  <a:pt x="1449323" y="827532"/>
                </a:lnTo>
                <a:lnTo>
                  <a:pt x="1447799" y="829056"/>
                </a:lnTo>
                <a:lnTo>
                  <a:pt x="1447799" y="832104"/>
                </a:lnTo>
                <a:lnTo>
                  <a:pt x="1452371" y="835152"/>
                </a:lnTo>
                <a:lnTo>
                  <a:pt x="1455419" y="835152"/>
                </a:lnTo>
                <a:lnTo>
                  <a:pt x="1458467" y="830580"/>
                </a:lnTo>
                <a:close/>
              </a:path>
              <a:path w="2073910" h="2775585">
                <a:moveTo>
                  <a:pt x="1469897" y="815340"/>
                </a:moveTo>
                <a:lnTo>
                  <a:pt x="1469135" y="812292"/>
                </a:lnTo>
                <a:lnTo>
                  <a:pt x="1466849" y="810768"/>
                </a:lnTo>
                <a:lnTo>
                  <a:pt x="1465325" y="809244"/>
                </a:lnTo>
                <a:lnTo>
                  <a:pt x="1462277" y="810006"/>
                </a:lnTo>
                <a:lnTo>
                  <a:pt x="1458467" y="813816"/>
                </a:lnTo>
                <a:lnTo>
                  <a:pt x="1459230" y="816864"/>
                </a:lnTo>
                <a:lnTo>
                  <a:pt x="1463802" y="819912"/>
                </a:lnTo>
                <a:lnTo>
                  <a:pt x="1466849" y="819912"/>
                </a:lnTo>
                <a:lnTo>
                  <a:pt x="1469897" y="815340"/>
                </a:lnTo>
                <a:close/>
              </a:path>
              <a:path w="2073910" h="2775585">
                <a:moveTo>
                  <a:pt x="1481327" y="800100"/>
                </a:moveTo>
                <a:lnTo>
                  <a:pt x="1480565" y="797052"/>
                </a:lnTo>
                <a:lnTo>
                  <a:pt x="1475993" y="794004"/>
                </a:lnTo>
                <a:lnTo>
                  <a:pt x="1473707" y="794766"/>
                </a:lnTo>
                <a:lnTo>
                  <a:pt x="1469897" y="798576"/>
                </a:lnTo>
                <a:lnTo>
                  <a:pt x="1470659" y="801624"/>
                </a:lnTo>
                <a:lnTo>
                  <a:pt x="1475231" y="804672"/>
                </a:lnTo>
                <a:lnTo>
                  <a:pt x="1478280" y="804672"/>
                </a:lnTo>
                <a:lnTo>
                  <a:pt x="1481327" y="800100"/>
                </a:lnTo>
                <a:close/>
              </a:path>
              <a:path w="2073910" h="2775585">
                <a:moveTo>
                  <a:pt x="1492757" y="784860"/>
                </a:moveTo>
                <a:lnTo>
                  <a:pt x="1491995" y="781812"/>
                </a:lnTo>
                <a:lnTo>
                  <a:pt x="1487423" y="778764"/>
                </a:lnTo>
                <a:lnTo>
                  <a:pt x="1485137" y="779526"/>
                </a:lnTo>
                <a:lnTo>
                  <a:pt x="1482852" y="781050"/>
                </a:lnTo>
                <a:lnTo>
                  <a:pt x="1481327" y="783336"/>
                </a:lnTo>
                <a:lnTo>
                  <a:pt x="1482089" y="786384"/>
                </a:lnTo>
                <a:lnTo>
                  <a:pt x="1486661" y="789432"/>
                </a:lnTo>
                <a:lnTo>
                  <a:pt x="1488947" y="789432"/>
                </a:lnTo>
                <a:lnTo>
                  <a:pt x="1491233" y="787146"/>
                </a:lnTo>
                <a:lnTo>
                  <a:pt x="1492757" y="784860"/>
                </a:lnTo>
                <a:close/>
              </a:path>
              <a:path w="2073910" h="2775585">
                <a:moveTo>
                  <a:pt x="1504187" y="769620"/>
                </a:moveTo>
                <a:lnTo>
                  <a:pt x="1503425" y="766572"/>
                </a:lnTo>
                <a:lnTo>
                  <a:pt x="1498853" y="763524"/>
                </a:lnTo>
                <a:lnTo>
                  <a:pt x="1495805" y="764286"/>
                </a:lnTo>
                <a:lnTo>
                  <a:pt x="1494281" y="765810"/>
                </a:lnTo>
                <a:lnTo>
                  <a:pt x="1492757" y="768096"/>
                </a:lnTo>
                <a:lnTo>
                  <a:pt x="1493519" y="771144"/>
                </a:lnTo>
                <a:lnTo>
                  <a:pt x="1498091" y="774192"/>
                </a:lnTo>
                <a:lnTo>
                  <a:pt x="1500377" y="774192"/>
                </a:lnTo>
                <a:lnTo>
                  <a:pt x="1501902" y="771906"/>
                </a:lnTo>
                <a:lnTo>
                  <a:pt x="1504187" y="769620"/>
                </a:lnTo>
                <a:close/>
              </a:path>
              <a:path w="2073910" h="2775585">
                <a:moveTo>
                  <a:pt x="1514855" y="754380"/>
                </a:moveTo>
                <a:lnTo>
                  <a:pt x="1514855" y="751332"/>
                </a:lnTo>
                <a:lnTo>
                  <a:pt x="1510283" y="748284"/>
                </a:lnTo>
                <a:lnTo>
                  <a:pt x="1507235" y="748284"/>
                </a:lnTo>
                <a:lnTo>
                  <a:pt x="1504187" y="752856"/>
                </a:lnTo>
                <a:lnTo>
                  <a:pt x="1504949" y="755904"/>
                </a:lnTo>
                <a:lnTo>
                  <a:pt x="1507235" y="757428"/>
                </a:lnTo>
                <a:lnTo>
                  <a:pt x="1508759" y="758952"/>
                </a:lnTo>
                <a:lnTo>
                  <a:pt x="1511807" y="758190"/>
                </a:lnTo>
                <a:lnTo>
                  <a:pt x="1513331" y="756666"/>
                </a:lnTo>
                <a:lnTo>
                  <a:pt x="1514855" y="754380"/>
                </a:lnTo>
                <a:close/>
              </a:path>
              <a:path w="2073910" h="2775585">
                <a:moveTo>
                  <a:pt x="1526285" y="739140"/>
                </a:moveTo>
                <a:lnTo>
                  <a:pt x="1526285" y="736092"/>
                </a:lnTo>
                <a:lnTo>
                  <a:pt x="1521713" y="733044"/>
                </a:lnTo>
                <a:lnTo>
                  <a:pt x="1518665" y="733044"/>
                </a:lnTo>
                <a:lnTo>
                  <a:pt x="1515617" y="737616"/>
                </a:lnTo>
                <a:lnTo>
                  <a:pt x="1516380" y="740664"/>
                </a:lnTo>
                <a:lnTo>
                  <a:pt x="1518665" y="742188"/>
                </a:lnTo>
                <a:lnTo>
                  <a:pt x="1520189" y="743712"/>
                </a:lnTo>
                <a:lnTo>
                  <a:pt x="1523237" y="742950"/>
                </a:lnTo>
                <a:lnTo>
                  <a:pt x="1524761" y="741426"/>
                </a:lnTo>
                <a:lnTo>
                  <a:pt x="1526285" y="739140"/>
                </a:lnTo>
                <a:close/>
              </a:path>
              <a:path w="2073910" h="2775585">
                <a:moveTo>
                  <a:pt x="1537715" y="723900"/>
                </a:moveTo>
                <a:lnTo>
                  <a:pt x="1537715" y="720852"/>
                </a:lnTo>
                <a:lnTo>
                  <a:pt x="1533143" y="717804"/>
                </a:lnTo>
                <a:lnTo>
                  <a:pt x="1530095" y="717804"/>
                </a:lnTo>
                <a:lnTo>
                  <a:pt x="1527047" y="722376"/>
                </a:lnTo>
                <a:lnTo>
                  <a:pt x="1527809" y="725424"/>
                </a:lnTo>
                <a:lnTo>
                  <a:pt x="1530095" y="726948"/>
                </a:lnTo>
                <a:lnTo>
                  <a:pt x="1531619" y="728472"/>
                </a:lnTo>
                <a:lnTo>
                  <a:pt x="1534667" y="727710"/>
                </a:lnTo>
                <a:lnTo>
                  <a:pt x="1536191" y="726186"/>
                </a:lnTo>
                <a:lnTo>
                  <a:pt x="1537715" y="723900"/>
                </a:lnTo>
                <a:close/>
              </a:path>
              <a:path w="2073910" h="2775585">
                <a:moveTo>
                  <a:pt x="1549145" y="708660"/>
                </a:moveTo>
                <a:lnTo>
                  <a:pt x="1549145" y="705612"/>
                </a:lnTo>
                <a:lnTo>
                  <a:pt x="1544573" y="702564"/>
                </a:lnTo>
                <a:lnTo>
                  <a:pt x="1541525" y="702564"/>
                </a:lnTo>
                <a:lnTo>
                  <a:pt x="1538477" y="707136"/>
                </a:lnTo>
                <a:lnTo>
                  <a:pt x="1539239" y="710184"/>
                </a:lnTo>
                <a:lnTo>
                  <a:pt x="1541525" y="711708"/>
                </a:lnTo>
                <a:lnTo>
                  <a:pt x="1543049" y="713232"/>
                </a:lnTo>
                <a:lnTo>
                  <a:pt x="1546097" y="712470"/>
                </a:lnTo>
                <a:lnTo>
                  <a:pt x="1547621" y="710946"/>
                </a:lnTo>
                <a:lnTo>
                  <a:pt x="1549145" y="708660"/>
                </a:lnTo>
                <a:close/>
              </a:path>
              <a:path w="2073910" h="2775585">
                <a:moveTo>
                  <a:pt x="1560575" y="693420"/>
                </a:moveTo>
                <a:lnTo>
                  <a:pt x="1560575" y="690372"/>
                </a:lnTo>
                <a:lnTo>
                  <a:pt x="1556003" y="687324"/>
                </a:lnTo>
                <a:lnTo>
                  <a:pt x="1552955" y="687324"/>
                </a:lnTo>
                <a:lnTo>
                  <a:pt x="1549907" y="691896"/>
                </a:lnTo>
                <a:lnTo>
                  <a:pt x="1550669" y="694944"/>
                </a:lnTo>
                <a:lnTo>
                  <a:pt x="1552955" y="696468"/>
                </a:lnTo>
                <a:lnTo>
                  <a:pt x="1554480" y="697992"/>
                </a:lnTo>
                <a:lnTo>
                  <a:pt x="1557527" y="697230"/>
                </a:lnTo>
                <a:lnTo>
                  <a:pt x="1559052" y="695706"/>
                </a:lnTo>
                <a:lnTo>
                  <a:pt x="1559052" y="694944"/>
                </a:lnTo>
                <a:lnTo>
                  <a:pt x="1560575" y="693420"/>
                </a:lnTo>
                <a:close/>
              </a:path>
              <a:path w="2073910" h="2775585">
                <a:moveTo>
                  <a:pt x="1572005" y="678180"/>
                </a:moveTo>
                <a:lnTo>
                  <a:pt x="1572005" y="675132"/>
                </a:lnTo>
                <a:lnTo>
                  <a:pt x="1567433" y="672084"/>
                </a:lnTo>
                <a:lnTo>
                  <a:pt x="1564385" y="672084"/>
                </a:lnTo>
                <a:lnTo>
                  <a:pt x="1561337" y="676656"/>
                </a:lnTo>
                <a:lnTo>
                  <a:pt x="1562099" y="679704"/>
                </a:lnTo>
                <a:lnTo>
                  <a:pt x="1563623" y="681228"/>
                </a:lnTo>
                <a:lnTo>
                  <a:pt x="1565909" y="682752"/>
                </a:lnTo>
                <a:lnTo>
                  <a:pt x="1568957" y="681990"/>
                </a:lnTo>
                <a:lnTo>
                  <a:pt x="1570481" y="679704"/>
                </a:lnTo>
                <a:lnTo>
                  <a:pt x="1572005" y="678180"/>
                </a:lnTo>
                <a:close/>
              </a:path>
              <a:path w="2073910" h="2775585">
                <a:moveTo>
                  <a:pt x="1583435" y="662940"/>
                </a:moveTo>
                <a:lnTo>
                  <a:pt x="1583435" y="659892"/>
                </a:lnTo>
                <a:lnTo>
                  <a:pt x="1578863" y="656844"/>
                </a:lnTo>
                <a:lnTo>
                  <a:pt x="1575815" y="656844"/>
                </a:lnTo>
                <a:lnTo>
                  <a:pt x="1572767" y="661416"/>
                </a:lnTo>
                <a:lnTo>
                  <a:pt x="1573530" y="664464"/>
                </a:lnTo>
                <a:lnTo>
                  <a:pt x="1575053" y="665988"/>
                </a:lnTo>
                <a:lnTo>
                  <a:pt x="1577339" y="667512"/>
                </a:lnTo>
                <a:lnTo>
                  <a:pt x="1580387" y="666750"/>
                </a:lnTo>
                <a:lnTo>
                  <a:pt x="1581911" y="664464"/>
                </a:lnTo>
                <a:lnTo>
                  <a:pt x="1583435" y="662940"/>
                </a:lnTo>
                <a:close/>
              </a:path>
              <a:path w="2073910" h="2775585">
                <a:moveTo>
                  <a:pt x="1594865" y="647700"/>
                </a:moveTo>
                <a:lnTo>
                  <a:pt x="1594865" y="644652"/>
                </a:lnTo>
                <a:lnTo>
                  <a:pt x="1590293" y="641604"/>
                </a:lnTo>
                <a:lnTo>
                  <a:pt x="1587245" y="641604"/>
                </a:lnTo>
                <a:lnTo>
                  <a:pt x="1584197" y="646176"/>
                </a:lnTo>
                <a:lnTo>
                  <a:pt x="1584959" y="649224"/>
                </a:lnTo>
                <a:lnTo>
                  <a:pt x="1586483" y="650748"/>
                </a:lnTo>
                <a:lnTo>
                  <a:pt x="1588769" y="652272"/>
                </a:lnTo>
                <a:lnTo>
                  <a:pt x="1591817" y="651510"/>
                </a:lnTo>
                <a:lnTo>
                  <a:pt x="1593341" y="649224"/>
                </a:lnTo>
                <a:lnTo>
                  <a:pt x="1594865" y="647700"/>
                </a:lnTo>
                <a:close/>
              </a:path>
              <a:path w="2073910" h="2775585">
                <a:moveTo>
                  <a:pt x="1606295" y="632460"/>
                </a:moveTo>
                <a:lnTo>
                  <a:pt x="1606295" y="629412"/>
                </a:lnTo>
                <a:lnTo>
                  <a:pt x="1601723" y="626364"/>
                </a:lnTo>
                <a:lnTo>
                  <a:pt x="1598675" y="626364"/>
                </a:lnTo>
                <a:lnTo>
                  <a:pt x="1595627" y="630936"/>
                </a:lnTo>
                <a:lnTo>
                  <a:pt x="1596389" y="633984"/>
                </a:lnTo>
                <a:lnTo>
                  <a:pt x="1597913" y="635508"/>
                </a:lnTo>
                <a:lnTo>
                  <a:pt x="1600199" y="637032"/>
                </a:lnTo>
                <a:lnTo>
                  <a:pt x="1603247" y="636270"/>
                </a:lnTo>
                <a:lnTo>
                  <a:pt x="1604771" y="633984"/>
                </a:lnTo>
                <a:lnTo>
                  <a:pt x="1606295" y="632460"/>
                </a:lnTo>
                <a:close/>
              </a:path>
              <a:path w="2073910" h="2775585">
                <a:moveTo>
                  <a:pt x="1617725" y="617220"/>
                </a:moveTo>
                <a:lnTo>
                  <a:pt x="1617725" y="614172"/>
                </a:lnTo>
                <a:lnTo>
                  <a:pt x="1615439" y="612648"/>
                </a:lnTo>
                <a:lnTo>
                  <a:pt x="1613153" y="610362"/>
                </a:lnTo>
                <a:lnTo>
                  <a:pt x="1610105" y="611124"/>
                </a:lnTo>
                <a:lnTo>
                  <a:pt x="1607057" y="615696"/>
                </a:lnTo>
                <a:lnTo>
                  <a:pt x="1607819" y="617982"/>
                </a:lnTo>
                <a:lnTo>
                  <a:pt x="1609343" y="620268"/>
                </a:lnTo>
                <a:lnTo>
                  <a:pt x="1611630" y="621792"/>
                </a:lnTo>
                <a:lnTo>
                  <a:pt x="1614677" y="621030"/>
                </a:lnTo>
                <a:lnTo>
                  <a:pt x="1616202" y="618744"/>
                </a:lnTo>
                <a:lnTo>
                  <a:pt x="1617725" y="617220"/>
                </a:lnTo>
                <a:close/>
              </a:path>
              <a:path w="2073910" h="2775585">
                <a:moveTo>
                  <a:pt x="1629155" y="601218"/>
                </a:moveTo>
                <a:lnTo>
                  <a:pt x="1629155" y="598932"/>
                </a:lnTo>
                <a:lnTo>
                  <a:pt x="1626869" y="597408"/>
                </a:lnTo>
                <a:lnTo>
                  <a:pt x="1624583" y="595122"/>
                </a:lnTo>
                <a:lnTo>
                  <a:pt x="1621535" y="595884"/>
                </a:lnTo>
                <a:lnTo>
                  <a:pt x="1618487" y="600456"/>
                </a:lnTo>
                <a:lnTo>
                  <a:pt x="1618487" y="602742"/>
                </a:lnTo>
                <a:lnTo>
                  <a:pt x="1620773" y="605028"/>
                </a:lnTo>
                <a:lnTo>
                  <a:pt x="1623059" y="606552"/>
                </a:lnTo>
                <a:lnTo>
                  <a:pt x="1626107" y="605790"/>
                </a:lnTo>
                <a:lnTo>
                  <a:pt x="1629155" y="601218"/>
                </a:lnTo>
                <a:close/>
              </a:path>
              <a:path w="2073910" h="2775585">
                <a:moveTo>
                  <a:pt x="1640586" y="585978"/>
                </a:moveTo>
                <a:lnTo>
                  <a:pt x="1639824" y="583692"/>
                </a:lnTo>
                <a:lnTo>
                  <a:pt x="1638300" y="581406"/>
                </a:lnTo>
                <a:lnTo>
                  <a:pt x="1636014" y="579882"/>
                </a:lnTo>
                <a:lnTo>
                  <a:pt x="1632965" y="580644"/>
                </a:lnTo>
                <a:lnTo>
                  <a:pt x="1631441" y="582930"/>
                </a:lnTo>
                <a:lnTo>
                  <a:pt x="1629917" y="584454"/>
                </a:lnTo>
                <a:lnTo>
                  <a:pt x="1629917" y="587502"/>
                </a:lnTo>
                <a:lnTo>
                  <a:pt x="1632203" y="589026"/>
                </a:lnTo>
                <a:lnTo>
                  <a:pt x="1634489" y="591312"/>
                </a:lnTo>
                <a:lnTo>
                  <a:pt x="1637538" y="590550"/>
                </a:lnTo>
                <a:lnTo>
                  <a:pt x="1640586" y="585978"/>
                </a:lnTo>
                <a:close/>
              </a:path>
              <a:path w="2073910" h="2775585">
                <a:moveTo>
                  <a:pt x="1652016" y="570738"/>
                </a:moveTo>
                <a:lnTo>
                  <a:pt x="1651254" y="567690"/>
                </a:lnTo>
                <a:lnTo>
                  <a:pt x="1649730" y="566166"/>
                </a:lnTo>
                <a:lnTo>
                  <a:pt x="1647444" y="564642"/>
                </a:lnTo>
                <a:lnTo>
                  <a:pt x="1644395" y="565404"/>
                </a:lnTo>
                <a:lnTo>
                  <a:pt x="1642871" y="567690"/>
                </a:lnTo>
                <a:lnTo>
                  <a:pt x="1641348" y="569214"/>
                </a:lnTo>
                <a:lnTo>
                  <a:pt x="1641348" y="572262"/>
                </a:lnTo>
                <a:lnTo>
                  <a:pt x="1645920" y="575310"/>
                </a:lnTo>
                <a:lnTo>
                  <a:pt x="1648968" y="575310"/>
                </a:lnTo>
                <a:lnTo>
                  <a:pt x="1652016" y="570738"/>
                </a:lnTo>
                <a:close/>
              </a:path>
              <a:path w="2073910" h="2775585">
                <a:moveTo>
                  <a:pt x="1663445" y="555498"/>
                </a:moveTo>
                <a:lnTo>
                  <a:pt x="1662683" y="552450"/>
                </a:lnTo>
                <a:lnTo>
                  <a:pt x="1661160" y="550926"/>
                </a:lnTo>
                <a:lnTo>
                  <a:pt x="1658874" y="549402"/>
                </a:lnTo>
                <a:lnTo>
                  <a:pt x="1655826" y="550164"/>
                </a:lnTo>
                <a:lnTo>
                  <a:pt x="1654302" y="552450"/>
                </a:lnTo>
                <a:lnTo>
                  <a:pt x="1652777" y="553974"/>
                </a:lnTo>
                <a:lnTo>
                  <a:pt x="1652777" y="557022"/>
                </a:lnTo>
                <a:lnTo>
                  <a:pt x="1657350" y="560070"/>
                </a:lnTo>
                <a:lnTo>
                  <a:pt x="1660398" y="560070"/>
                </a:lnTo>
                <a:lnTo>
                  <a:pt x="1663445" y="555498"/>
                </a:lnTo>
                <a:close/>
              </a:path>
              <a:path w="2073910" h="2775585">
                <a:moveTo>
                  <a:pt x="1674876" y="540258"/>
                </a:moveTo>
                <a:lnTo>
                  <a:pt x="1674114" y="537210"/>
                </a:lnTo>
                <a:lnTo>
                  <a:pt x="1672589" y="535686"/>
                </a:lnTo>
                <a:lnTo>
                  <a:pt x="1670304" y="534162"/>
                </a:lnTo>
                <a:lnTo>
                  <a:pt x="1667256" y="534924"/>
                </a:lnTo>
                <a:lnTo>
                  <a:pt x="1665732" y="537210"/>
                </a:lnTo>
                <a:lnTo>
                  <a:pt x="1664208" y="538734"/>
                </a:lnTo>
                <a:lnTo>
                  <a:pt x="1664208" y="541782"/>
                </a:lnTo>
                <a:lnTo>
                  <a:pt x="1668780" y="544830"/>
                </a:lnTo>
                <a:lnTo>
                  <a:pt x="1671827" y="544830"/>
                </a:lnTo>
                <a:lnTo>
                  <a:pt x="1674876" y="540258"/>
                </a:lnTo>
                <a:close/>
              </a:path>
              <a:path w="2073910" h="2775585">
                <a:moveTo>
                  <a:pt x="1686306" y="525018"/>
                </a:moveTo>
                <a:lnTo>
                  <a:pt x="1685544" y="521970"/>
                </a:lnTo>
                <a:lnTo>
                  <a:pt x="1684020" y="520446"/>
                </a:lnTo>
                <a:lnTo>
                  <a:pt x="1681733" y="518922"/>
                </a:lnTo>
                <a:lnTo>
                  <a:pt x="1678686" y="519684"/>
                </a:lnTo>
                <a:lnTo>
                  <a:pt x="1677162" y="521970"/>
                </a:lnTo>
                <a:lnTo>
                  <a:pt x="1675638" y="523494"/>
                </a:lnTo>
                <a:lnTo>
                  <a:pt x="1675638" y="526542"/>
                </a:lnTo>
                <a:lnTo>
                  <a:pt x="1680210" y="529590"/>
                </a:lnTo>
                <a:lnTo>
                  <a:pt x="1683258" y="529590"/>
                </a:lnTo>
                <a:lnTo>
                  <a:pt x="1686306" y="525018"/>
                </a:lnTo>
                <a:close/>
              </a:path>
              <a:path w="2073910" h="2775585">
                <a:moveTo>
                  <a:pt x="1697736" y="509778"/>
                </a:moveTo>
                <a:lnTo>
                  <a:pt x="1696974" y="506730"/>
                </a:lnTo>
                <a:lnTo>
                  <a:pt x="1694688" y="505206"/>
                </a:lnTo>
                <a:lnTo>
                  <a:pt x="1693164" y="503682"/>
                </a:lnTo>
                <a:lnTo>
                  <a:pt x="1690116" y="504444"/>
                </a:lnTo>
                <a:lnTo>
                  <a:pt x="1688592" y="505968"/>
                </a:lnTo>
                <a:lnTo>
                  <a:pt x="1687068" y="508254"/>
                </a:lnTo>
                <a:lnTo>
                  <a:pt x="1687068" y="511302"/>
                </a:lnTo>
                <a:lnTo>
                  <a:pt x="1691639" y="514350"/>
                </a:lnTo>
                <a:lnTo>
                  <a:pt x="1694688" y="514350"/>
                </a:lnTo>
                <a:lnTo>
                  <a:pt x="1697736" y="509778"/>
                </a:lnTo>
                <a:close/>
              </a:path>
              <a:path w="2073910" h="2775585">
                <a:moveTo>
                  <a:pt x="1709166" y="494538"/>
                </a:moveTo>
                <a:lnTo>
                  <a:pt x="1708404" y="491490"/>
                </a:lnTo>
                <a:lnTo>
                  <a:pt x="1706118" y="489966"/>
                </a:lnTo>
                <a:lnTo>
                  <a:pt x="1704594" y="488442"/>
                </a:lnTo>
                <a:lnTo>
                  <a:pt x="1701545" y="489204"/>
                </a:lnTo>
                <a:lnTo>
                  <a:pt x="1700021" y="490728"/>
                </a:lnTo>
                <a:lnTo>
                  <a:pt x="1698498" y="493014"/>
                </a:lnTo>
                <a:lnTo>
                  <a:pt x="1698498" y="496062"/>
                </a:lnTo>
                <a:lnTo>
                  <a:pt x="1703070" y="499110"/>
                </a:lnTo>
                <a:lnTo>
                  <a:pt x="1706118" y="499110"/>
                </a:lnTo>
                <a:lnTo>
                  <a:pt x="1709166" y="494538"/>
                </a:lnTo>
                <a:close/>
              </a:path>
              <a:path w="2073910" h="2775585">
                <a:moveTo>
                  <a:pt x="1720595" y="479298"/>
                </a:moveTo>
                <a:lnTo>
                  <a:pt x="1719833" y="476250"/>
                </a:lnTo>
                <a:lnTo>
                  <a:pt x="1717548" y="474726"/>
                </a:lnTo>
                <a:lnTo>
                  <a:pt x="1716024" y="473202"/>
                </a:lnTo>
                <a:lnTo>
                  <a:pt x="1712976" y="473964"/>
                </a:lnTo>
                <a:lnTo>
                  <a:pt x="1711452" y="475488"/>
                </a:lnTo>
                <a:lnTo>
                  <a:pt x="1709927" y="477774"/>
                </a:lnTo>
                <a:lnTo>
                  <a:pt x="1709927" y="480822"/>
                </a:lnTo>
                <a:lnTo>
                  <a:pt x="1714500" y="483870"/>
                </a:lnTo>
                <a:lnTo>
                  <a:pt x="1717548" y="483870"/>
                </a:lnTo>
                <a:lnTo>
                  <a:pt x="1720595" y="479298"/>
                </a:lnTo>
                <a:close/>
              </a:path>
              <a:path w="2073910" h="2775585">
                <a:moveTo>
                  <a:pt x="1732026" y="464058"/>
                </a:moveTo>
                <a:lnTo>
                  <a:pt x="1731264" y="461010"/>
                </a:lnTo>
                <a:lnTo>
                  <a:pt x="1728977" y="459486"/>
                </a:lnTo>
                <a:lnTo>
                  <a:pt x="1727454" y="457962"/>
                </a:lnTo>
                <a:lnTo>
                  <a:pt x="1724406" y="458724"/>
                </a:lnTo>
                <a:lnTo>
                  <a:pt x="1722882" y="460248"/>
                </a:lnTo>
                <a:lnTo>
                  <a:pt x="1721358" y="462534"/>
                </a:lnTo>
                <a:lnTo>
                  <a:pt x="1721358" y="465582"/>
                </a:lnTo>
                <a:lnTo>
                  <a:pt x="1725930" y="468630"/>
                </a:lnTo>
                <a:lnTo>
                  <a:pt x="1728977" y="468630"/>
                </a:lnTo>
                <a:lnTo>
                  <a:pt x="1732026" y="464058"/>
                </a:lnTo>
                <a:close/>
              </a:path>
              <a:path w="2073910" h="2775585">
                <a:moveTo>
                  <a:pt x="1743456" y="448818"/>
                </a:moveTo>
                <a:lnTo>
                  <a:pt x="1742694" y="445770"/>
                </a:lnTo>
                <a:lnTo>
                  <a:pt x="1740408" y="444246"/>
                </a:lnTo>
                <a:lnTo>
                  <a:pt x="1738883" y="442722"/>
                </a:lnTo>
                <a:lnTo>
                  <a:pt x="1735836" y="443484"/>
                </a:lnTo>
                <a:lnTo>
                  <a:pt x="1732026" y="447294"/>
                </a:lnTo>
                <a:lnTo>
                  <a:pt x="1732788" y="450342"/>
                </a:lnTo>
                <a:lnTo>
                  <a:pt x="1737360" y="453390"/>
                </a:lnTo>
                <a:lnTo>
                  <a:pt x="1739645" y="453390"/>
                </a:lnTo>
                <a:lnTo>
                  <a:pt x="1741932" y="451104"/>
                </a:lnTo>
                <a:lnTo>
                  <a:pt x="1743456" y="448818"/>
                </a:lnTo>
                <a:close/>
              </a:path>
              <a:path w="2073910" h="2775585">
                <a:moveTo>
                  <a:pt x="1754886" y="433578"/>
                </a:moveTo>
                <a:lnTo>
                  <a:pt x="1754124" y="430530"/>
                </a:lnTo>
                <a:lnTo>
                  <a:pt x="1751838" y="429006"/>
                </a:lnTo>
                <a:lnTo>
                  <a:pt x="1750314" y="427482"/>
                </a:lnTo>
                <a:lnTo>
                  <a:pt x="1747266" y="427482"/>
                </a:lnTo>
                <a:lnTo>
                  <a:pt x="1745742" y="429768"/>
                </a:lnTo>
                <a:lnTo>
                  <a:pt x="1743456" y="432054"/>
                </a:lnTo>
                <a:lnTo>
                  <a:pt x="1744218" y="435102"/>
                </a:lnTo>
                <a:lnTo>
                  <a:pt x="1748789" y="438150"/>
                </a:lnTo>
                <a:lnTo>
                  <a:pt x="1751076" y="438150"/>
                </a:lnTo>
                <a:lnTo>
                  <a:pt x="1753362" y="435864"/>
                </a:lnTo>
                <a:lnTo>
                  <a:pt x="1754886" y="433578"/>
                </a:lnTo>
                <a:close/>
              </a:path>
              <a:path w="2073910" h="2775585">
                <a:moveTo>
                  <a:pt x="1766316" y="418338"/>
                </a:moveTo>
                <a:lnTo>
                  <a:pt x="1765554" y="415290"/>
                </a:lnTo>
                <a:lnTo>
                  <a:pt x="1760982" y="412242"/>
                </a:lnTo>
                <a:lnTo>
                  <a:pt x="1758695" y="412242"/>
                </a:lnTo>
                <a:lnTo>
                  <a:pt x="1756410" y="414528"/>
                </a:lnTo>
                <a:lnTo>
                  <a:pt x="1754886" y="416814"/>
                </a:lnTo>
                <a:lnTo>
                  <a:pt x="1755648" y="419862"/>
                </a:lnTo>
                <a:lnTo>
                  <a:pt x="1757933" y="421386"/>
                </a:lnTo>
                <a:lnTo>
                  <a:pt x="1759458" y="422910"/>
                </a:lnTo>
                <a:lnTo>
                  <a:pt x="1762506" y="422148"/>
                </a:lnTo>
                <a:lnTo>
                  <a:pt x="1766316" y="418338"/>
                </a:lnTo>
                <a:close/>
              </a:path>
              <a:path w="2073910" h="2775585">
                <a:moveTo>
                  <a:pt x="1777745" y="403098"/>
                </a:moveTo>
                <a:lnTo>
                  <a:pt x="1776983" y="400050"/>
                </a:lnTo>
                <a:lnTo>
                  <a:pt x="1772412" y="397002"/>
                </a:lnTo>
                <a:lnTo>
                  <a:pt x="1770126" y="397002"/>
                </a:lnTo>
                <a:lnTo>
                  <a:pt x="1767839" y="399288"/>
                </a:lnTo>
                <a:lnTo>
                  <a:pt x="1766316" y="401574"/>
                </a:lnTo>
                <a:lnTo>
                  <a:pt x="1767077" y="404622"/>
                </a:lnTo>
                <a:lnTo>
                  <a:pt x="1769364" y="406146"/>
                </a:lnTo>
                <a:lnTo>
                  <a:pt x="1770888" y="407670"/>
                </a:lnTo>
                <a:lnTo>
                  <a:pt x="1773936" y="406908"/>
                </a:lnTo>
                <a:lnTo>
                  <a:pt x="1777745" y="403098"/>
                </a:lnTo>
                <a:close/>
              </a:path>
              <a:path w="2073910" h="2775585">
                <a:moveTo>
                  <a:pt x="1788414" y="387858"/>
                </a:moveTo>
                <a:lnTo>
                  <a:pt x="1788414" y="384810"/>
                </a:lnTo>
                <a:lnTo>
                  <a:pt x="1783842" y="381762"/>
                </a:lnTo>
                <a:lnTo>
                  <a:pt x="1780794" y="381762"/>
                </a:lnTo>
                <a:lnTo>
                  <a:pt x="1777745" y="386334"/>
                </a:lnTo>
                <a:lnTo>
                  <a:pt x="1778508" y="389382"/>
                </a:lnTo>
                <a:lnTo>
                  <a:pt x="1780794" y="390906"/>
                </a:lnTo>
                <a:lnTo>
                  <a:pt x="1782318" y="392430"/>
                </a:lnTo>
                <a:lnTo>
                  <a:pt x="1785366" y="391668"/>
                </a:lnTo>
                <a:lnTo>
                  <a:pt x="1786889" y="390144"/>
                </a:lnTo>
                <a:lnTo>
                  <a:pt x="1788414" y="387858"/>
                </a:lnTo>
                <a:close/>
              </a:path>
              <a:path w="2073910" h="2775585">
                <a:moveTo>
                  <a:pt x="1799844" y="372618"/>
                </a:moveTo>
                <a:lnTo>
                  <a:pt x="1799844" y="369570"/>
                </a:lnTo>
                <a:lnTo>
                  <a:pt x="1795271" y="366522"/>
                </a:lnTo>
                <a:lnTo>
                  <a:pt x="1792224" y="366522"/>
                </a:lnTo>
                <a:lnTo>
                  <a:pt x="1789176" y="371094"/>
                </a:lnTo>
                <a:lnTo>
                  <a:pt x="1789938" y="374142"/>
                </a:lnTo>
                <a:lnTo>
                  <a:pt x="1792224" y="375666"/>
                </a:lnTo>
                <a:lnTo>
                  <a:pt x="1793748" y="377190"/>
                </a:lnTo>
                <a:lnTo>
                  <a:pt x="1796795" y="376428"/>
                </a:lnTo>
                <a:lnTo>
                  <a:pt x="1798320" y="374904"/>
                </a:lnTo>
                <a:lnTo>
                  <a:pt x="1799844" y="372618"/>
                </a:lnTo>
                <a:close/>
              </a:path>
              <a:path w="2073910" h="2775585">
                <a:moveTo>
                  <a:pt x="1811274" y="357378"/>
                </a:moveTo>
                <a:lnTo>
                  <a:pt x="1811274" y="354330"/>
                </a:lnTo>
                <a:lnTo>
                  <a:pt x="1806702" y="351282"/>
                </a:lnTo>
                <a:lnTo>
                  <a:pt x="1803654" y="351282"/>
                </a:lnTo>
                <a:lnTo>
                  <a:pt x="1800606" y="355854"/>
                </a:lnTo>
                <a:lnTo>
                  <a:pt x="1801368" y="358902"/>
                </a:lnTo>
                <a:lnTo>
                  <a:pt x="1803654" y="360426"/>
                </a:lnTo>
                <a:lnTo>
                  <a:pt x="1805177" y="361950"/>
                </a:lnTo>
                <a:lnTo>
                  <a:pt x="1808226" y="361188"/>
                </a:lnTo>
                <a:lnTo>
                  <a:pt x="1809750" y="359664"/>
                </a:lnTo>
                <a:lnTo>
                  <a:pt x="1809750" y="358902"/>
                </a:lnTo>
                <a:lnTo>
                  <a:pt x="1811274" y="357378"/>
                </a:lnTo>
                <a:close/>
              </a:path>
              <a:path w="2073910" h="2775585">
                <a:moveTo>
                  <a:pt x="1822704" y="342138"/>
                </a:moveTo>
                <a:lnTo>
                  <a:pt x="1822704" y="339090"/>
                </a:lnTo>
                <a:lnTo>
                  <a:pt x="1818132" y="336042"/>
                </a:lnTo>
                <a:lnTo>
                  <a:pt x="1815083" y="336042"/>
                </a:lnTo>
                <a:lnTo>
                  <a:pt x="1812036" y="340614"/>
                </a:lnTo>
                <a:lnTo>
                  <a:pt x="1812798" y="343662"/>
                </a:lnTo>
                <a:lnTo>
                  <a:pt x="1815083" y="345186"/>
                </a:lnTo>
                <a:lnTo>
                  <a:pt x="1816608" y="346710"/>
                </a:lnTo>
                <a:lnTo>
                  <a:pt x="1819656" y="345948"/>
                </a:lnTo>
                <a:lnTo>
                  <a:pt x="1821180" y="343662"/>
                </a:lnTo>
                <a:lnTo>
                  <a:pt x="1822704" y="342138"/>
                </a:lnTo>
                <a:close/>
              </a:path>
              <a:path w="2073910" h="2775585">
                <a:moveTo>
                  <a:pt x="1834133" y="326898"/>
                </a:moveTo>
                <a:lnTo>
                  <a:pt x="1834133" y="323850"/>
                </a:lnTo>
                <a:lnTo>
                  <a:pt x="1829562" y="320802"/>
                </a:lnTo>
                <a:lnTo>
                  <a:pt x="1826514" y="320802"/>
                </a:lnTo>
                <a:lnTo>
                  <a:pt x="1823466" y="325374"/>
                </a:lnTo>
                <a:lnTo>
                  <a:pt x="1824227" y="328422"/>
                </a:lnTo>
                <a:lnTo>
                  <a:pt x="1825752" y="329946"/>
                </a:lnTo>
                <a:lnTo>
                  <a:pt x="1828038" y="331470"/>
                </a:lnTo>
                <a:lnTo>
                  <a:pt x="1831086" y="330708"/>
                </a:lnTo>
                <a:lnTo>
                  <a:pt x="1832610" y="328422"/>
                </a:lnTo>
                <a:lnTo>
                  <a:pt x="1834133" y="326898"/>
                </a:lnTo>
                <a:close/>
              </a:path>
              <a:path w="2073910" h="2775585">
                <a:moveTo>
                  <a:pt x="1845564" y="311658"/>
                </a:moveTo>
                <a:lnTo>
                  <a:pt x="1845564" y="308610"/>
                </a:lnTo>
                <a:lnTo>
                  <a:pt x="1840992" y="305562"/>
                </a:lnTo>
                <a:lnTo>
                  <a:pt x="1837944" y="305562"/>
                </a:lnTo>
                <a:lnTo>
                  <a:pt x="1834895" y="310134"/>
                </a:lnTo>
                <a:lnTo>
                  <a:pt x="1835658" y="313182"/>
                </a:lnTo>
                <a:lnTo>
                  <a:pt x="1837182" y="314706"/>
                </a:lnTo>
                <a:lnTo>
                  <a:pt x="1839468" y="316230"/>
                </a:lnTo>
                <a:lnTo>
                  <a:pt x="1842516" y="315468"/>
                </a:lnTo>
                <a:lnTo>
                  <a:pt x="1844039" y="313182"/>
                </a:lnTo>
                <a:lnTo>
                  <a:pt x="1845564" y="311658"/>
                </a:lnTo>
                <a:close/>
              </a:path>
              <a:path w="2073910" h="2775585">
                <a:moveTo>
                  <a:pt x="1856994" y="296418"/>
                </a:moveTo>
                <a:lnTo>
                  <a:pt x="1856994" y="293370"/>
                </a:lnTo>
                <a:lnTo>
                  <a:pt x="1854708" y="291846"/>
                </a:lnTo>
                <a:lnTo>
                  <a:pt x="1852421" y="289560"/>
                </a:lnTo>
                <a:lnTo>
                  <a:pt x="1849374" y="290322"/>
                </a:lnTo>
                <a:lnTo>
                  <a:pt x="1846326" y="294894"/>
                </a:lnTo>
                <a:lnTo>
                  <a:pt x="1847088" y="297180"/>
                </a:lnTo>
                <a:lnTo>
                  <a:pt x="1848612" y="299466"/>
                </a:lnTo>
                <a:lnTo>
                  <a:pt x="1850898" y="300990"/>
                </a:lnTo>
                <a:lnTo>
                  <a:pt x="1853945" y="300228"/>
                </a:lnTo>
                <a:lnTo>
                  <a:pt x="1855470" y="297942"/>
                </a:lnTo>
                <a:lnTo>
                  <a:pt x="1856994" y="296418"/>
                </a:lnTo>
                <a:close/>
              </a:path>
              <a:path w="2073910" h="2775585">
                <a:moveTo>
                  <a:pt x="1868424" y="280416"/>
                </a:moveTo>
                <a:lnTo>
                  <a:pt x="1868424" y="278130"/>
                </a:lnTo>
                <a:lnTo>
                  <a:pt x="1866138" y="276606"/>
                </a:lnTo>
                <a:lnTo>
                  <a:pt x="1863852" y="274320"/>
                </a:lnTo>
                <a:lnTo>
                  <a:pt x="1860804" y="275082"/>
                </a:lnTo>
                <a:lnTo>
                  <a:pt x="1857756" y="279654"/>
                </a:lnTo>
                <a:lnTo>
                  <a:pt x="1858518" y="281940"/>
                </a:lnTo>
                <a:lnTo>
                  <a:pt x="1860042" y="284226"/>
                </a:lnTo>
                <a:lnTo>
                  <a:pt x="1862327" y="285750"/>
                </a:lnTo>
                <a:lnTo>
                  <a:pt x="1865376" y="284988"/>
                </a:lnTo>
                <a:lnTo>
                  <a:pt x="1868424" y="280416"/>
                </a:lnTo>
                <a:close/>
              </a:path>
              <a:path w="2073910" h="2775585">
                <a:moveTo>
                  <a:pt x="1879854" y="265176"/>
                </a:moveTo>
                <a:lnTo>
                  <a:pt x="1879854" y="262890"/>
                </a:lnTo>
                <a:lnTo>
                  <a:pt x="1877568" y="260604"/>
                </a:lnTo>
                <a:lnTo>
                  <a:pt x="1875282" y="259080"/>
                </a:lnTo>
                <a:lnTo>
                  <a:pt x="1872233" y="259842"/>
                </a:lnTo>
                <a:lnTo>
                  <a:pt x="1870710" y="262128"/>
                </a:lnTo>
                <a:lnTo>
                  <a:pt x="1869186" y="263652"/>
                </a:lnTo>
                <a:lnTo>
                  <a:pt x="1869948" y="266700"/>
                </a:lnTo>
                <a:lnTo>
                  <a:pt x="1873758" y="270510"/>
                </a:lnTo>
                <a:lnTo>
                  <a:pt x="1876806" y="269748"/>
                </a:lnTo>
                <a:lnTo>
                  <a:pt x="1879854" y="265176"/>
                </a:lnTo>
                <a:close/>
              </a:path>
              <a:path w="2073910" h="2775585">
                <a:moveTo>
                  <a:pt x="1891283" y="249936"/>
                </a:moveTo>
                <a:lnTo>
                  <a:pt x="1891283" y="246888"/>
                </a:lnTo>
                <a:lnTo>
                  <a:pt x="1886712" y="243840"/>
                </a:lnTo>
                <a:lnTo>
                  <a:pt x="1883664" y="244602"/>
                </a:lnTo>
                <a:lnTo>
                  <a:pt x="1882139" y="246888"/>
                </a:lnTo>
                <a:lnTo>
                  <a:pt x="1880616" y="248412"/>
                </a:lnTo>
                <a:lnTo>
                  <a:pt x="1881377" y="251460"/>
                </a:lnTo>
                <a:lnTo>
                  <a:pt x="1882902" y="252984"/>
                </a:lnTo>
                <a:lnTo>
                  <a:pt x="1885188" y="254508"/>
                </a:lnTo>
                <a:lnTo>
                  <a:pt x="1888236" y="254508"/>
                </a:lnTo>
                <a:lnTo>
                  <a:pt x="1891283" y="249936"/>
                </a:lnTo>
                <a:close/>
              </a:path>
              <a:path w="2073910" h="2775585">
                <a:moveTo>
                  <a:pt x="1902714" y="234696"/>
                </a:moveTo>
                <a:lnTo>
                  <a:pt x="1901952" y="231648"/>
                </a:lnTo>
                <a:lnTo>
                  <a:pt x="1900427" y="230124"/>
                </a:lnTo>
                <a:lnTo>
                  <a:pt x="1898142" y="228600"/>
                </a:lnTo>
                <a:lnTo>
                  <a:pt x="1895094" y="229362"/>
                </a:lnTo>
                <a:lnTo>
                  <a:pt x="1893570" y="231648"/>
                </a:lnTo>
                <a:lnTo>
                  <a:pt x="1892045" y="233172"/>
                </a:lnTo>
                <a:lnTo>
                  <a:pt x="1892045" y="236220"/>
                </a:lnTo>
                <a:lnTo>
                  <a:pt x="1896618" y="239268"/>
                </a:lnTo>
                <a:lnTo>
                  <a:pt x="1899666" y="239268"/>
                </a:lnTo>
                <a:lnTo>
                  <a:pt x="1902714" y="234696"/>
                </a:lnTo>
                <a:close/>
              </a:path>
              <a:path w="2073910" h="2775585">
                <a:moveTo>
                  <a:pt x="1914144" y="219456"/>
                </a:moveTo>
                <a:lnTo>
                  <a:pt x="1913382" y="216408"/>
                </a:lnTo>
                <a:lnTo>
                  <a:pt x="1911858" y="214884"/>
                </a:lnTo>
                <a:lnTo>
                  <a:pt x="1909571" y="213360"/>
                </a:lnTo>
                <a:lnTo>
                  <a:pt x="1906524" y="214122"/>
                </a:lnTo>
                <a:lnTo>
                  <a:pt x="1905000" y="216408"/>
                </a:lnTo>
                <a:lnTo>
                  <a:pt x="1903476" y="217932"/>
                </a:lnTo>
                <a:lnTo>
                  <a:pt x="1903476" y="220980"/>
                </a:lnTo>
                <a:lnTo>
                  <a:pt x="1908048" y="224028"/>
                </a:lnTo>
                <a:lnTo>
                  <a:pt x="1911095" y="224028"/>
                </a:lnTo>
                <a:lnTo>
                  <a:pt x="1914144" y="219456"/>
                </a:lnTo>
                <a:close/>
              </a:path>
              <a:path w="2073910" h="2775585">
                <a:moveTo>
                  <a:pt x="1925574" y="204216"/>
                </a:moveTo>
                <a:lnTo>
                  <a:pt x="1924812" y="201168"/>
                </a:lnTo>
                <a:lnTo>
                  <a:pt x="1923288" y="199644"/>
                </a:lnTo>
                <a:lnTo>
                  <a:pt x="1921002" y="198120"/>
                </a:lnTo>
                <a:lnTo>
                  <a:pt x="1917954" y="198882"/>
                </a:lnTo>
                <a:lnTo>
                  <a:pt x="1916430" y="201168"/>
                </a:lnTo>
                <a:lnTo>
                  <a:pt x="1914906" y="202692"/>
                </a:lnTo>
                <a:lnTo>
                  <a:pt x="1914906" y="205740"/>
                </a:lnTo>
                <a:lnTo>
                  <a:pt x="1919477" y="208788"/>
                </a:lnTo>
                <a:lnTo>
                  <a:pt x="1922526" y="208788"/>
                </a:lnTo>
                <a:lnTo>
                  <a:pt x="1925574" y="204216"/>
                </a:lnTo>
                <a:close/>
              </a:path>
              <a:path w="2073910" h="2775585">
                <a:moveTo>
                  <a:pt x="1937004" y="188976"/>
                </a:moveTo>
                <a:lnTo>
                  <a:pt x="1936242" y="185928"/>
                </a:lnTo>
                <a:lnTo>
                  <a:pt x="1934718" y="184404"/>
                </a:lnTo>
                <a:lnTo>
                  <a:pt x="1932432" y="182880"/>
                </a:lnTo>
                <a:lnTo>
                  <a:pt x="1929383" y="183642"/>
                </a:lnTo>
                <a:lnTo>
                  <a:pt x="1927860" y="185166"/>
                </a:lnTo>
                <a:lnTo>
                  <a:pt x="1926336" y="187452"/>
                </a:lnTo>
                <a:lnTo>
                  <a:pt x="1926336" y="190500"/>
                </a:lnTo>
                <a:lnTo>
                  <a:pt x="1930908" y="193548"/>
                </a:lnTo>
                <a:lnTo>
                  <a:pt x="1933956" y="193548"/>
                </a:lnTo>
                <a:lnTo>
                  <a:pt x="1937004" y="188976"/>
                </a:lnTo>
                <a:close/>
              </a:path>
              <a:path w="2073910" h="2775585">
                <a:moveTo>
                  <a:pt x="1948433" y="173736"/>
                </a:moveTo>
                <a:lnTo>
                  <a:pt x="1947671" y="170688"/>
                </a:lnTo>
                <a:lnTo>
                  <a:pt x="1946148" y="169164"/>
                </a:lnTo>
                <a:lnTo>
                  <a:pt x="1943862" y="167640"/>
                </a:lnTo>
                <a:lnTo>
                  <a:pt x="1940814" y="168402"/>
                </a:lnTo>
                <a:lnTo>
                  <a:pt x="1939289" y="169926"/>
                </a:lnTo>
                <a:lnTo>
                  <a:pt x="1937766" y="172212"/>
                </a:lnTo>
                <a:lnTo>
                  <a:pt x="1937766" y="175260"/>
                </a:lnTo>
                <a:lnTo>
                  <a:pt x="1942338" y="178308"/>
                </a:lnTo>
                <a:lnTo>
                  <a:pt x="1945386" y="178308"/>
                </a:lnTo>
                <a:lnTo>
                  <a:pt x="1948433" y="173736"/>
                </a:lnTo>
                <a:close/>
              </a:path>
              <a:path w="2073910" h="2775585">
                <a:moveTo>
                  <a:pt x="1959864" y="158496"/>
                </a:moveTo>
                <a:lnTo>
                  <a:pt x="1959102" y="155448"/>
                </a:lnTo>
                <a:lnTo>
                  <a:pt x="1957577" y="153924"/>
                </a:lnTo>
                <a:lnTo>
                  <a:pt x="1955292" y="152400"/>
                </a:lnTo>
                <a:lnTo>
                  <a:pt x="1952244" y="153162"/>
                </a:lnTo>
                <a:lnTo>
                  <a:pt x="1950720" y="154686"/>
                </a:lnTo>
                <a:lnTo>
                  <a:pt x="1949195" y="156972"/>
                </a:lnTo>
                <a:lnTo>
                  <a:pt x="1949195" y="160020"/>
                </a:lnTo>
                <a:lnTo>
                  <a:pt x="1953768" y="163068"/>
                </a:lnTo>
                <a:lnTo>
                  <a:pt x="1956816" y="163068"/>
                </a:lnTo>
                <a:lnTo>
                  <a:pt x="1959864" y="158496"/>
                </a:lnTo>
                <a:close/>
              </a:path>
              <a:path w="2073910" h="2775585">
                <a:moveTo>
                  <a:pt x="1971294" y="143256"/>
                </a:moveTo>
                <a:lnTo>
                  <a:pt x="1970532" y="140208"/>
                </a:lnTo>
                <a:lnTo>
                  <a:pt x="1968245" y="138684"/>
                </a:lnTo>
                <a:lnTo>
                  <a:pt x="1966721" y="137160"/>
                </a:lnTo>
                <a:lnTo>
                  <a:pt x="1963674" y="137922"/>
                </a:lnTo>
                <a:lnTo>
                  <a:pt x="1962150" y="139446"/>
                </a:lnTo>
                <a:lnTo>
                  <a:pt x="1960626" y="141732"/>
                </a:lnTo>
                <a:lnTo>
                  <a:pt x="1960626" y="144780"/>
                </a:lnTo>
                <a:lnTo>
                  <a:pt x="1965198" y="147828"/>
                </a:lnTo>
                <a:lnTo>
                  <a:pt x="1968245" y="147828"/>
                </a:lnTo>
                <a:lnTo>
                  <a:pt x="1971294" y="143256"/>
                </a:lnTo>
                <a:close/>
              </a:path>
              <a:path w="2073910" h="2775585">
                <a:moveTo>
                  <a:pt x="1982724" y="128016"/>
                </a:moveTo>
                <a:lnTo>
                  <a:pt x="1981962" y="124968"/>
                </a:lnTo>
                <a:lnTo>
                  <a:pt x="1979676" y="123444"/>
                </a:lnTo>
                <a:lnTo>
                  <a:pt x="1978152" y="121920"/>
                </a:lnTo>
                <a:lnTo>
                  <a:pt x="1975104" y="122682"/>
                </a:lnTo>
                <a:lnTo>
                  <a:pt x="1973580" y="124206"/>
                </a:lnTo>
                <a:lnTo>
                  <a:pt x="1972056" y="126492"/>
                </a:lnTo>
                <a:lnTo>
                  <a:pt x="1972056" y="129540"/>
                </a:lnTo>
                <a:lnTo>
                  <a:pt x="1976627" y="132588"/>
                </a:lnTo>
                <a:lnTo>
                  <a:pt x="1979676" y="132588"/>
                </a:lnTo>
                <a:lnTo>
                  <a:pt x="1982724" y="128016"/>
                </a:lnTo>
                <a:close/>
              </a:path>
              <a:path w="2073910" h="2775585">
                <a:moveTo>
                  <a:pt x="1994154" y="112776"/>
                </a:moveTo>
                <a:lnTo>
                  <a:pt x="1993392" y="109728"/>
                </a:lnTo>
                <a:lnTo>
                  <a:pt x="1991106" y="108204"/>
                </a:lnTo>
                <a:lnTo>
                  <a:pt x="1989582" y="106680"/>
                </a:lnTo>
                <a:lnTo>
                  <a:pt x="1986533" y="106680"/>
                </a:lnTo>
                <a:lnTo>
                  <a:pt x="1983486" y="111252"/>
                </a:lnTo>
                <a:lnTo>
                  <a:pt x="1983486" y="114300"/>
                </a:lnTo>
                <a:lnTo>
                  <a:pt x="1988058" y="117348"/>
                </a:lnTo>
                <a:lnTo>
                  <a:pt x="1991106" y="117348"/>
                </a:lnTo>
                <a:lnTo>
                  <a:pt x="1994154" y="112776"/>
                </a:lnTo>
                <a:close/>
              </a:path>
              <a:path w="2073910" h="2775585">
                <a:moveTo>
                  <a:pt x="2005583" y="97536"/>
                </a:moveTo>
                <a:lnTo>
                  <a:pt x="2004821" y="94488"/>
                </a:lnTo>
                <a:lnTo>
                  <a:pt x="2002536" y="92964"/>
                </a:lnTo>
                <a:lnTo>
                  <a:pt x="2001012" y="91440"/>
                </a:lnTo>
                <a:lnTo>
                  <a:pt x="1997964" y="91440"/>
                </a:lnTo>
                <a:lnTo>
                  <a:pt x="1994916" y="96012"/>
                </a:lnTo>
                <a:lnTo>
                  <a:pt x="1994916" y="99060"/>
                </a:lnTo>
                <a:lnTo>
                  <a:pt x="1999488" y="102108"/>
                </a:lnTo>
                <a:lnTo>
                  <a:pt x="2002536" y="101346"/>
                </a:lnTo>
                <a:lnTo>
                  <a:pt x="2004060" y="99822"/>
                </a:lnTo>
                <a:lnTo>
                  <a:pt x="2005583" y="97536"/>
                </a:lnTo>
                <a:close/>
              </a:path>
              <a:path w="2073910" h="2775585">
                <a:moveTo>
                  <a:pt x="2017014" y="82296"/>
                </a:moveTo>
                <a:lnTo>
                  <a:pt x="2016252" y="79248"/>
                </a:lnTo>
                <a:lnTo>
                  <a:pt x="2013966" y="77724"/>
                </a:lnTo>
                <a:lnTo>
                  <a:pt x="2012442" y="76200"/>
                </a:lnTo>
                <a:lnTo>
                  <a:pt x="2009394" y="76200"/>
                </a:lnTo>
                <a:lnTo>
                  <a:pt x="2007870" y="78486"/>
                </a:lnTo>
                <a:lnTo>
                  <a:pt x="2005583" y="80772"/>
                </a:lnTo>
                <a:lnTo>
                  <a:pt x="2006345" y="83820"/>
                </a:lnTo>
                <a:lnTo>
                  <a:pt x="2010918" y="86868"/>
                </a:lnTo>
                <a:lnTo>
                  <a:pt x="2013204" y="86106"/>
                </a:lnTo>
                <a:lnTo>
                  <a:pt x="2015489" y="84582"/>
                </a:lnTo>
                <a:lnTo>
                  <a:pt x="2017014" y="82296"/>
                </a:lnTo>
                <a:close/>
              </a:path>
              <a:path w="2073910" h="2775585">
                <a:moveTo>
                  <a:pt x="2028444" y="67056"/>
                </a:moveTo>
                <a:lnTo>
                  <a:pt x="2027682" y="64008"/>
                </a:lnTo>
                <a:lnTo>
                  <a:pt x="2025395" y="62484"/>
                </a:lnTo>
                <a:lnTo>
                  <a:pt x="2023871" y="60960"/>
                </a:lnTo>
                <a:lnTo>
                  <a:pt x="2020824" y="60960"/>
                </a:lnTo>
                <a:lnTo>
                  <a:pt x="2019300" y="63246"/>
                </a:lnTo>
                <a:lnTo>
                  <a:pt x="2017014" y="65532"/>
                </a:lnTo>
                <a:lnTo>
                  <a:pt x="2017776" y="68580"/>
                </a:lnTo>
                <a:lnTo>
                  <a:pt x="2022348" y="71628"/>
                </a:lnTo>
                <a:lnTo>
                  <a:pt x="2024633" y="70866"/>
                </a:lnTo>
                <a:lnTo>
                  <a:pt x="2026920" y="69342"/>
                </a:lnTo>
                <a:lnTo>
                  <a:pt x="2028444" y="67056"/>
                </a:lnTo>
                <a:close/>
              </a:path>
              <a:path w="2073910" h="2775585">
                <a:moveTo>
                  <a:pt x="2039874" y="51816"/>
                </a:moveTo>
                <a:lnTo>
                  <a:pt x="2039112" y="48768"/>
                </a:lnTo>
                <a:lnTo>
                  <a:pt x="2034539" y="45720"/>
                </a:lnTo>
                <a:lnTo>
                  <a:pt x="2032254" y="45720"/>
                </a:lnTo>
                <a:lnTo>
                  <a:pt x="2029968" y="48006"/>
                </a:lnTo>
                <a:lnTo>
                  <a:pt x="2028444" y="50292"/>
                </a:lnTo>
                <a:lnTo>
                  <a:pt x="2029206" y="53340"/>
                </a:lnTo>
                <a:lnTo>
                  <a:pt x="2031492" y="54864"/>
                </a:lnTo>
                <a:lnTo>
                  <a:pt x="2033016" y="56388"/>
                </a:lnTo>
                <a:lnTo>
                  <a:pt x="2036064" y="55626"/>
                </a:lnTo>
                <a:lnTo>
                  <a:pt x="2039874" y="51816"/>
                </a:lnTo>
                <a:close/>
              </a:path>
              <a:path w="2073910" h="2775585">
                <a:moveTo>
                  <a:pt x="2051304" y="36576"/>
                </a:moveTo>
                <a:lnTo>
                  <a:pt x="2050542" y="33528"/>
                </a:lnTo>
                <a:lnTo>
                  <a:pt x="2045970" y="30480"/>
                </a:lnTo>
                <a:lnTo>
                  <a:pt x="2043683" y="30480"/>
                </a:lnTo>
                <a:lnTo>
                  <a:pt x="2041398" y="32766"/>
                </a:lnTo>
                <a:lnTo>
                  <a:pt x="2039874" y="35052"/>
                </a:lnTo>
                <a:lnTo>
                  <a:pt x="2040636" y="38100"/>
                </a:lnTo>
                <a:lnTo>
                  <a:pt x="2042921" y="39624"/>
                </a:lnTo>
                <a:lnTo>
                  <a:pt x="2044445" y="41148"/>
                </a:lnTo>
                <a:lnTo>
                  <a:pt x="2047494" y="40386"/>
                </a:lnTo>
                <a:lnTo>
                  <a:pt x="2049018" y="38862"/>
                </a:lnTo>
                <a:lnTo>
                  <a:pt x="2049018" y="38100"/>
                </a:lnTo>
                <a:lnTo>
                  <a:pt x="2051304" y="36576"/>
                </a:lnTo>
                <a:close/>
              </a:path>
              <a:path w="2073910" h="2775585">
                <a:moveTo>
                  <a:pt x="2061971" y="21336"/>
                </a:moveTo>
                <a:lnTo>
                  <a:pt x="2061971" y="18288"/>
                </a:lnTo>
                <a:lnTo>
                  <a:pt x="2057400" y="15240"/>
                </a:lnTo>
                <a:lnTo>
                  <a:pt x="2054352" y="15240"/>
                </a:lnTo>
                <a:lnTo>
                  <a:pt x="2051304" y="19812"/>
                </a:lnTo>
                <a:lnTo>
                  <a:pt x="2052066" y="22860"/>
                </a:lnTo>
                <a:lnTo>
                  <a:pt x="2054352" y="24384"/>
                </a:lnTo>
                <a:lnTo>
                  <a:pt x="2055876" y="25908"/>
                </a:lnTo>
                <a:lnTo>
                  <a:pt x="2058924" y="25146"/>
                </a:lnTo>
                <a:lnTo>
                  <a:pt x="2060448" y="22860"/>
                </a:lnTo>
                <a:lnTo>
                  <a:pt x="2061971" y="21336"/>
                </a:lnTo>
                <a:close/>
              </a:path>
              <a:path w="2073910" h="2775585">
                <a:moveTo>
                  <a:pt x="2073402" y="6096"/>
                </a:moveTo>
                <a:lnTo>
                  <a:pt x="2073402" y="3048"/>
                </a:lnTo>
                <a:lnTo>
                  <a:pt x="2068830" y="0"/>
                </a:lnTo>
                <a:lnTo>
                  <a:pt x="2065782" y="0"/>
                </a:lnTo>
                <a:lnTo>
                  <a:pt x="2062733" y="4572"/>
                </a:lnTo>
                <a:lnTo>
                  <a:pt x="2063495" y="7620"/>
                </a:lnTo>
                <a:lnTo>
                  <a:pt x="2065782" y="9144"/>
                </a:lnTo>
                <a:lnTo>
                  <a:pt x="2067306" y="10668"/>
                </a:lnTo>
                <a:lnTo>
                  <a:pt x="2070354" y="9906"/>
                </a:lnTo>
                <a:lnTo>
                  <a:pt x="2071877" y="7620"/>
                </a:lnTo>
                <a:lnTo>
                  <a:pt x="2073402" y="6096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5" name="object 38">
            <a:extLst>
              <a:ext uri="{FF2B5EF4-FFF2-40B4-BE49-F238E27FC236}">
                <a16:creationId xmlns:a16="http://schemas.microsoft.com/office/drawing/2014/main" id="{E8E24DFE-B5D3-41F0-96FC-EA2F8FA45437}"/>
              </a:ext>
            </a:extLst>
          </p:cNvPr>
          <p:cNvSpPr/>
          <p:nvPr/>
        </p:nvSpPr>
        <p:spPr>
          <a:xfrm>
            <a:off x="4663710" y="2546275"/>
            <a:ext cx="649941" cy="493059"/>
          </a:xfrm>
          <a:custGeom>
            <a:avLst/>
            <a:gdLst/>
            <a:ahLst/>
            <a:cxnLst/>
            <a:rect l="l" t="t" r="r" b="b"/>
            <a:pathLst>
              <a:path w="552450" h="419100">
                <a:moveTo>
                  <a:pt x="83819" y="15239"/>
                </a:moveTo>
                <a:lnTo>
                  <a:pt x="0" y="0"/>
                </a:lnTo>
                <a:lnTo>
                  <a:pt x="37337" y="76199"/>
                </a:lnTo>
                <a:lnTo>
                  <a:pt x="47243" y="63208"/>
                </a:lnTo>
                <a:lnTo>
                  <a:pt x="47243" y="41909"/>
                </a:lnTo>
                <a:lnTo>
                  <a:pt x="53339" y="34289"/>
                </a:lnTo>
                <a:lnTo>
                  <a:pt x="63448" y="41956"/>
                </a:lnTo>
                <a:lnTo>
                  <a:pt x="83819" y="15239"/>
                </a:lnTo>
                <a:close/>
              </a:path>
              <a:path w="552450" h="419100">
                <a:moveTo>
                  <a:pt x="63448" y="41956"/>
                </a:moveTo>
                <a:lnTo>
                  <a:pt x="53339" y="34289"/>
                </a:lnTo>
                <a:lnTo>
                  <a:pt x="47243" y="41909"/>
                </a:lnTo>
                <a:lnTo>
                  <a:pt x="57533" y="49714"/>
                </a:lnTo>
                <a:lnTo>
                  <a:pt x="63448" y="41956"/>
                </a:lnTo>
                <a:close/>
              </a:path>
              <a:path w="552450" h="419100">
                <a:moveTo>
                  <a:pt x="57533" y="49714"/>
                </a:moveTo>
                <a:lnTo>
                  <a:pt x="47243" y="41909"/>
                </a:lnTo>
                <a:lnTo>
                  <a:pt x="47243" y="63208"/>
                </a:lnTo>
                <a:lnTo>
                  <a:pt x="57533" y="49714"/>
                </a:lnTo>
                <a:close/>
              </a:path>
              <a:path w="552450" h="419100">
                <a:moveTo>
                  <a:pt x="494365" y="368784"/>
                </a:moveTo>
                <a:lnTo>
                  <a:pt x="63448" y="41956"/>
                </a:lnTo>
                <a:lnTo>
                  <a:pt x="57533" y="49714"/>
                </a:lnTo>
                <a:lnTo>
                  <a:pt x="488512" y="376588"/>
                </a:lnTo>
                <a:lnTo>
                  <a:pt x="494365" y="368784"/>
                </a:lnTo>
                <a:close/>
              </a:path>
              <a:path w="552450" h="419100">
                <a:moveTo>
                  <a:pt x="504443" y="409935"/>
                </a:moveTo>
                <a:lnTo>
                  <a:pt x="504443" y="376427"/>
                </a:lnTo>
                <a:lnTo>
                  <a:pt x="498347" y="384047"/>
                </a:lnTo>
                <a:lnTo>
                  <a:pt x="488512" y="376588"/>
                </a:lnTo>
                <a:lnTo>
                  <a:pt x="468629" y="403097"/>
                </a:lnTo>
                <a:lnTo>
                  <a:pt x="504443" y="409935"/>
                </a:lnTo>
                <a:close/>
              </a:path>
              <a:path w="552450" h="419100">
                <a:moveTo>
                  <a:pt x="504443" y="376427"/>
                </a:moveTo>
                <a:lnTo>
                  <a:pt x="494365" y="368784"/>
                </a:lnTo>
                <a:lnTo>
                  <a:pt x="488512" y="376588"/>
                </a:lnTo>
                <a:lnTo>
                  <a:pt x="498347" y="384047"/>
                </a:lnTo>
                <a:lnTo>
                  <a:pt x="504443" y="376427"/>
                </a:lnTo>
                <a:close/>
              </a:path>
              <a:path w="552450" h="419100">
                <a:moveTo>
                  <a:pt x="552449" y="419099"/>
                </a:moveTo>
                <a:lnTo>
                  <a:pt x="514349" y="342137"/>
                </a:lnTo>
                <a:lnTo>
                  <a:pt x="494365" y="368784"/>
                </a:lnTo>
                <a:lnTo>
                  <a:pt x="504443" y="376427"/>
                </a:lnTo>
                <a:lnTo>
                  <a:pt x="504443" y="409935"/>
                </a:lnTo>
                <a:lnTo>
                  <a:pt x="552449" y="419099"/>
                </a:lnTo>
                <a:close/>
              </a:path>
            </a:pathLst>
          </a:custGeom>
          <a:solidFill>
            <a:srgbClr val="339966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7" name="object 39">
            <a:extLst>
              <a:ext uri="{FF2B5EF4-FFF2-40B4-BE49-F238E27FC236}">
                <a16:creationId xmlns:a16="http://schemas.microsoft.com/office/drawing/2014/main" id="{E6FDEB95-999C-4631-8CFA-E603A0897258}"/>
              </a:ext>
            </a:extLst>
          </p:cNvPr>
          <p:cNvSpPr txBox="1"/>
          <p:nvPr/>
        </p:nvSpPr>
        <p:spPr>
          <a:xfrm>
            <a:off x="4869300" y="2243570"/>
            <a:ext cx="351117" cy="44969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824" i="1" dirty="0">
                <a:latin typeface="Times New Roman"/>
                <a:cs typeface="Times New Roman"/>
              </a:rPr>
              <a:t>2γ</a:t>
            </a:r>
            <a:endParaRPr sz="2824">
              <a:latin typeface="Times New Roman"/>
              <a:cs typeface="Times New Roman"/>
            </a:endParaRPr>
          </a:p>
        </p:txBody>
      </p:sp>
      <p:sp>
        <p:nvSpPr>
          <p:cNvPr id="69" name="object 40">
            <a:extLst>
              <a:ext uri="{FF2B5EF4-FFF2-40B4-BE49-F238E27FC236}">
                <a16:creationId xmlns:a16="http://schemas.microsoft.com/office/drawing/2014/main" id="{F4F7A548-2935-419A-BDEA-61FB2AA1B7B4}"/>
              </a:ext>
            </a:extLst>
          </p:cNvPr>
          <p:cNvSpPr/>
          <p:nvPr/>
        </p:nvSpPr>
        <p:spPr>
          <a:xfrm>
            <a:off x="3691936" y="3923255"/>
            <a:ext cx="264459" cy="144928"/>
          </a:xfrm>
          <a:custGeom>
            <a:avLst/>
            <a:gdLst/>
            <a:ahLst/>
            <a:cxnLst/>
            <a:rect l="l" t="t" r="r" b="b"/>
            <a:pathLst>
              <a:path w="224789" h="123189">
                <a:moveTo>
                  <a:pt x="224790" y="114299"/>
                </a:moveTo>
                <a:lnTo>
                  <a:pt x="3810" y="0"/>
                </a:lnTo>
                <a:lnTo>
                  <a:pt x="0" y="8382"/>
                </a:lnTo>
                <a:lnTo>
                  <a:pt x="220218" y="122681"/>
                </a:lnTo>
                <a:lnTo>
                  <a:pt x="224790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3" name="object 42">
            <a:extLst>
              <a:ext uri="{FF2B5EF4-FFF2-40B4-BE49-F238E27FC236}">
                <a16:creationId xmlns:a16="http://schemas.microsoft.com/office/drawing/2014/main" id="{C626EB39-5A9F-4AA0-9791-D513A83F92DA}"/>
              </a:ext>
            </a:extLst>
          </p:cNvPr>
          <p:cNvSpPr txBox="1"/>
          <p:nvPr/>
        </p:nvSpPr>
        <p:spPr>
          <a:xfrm>
            <a:off x="5592754" y="2575262"/>
            <a:ext cx="1780988" cy="44969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824" b="1" spc="-5" dirty="0">
                <a:latin typeface="Times New Roman"/>
                <a:cs typeface="Times New Roman"/>
              </a:rPr>
              <a:t>w</a:t>
            </a:r>
            <a:r>
              <a:rPr sz="2824" b="1" spc="-8" baseline="24305" dirty="0">
                <a:latin typeface="Times New Roman"/>
                <a:cs typeface="Times New Roman"/>
              </a:rPr>
              <a:t>T</a:t>
            </a:r>
            <a:r>
              <a:rPr sz="2824" b="1" spc="-5" dirty="0">
                <a:latin typeface="Times New Roman"/>
                <a:cs typeface="Times New Roman"/>
              </a:rPr>
              <a:t>x </a:t>
            </a:r>
            <a:r>
              <a:rPr sz="2824" dirty="0">
                <a:latin typeface="Times New Roman"/>
                <a:cs typeface="Times New Roman"/>
              </a:rPr>
              <a:t>+ </a:t>
            </a:r>
            <a:r>
              <a:rPr sz="2824" i="1" dirty="0">
                <a:latin typeface="Times New Roman"/>
                <a:cs typeface="Times New Roman"/>
              </a:rPr>
              <a:t>b</a:t>
            </a:r>
            <a:r>
              <a:rPr sz="2824" i="1" spc="-100" dirty="0">
                <a:latin typeface="Times New Roman"/>
                <a:cs typeface="Times New Roman"/>
              </a:rPr>
              <a:t> </a:t>
            </a:r>
            <a:r>
              <a:rPr sz="2824" b="1" spc="-5" dirty="0">
                <a:latin typeface="Times New Roman"/>
                <a:cs typeface="Times New Roman"/>
              </a:rPr>
              <a:t>=-1</a:t>
            </a:r>
            <a:endParaRPr sz="2824">
              <a:latin typeface="Times New Roman"/>
              <a:cs typeface="Times New Roman"/>
            </a:endParaRPr>
          </a:p>
        </p:txBody>
      </p:sp>
      <p:sp>
        <p:nvSpPr>
          <p:cNvPr id="75" name="object 43">
            <a:extLst>
              <a:ext uri="{FF2B5EF4-FFF2-40B4-BE49-F238E27FC236}">
                <a16:creationId xmlns:a16="http://schemas.microsoft.com/office/drawing/2014/main" id="{AA5D17D0-62F3-4121-96D0-75FEEA13CDA6}"/>
              </a:ext>
            </a:extLst>
          </p:cNvPr>
          <p:cNvSpPr txBox="1"/>
          <p:nvPr/>
        </p:nvSpPr>
        <p:spPr>
          <a:xfrm>
            <a:off x="4693592" y="4109337"/>
            <a:ext cx="219635" cy="231637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1412" i="1" spc="-5" dirty="0">
                <a:latin typeface="Times New Roman"/>
                <a:cs typeface="Times New Roman"/>
              </a:rPr>
              <a:t>X</a:t>
            </a:r>
            <a:r>
              <a:rPr sz="1412" i="1" spc="-247" dirty="0">
                <a:latin typeface="Times New Roman"/>
                <a:cs typeface="Times New Roman"/>
              </a:rPr>
              <a:t> </a:t>
            </a:r>
            <a:r>
              <a:rPr sz="1236" baseline="-23809" dirty="0">
                <a:latin typeface="Symbol"/>
                <a:cs typeface="Symbol"/>
              </a:rPr>
              <a:t></a:t>
            </a:r>
            <a:endParaRPr sz="1236" baseline="-23809">
              <a:latin typeface="Symbol"/>
              <a:cs typeface="Symbol"/>
            </a:endParaRPr>
          </a:p>
        </p:txBody>
      </p:sp>
      <p:sp>
        <p:nvSpPr>
          <p:cNvPr id="77" name="object 44">
            <a:extLst>
              <a:ext uri="{FF2B5EF4-FFF2-40B4-BE49-F238E27FC236}">
                <a16:creationId xmlns:a16="http://schemas.microsoft.com/office/drawing/2014/main" id="{B7F563C8-D984-4DCA-9FEA-0796E46CC329}"/>
              </a:ext>
            </a:extLst>
          </p:cNvPr>
          <p:cNvSpPr txBox="1"/>
          <p:nvPr/>
        </p:nvSpPr>
        <p:spPr>
          <a:xfrm>
            <a:off x="2898859" y="3868450"/>
            <a:ext cx="219635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1412" i="1" dirty="0">
                <a:latin typeface="Times New Roman"/>
                <a:cs typeface="Times New Roman"/>
              </a:rPr>
              <a:t>X</a:t>
            </a:r>
            <a:r>
              <a:rPr sz="1412" i="1" spc="-253" dirty="0">
                <a:latin typeface="Times New Roman"/>
                <a:cs typeface="Times New Roman"/>
              </a:rPr>
              <a:t> </a:t>
            </a:r>
            <a:r>
              <a:rPr sz="1236" baseline="-23809" dirty="0">
                <a:latin typeface="Symbol"/>
                <a:cs typeface="Symbol"/>
              </a:rPr>
              <a:t></a:t>
            </a:r>
            <a:endParaRPr sz="1236" baseline="-23809">
              <a:latin typeface="Symbol"/>
              <a:cs typeface="Symbol"/>
            </a:endParaRPr>
          </a:p>
        </p:txBody>
      </p:sp>
      <p:sp>
        <p:nvSpPr>
          <p:cNvPr id="79" name="object 45">
            <a:extLst>
              <a:ext uri="{FF2B5EF4-FFF2-40B4-BE49-F238E27FC236}">
                <a16:creationId xmlns:a16="http://schemas.microsoft.com/office/drawing/2014/main" id="{8FE597CB-288B-4B53-96E5-C62AD2FFE19D}"/>
              </a:ext>
            </a:extLst>
          </p:cNvPr>
          <p:cNvSpPr/>
          <p:nvPr/>
        </p:nvSpPr>
        <p:spPr>
          <a:xfrm>
            <a:off x="9796004" y="2629648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1" name="object 46">
            <a:extLst>
              <a:ext uri="{FF2B5EF4-FFF2-40B4-BE49-F238E27FC236}">
                <a16:creationId xmlns:a16="http://schemas.microsoft.com/office/drawing/2014/main" id="{ADE1575B-A5C7-4613-9D67-E190A2F70A3B}"/>
              </a:ext>
            </a:extLst>
          </p:cNvPr>
          <p:cNvSpPr/>
          <p:nvPr/>
        </p:nvSpPr>
        <p:spPr>
          <a:xfrm>
            <a:off x="9756559" y="2629648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3" name="object 47">
            <a:extLst>
              <a:ext uri="{FF2B5EF4-FFF2-40B4-BE49-F238E27FC236}">
                <a16:creationId xmlns:a16="http://schemas.microsoft.com/office/drawing/2014/main" id="{9446183E-2483-42B0-8D8A-11DD63709760}"/>
              </a:ext>
            </a:extLst>
          </p:cNvPr>
          <p:cNvSpPr/>
          <p:nvPr/>
        </p:nvSpPr>
        <p:spPr>
          <a:xfrm>
            <a:off x="10122320" y="2629648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5" name="object 48">
            <a:extLst>
              <a:ext uri="{FF2B5EF4-FFF2-40B4-BE49-F238E27FC236}">
                <a16:creationId xmlns:a16="http://schemas.microsoft.com/office/drawing/2014/main" id="{AB25DEDA-1869-435A-B615-8B58572F6C93}"/>
              </a:ext>
            </a:extLst>
          </p:cNvPr>
          <p:cNvSpPr/>
          <p:nvPr/>
        </p:nvSpPr>
        <p:spPr>
          <a:xfrm>
            <a:off x="10082876" y="2629648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7" name="object 49">
            <a:extLst>
              <a:ext uri="{FF2B5EF4-FFF2-40B4-BE49-F238E27FC236}">
                <a16:creationId xmlns:a16="http://schemas.microsoft.com/office/drawing/2014/main" id="{CCC362E0-84EB-4B51-9BEE-144DD4A690E2}"/>
              </a:ext>
            </a:extLst>
          </p:cNvPr>
          <p:cNvSpPr/>
          <p:nvPr/>
        </p:nvSpPr>
        <p:spPr>
          <a:xfrm>
            <a:off x="9227644" y="2578548"/>
            <a:ext cx="1424641" cy="0"/>
          </a:xfrm>
          <a:custGeom>
            <a:avLst/>
            <a:gdLst/>
            <a:ahLst/>
            <a:cxnLst/>
            <a:rect l="l" t="t" r="r" b="b"/>
            <a:pathLst>
              <a:path w="1210945">
                <a:moveTo>
                  <a:pt x="0" y="0"/>
                </a:moveTo>
                <a:lnTo>
                  <a:pt x="1210818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9" name="object 50">
            <a:extLst>
              <a:ext uri="{FF2B5EF4-FFF2-40B4-BE49-F238E27FC236}">
                <a16:creationId xmlns:a16="http://schemas.microsoft.com/office/drawing/2014/main" id="{9CAE0C61-D174-479F-870A-E39E6FF2FC9F}"/>
              </a:ext>
            </a:extLst>
          </p:cNvPr>
          <p:cNvSpPr txBox="1"/>
          <p:nvPr/>
        </p:nvSpPr>
        <p:spPr>
          <a:xfrm>
            <a:off x="9778374" y="2573166"/>
            <a:ext cx="263711" cy="353694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</a:pPr>
            <a:r>
              <a:rPr sz="2176" i="1" spc="24" dirty="0">
                <a:latin typeface="Times New Roman"/>
                <a:cs typeface="Times New Roman"/>
              </a:rPr>
              <a:t>W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91" name="object 51">
            <a:extLst>
              <a:ext uri="{FF2B5EF4-FFF2-40B4-BE49-F238E27FC236}">
                <a16:creationId xmlns:a16="http://schemas.microsoft.com/office/drawing/2014/main" id="{B9A694F0-9AD4-48B3-AB14-CCDCB1F560F8}"/>
              </a:ext>
            </a:extLst>
          </p:cNvPr>
          <p:cNvSpPr txBox="1"/>
          <p:nvPr/>
        </p:nvSpPr>
        <p:spPr>
          <a:xfrm>
            <a:off x="9808861" y="2364415"/>
            <a:ext cx="119529" cy="212864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4941">
              <a:spcBef>
                <a:spcPts val="105"/>
              </a:spcBef>
            </a:pPr>
            <a:r>
              <a:rPr sz="1295" spc="-5" dirty="0">
                <a:latin typeface="Symbol"/>
                <a:cs typeface="Symbol"/>
              </a:rPr>
              <a:t></a:t>
            </a:r>
            <a:endParaRPr sz="1295">
              <a:latin typeface="Symbol"/>
              <a:cs typeface="Symbol"/>
            </a:endParaRPr>
          </a:p>
        </p:txBody>
      </p:sp>
      <p:sp>
        <p:nvSpPr>
          <p:cNvPr id="93" name="object 52">
            <a:extLst>
              <a:ext uri="{FF2B5EF4-FFF2-40B4-BE49-F238E27FC236}">
                <a16:creationId xmlns:a16="http://schemas.microsoft.com/office/drawing/2014/main" id="{697D14D8-DB05-4909-B36A-C781EC151F4F}"/>
              </a:ext>
            </a:extLst>
          </p:cNvPr>
          <p:cNvSpPr txBox="1"/>
          <p:nvPr/>
        </p:nvSpPr>
        <p:spPr>
          <a:xfrm>
            <a:off x="9205544" y="2177827"/>
            <a:ext cx="1448547" cy="353694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  <a:tabLst>
                <a:tab pos="787422" algn="l"/>
              </a:tabLst>
            </a:pPr>
            <a:r>
              <a:rPr sz="2176" i="1" spc="24" dirty="0">
                <a:latin typeface="Times New Roman"/>
                <a:cs typeface="Times New Roman"/>
              </a:rPr>
              <a:t>W</a:t>
            </a:r>
            <a:r>
              <a:rPr sz="2176" i="1" spc="-217" dirty="0">
                <a:latin typeface="Times New Roman"/>
                <a:cs typeface="Times New Roman"/>
              </a:rPr>
              <a:t> </a:t>
            </a:r>
            <a:r>
              <a:rPr sz="2176" spc="5" dirty="0">
                <a:latin typeface="Times New Roman"/>
                <a:cs typeface="Times New Roman"/>
              </a:rPr>
              <a:t>(</a:t>
            </a:r>
            <a:r>
              <a:rPr sz="2176" spc="-312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X	</a:t>
            </a:r>
            <a:r>
              <a:rPr sz="2176" spc="12" dirty="0">
                <a:latin typeface="Symbol"/>
                <a:cs typeface="Symbol"/>
              </a:rPr>
              <a:t></a:t>
            </a:r>
            <a:r>
              <a:rPr sz="2176" spc="12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X</a:t>
            </a:r>
            <a:r>
              <a:rPr sz="2176" i="1" spc="-359" dirty="0">
                <a:latin typeface="Times New Roman"/>
                <a:cs typeface="Times New Roman"/>
              </a:rPr>
              <a:t> </a:t>
            </a:r>
            <a:r>
              <a:rPr sz="1941" spc="105" baseline="-22727" dirty="0">
                <a:latin typeface="Symbol"/>
                <a:cs typeface="Symbol"/>
              </a:rPr>
              <a:t></a:t>
            </a:r>
            <a:r>
              <a:rPr sz="2176" spc="71" dirty="0">
                <a:latin typeface="Times New Roman"/>
                <a:cs typeface="Times New Roman"/>
              </a:rPr>
              <a:t>)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95" name="object 53">
            <a:extLst>
              <a:ext uri="{FF2B5EF4-FFF2-40B4-BE49-F238E27FC236}">
                <a16:creationId xmlns:a16="http://schemas.microsoft.com/office/drawing/2014/main" id="{AD104E6F-5DCB-4FBD-A671-D960D714B93A}"/>
              </a:ext>
            </a:extLst>
          </p:cNvPr>
          <p:cNvSpPr txBox="1"/>
          <p:nvPr/>
        </p:nvSpPr>
        <p:spPr>
          <a:xfrm>
            <a:off x="7506733" y="2354427"/>
            <a:ext cx="1666688" cy="353822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</a:pPr>
            <a:r>
              <a:rPr sz="2176" i="1" spc="-417" dirty="0">
                <a:latin typeface="Times New Roman"/>
                <a:cs typeface="Times New Roman"/>
              </a:rPr>
              <a:t>W</a:t>
            </a:r>
            <a:r>
              <a:rPr sz="3265" spc="-625" baseline="15015" dirty="0">
                <a:latin typeface="Times New Roman"/>
                <a:cs typeface="Times New Roman"/>
              </a:rPr>
              <a:t>ˆ</a:t>
            </a:r>
            <a:r>
              <a:rPr sz="3265" spc="-537" baseline="15015" dirty="0">
                <a:latin typeface="Times New Roman"/>
                <a:cs typeface="Times New Roman"/>
              </a:rPr>
              <a:t> </a:t>
            </a:r>
            <a:r>
              <a:rPr sz="2176" spc="5" dirty="0">
                <a:latin typeface="Times New Roman"/>
                <a:cs typeface="Times New Roman"/>
              </a:rPr>
              <a:t>(</a:t>
            </a:r>
            <a:r>
              <a:rPr sz="2176" spc="-317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X</a:t>
            </a:r>
            <a:r>
              <a:rPr sz="2176" i="1" spc="-283" dirty="0">
                <a:latin typeface="Times New Roman"/>
                <a:cs typeface="Times New Roman"/>
              </a:rPr>
              <a:t> </a:t>
            </a:r>
            <a:r>
              <a:rPr sz="1941" spc="-8" baseline="-22727" dirty="0">
                <a:latin typeface="Symbol"/>
                <a:cs typeface="Symbol"/>
              </a:rPr>
              <a:t></a:t>
            </a:r>
            <a:r>
              <a:rPr sz="1941" spc="52" baseline="-22727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</a:t>
            </a:r>
            <a:r>
              <a:rPr sz="2176" spc="-12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X</a:t>
            </a:r>
            <a:r>
              <a:rPr sz="2176" i="1" spc="-283" dirty="0">
                <a:latin typeface="Times New Roman"/>
                <a:cs typeface="Times New Roman"/>
              </a:rPr>
              <a:t> </a:t>
            </a:r>
            <a:r>
              <a:rPr sz="1941" spc="105" baseline="-22727" dirty="0">
                <a:latin typeface="Symbol"/>
                <a:cs typeface="Symbol"/>
              </a:rPr>
              <a:t></a:t>
            </a:r>
            <a:r>
              <a:rPr sz="2176" spc="71" dirty="0">
                <a:latin typeface="Times New Roman"/>
                <a:cs typeface="Times New Roman"/>
              </a:rPr>
              <a:t>)</a:t>
            </a:r>
            <a:r>
              <a:rPr sz="2176" spc="-53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</a:t>
            </a:r>
            <a:endParaRPr sz="2176">
              <a:latin typeface="Symbol"/>
              <a:cs typeface="Symbol"/>
            </a:endParaRPr>
          </a:p>
        </p:txBody>
      </p:sp>
      <p:sp>
        <p:nvSpPr>
          <p:cNvPr id="97" name="object 54">
            <a:extLst>
              <a:ext uri="{FF2B5EF4-FFF2-40B4-BE49-F238E27FC236}">
                <a16:creationId xmlns:a16="http://schemas.microsoft.com/office/drawing/2014/main" id="{2FDC1CD9-8767-40C6-B6FE-F09A8A2BA2B3}"/>
              </a:ext>
            </a:extLst>
          </p:cNvPr>
          <p:cNvSpPr/>
          <p:nvPr/>
        </p:nvSpPr>
        <p:spPr>
          <a:xfrm>
            <a:off x="10004883" y="3405992"/>
            <a:ext cx="0" cy="326465"/>
          </a:xfrm>
          <a:custGeom>
            <a:avLst/>
            <a:gdLst/>
            <a:ahLst/>
            <a:cxnLst/>
            <a:rect l="l" t="t" r="r" b="b"/>
            <a:pathLst>
              <a:path h="277495">
                <a:moveTo>
                  <a:pt x="0" y="0"/>
                </a:moveTo>
                <a:lnTo>
                  <a:pt x="0" y="277368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9" name="object 55">
            <a:extLst>
              <a:ext uri="{FF2B5EF4-FFF2-40B4-BE49-F238E27FC236}">
                <a16:creationId xmlns:a16="http://schemas.microsoft.com/office/drawing/2014/main" id="{A801FE28-11F2-49F7-BF2D-B789A3C8C439}"/>
              </a:ext>
            </a:extLst>
          </p:cNvPr>
          <p:cNvSpPr/>
          <p:nvPr/>
        </p:nvSpPr>
        <p:spPr>
          <a:xfrm>
            <a:off x="9966335" y="3405992"/>
            <a:ext cx="0" cy="326465"/>
          </a:xfrm>
          <a:custGeom>
            <a:avLst/>
            <a:gdLst/>
            <a:ahLst/>
            <a:cxnLst/>
            <a:rect l="l" t="t" r="r" b="b"/>
            <a:pathLst>
              <a:path h="277495">
                <a:moveTo>
                  <a:pt x="0" y="0"/>
                </a:moveTo>
                <a:lnTo>
                  <a:pt x="0" y="277368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1" name="object 56">
            <a:extLst>
              <a:ext uri="{FF2B5EF4-FFF2-40B4-BE49-F238E27FC236}">
                <a16:creationId xmlns:a16="http://schemas.microsoft.com/office/drawing/2014/main" id="{3CFADC7D-CC7B-492E-9E76-A79E93E9889F}"/>
              </a:ext>
            </a:extLst>
          </p:cNvPr>
          <p:cNvSpPr/>
          <p:nvPr/>
        </p:nvSpPr>
        <p:spPr>
          <a:xfrm>
            <a:off x="10322233" y="3405992"/>
            <a:ext cx="0" cy="326465"/>
          </a:xfrm>
          <a:custGeom>
            <a:avLst/>
            <a:gdLst/>
            <a:ahLst/>
            <a:cxnLst/>
            <a:rect l="l" t="t" r="r" b="b"/>
            <a:pathLst>
              <a:path h="277495">
                <a:moveTo>
                  <a:pt x="0" y="0"/>
                </a:moveTo>
                <a:lnTo>
                  <a:pt x="0" y="277368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3" name="object 57">
            <a:extLst>
              <a:ext uri="{FF2B5EF4-FFF2-40B4-BE49-F238E27FC236}">
                <a16:creationId xmlns:a16="http://schemas.microsoft.com/office/drawing/2014/main" id="{6684D903-6CC4-4712-8A82-106E9332C8A0}"/>
              </a:ext>
            </a:extLst>
          </p:cNvPr>
          <p:cNvSpPr/>
          <p:nvPr/>
        </p:nvSpPr>
        <p:spPr>
          <a:xfrm>
            <a:off x="10284581" y="3405992"/>
            <a:ext cx="0" cy="326465"/>
          </a:xfrm>
          <a:custGeom>
            <a:avLst/>
            <a:gdLst/>
            <a:ahLst/>
            <a:cxnLst/>
            <a:rect l="l" t="t" r="r" b="b"/>
            <a:pathLst>
              <a:path h="277495">
                <a:moveTo>
                  <a:pt x="0" y="0"/>
                </a:moveTo>
                <a:lnTo>
                  <a:pt x="0" y="277368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5" name="object 58">
            <a:extLst>
              <a:ext uri="{FF2B5EF4-FFF2-40B4-BE49-F238E27FC236}">
                <a16:creationId xmlns:a16="http://schemas.microsoft.com/office/drawing/2014/main" id="{CEDA7367-5055-44C2-BAB0-25A5DAB45494}"/>
              </a:ext>
            </a:extLst>
          </p:cNvPr>
          <p:cNvSpPr/>
          <p:nvPr/>
        </p:nvSpPr>
        <p:spPr>
          <a:xfrm>
            <a:off x="9489413" y="3356685"/>
            <a:ext cx="1311088" cy="0"/>
          </a:xfrm>
          <a:custGeom>
            <a:avLst/>
            <a:gdLst/>
            <a:ahLst/>
            <a:cxnLst/>
            <a:rect l="l" t="t" r="r" b="b"/>
            <a:pathLst>
              <a:path w="1114425">
                <a:moveTo>
                  <a:pt x="0" y="0"/>
                </a:moveTo>
                <a:lnTo>
                  <a:pt x="1114044" y="0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07" name="object 59">
            <a:extLst>
              <a:ext uri="{FF2B5EF4-FFF2-40B4-BE49-F238E27FC236}">
                <a16:creationId xmlns:a16="http://schemas.microsoft.com/office/drawing/2014/main" id="{BD551C05-0174-482B-A6EC-4E3BFB4BFF13}"/>
              </a:ext>
            </a:extLst>
          </p:cNvPr>
          <p:cNvSpPr txBox="1"/>
          <p:nvPr/>
        </p:nvSpPr>
        <p:spPr>
          <a:xfrm>
            <a:off x="9986355" y="3349710"/>
            <a:ext cx="256988" cy="344653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</a:pPr>
            <a:r>
              <a:rPr sz="2117" i="1" spc="24" dirty="0">
                <a:latin typeface="Times New Roman"/>
                <a:cs typeface="Times New Roman"/>
              </a:rPr>
              <a:t>W</a:t>
            </a:r>
            <a:endParaRPr sz="2117">
              <a:latin typeface="Times New Roman"/>
              <a:cs typeface="Times New Roman"/>
            </a:endParaRPr>
          </a:p>
        </p:txBody>
      </p:sp>
      <p:sp>
        <p:nvSpPr>
          <p:cNvPr id="109" name="object 60">
            <a:extLst>
              <a:ext uri="{FF2B5EF4-FFF2-40B4-BE49-F238E27FC236}">
                <a16:creationId xmlns:a16="http://schemas.microsoft.com/office/drawing/2014/main" id="{3A9A0E17-F3E1-4676-B6F2-743D81211C35}"/>
              </a:ext>
            </a:extLst>
          </p:cNvPr>
          <p:cNvSpPr txBox="1"/>
          <p:nvPr/>
        </p:nvSpPr>
        <p:spPr>
          <a:xfrm>
            <a:off x="9893119" y="3146854"/>
            <a:ext cx="117288" cy="207531"/>
          </a:xfrm>
          <a:prstGeom prst="rect">
            <a:avLst/>
          </a:prstGeom>
        </p:spPr>
        <p:txBody>
          <a:bodyPr vert="horz" wrap="square" lIns="0" tIns="17183" rIns="0" bIns="0" rtlCol="0">
            <a:spAutoFit/>
          </a:bodyPr>
          <a:lstStyle/>
          <a:p>
            <a:pPr marL="14941">
              <a:spcBef>
                <a:spcPts val="135"/>
              </a:spcBef>
            </a:pPr>
            <a:r>
              <a:rPr sz="1236" spc="5" dirty="0">
                <a:latin typeface="Symbol"/>
                <a:cs typeface="Symbol"/>
              </a:rPr>
              <a:t></a:t>
            </a:r>
            <a:endParaRPr sz="1236">
              <a:latin typeface="Symbol"/>
              <a:cs typeface="Symbol"/>
            </a:endParaRPr>
          </a:p>
        </p:txBody>
      </p:sp>
      <p:sp>
        <p:nvSpPr>
          <p:cNvPr id="111" name="object 61">
            <a:extLst>
              <a:ext uri="{FF2B5EF4-FFF2-40B4-BE49-F238E27FC236}">
                <a16:creationId xmlns:a16="http://schemas.microsoft.com/office/drawing/2014/main" id="{E514A322-0E72-4158-AD13-D653FCBE84AE}"/>
              </a:ext>
            </a:extLst>
          </p:cNvPr>
          <p:cNvSpPr txBox="1"/>
          <p:nvPr/>
        </p:nvSpPr>
        <p:spPr>
          <a:xfrm>
            <a:off x="9467299" y="2965114"/>
            <a:ext cx="1305112" cy="344653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  <a:tabLst>
                <a:tab pos="605134" algn="l"/>
              </a:tabLst>
            </a:pPr>
            <a:r>
              <a:rPr sz="2117" i="1" spc="17" dirty="0">
                <a:latin typeface="Times New Roman"/>
                <a:cs typeface="Times New Roman"/>
              </a:rPr>
              <a:t>WX	</a:t>
            </a:r>
            <a:r>
              <a:rPr sz="2117" spc="71" dirty="0">
                <a:latin typeface="Symbol"/>
                <a:cs typeface="Symbol"/>
              </a:rPr>
              <a:t></a:t>
            </a:r>
            <a:r>
              <a:rPr sz="2117" i="1" spc="71" dirty="0">
                <a:latin typeface="Times New Roman"/>
                <a:cs typeface="Times New Roman"/>
              </a:rPr>
              <a:t>WX</a:t>
            </a:r>
            <a:r>
              <a:rPr sz="2117" i="1" spc="-347" dirty="0">
                <a:latin typeface="Times New Roman"/>
                <a:cs typeface="Times New Roman"/>
              </a:rPr>
              <a:t> </a:t>
            </a:r>
            <a:r>
              <a:rPr sz="1853" spc="8" baseline="-23809" dirty="0">
                <a:latin typeface="Symbol"/>
                <a:cs typeface="Symbol"/>
              </a:rPr>
              <a:t></a:t>
            </a:r>
            <a:endParaRPr sz="1853" baseline="-23809">
              <a:latin typeface="Symbol"/>
              <a:cs typeface="Symbol"/>
            </a:endParaRPr>
          </a:p>
        </p:txBody>
      </p:sp>
      <p:sp>
        <p:nvSpPr>
          <p:cNvPr id="113" name="object 62">
            <a:extLst>
              <a:ext uri="{FF2B5EF4-FFF2-40B4-BE49-F238E27FC236}">
                <a16:creationId xmlns:a16="http://schemas.microsoft.com/office/drawing/2014/main" id="{358AB867-B1C4-453D-BA0F-B35798CF5539}"/>
              </a:ext>
            </a:extLst>
          </p:cNvPr>
          <p:cNvSpPr txBox="1"/>
          <p:nvPr/>
        </p:nvSpPr>
        <p:spPr>
          <a:xfrm>
            <a:off x="7812416" y="3137225"/>
            <a:ext cx="1624105" cy="344717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</a:pPr>
            <a:r>
              <a:rPr sz="2117" i="1" spc="-400" dirty="0">
                <a:latin typeface="Times New Roman"/>
                <a:cs typeface="Times New Roman"/>
              </a:rPr>
              <a:t>W</a:t>
            </a:r>
            <a:r>
              <a:rPr sz="3176" spc="-599" baseline="15432" dirty="0">
                <a:latin typeface="Times New Roman"/>
                <a:cs typeface="Times New Roman"/>
              </a:rPr>
              <a:t>ˆ</a:t>
            </a:r>
            <a:r>
              <a:rPr sz="3176" spc="-547" baseline="15432" dirty="0">
                <a:latin typeface="Times New Roman"/>
                <a:cs typeface="Times New Roman"/>
              </a:rPr>
              <a:t> </a:t>
            </a:r>
            <a:r>
              <a:rPr sz="2117" spc="5" dirty="0">
                <a:latin typeface="Times New Roman"/>
                <a:cs typeface="Times New Roman"/>
              </a:rPr>
              <a:t>(</a:t>
            </a:r>
            <a:r>
              <a:rPr sz="2117" spc="-312" dirty="0">
                <a:latin typeface="Times New Roman"/>
                <a:cs typeface="Times New Roman"/>
              </a:rPr>
              <a:t> </a:t>
            </a:r>
            <a:r>
              <a:rPr sz="2117" i="1" spc="17" dirty="0">
                <a:latin typeface="Times New Roman"/>
                <a:cs typeface="Times New Roman"/>
              </a:rPr>
              <a:t>X</a:t>
            </a:r>
            <a:r>
              <a:rPr sz="2117" i="1" spc="-276" dirty="0">
                <a:latin typeface="Times New Roman"/>
                <a:cs typeface="Times New Roman"/>
              </a:rPr>
              <a:t> </a:t>
            </a:r>
            <a:r>
              <a:rPr sz="1853" spc="8" baseline="-23809" dirty="0">
                <a:latin typeface="Symbol"/>
                <a:cs typeface="Symbol"/>
              </a:rPr>
              <a:t></a:t>
            </a:r>
            <a:r>
              <a:rPr sz="1853" spc="52" baseline="-23809" dirty="0">
                <a:latin typeface="Times New Roman"/>
                <a:cs typeface="Times New Roman"/>
              </a:rPr>
              <a:t> </a:t>
            </a:r>
            <a:r>
              <a:rPr sz="2117" spc="12" dirty="0">
                <a:latin typeface="Symbol"/>
                <a:cs typeface="Symbol"/>
              </a:rPr>
              <a:t></a:t>
            </a:r>
            <a:r>
              <a:rPr sz="2117" spc="-17" dirty="0">
                <a:latin typeface="Times New Roman"/>
                <a:cs typeface="Times New Roman"/>
              </a:rPr>
              <a:t> </a:t>
            </a:r>
            <a:r>
              <a:rPr sz="2117" i="1" spc="17" dirty="0">
                <a:latin typeface="Times New Roman"/>
                <a:cs typeface="Times New Roman"/>
              </a:rPr>
              <a:t>X</a:t>
            </a:r>
            <a:r>
              <a:rPr sz="2117" i="1" spc="-283" dirty="0">
                <a:latin typeface="Times New Roman"/>
                <a:cs typeface="Times New Roman"/>
              </a:rPr>
              <a:t> </a:t>
            </a:r>
            <a:r>
              <a:rPr sz="1853" spc="123" baseline="-23809" dirty="0">
                <a:latin typeface="Symbol"/>
                <a:cs typeface="Symbol"/>
              </a:rPr>
              <a:t></a:t>
            </a:r>
            <a:r>
              <a:rPr sz="2117" spc="83" dirty="0">
                <a:latin typeface="Times New Roman"/>
                <a:cs typeface="Times New Roman"/>
              </a:rPr>
              <a:t>)</a:t>
            </a:r>
            <a:r>
              <a:rPr sz="2117" spc="-53" dirty="0">
                <a:latin typeface="Times New Roman"/>
                <a:cs typeface="Times New Roman"/>
              </a:rPr>
              <a:t> </a:t>
            </a:r>
            <a:r>
              <a:rPr sz="2117" spc="12" dirty="0">
                <a:latin typeface="Symbol"/>
                <a:cs typeface="Symbol"/>
              </a:rPr>
              <a:t></a:t>
            </a:r>
            <a:endParaRPr sz="2117">
              <a:latin typeface="Symbol"/>
              <a:cs typeface="Symbol"/>
            </a:endParaRPr>
          </a:p>
        </p:txBody>
      </p:sp>
      <p:sp>
        <p:nvSpPr>
          <p:cNvPr id="115" name="object 63">
            <a:extLst>
              <a:ext uri="{FF2B5EF4-FFF2-40B4-BE49-F238E27FC236}">
                <a16:creationId xmlns:a16="http://schemas.microsoft.com/office/drawing/2014/main" id="{22629E70-36D1-4752-B34A-20E22B3012AD}"/>
              </a:ext>
            </a:extLst>
          </p:cNvPr>
          <p:cNvSpPr/>
          <p:nvPr/>
        </p:nvSpPr>
        <p:spPr>
          <a:xfrm>
            <a:off x="10129491" y="4870825"/>
            <a:ext cx="0" cy="327212"/>
          </a:xfrm>
          <a:custGeom>
            <a:avLst/>
            <a:gdLst/>
            <a:ahLst/>
            <a:cxnLst/>
            <a:rect l="l" t="t" r="r" b="b"/>
            <a:pathLst>
              <a:path h="278129">
                <a:moveTo>
                  <a:pt x="0" y="0"/>
                </a:moveTo>
                <a:lnTo>
                  <a:pt x="0" y="278130"/>
                </a:lnTo>
              </a:path>
            </a:pathLst>
          </a:custGeom>
          <a:ln w="96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7" name="object 64">
            <a:extLst>
              <a:ext uri="{FF2B5EF4-FFF2-40B4-BE49-F238E27FC236}">
                <a16:creationId xmlns:a16="http://schemas.microsoft.com/office/drawing/2014/main" id="{5166075C-D6D7-42CE-A0B6-8D99996F9F78}"/>
              </a:ext>
            </a:extLst>
          </p:cNvPr>
          <p:cNvSpPr/>
          <p:nvPr/>
        </p:nvSpPr>
        <p:spPr>
          <a:xfrm>
            <a:off x="10090943" y="4870825"/>
            <a:ext cx="0" cy="327212"/>
          </a:xfrm>
          <a:custGeom>
            <a:avLst/>
            <a:gdLst/>
            <a:ahLst/>
            <a:cxnLst/>
            <a:rect l="l" t="t" r="r" b="b"/>
            <a:pathLst>
              <a:path h="278129">
                <a:moveTo>
                  <a:pt x="0" y="0"/>
                </a:moveTo>
                <a:lnTo>
                  <a:pt x="0" y="278130"/>
                </a:lnTo>
              </a:path>
            </a:pathLst>
          </a:custGeom>
          <a:ln w="96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9" name="object 65">
            <a:extLst>
              <a:ext uri="{FF2B5EF4-FFF2-40B4-BE49-F238E27FC236}">
                <a16:creationId xmlns:a16="http://schemas.microsoft.com/office/drawing/2014/main" id="{9340D032-9667-44A6-9188-7EACF19EE460}"/>
              </a:ext>
            </a:extLst>
          </p:cNvPr>
          <p:cNvSpPr/>
          <p:nvPr/>
        </p:nvSpPr>
        <p:spPr>
          <a:xfrm>
            <a:off x="10447739" y="4870825"/>
            <a:ext cx="0" cy="327212"/>
          </a:xfrm>
          <a:custGeom>
            <a:avLst/>
            <a:gdLst/>
            <a:ahLst/>
            <a:cxnLst/>
            <a:rect l="l" t="t" r="r" b="b"/>
            <a:pathLst>
              <a:path h="278129">
                <a:moveTo>
                  <a:pt x="0" y="0"/>
                </a:moveTo>
                <a:lnTo>
                  <a:pt x="0" y="278130"/>
                </a:lnTo>
              </a:path>
            </a:pathLst>
          </a:custGeom>
          <a:ln w="96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1" name="object 66">
            <a:extLst>
              <a:ext uri="{FF2B5EF4-FFF2-40B4-BE49-F238E27FC236}">
                <a16:creationId xmlns:a16="http://schemas.microsoft.com/office/drawing/2014/main" id="{8FFA7742-F99E-4CD3-868C-856983E5AA0A}"/>
              </a:ext>
            </a:extLst>
          </p:cNvPr>
          <p:cNvSpPr/>
          <p:nvPr/>
        </p:nvSpPr>
        <p:spPr>
          <a:xfrm>
            <a:off x="10409191" y="4870825"/>
            <a:ext cx="0" cy="327212"/>
          </a:xfrm>
          <a:custGeom>
            <a:avLst/>
            <a:gdLst/>
            <a:ahLst/>
            <a:cxnLst/>
            <a:rect l="l" t="t" r="r" b="b"/>
            <a:pathLst>
              <a:path h="278129">
                <a:moveTo>
                  <a:pt x="0" y="0"/>
                </a:moveTo>
                <a:lnTo>
                  <a:pt x="0" y="278130"/>
                </a:lnTo>
              </a:path>
            </a:pathLst>
          </a:custGeom>
          <a:ln w="96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3" name="object 67">
            <a:extLst>
              <a:ext uri="{FF2B5EF4-FFF2-40B4-BE49-F238E27FC236}">
                <a16:creationId xmlns:a16="http://schemas.microsoft.com/office/drawing/2014/main" id="{185BF6A0-DE6D-41B9-B493-C3600ADFDFFB}"/>
              </a:ext>
            </a:extLst>
          </p:cNvPr>
          <p:cNvSpPr/>
          <p:nvPr/>
        </p:nvSpPr>
        <p:spPr>
          <a:xfrm>
            <a:off x="9143374" y="4820621"/>
            <a:ext cx="2252383" cy="0"/>
          </a:xfrm>
          <a:custGeom>
            <a:avLst/>
            <a:gdLst/>
            <a:ahLst/>
            <a:cxnLst/>
            <a:rect l="l" t="t" r="r" b="b"/>
            <a:pathLst>
              <a:path w="1914525">
                <a:moveTo>
                  <a:pt x="0" y="0"/>
                </a:moveTo>
                <a:lnTo>
                  <a:pt x="1914144" y="0"/>
                </a:lnTo>
              </a:path>
            </a:pathLst>
          </a:custGeom>
          <a:ln w="96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5" name="object 68">
            <a:extLst>
              <a:ext uri="{FF2B5EF4-FFF2-40B4-BE49-F238E27FC236}">
                <a16:creationId xmlns:a16="http://schemas.microsoft.com/office/drawing/2014/main" id="{4EB9D01A-201D-463F-A0F2-5D1C7A114F6E}"/>
              </a:ext>
            </a:extLst>
          </p:cNvPr>
          <p:cNvSpPr txBox="1"/>
          <p:nvPr/>
        </p:nvSpPr>
        <p:spPr>
          <a:xfrm>
            <a:off x="9121259" y="4429339"/>
            <a:ext cx="2276288" cy="344653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  <a:tabLst>
                <a:tab pos="607375" algn="l"/>
              </a:tabLst>
            </a:pPr>
            <a:r>
              <a:rPr sz="2117" i="1" spc="24" dirty="0">
                <a:latin typeface="Times New Roman"/>
                <a:cs typeface="Times New Roman"/>
              </a:rPr>
              <a:t>WX	</a:t>
            </a:r>
            <a:r>
              <a:rPr sz="2117" spc="17" dirty="0">
                <a:latin typeface="Symbol"/>
                <a:cs typeface="Symbol"/>
              </a:rPr>
              <a:t></a:t>
            </a:r>
            <a:r>
              <a:rPr sz="2117" spc="-217" dirty="0">
                <a:latin typeface="Times New Roman"/>
                <a:cs typeface="Times New Roman"/>
              </a:rPr>
              <a:t> </a:t>
            </a:r>
            <a:r>
              <a:rPr sz="2117" i="1" spc="12" dirty="0">
                <a:latin typeface="Times New Roman"/>
                <a:cs typeface="Times New Roman"/>
              </a:rPr>
              <a:t>b</a:t>
            </a:r>
            <a:r>
              <a:rPr sz="2117" i="1" spc="-171" dirty="0">
                <a:latin typeface="Times New Roman"/>
                <a:cs typeface="Times New Roman"/>
              </a:rPr>
              <a:t> </a:t>
            </a:r>
            <a:r>
              <a:rPr sz="2117" spc="17" dirty="0">
                <a:latin typeface="Symbol"/>
                <a:cs typeface="Symbol"/>
              </a:rPr>
              <a:t></a:t>
            </a:r>
            <a:r>
              <a:rPr sz="2117" spc="-212" dirty="0">
                <a:latin typeface="Times New Roman"/>
                <a:cs typeface="Times New Roman"/>
              </a:rPr>
              <a:t> </a:t>
            </a:r>
            <a:r>
              <a:rPr sz="2117" spc="-29" dirty="0">
                <a:latin typeface="Times New Roman"/>
                <a:cs typeface="Times New Roman"/>
              </a:rPr>
              <a:t>(</a:t>
            </a:r>
            <a:r>
              <a:rPr sz="2117" i="1" spc="-29" dirty="0">
                <a:latin typeface="Times New Roman"/>
                <a:cs typeface="Times New Roman"/>
              </a:rPr>
              <a:t>WX</a:t>
            </a:r>
            <a:r>
              <a:rPr sz="2117" i="1" spc="-288" dirty="0">
                <a:latin typeface="Times New Roman"/>
                <a:cs typeface="Times New Roman"/>
              </a:rPr>
              <a:t> </a:t>
            </a:r>
            <a:r>
              <a:rPr sz="1853" spc="8" baseline="-23809" dirty="0">
                <a:latin typeface="Symbol"/>
                <a:cs typeface="Symbol"/>
              </a:rPr>
              <a:t></a:t>
            </a:r>
            <a:r>
              <a:rPr sz="1853" spc="35" baseline="-23809" dirty="0">
                <a:latin typeface="Times New Roman"/>
                <a:cs typeface="Times New Roman"/>
              </a:rPr>
              <a:t> </a:t>
            </a:r>
            <a:r>
              <a:rPr sz="2117" spc="17" dirty="0">
                <a:latin typeface="Symbol"/>
                <a:cs typeface="Symbol"/>
              </a:rPr>
              <a:t></a:t>
            </a:r>
            <a:r>
              <a:rPr sz="2117" spc="-217" dirty="0">
                <a:latin typeface="Times New Roman"/>
                <a:cs typeface="Times New Roman"/>
              </a:rPr>
              <a:t> </a:t>
            </a:r>
            <a:r>
              <a:rPr sz="2117" i="1" spc="24" dirty="0">
                <a:latin typeface="Times New Roman"/>
                <a:cs typeface="Times New Roman"/>
              </a:rPr>
              <a:t>b</a:t>
            </a:r>
            <a:r>
              <a:rPr sz="2117" spc="24" dirty="0">
                <a:latin typeface="Times New Roman"/>
                <a:cs typeface="Times New Roman"/>
              </a:rPr>
              <a:t>)</a:t>
            </a:r>
            <a:endParaRPr sz="2117">
              <a:latin typeface="Times New Roman"/>
              <a:cs typeface="Times New Roman"/>
            </a:endParaRPr>
          </a:p>
        </p:txBody>
      </p:sp>
      <p:sp>
        <p:nvSpPr>
          <p:cNvPr id="127" name="object 69">
            <a:extLst>
              <a:ext uri="{FF2B5EF4-FFF2-40B4-BE49-F238E27FC236}">
                <a16:creationId xmlns:a16="http://schemas.microsoft.com/office/drawing/2014/main" id="{E3A29A1E-C9AD-4A54-93FD-E825267C7DA1}"/>
              </a:ext>
            </a:extLst>
          </p:cNvPr>
          <p:cNvSpPr txBox="1"/>
          <p:nvPr/>
        </p:nvSpPr>
        <p:spPr>
          <a:xfrm>
            <a:off x="9547991" y="4611329"/>
            <a:ext cx="118035" cy="207529"/>
          </a:xfrm>
          <a:prstGeom prst="rect">
            <a:avLst/>
          </a:prstGeom>
        </p:spPr>
        <p:txBody>
          <a:bodyPr vert="horz" wrap="square" lIns="0" tIns="17181" rIns="0" bIns="0" rtlCol="0">
            <a:spAutoFit/>
          </a:bodyPr>
          <a:lstStyle/>
          <a:p>
            <a:pPr marL="14941">
              <a:spcBef>
                <a:spcPts val="135"/>
              </a:spcBef>
            </a:pPr>
            <a:r>
              <a:rPr sz="1236" spc="5" dirty="0">
                <a:latin typeface="Symbol"/>
                <a:cs typeface="Symbol"/>
              </a:rPr>
              <a:t></a:t>
            </a:r>
            <a:endParaRPr sz="1236">
              <a:latin typeface="Symbol"/>
              <a:cs typeface="Symbol"/>
            </a:endParaRPr>
          </a:p>
        </p:txBody>
      </p:sp>
      <p:sp>
        <p:nvSpPr>
          <p:cNvPr id="129" name="object 70">
            <a:extLst>
              <a:ext uri="{FF2B5EF4-FFF2-40B4-BE49-F238E27FC236}">
                <a16:creationId xmlns:a16="http://schemas.microsoft.com/office/drawing/2014/main" id="{6D0D6B95-8135-4E63-88E7-1A4BE60E22A5}"/>
              </a:ext>
            </a:extLst>
          </p:cNvPr>
          <p:cNvSpPr txBox="1"/>
          <p:nvPr/>
        </p:nvSpPr>
        <p:spPr>
          <a:xfrm>
            <a:off x="7463694" y="4601453"/>
            <a:ext cx="1627095" cy="344717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</a:pPr>
            <a:r>
              <a:rPr sz="2117" i="1" spc="-400" dirty="0">
                <a:latin typeface="Times New Roman"/>
                <a:cs typeface="Times New Roman"/>
              </a:rPr>
              <a:t>W</a:t>
            </a:r>
            <a:r>
              <a:rPr sz="3176" spc="-599" baseline="15432" dirty="0">
                <a:latin typeface="Times New Roman"/>
                <a:cs typeface="Times New Roman"/>
              </a:rPr>
              <a:t>ˆ</a:t>
            </a:r>
            <a:r>
              <a:rPr sz="3176" spc="-547" baseline="15432" dirty="0">
                <a:latin typeface="Times New Roman"/>
                <a:cs typeface="Times New Roman"/>
              </a:rPr>
              <a:t> </a:t>
            </a:r>
            <a:r>
              <a:rPr sz="2117" spc="5" dirty="0">
                <a:latin typeface="Times New Roman"/>
                <a:cs typeface="Times New Roman"/>
              </a:rPr>
              <a:t>(</a:t>
            </a:r>
            <a:r>
              <a:rPr sz="2117" spc="-305" dirty="0">
                <a:latin typeface="Times New Roman"/>
                <a:cs typeface="Times New Roman"/>
              </a:rPr>
              <a:t> </a:t>
            </a:r>
            <a:r>
              <a:rPr sz="2117" i="1" spc="17" dirty="0">
                <a:latin typeface="Times New Roman"/>
                <a:cs typeface="Times New Roman"/>
              </a:rPr>
              <a:t>X</a:t>
            </a:r>
            <a:r>
              <a:rPr sz="2117" i="1" spc="-276" dirty="0">
                <a:latin typeface="Times New Roman"/>
                <a:cs typeface="Times New Roman"/>
              </a:rPr>
              <a:t> </a:t>
            </a:r>
            <a:r>
              <a:rPr sz="1853" spc="8" baseline="-23809" dirty="0">
                <a:latin typeface="Symbol"/>
                <a:cs typeface="Symbol"/>
              </a:rPr>
              <a:t></a:t>
            </a:r>
            <a:r>
              <a:rPr sz="1853" spc="52" baseline="-23809" dirty="0">
                <a:latin typeface="Times New Roman"/>
                <a:cs typeface="Times New Roman"/>
              </a:rPr>
              <a:t> </a:t>
            </a:r>
            <a:r>
              <a:rPr sz="2117" spc="17" dirty="0">
                <a:latin typeface="Symbol"/>
                <a:cs typeface="Symbol"/>
              </a:rPr>
              <a:t></a:t>
            </a:r>
            <a:r>
              <a:rPr sz="2117" spc="-17" dirty="0">
                <a:latin typeface="Times New Roman"/>
                <a:cs typeface="Times New Roman"/>
              </a:rPr>
              <a:t> </a:t>
            </a:r>
            <a:r>
              <a:rPr sz="2117" i="1" spc="17" dirty="0">
                <a:latin typeface="Times New Roman"/>
                <a:cs typeface="Times New Roman"/>
              </a:rPr>
              <a:t>X</a:t>
            </a:r>
            <a:r>
              <a:rPr sz="2117" i="1" spc="-269" dirty="0">
                <a:latin typeface="Times New Roman"/>
                <a:cs typeface="Times New Roman"/>
              </a:rPr>
              <a:t> </a:t>
            </a:r>
            <a:r>
              <a:rPr sz="1853" spc="123" baseline="-23809" dirty="0">
                <a:latin typeface="Symbol"/>
                <a:cs typeface="Symbol"/>
              </a:rPr>
              <a:t></a:t>
            </a:r>
            <a:r>
              <a:rPr sz="2117" spc="83" dirty="0">
                <a:latin typeface="Times New Roman"/>
                <a:cs typeface="Times New Roman"/>
              </a:rPr>
              <a:t>)</a:t>
            </a:r>
            <a:r>
              <a:rPr sz="2117" spc="-53" dirty="0">
                <a:latin typeface="Times New Roman"/>
                <a:cs typeface="Times New Roman"/>
              </a:rPr>
              <a:t> </a:t>
            </a:r>
            <a:r>
              <a:rPr sz="2117" spc="17" dirty="0">
                <a:latin typeface="Symbol"/>
                <a:cs typeface="Symbol"/>
              </a:rPr>
              <a:t></a:t>
            </a:r>
            <a:endParaRPr sz="2117">
              <a:latin typeface="Symbol"/>
              <a:cs typeface="Symbol"/>
            </a:endParaRPr>
          </a:p>
        </p:txBody>
      </p:sp>
      <p:sp>
        <p:nvSpPr>
          <p:cNvPr id="131" name="object 71">
            <a:extLst>
              <a:ext uri="{FF2B5EF4-FFF2-40B4-BE49-F238E27FC236}">
                <a16:creationId xmlns:a16="http://schemas.microsoft.com/office/drawing/2014/main" id="{612266DF-A4A6-4A92-92CA-C1ED463EC0B5}"/>
              </a:ext>
            </a:extLst>
          </p:cNvPr>
          <p:cNvSpPr/>
          <p:nvPr/>
        </p:nvSpPr>
        <p:spPr>
          <a:xfrm>
            <a:off x="10147421" y="5677648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3" name="object 72">
            <a:extLst>
              <a:ext uri="{FF2B5EF4-FFF2-40B4-BE49-F238E27FC236}">
                <a16:creationId xmlns:a16="http://schemas.microsoft.com/office/drawing/2014/main" id="{3CAACC47-5AF1-440E-B98C-299C20A681F3}"/>
              </a:ext>
            </a:extLst>
          </p:cNvPr>
          <p:cNvSpPr/>
          <p:nvPr/>
        </p:nvSpPr>
        <p:spPr>
          <a:xfrm>
            <a:off x="10107976" y="5677648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5" name="object 73">
            <a:extLst>
              <a:ext uri="{FF2B5EF4-FFF2-40B4-BE49-F238E27FC236}">
                <a16:creationId xmlns:a16="http://schemas.microsoft.com/office/drawing/2014/main" id="{1BFC6710-62BD-437C-9F36-65AB97385326}"/>
              </a:ext>
            </a:extLst>
          </p:cNvPr>
          <p:cNvSpPr/>
          <p:nvPr/>
        </p:nvSpPr>
        <p:spPr>
          <a:xfrm>
            <a:off x="10473736" y="5677648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7" name="object 74">
            <a:extLst>
              <a:ext uri="{FF2B5EF4-FFF2-40B4-BE49-F238E27FC236}">
                <a16:creationId xmlns:a16="http://schemas.microsoft.com/office/drawing/2014/main" id="{70B2E9A8-8678-40A4-9220-753AC0DDE658}"/>
              </a:ext>
            </a:extLst>
          </p:cNvPr>
          <p:cNvSpPr/>
          <p:nvPr/>
        </p:nvSpPr>
        <p:spPr>
          <a:xfrm>
            <a:off x="10435188" y="5677648"/>
            <a:ext cx="0" cy="336176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9" name="object 75">
            <a:extLst>
              <a:ext uri="{FF2B5EF4-FFF2-40B4-BE49-F238E27FC236}">
                <a16:creationId xmlns:a16="http://schemas.microsoft.com/office/drawing/2014/main" id="{B52DE469-5216-4698-A73D-19C05B012CDF}"/>
              </a:ext>
            </a:extLst>
          </p:cNvPr>
          <p:cNvSpPr/>
          <p:nvPr/>
        </p:nvSpPr>
        <p:spPr>
          <a:xfrm>
            <a:off x="10079290" y="5626548"/>
            <a:ext cx="424329" cy="0"/>
          </a:xfrm>
          <a:custGeom>
            <a:avLst/>
            <a:gdLst/>
            <a:ahLst/>
            <a:cxnLst/>
            <a:rect l="l" t="t" r="r" b="b"/>
            <a:pathLst>
              <a:path w="360679">
                <a:moveTo>
                  <a:pt x="0" y="0"/>
                </a:moveTo>
                <a:lnTo>
                  <a:pt x="360426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41" name="object 76">
            <a:extLst>
              <a:ext uri="{FF2B5EF4-FFF2-40B4-BE49-F238E27FC236}">
                <a16:creationId xmlns:a16="http://schemas.microsoft.com/office/drawing/2014/main" id="{14DE8CF9-EF9D-4F05-91BE-41E3022097BD}"/>
              </a:ext>
            </a:extLst>
          </p:cNvPr>
          <p:cNvSpPr txBox="1"/>
          <p:nvPr/>
        </p:nvSpPr>
        <p:spPr>
          <a:xfrm>
            <a:off x="10129791" y="5621166"/>
            <a:ext cx="263711" cy="353694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</a:pPr>
            <a:r>
              <a:rPr sz="2176" i="1" spc="24" dirty="0">
                <a:latin typeface="Times New Roman"/>
                <a:cs typeface="Times New Roman"/>
              </a:rPr>
              <a:t>W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43" name="object 77">
            <a:extLst>
              <a:ext uri="{FF2B5EF4-FFF2-40B4-BE49-F238E27FC236}">
                <a16:creationId xmlns:a16="http://schemas.microsoft.com/office/drawing/2014/main" id="{723FFD69-39CA-49CD-870C-1103FBB4C901}"/>
              </a:ext>
            </a:extLst>
          </p:cNvPr>
          <p:cNvSpPr txBox="1"/>
          <p:nvPr/>
        </p:nvSpPr>
        <p:spPr>
          <a:xfrm>
            <a:off x="10110965" y="4733726"/>
            <a:ext cx="269688" cy="851481"/>
          </a:xfrm>
          <a:prstGeom prst="rect">
            <a:avLst/>
          </a:prstGeom>
        </p:spPr>
        <p:txBody>
          <a:bodyPr vert="horz" wrap="square" lIns="0" tIns="100105" rIns="0" bIns="0" rtlCol="0">
            <a:spAutoFit/>
          </a:bodyPr>
          <a:lstStyle/>
          <a:p>
            <a:pPr marR="2241" algn="ctr">
              <a:spcBef>
                <a:spcPts val="788"/>
              </a:spcBef>
            </a:pPr>
            <a:r>
              <a:rPr sz="2117" i="1" spc="24" dirty="0">
                <a:latin typeface="Times New Roman"/>
                <a:cs typeface="Times New Roman"/>
              </a:rPr>
              <a:t>W</a:t>
            </a:r>
            <a:endParaRPr sz="2117">
              <a:latin typeface="Times New Roman"/>
              <a:cs typeface="Times New Roman"/>
            </a:endParaRPr>
          </a:p>
          <a:p>
            <a:pPr marL="99362" algn="ctr">
              <a:spcBef>
                <a:spcPts val="688"/>
              </a:spcBef>
            </a:pPr>
            <a:r>
              <a:rPr sz="2176" spc="12" dirty="0">
                <a:latin typeface="Times New Roman"/>
                <a:cs typeface="Times New Roman"/>
              </a:rPr>
              <a:t>2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45" name="object 78">
            <a:extLst>
              <a:ext uri="{FF2B5EF4-FFF2-40B4-BE49-F238E27FC236}">
                <a16:creationId xmlns:a16="http://schemas.microsoft.com/office/drawing/2014/main" id="{12B3C3D8-7E76-4A70-ACA1-FC94E2B0D418}"/>
              </a:ext>
            </a:extLst>
          </p:cNvPr>
          <p:cNvSpPr txBox="1"/>
          <p:nvPr/>
        </p:nvSpPr>
        <p:spPr>
          <a:xfrm>
            <a:off x="8358376" y="5402426"/>
            <a:ext cx="599141" cy="353822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</a:pPr>
            <a:r>
              <a:rPr sz="2176" i="1" spc="-417" dirty="0">
                <a:latin typeface="Times New Roman"/>
                <a:cs typeface="Times New Roman"/>
              </a:rPr>
              <a:t>W</a:t>
            </a:r>
            <a:r>
              <a:rPr sz="3265" spc="-625" baseline="15015" dirty="0">
                <a:latin typeface="Times New Roman"/>
                <a:cs typeface="Times New Roman"/>
              </a:rPr>
              <a:t>ˆ </a:t>
            </a:r>
            <a:r>
              <a:rPr sz="2176" spc="5" dirty="0">
                <a:latin typeface="Times New Roman"/>
                <a:cs typeface="Times New Roman"/>
              </a:rPr>
              <a:t>(</a:t>
            </a:r>
            <a:r>
              <a:rPr sz="2176" spc="-329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X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47" name="object 79">
            <a:extLst>
              <a:ext uri="{FF2B5EF4-FFF2-40B4-BE49-F238E27FC236}">
                <a16:creationId xmlns:a16="http://schemas.microsoft.com/office/drawing/2014/main" id="{AA37949C-4388-404E-97B1-7321AC6DE583}"/>
              </a:ext>
            </a:extLst>
          </p:cNvPr>
          <p:cNvSpPr txBox="1"/>
          <p:nvPr/>
        </p:nvSpPr>
        <p:spPr>
          <a:xfrm>
            <a:off x="9132027" y="5402425"/>
            <a:ext cx="892735" cy="353694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  <a:tabLst>
                <a:tab pos="565539" algn="l"/>
              </a:tabLst>
            </a:pPr>
            <a:r>
              <a:rPr sz="2176" spc="12" dirty="0">
                <a:latin typeface="Symbol"/>
                <a:cs typeface="Symbol"/>
              </a:rPr>
              <a:t>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X	</a:t>
            </a:r>
            <a:r>
              <a:rPr sz="2176" spc="5" dirty="0">
                <a:latin typeface="Times New Roman"/>
                <a:cs typeface="Times New Roman"/>
              </a:rPr>
              <a:t>)</a:t>
            </a:r>
            <a:r>
              <a:rPr sz="2176" spc="-129" dirty="0">
                <a:latin typeface="Times New Roman"/>
                <a:cs typeface="Times New Roman"/>
              </a:rPr>
              <a:t> </a:t>
            </a:r>
            <a:r>
              <a:rPr sz="2176" spc="12" dirty="0">
                <a:latin typeface="Symbol"/>
                <a:cs typeface="Symbol"/>
              </a:rPr>
              <a:t></a:t>
            </a:r>
            <a:endParaRPr sz="2176">
              <a:latin typeface="Symbol"/>
              <a:cs typeface="Symbol"/>
            </a:endParaRPr>
          </a:p>
        </p:txBody>
      </p:sp>
      <p:sp>
        <p:nvSpPr>
          <p:cNvPr id="149" name="object 80">
            <a:extLst>
              <a:ext uri="{FF2B5EF4-FFF2-40B4-BE49-F238E27FC236}">
                <a16:creationId xmlns:a16="http://schemas.microsoft.com/office/drawing/2014/main" id="{95D23EDD-1C0D-4EBA-BFCD-F8515A2AE13E}"/>
              </a:ext>
            </a:extLst>
          </p:cNvPr>
          <p:cNvSpPr txBox="1"/>
          <p:nvPr/>
        </p:nvSpPr>
        <p:spPr>
          <a:xfrm>
            <a:off x="9560532" y="5589018"/>
            <a:ext cx="119529" cy="212864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4941">
              <a:spcBef>
                <a:spcPts val="105"/>
              </a:spcBef>
            </a:pPr>
            <a:r>
              <a:rPr sz="1295" spc="-5" dirty="0">
                <a:latin typeface="Symbol"/>
                <a:cs typeface="Symbol"/>
              </a:rPr>
              <a:t></a:t>
            </a:r>
            <a:endParaRPr sz="1295">
              <a:latin typeface="Symbol"/>
              <a:cs typeface="Symbol"/>
            </a:endParaRPr>
          </a:p>
        </p:txBody>
      </p:sp>
      <p:sp>
        <p:nvSpPr>
          <p:cNvPr id="151" name="object 81">
            <a:extLst>
              <a:ext uri="{FF2B5EF4-FFF2-40B4-BE49-F238E27FC236}">
                <a16:creationId xmlns:a16="http://schemas.microsoft.com/office/drawing/2014/main" id="{DE754FD7-22F3-4C75-9B83-36422BFCACF7}"/>
              </a:ext>
            </a:extLst>
          </p:cNvPr>
          <p:cNvSpPr txBox="1"/>
          <p:nvPr/>
        </p:nvSpPr>
        <p:spPr>
          <a:xfrm>
            <a:off x="8961696" y="5589018"/>
            <a:ext cx="119529" cy="212864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4941">
              <a:spcBef>
                <a:spcPts val="105"/>
              </a:spcBef>
            </a:pPr>
            <a:r>
              <a:rPr sz="1295" spc="-5" dirty="0">
                <a:latin typeface="Symbol"/>
                <a:cs typeface="Symbol"/>
              </a:rPr>
              <a:t></a:t>
            </a:r>
            <a:endParaRPr sz="1295">
              <a:latin typeface="Symbol"/>
              <a:cs typeface="Symbol"/>
            </a:endParaRPr>
          </a:p>
        </p:txBody>
      </p:sp>
      <p:sp>
        <p:nvSpPr>
          <p:cNvPr id="153" name="object 82">
            <a:extLst>
              <a:ext uri="{FF2B5EF4-FFF2-40B4-BE49-F238E27FC236}">
                <a16:creationId xmlns:a16="http://schemas.microsoft.com/office/drawing/2014/main" id="{7C2D1339-0C20-4403-88F0-86C2F48B793F}"/>
              </a:ext>
            </a:extLst>
          </p:cNvPr>
          <p:cNvSpPr txBox="1"/>
          <p:nvPr/>
        </p:nvSpPr>
        <p:spPr>
          <a:xfrm>
            <a:off x="4505335" y="3415471"/>
            <a:ext cx="169583" cy="231637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2117" i="1" spc="-829" baseline="-13888" dirty="0">
                <a:latin typeface="Times New Roman"/>
                <a:cs typeface="Times New Roman"/>
              </a:rPr>
              <a:t>W</a:t>
            </a:r>
            <a:r>
              <a:rPr sz="1412" spc="-5" dirty="0">
                <a:latin typeface="Times New Roman"/>
                <a:cs typeface="Times New Roman"/>
              </a:rPr>
              <a:t>ˆ</a:t>
            </a:r>
            <a:endParaRPr sz="1412">
              <a:latin typeface="Times New Roman"/>
              <a:cs typeface="Times New Roman"/>
            </a:endParaRPr>
          </a:p>
        </p:txBody>
      </p:sp>
      <p:sp>
        <p:nvSpPr>
          <p:cNvPr id="155" name="object 83">
            <a:extLst>
              <a:ext uri="{FF2B5EF4-FFF2-40B4-BE49-F238E27FC236}">
                <a16:creationId xmlns:a16="http://schemas.microsoft.com/office/drawing/2014/main" id="{343934DA-0D2F-4581-9EBA-1C73A0131E28}"/>
              </a:ext>
            </a:extLst>
          </p:cNvPr>
          <p:cNvSpPr/>
          <p:nvPr/>
        </p:nvSpPr>
        <p:spPr>
          <a:xfrm>
            <a:off x="4528343" y="3315449"/>
            <a:ext cx="273424" cy="1272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7" name="object 84">
            <a:extLst>
              <a:ext uri="{FF2B5EF4-FFF2-40B4-BE49-F238E27FC236}">
                <a16:creationId xmlns:a16="http://schemas.microsoft.com/office/drawing/2014/main" id="{2CB7B132-7724-40DA-96A3-C79379F5B6C9}"/>
              </a:ext>
            </a:extLst>
          </p:cNvPr>
          <p:cNvSpPr/>
          <p:nvPr/>
        </p:nvSpPr>
        <p:spPr>
          <a:xfrm>
            <a:off x="10148319" y="4136615"/>
            <a:ext cx="0" cy="321235"/>
          </a:xfrm>
          <a:custGeom>
            <a:avLst/>
            <a:gdLst/>
            <a:ahLst/>
            <a:cxnLst/>
            <a:rect l="l" t="t" r="r" b="b"/>
            <a:pathLst>
              <a:path h="273050">
                <a:moveTo>
                  <a:pt x="0" y="0"/>
                </a:moveTo>
                <a:lnTo>
                  <a:pt x="0" y="272796"/>
                </a:lnTo>
              </a:path>
            </a:pathLst>
          </a:custGeom>
          <a:ln w="94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9" name="object 85">
            <a:extLst>
              <a:ext uri="{FF2B5EF4-FFF2-40B4-BE49-F238E27FC236}">
                <a16:creationId xmlns:a16="http://schemas.microsoft.com/office/drawing/2014/main" id="{82840CEE-4D79-41D7-8EC8-432725CDA8F1}"/>
              </a:ext>
            </a:extLst>
          </p:cNvPr>
          <p:cNvSpPr/>
          <p:nvPr/>
        </p:nvSpPr>
        <p:spPr>
          <a:xfrm>
            <a:off x="10110665" y="4136615"/>
            <a:ext cx="0" cy="321235"/>
          </a:xfrm>
          <a:custGeom>
            <a:avLst/>
            <a:gdLst/>
            <a:ahLst/>
            <a:cxnLst/>
            <a:rect l="l" t="t" r="r" b="b"/>
            <a:pathLst>
              <a:path h="273050">
                <a:moveTo>
                  <a:pt x="0" y="0"/>
                </a:moveTo>
                <a:lnTo>
                  <a:pt x="0" y="272796"/>
                </a:lnTo>
              </a:path>
            </a:pathLst>
          </a:custGeom>
          <a:ln w="94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1" name="object 86">
            <a:extLst>
              <a:ext uri="{FF2B5EF4-FFF2-40B4-BE49-F238E27FC236}">
                <a16:creationId xmlns:a16="http://schemas.microsoft.com/office/drawing/2014/main" id="{EDDA301E-4A47-4CB1-9264-D3209FAA288B}"/>
              </a:ext>
            </a:extLst>
          </p:cNvPr>
          <p:cNvSpPr/>
          <p:nvPr/>
        </p:nvSpPr>
        <p:spPr>
          <a:xfrm>
            <a:off x="10461187" y="4136615"/>
            <a:ext cx="0" cy="321235"/>
          </a:xfrm>
          <a:custGeom>
            <a:avLst/>
            <a:gdLst/>
            <a:ahLst/>
            <a:cxnLst/>
            <a:rect l="l" t="t" r="r" b="b"/>
            <a:pathLst>
              <a:path h="273050">
                <a:moveTo>
                  <a:pt x="0" y="0"/>
                </a:moveTo>
                <a:lnTo>
                  <a:pt x="0" y="272796"/>
                </a:lnTo>
              </a:path>
            </a:pathLst>
          </a:custGeom>
          <a:ln w="94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3" name="object 87">
            <a:extLst>
              <a:ext uri="{FF2B5EF4-FFF2-40B4-BE49-F238E27FC236}">
                <a16:creationId xmlns:a16="http://schemas.microsoft.com/office/drawing/2014/main" id="{CEC9FF4A-1965-4656-A2AB-5C8B2F6E3338}"/>
              </a:ext>
            </a:extLst>
          </p:cNvPr>
          <p:cNvSpPr/>
          <p:nvPr/>
        </p:nvSpPr>
        <p:spPr>
          <a:xfrm>
            <a:off x="10423533" y="4136615"/>
            <a:ext cx="0" cy="321235"/>
          </a:xfrm>
          <a:custGeom>
            <a:avLst/>
            <a:gdLst/>
            <a:ahLst/>
            <a:cxnLst/>
            <a:rect l="l" t="t" r="r" b="b"/>
            <a:pathLst>
              <a:path h="273050">
                <a:moveTo>
                  <a:pt x="0" y="0"/>
                </a:moveTo>
                <a:lnTo>
                  <a:pt x="0" y="272796"/>
                </a:lnTo>
              </a:path>
            </a:pathLst>
          </a:custGeom>
          <a:ln w="94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5" name="object 88">
            <a:extLst>
              <a:ext uri="{FF2B5EF4-FFF2-40B4-BE49-F238E27FC236}">
                <a16:creationId xmlns:a16="http://schemas.microsoft.com/office/drawing/2014/main" id="{B79889FE-A05E-41D0-840D-E256EF7087AC}"/>
              </a:ext>
            </a:extLst>
          </p:cNvPr>
          <p:cNvSpPr/>
          <p:nvPr/>
        </p:nvSpPr>
        <p:spPr>
          <a:xfrm>
            <a:off x="9275156" y="4087309"/>
            <a:ext cx="2021541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0" y="0"/>
                </a:moveTo>
                <a:lnTo>
                  <a:pt x="1718310" y="0"/>
                </a:lnTo>
              </a:path>
            </a:pathLst>
          </a:custGeom>
          <a:ln w="94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7" name="object 89">
            <a:extLst>
              <a:ext uri="{FF2B5EF4-FFF2-40B4-BE49-F238E27FC236}">
                <a16:creationId xmlns:a16="http://schemas.microsoft.com/office/drawing/2014/main" id="{7CF07178-374E-45E0-B992-3CF1E6E5B186}"/>
              </a:ext>
            </a:extLst>
          </p:cNvPr>
          <p:cNvSpPr txBox="1"/>
          <p:nvPr/>
        </p:nvSpPr>
        <p:spPr>
          <a:xfrm>
            <a:off x="10130688" y="4081053"/>
            <a:ext cx="254000" cy="340128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2117" i="1" spc="-5" dirty="0">
                <a:latin typeface="Times New Roman"/>
                <a:cs typeface="Times New Roman"/>
              </a:rPr>
              <a:t>W</a:t>
            </a:r>
            <a:endParaRPr sz="2117">
              <a:latin typeface="Times New Roman"/>
              <a:cs typeface="Times New Roman"/>
            </a:endParaRPr>
          </a:p>
        </p:txBody>
      </p:sp>
      <p:sp>
        <p:nvSpPr>
          <p:cNvPr id="169" name="object 90">
            <a:extLst>
              <a:ext uri="{FF2B5EF4-FFF2-40B4-BE49-F238E27FC236}">
                <a16:creationId xmlns:a16="http://schemas.microsoft.com/office/drawing/2014/main" id="{89A9AA72-3362-4C3F-8B91-EC8E4159C50E}"/>
              </a:ext>
            </a:extLst>
          </p:cNvPr>
          <p:cNvSpPr txBox="1"/>
          <p:nvPr/>
        </p:nvSpPr>
        <p:spPr>
          <a:xfrm>
            <a:off x="9253049" y="3701855"/>
            <a:ext cx="2045447" cy="340128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  <a:tabLst>
                <a:tab pos="596170" algn="l"/>
              </a:tabLst>
            </a:pPr>
            <a:r>
              <a:rPr sz="2117" i="1" spc="-5" dirty="0">
                <a:latin typeface="Times New Roman"/>
                <a:cs typeface="Times New Roman"/>
              </a:rPr>
              <a:t>WX	</a:t>
            </a:r>
            <a:r>
              <a:rPr sz="2117" spc="-5" dirty="0">
                <a:latin typeface="Symbol"/>
                <a:cs typeface="Symbol"/>
              </a:rPr>
              <a:t></a:t>
            </a:r>
            <a:r>
              <a:rPr sz="2117" spc="-229" dirty="0">
                <a:latin typeface="Times New Roman"/>
                <a:cs typeface="Times New Roman"/>
              </a:rPr>
              <a:t> </a:t>
            </a:r>
            <a:r>
              <a:rPr sz="2117" i="1" spc="-5" dirty="0">
                <a:latin typeface="Times New Roman"/>
                <a:cs typeface="Times New Roman"/>
              </a:rPr>
              <a:t>b</a:t>
            </a:r>
            <a:r>
              <a:rPr sz="2117" i="1" spc="-188" dirty="0">
                <a:latin typeface="Times New Roman"/>
                <a:cs typeface="Times New Roman"/>
              </a:rPr>
              <a:t> </a:t>
            </a:r>
            <a:r>
              <a:rPr sz="2117" spc="47" dirty="0">
                <a:latin typeface="Symbol"/>
                <a:cs typeface="Symbol"/>
              </a:rPr>
              <a:t></a:t>
            </a:r>
            <a:r>
              <a:rPr sz="2117" i="1" spc="47" dirty="0">
                <a:latin typeface="Times New Roman"/>
                <a:cs typeface="Times New Roman"/>
              </a:rPr>
              <a:t>WX</a:t>
            </a:r>
            <a:r>
              <a:rPr sz="2117" i="1" spc="-299" dirty="0">
                <a:latin typeface="Times New Roman"/>
                <a:cs typeface="Times New Roman"/>
              </a:rPr>
              <a:t> </a:t>
            </a:r>
            <a:r>
              <a:rPr sz="1853" spc="-8" baseline="-23809" dirty="0">
                <a:latin typeface="Symbol"/>
                <a:cs typeface="Symbol"/>
              </a:rPr>
              <a:t></a:t>
            </a:r>
            <a:r>
              <a:rPr sz="1853" spc="17" baseline="-23809" dirty="0">
                <a:latin typeface="Times New Roman"/>
                <a:cs typeface="Times New Roman"/>
              </a:rPr>
              <a:t> </a:t>
            </a:r>
            <a:r>
              <a:rPr sz="2117" spc="-5" dirty="0">
                <a:latin typeface="Symbol"/>
                <a:cs typeface="Symbol"/>
              </a:rPr>
              <a:t></a:t>
            </a:r>
            <a:r>
              <a:rPr sz="2117" spc="-247" dirty="0">
                <a:latin typeface="Times New Roman"/>
                <a:cs typeface="Times New Roman"/>
              </a:rPr>
              <a:t> </a:t>
            </a:r>
            <a:r>
              <a:rPr sz="2117" i="1" spc="-5" dirty="0">
                <a:latin typeface="Times New Roman"/>
                <a:cs typeface="Times New Roman"/>
              </a:rPr>
              <a:t>b</a:t>
            </a:r>
            <a:endParaRPr sz="2117">
              <a:latin typeface="Times New Roman"/>
              <a:cs typeface="Times New Roman"/>
            </a:endParaRPr>
          </a:p>
        </p:txBody>
      </p:sp>
      <p:sp>
        <p:nvSpPr>
          <p:cNvPr id="171" name="object 91">
            <a:extLst>
              <a:ext uri="{FF2B5EF4-FFF2-40B4-BE49-F238E27FC236}">
                <a16:creationId xmlns:a16="http://schemas.microsoft.com/office/drawing/2014/main" id="{DC233898-10C8-4D3B-B9B6-DCFC031E4C92}"/>
              </a:ext>
            </a:extLst>
          </p:cNvPr>
          <p:cNvSpPr txBox="1"/>
          <p:nvPr/>
        </p:nvSpPr>
        <p:spPr>
          <a:xfrm>
            <a:off x="9671696" y="3880884"/>
            <a:ext cx="115795" cy="204514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1236" spc="-5" dirty="0">
                <a:latin typeface="Symbol"/>
                <a:cs typeface="Symbol"/>
              </a:rPr>
              <a:t></a:t>
            </a:r>
            <a:endParaRPr sz="1236">
              <a:latin typeface="Symbol"/>
              <a:cs typeface="Symbol"/>
            </a:endParaRPr>
          </a:p>
        </p:txBody>
      </p:sp>
      <p:sp>
        <p:nvSpPr>
          <p:cNvPr id="173" name="object 92">
            <a:extLst>
              <a:ext uri="{FF2B5EF4-FFF2-40B4-BE49-F238E27FC236}">
                <a16:creationId xmlns:a16="http://schemas.microsoft.com/office/drawing/2014/main" id="{E8E34BB2-6459-4B87-9AB7-FF8A8913CAF9}"/>
              </a:ext>
            </a:extLst>
          </p:cNvPr>
          <p:cNvSpPr txBox="1"/>
          <p:nvPr/>
        </p:nvSpPr>
        <p:spPr>
          <a:xfrm>
            <a:off x="7625975" y="3871275"/>
            <a:ext cx="1597212" cy="340192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2117" i="1" spc="-417" dirty="0">
                <a:latin typeface="Times New Roman"/>
                <a:cs typeface="Times New Roman"/>
              </a:rPr>
              <a:t>W</a:t>
            </a:r>
            <a:r>
              <a:rPr sz="3176" spc="-625" baseline="15432" dirty="0">
                <a:latin typeface="Times New Roman"/>
                <a:cs typeface="Times New Roman"/>
              </a:rPr>
              <a:t>ˆ</a:t>
            </a:r>
            <a:r>
              <a:rPr sz="3176" spc="-503" baseline="15432" dirty="0">
                <a:latin typeface="Times New Roman"/>
                <a:cs typeface="Times New Roman"/>
              </a:rPr>
              <a:t> </a:t>
            </a:r>
            <a:r>
              <a:rPr sz="2117" spc="-5" dirty="0">
                <a:latin typeface="Times New Roman"/>
                <a:cs typeface="Times New Roman"/>
              </a:rPr>
              <a:t>(</a:t>
            </a:r>
            <a:r>
              <a:rPr sz="2117" spc="-324" dirty="0">
                <a:latin typeface="Times New Roman"/>
                <a:cs typeface="Times New Roman"/>
              </a:rPr>
              <a:t> </a:t>
            </a:r>
            <a:r>
              <a:rPr sz="2117" i="1" spc="-5" dirty="0">
                <a:latin typeface="Times New Roman"/>
                <a:cs typeface="Times New Roman"/>
              </a:rPr>
              <a:t>X</a:t>
            </a:r>
            <a:r>
              <a:rPr sz="2117" i="1" spc="-276" dirty="0">
                <a:latin typeface="Times New Roman"/>
                <a:cs typeface="Times New Roman"/>
              </a:rPr>
              <a:t> </a:t>
            </a:r>
            <a:r>
              <a:rPr sz="1853" spc="-8" baseline="-23809" dirty="0">
                <a:latin typeface="Symbol"/>
                <a:cs typeface="Symbol"/>
              </a:rPr>
              <a:t></a:t>
            </a:r>
            <a:r>
              <a:rPr sz="1853" spc="44" baseline="-23809" dirty="0">
                <a:latin typeface="Times New Roman"/>
                <a:cs typeface="Times New Roman"/>
              </a:rPr>
              <a:t> </a:t>
            </a:r>
            <a:r>
              <a:rPr sz="2117" spc="-5" dirty="0">
                <a:latin typeface="Symbol"/>
                <a:cs typeface="Symbol"/>
              </a:rPr>
              <a:t></a:t>
            </a:r>
            <a:r>
              <a:rPr sz="2117" spc="-17" dirty="0">
                <a:latin typeface="Times New Roman"/>
                <a:cs typeface="Times New Roman"/>
              </a:rPr>
              <a:t> </a:t>
            </a:r>
            <a:r>
              <a:rPr sz="2117" i="1" spc="-5" dirty="0">
                <a:latin typeface="Times New Roman"/>
                <a:cs typeface="Times New Roman"/>
              </a:rPr>
              <a:t>X</a:t>
            </a:r>
            <a:r>
              <a:rPr sz="2117" i="1" spc="-288" dirty="0">
                <a:latin typeface="Times New Roman"/>
                <a:cs typeface="Times New Roman"/>
              </a:rPr>
              <a:t> </a:t>
            </a:r>
            <a:r>
              <a:rPr sz="1853" spc="105" baseline="-23809" dirty="0">
                <a:latin typeface="Symbol"/>
                <a:cs typeface="Symbol"/>
              </a:rPr>
              <a:t></a:t>
            </a:r>
            <a:r>
              <a:rPr sz="2117" spc="71" dirty="0">
                <a:latin typeface="Times New Roman"/>
                <a:cs typeface="Times New Roman"/>
              </a:rPr>
              <a:t>)</a:t>
            </a:r>
            <a:r>
              <a:rPr sz="2117" spc="-59" dirty="0">
                <a:latin typeface="Times New Roman"/>
                <a:cs typeface="Times New Roman"/>
              </a:rPr>
              <a:t> </a:t>
            </a:r>
            <a:r>
              <a:rPr sz="2117" spc="-5" dirty="0">
                <a:latin typeface="Symbol"/>
                <a:cs typeface="Symbol"/>
              </a:rPr>
              <a:t></a:t>
            </a:r>
            <a:endParaRPr sz="2117">
              <a:latin typeface="Symbol"/>
              <a:cs typeface="Symbol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F6220EE-0D5C-4B67-81AB-12B6A6B28E1A}"/>
              </a:ext>
            </a:extLst>
          </p:cNvPr>
          <p:cNvSpPr txBox="1"/>
          <p:nvPr/>
        </p:nvSpPr>
        <p:spPr>
          <a:xfrm>
            <a:off x="2212327" y="2112315"/>
            <a:ext cx="1926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-5" dirty="0">
                <a:latin typeface="Times New Roman"/>
                <a:cs typeface="Times New Roman"/>
              </a:rPr>
              <a:t>w</a:t>
            </a:r>
            <a:r>
              <a:rPr lang="en-US" sz="2400" b="1" spc="-8" baseline="24305" dirty="0">
                <a:latin typeface="Times New Roman"/>
                <a:cs typeface="Times New Roman"/>
              </a:rPr>
              <a:t>T</a:t>
            </a:r>
            <a:r>
              <a:rPr lang="en-US" sz="2400" b="1" spc="-5" dirty="0">
                <a:latin typeface="Times New Roman"/>
                <a:cs typeface="Times New Roman"/>
              </a:rPr>
              <a:t>x </a:t>
            </a:r>
            <a:r>
              <a:rPr lang="en-US" sz="2400" dirty="0">
                <a:latin typeface="Times New Roman"/>
                <a:cs typeface="Times New Roman"/>
              </a:rPr>
              <a:t>+ </a:t>
            </a:r>
            <a:r>
              <a:rPr lang="en-US" sz="2400" i="1" dirty="0">
                <a:latin typeface="Times New Roman"/>
                <a:cs typeface="Times New Roman"/>
              </a:rPr>
              <a:t>b</a:t>
            </a:r>
            <a:r>
              <a:rPr lang="en-US" sz="2400" i="1" spc="-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=1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A83AD6E-B9E8-48D1-BDE3-F1D45C171244}"/>
              </a:ext>
            </a:extLst>
          </p:cNvPr>
          <p:cNvSpPr txBox="1"/>
          <p:nvPr/>
        </p:nvSpPr>
        <p:spPr>
          <a:xfrm>
            <a:off x="958148" y="1249480"/>
            <a:ext cx="96215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8364" indent="-403423">
              <a:spcBef>
                <a:spcPts val="117"/>
              </a:spcBef>
              <a:buClr>
                <a:srgbClr val="0070C0"/>
              </a:buClr>
              <a:buSzPct val="55263"/>
              <a:buFont typeface="Wingdings" panose="05000000000000000000" pitchFamily="2" charset="2"/>
              <a:buChar char="Ø"/>
              <a:tabLst>
                <a:tab pos="417618" algn="l"/>
                <a:tab pos="418364" algn="l"/>
              </a:tabLst>
            </a:pPr>
            <a:r>
              <a:rPr lang="en-US" sz="2400" b="1" i="1" spc="-71" dirty="0">
                <a:latin typeface="Tahoma"/>
                <a:cs typeface="Tahoma"/>
              </a:rPr>
              <a:t>Margin </a:t>
            </a:r>
            <a:r>
              <a:rPr lang="en-US" sz="2133" spc="-595" dirty="0">
                <a:latin typeface="Tahoma"/>
                <a:cs typeface="Tahoma"/>
              </a:rPr>
              <a:t>2     </a:t>
            </a:r>
            <a:r>
              <a:rPr lang="en-US" sz="2400" i="1" spc="-595" dirty="0">
                <a:latin typeface="Tahoma"/>
                <a:cs typeface="Tahoma"/>
              </a:rPr>
              <a:t>γ             </a:t>
            </a:r>
            <a:r>
              <a:rPr lang="en-US" sz="2133" spc="-5" dirty="0">
                <a:latin typeface="Tahoma"/>
                <a:cs typeface="Tahoma"/>
              </a:rPr>
              <a:t>of the separator </a:t>
            </a:r>
            <a:r>
              <a:rPr lang="en-US" sz="2133" dirty="0">
                <a:latin typeface="Tahoma"/>
                <a:cs typeface="Tahoma"/>
              </a:rPr>
              <a:t>is </a:t>
            </a:r>
            <a:r>
              <a:rPr lang="en-US" sz="2133" spc="-5" dirty="0">
                <a:latin typeface="Tahoma"/>
                <a:cs typeface="Tahoma"/>
              </a:rPr>
              <a:t>the width of separation </a:t>
            </a:r>
            <a:r>
              <a:rPr lang="en-US" sz="2133" dirty="0">
                <a:latin typeface="Tahoma"/>
                <a:cs typeface="Tahoma"/>
              </a:rPr>
              <a:t>between</a:t>
            </a:r>
            <a:r>
              <a:rPr lang="en-US" sz="2133" spc="12" dirty="0">
                <a:latin typeface="Tahoma"/>
                <a:cs typeface="Tahoma"/>
              </a:rPr>
              <a:t> </a:t>
            </a:r>
            <a:r>
              <a:rPr lang="en-US" sz="2133" spc="-5" dirty="0">
                <a:latin typeface="Tahoma"/>
                <a:cs typeface="Tahoma"/>
              </a:rPr>
              <a:t>classes.</a:t>
            </a:r>
            <a:endParaRPr lang="en-US" sz="2133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969215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C820-F5E5-4C70-A668-6C25825C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14" y="124947"/>
            <a:ext cx="11224996" cy="707823"/>
          </a:xfrm>
        </p:spPr>
        <p:txBody>
          <a:bodyPr/>
          <a:lstStyle/>
          <a:p>
            <a:r>
              <a:rPr lang="en-US" dirty="0"/>
              <a:t>Linear SVM Mathematically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11C3F10-3DEE-456E-9C60-B0D4FBA35CFE}"/>
              </a:ext>
            </a:extLst>
          </p:cNvPr>
          <p:cNvSpPr txBox="1"/>
          <p:nvPr/>
        </p:nvSpPr>
        <p:spPr>
          <a:xfrm>
            <a:off x="1224902" y="1228621"/>
            <a:ext cx="6564405" cy="507529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472130" indent="-457189">
              <a:spcBef>
                <a:spcPts val="117"/>
              </a:spcBef>
              <a:buClr>
                <a:srgbClr val="0070C0"/>
              </a:buClr>
              <a:buSzPct val="64583"/>
              <a:buFont typeface="Wingdings" panose="05000000000000000000" pitchFamily="2" charset="2"/>
              <a:buChar char="Ø"/>
              <a:tabLst>
                <a:tab pos="418364" algn="l"/>
              </a:tabLst>
            </a:pPr>
            <a:r>
              <a:rPr sz="3200" b="1" spc="-5" dirty="0">
                <a:latin typeface="Calibri" panose="020F0502020204030204" pitchFamily="34" charset="0"/>
                <a:cs typeface="Calibri" panose="020F0502020204030204" pitchFamily="34" charset="0"/>
              </a:rPr>
              <a:t>Goal: </a:t>
            </a:r>
            <a:r>
              <a:rPr sz="2400" b="1" spc="-5" dirty="0">
                <a:latin typeface="Calibri" panose="020F0502020204030204" pitchFamily="34" charset="0"/>
                <a:cs typeface="Calibri" panose="020F0502020204030204" pitchFamily="34" charset="0"/>
              </a:rPr>
              <a:t>1) </a:t>
            </a:r>
            <a:r>
              <a:rPr sz="2400" b="1" spc="-12" dirty="0">
                <a:latin typeface="Calibri" panose="020F0502020204030204" pitchFamily="34" charset="0"/>
                <a:cs typeface="Calibri" panose="020F0502020204030204" pitchFamily="34" charset="0"/>
              </a:rPr>
              <a:t>Correctly classify </a:t>
            </a:r>
            <a:r>
              <a:rPr sz="2400" b="1" spc="-5" dirty="0">
                <a:latin typeface="Calibri" panose="020F0502020204030204" pitchFamily="34" charset="0"/>
                <a:cs typeface="Calibri" panose="020F0502020204030204" pitchFamily="34" charset="0"/>
              </a:rPr>
              <a:t>all </a:t>
            </a:r>
            <a:r>
              <a:rPr sz="2400" b="1" spc="-12" dirty="0">
                <a:latin typeface="Calibri" panose="020F0502020204030204" pitchFamily="34" charset="0"/>
                <a:cs typeface="Calibri" panose="020F0502020204030204" pitchFamily="34" charset="0"/>
              </a:rPr>
              <a:t>training </a:t>
            </a:r>
            <a:r>
              <a:rPr sz="2400" b="1" spc="-5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25FCFF03-08A5-49EE-A3D0-EC83FB36A5DF}"/>
              </a:ext>
            </a:extLst>
          </p:cNvPr>
          <p:cNvSpPr txBox="1"/>
          <p:nvPr/>
        </p:nvSpPr>
        <p:spPr>
          <a:xfrm>
            <a:off x="6174314" y="2232675"/>
            <a:ext cx="1431365" cy="954831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 marR="5977">
              <a:lnSpc>
                <a:spcPct val="120000"/>
              </a:lnSpc>
              <a:spcBef>
                <a:spcPts val="117"/>
              </a:spcBef>
            </a:pPr>
            <a:r>
              <a:rPr sz="2667" b="1" i="1" spc="-5" dirty="0">
                <a:latin typeface="Arial"/>
                <a:cs typeface="Arial"/>
              </a:rPr>
              <a:t>if </a:t>
            </a:r>
            <a:r>
              <a:rPr sz="2667" b="1" i="1" dirty="0">
                <a:latin typeface="Arial"/>
                <a:cs typeface="Arial"/>
              </a:rPr>
              <a:t>y</a:t>
            </a:r>
            <a:r>
              <a:rPr sz="2667" b="1" i="1" baseline="-20833" dirty="0">
                <a:latin typeface="Arial"/>
                <a:cs typeface="Arial"/>
              </a:rPr>
              <a:t>i </a:t>
            </a:r>
            <a:r>
              <a:rPr sz="2667" b="1" i="1" dirty="0">
                <a:latin typeface="Arial"/>
                <a:cs typeface="Arial"/>
              </a:rPr>
              <a:t>= </a:t>
            </a:r>
            <a:r>
              <a:rPr sz="2667" b="1" i="1" spc="-5" dirty="0">
                <a:latin typeface="Arial"/>
                <a:cs typeface="Arial"/>
              </a:rPr>
              <a:t>+1  if </a:t>
            </a:r>
            <a:r>
              <a:rPr sz="2667" b="1" i="1" dirty="0">
                <a:latin typeface="Arial"/>
                <a:cs typeface="Arial"/>
              </a:rPr>
              <a:t>y</a:t>
            </a:r>
            <a:r>
              <a:rPr sz="2667" b="1" i="1" baseline="-24305" dirty="0">
                <a:latin typeface="Arial"/>
                <a:cs typeface="Arial"/>
              </a:rPr>
              <a:t>i </a:t>
            </a:r>
            <a:r>
              <a:rPr sz="2667" b="1" i="1" dirty="0">
                <a:latin typeface="Arial"/>
                <a:cs typeface="Arial"/>
              </a:rPr>
              <a:t>=</a:t>
            </a:r>
            <a:r>
              <a:rPr sz="2667" b="1" i="1" spc="-88" dirty="0">
                <a:latin typeface="Arial"/>
                <a:cs typeface="Arial"/>
              </a:rPr>
              <a:t> </a:t>
            </a:r>
            <a:r>
              <a:rPr sz="2667" b="1" i="1" spc="-5" dirty="0">
                <a:latin typeface="Arial"/>
                <a:cs typeface="Arial"/>
              </a:rPr>
              <a:t>-1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68F21E2F-555B-4ED5-8572-2CA6186B74FA}"/>
              </a:ext>
            </a:extLst>
          </p:cNvPr>
          <p:cNvSpPr/>
          <p:nvPr/>
        </p:nvSpPr>
        <p:spPr>
          <a:xfrm>
            <a:off x="7318808" y="4182200"/>
            <a:ext cx="0" cy="432547"/>
          </a:xfrm>
          <a:custGeom>
            <a:avLst/>
            <a:gdLst/>
            <a:ahLst/>
            <a:cxnLst/>
            <a:rect l="l" t="t" r="r" b="b"/>
            <a:pathLst>
              <a:path h="367664">
                <a:moveTo>
                  <a:pt x="0" y="0"/>
                </a:moveTo>
                <a:lnTo>
                  <a:pt x="0" y="367284"/>
                </a:lnTo>
              </a:path>
            </a:pathLst>
          </a:custGeom>
          <a:ln w="127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4105EA6F-735C-47ED-81D8-7CDB5B264A64}"/>
              </a:ext>
            </a:extLst>
          </p:cNvPr>
          <p:cNvSpPr/>
          <p:nvPr/>
        </p:nvSpPr>
        <p:spPr>
          <a:xfrm>
            <a:off x="7611057" y="4182200"/>
            <a:ext cx="0" cy="432547"/>
          </a:xfrm>
          <a:custGeom>
            <a:avLst/>
            <a:gdLst/>
            <a:ahLst/>
            <a:cxnLst/>
            <a:rect l="l" t="t" r="r" b="b"/>
            <a:pathLst>
              <a:path h="367664">
                <a:moveTo>
                  <a:pt x="0" y="0"/>
                </a:moveTo>
                <a:lnTo>
                  <a:pt x="0" y="367284"/>
                </a:lnTo>
              </a:path>
            </a:pathLst>
          </a:custGeom>
          <a:ln w="127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405F9A49-B2FC-4D0C-B0F6-33AE86A75242}"/>
              </a:ext>
            </a:extLst>
          </p:cNvPr>
          <p:cNvSpPr/>
          <p:nvPr/>
        </p:nvSpPr>
        <p:spPr>
          <a:xfrm>
            <a:off x="7281158" y="4117652"/>
            <a:ext cx="370541" cy="0"/>
          </a:xfrm>
          <a:custGeom>
            <a:avLst/>
            <a:gdLst/>
            <a:ahLst/>
            <a:cxnLst/>
            <a:rect l="l" t="t" r="r" b="b"/>
            <a:pathLst>
              <a:path w="314960">
                <a:moveTo>
                  <a:pt x="0" y="0"/>
                </a:moveTo>
                <a:lnTo>
                  <a:pt x="314706" y="0"/>
                </a:lnTo>
              </a:path>
            </a:pathLst>
          </a:custGeom>
          <a:ln w="127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09433E87-2DC6-4B8B-9F5B-105C37DC04D3}"/>
              </a:ext>
            </a:extLst>
          </p:cNvPr>
          <p:cNvSpPr txBox="1"/>
          <p:nvPr/>
        </p:nvSpPr>
        <p:spPr>
          <a:xfrm>
            <a:off x="7342416" y="4112704"/>
            <a:ext cx="271181" cy="427782"/>
          </a:xfrm>
          <a:prstGeom prst="rect">
            <a:avLst/>
          </a:prstGeom>
        </p:spPr>
        <p:txBody>
          <a:bodyPr vert="horz" wrap="square" lIns="0" tIns="17181" rIns="0" bIns="0" rtlCol="0">
            <a:spAutoFit/>
          </a:bodyPr>
          <a:lstStyle/>
          <a:p>
            <a:pPr marL="14941">
              <a:spcBef>
                <a:spcPts val="135"/>
              </a:spcBef>
            </a:pPr>
            <a:r>
              <a:rPr sz="2667" i="1" spc="12" dirty="0">
                <a:latin typeface="Times New Roman"/>
                <a:cs typeface="Times New Roman"/>
              </a:rPr>
              <a:t>w</a:t>
            </a:r>
            <a:endParaRPr sz="2667" dirty="0">
              <a:latin typeface="Times New Roman"/>
              <a:cs typeface="Times New Roman"/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C11D6AC2-0639-4D44-956E-26C73584AD87}"/>
              </a:ext>
            </a:extLst>
          </p:cNvPr>
          <p:cNvSpPr txBox="1"/>
          <p:nvPr/>
        </p:nvSpPr>
        <p:spPr>
          <a:xfrm>
            <a:off x="6174315" y="3348910"/>
            <a:ext cx="1402976" cy="427782"/>
          </a:xfrm>
          <a:prstGeom prst="rect">
            <a:avLst/>
          </a:prstGeom>
        </p:spPr>
        <p:txBody>
          <a:bodyPr vert="horz" wrap="square" lIns="0" tIns="17181" rIns="0" bIns="0" rtlCol="0">
            <a:spAutoFit/>
          </a:bodyPr>
          <a:lstStyle/>
          <a:p>
            <a:pPr marL="14941">
              <a:spcBef>
                <a:spcPts val="135"/>
              </a:spcBef>
            </a:pPr>
            <a:r>
              <a:rPr sz="2667" b="1" spc="-5" dirty="0">
                <a:latin typeface="Arial"/>
                <a:cs typeface="Arial"/>
              </a:rPr>
              <a:t>for all</a:t>
            </a:r>
            <a:r>
              <a:rPr sz="2667" b="1" spc="-112" dirty="0">
                <a:latin typeface="Arial"/>
                <a:cs typeface="Arial"/>
              </a:rPr>
              <a:t> </a:t>
            </a:r>
            <a:r>
              <a:rPr sz="2667" b="1" spc="83" dirty="0">
                <a:latin typeface="Arial"/>
                <a:cs typeface="Arial"/>
              </a:rPr>
              <a:t>i</a:t>
            </a:r>
            <a:r>
              <a:rPr sz="3733" spc="123" baseline="-39351" dirty="0">
                <a:latin typeface="Times New Roman"/>
                <a:cs typeface="Times New Roman"/>
              </a:rPr>
              <a:t>2</a:t>
            </a:r>
            <a:endParaRPr sz="3733" baseline="-39351">
              <a:latin typeface="Times New Roman"/>
              <a:cs typeface="Times New Roman"/>
            </a:endParaRPr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D7B6457C-055E-43A3-A360-BD6D79E62AC6}"/>
              </a:ext>
            </a:extLst>
          </p:cNvPr>
          <p:cNvSpPr/>
          <p:nvPr/>
        </p:nvSpPr>
        <p:spPr>
          <a:xfrm>
            <a:off x="7766149" y="2485180"/>
            <a:ext cx="275665" cy="729129"/>
          </a:xfrm>
          <a:custGeom>
            <a:avLst/>
            <a:gdLst/>
            <a:ahLst/>
            <a:cxnLst/>
            <a:rect l="l" t="t" r="r" b="b"/>
            <a:pathLst>
              <a:path w="234314" h="619760">
                <a:moveTo>
                  <a:pt x="124206" y="272034"/>
                </a:moveTo>
                <a:lnTo>
                  <a:pt x="121158" y="266700"/>
                </a:lnTo>
                <a:lnTo>
                  <a:pt x="121158" y="267462"/>
                </a:lnTo>
                <a:lnTo>
                  <a:pt x="119634" y="262890"/>
                </a:lnTo>
                <a:lnTo>
                  <a:pt x="119634" y="55625"/>
                </a:lnTo>
                <a:lnTo>
                  <a:pt x="118872" y="52577"/>
                </a:lnTo>
                <a:lnTo>
                  <a:pt x="118872" y="48767"/>
                </a:lnTo>
                <a:lnTo>
                  <a:pt x="116586" y="44195"/>
                </a:lnTo>
                <a:lnTo>
                  <a:pt x="116586" y="43433"/>
                </a:lnTo>
                <a:lnTo>
                  <a:pt x="113538" y="38099"/>
                </a:lnTo>
                <a:lnTo>
                  <a:pt x="113538" y="37337"/>
                </a:lnTo>
                <a:lnTo>
                  <a:pt x="108966" y="32765"/>
                </a:lnTo>
                <a:lnTo>
                  <a:pt x="63746" y="8486"/>
                </a:lnTo>
                <a:lnTo>
                  <a:pt x="11430" y="711"/>
                </a:lnTo>
                <a:lnTo>
                  <a:pt x="762" y="0"/>
                </a:lnTo>
                <a:lnTo>
                  <a:pt x="0" y="9906"/>
                </a:lnTo>
                <a:lnTo>
                  <a:pt x="12192" y="9906"/>
                </a:lnTo>
                <a:lnTo>
                  <a:pt x="33781" y="12040"/>
                </a:lnTo>
                <a:lnTo>
                  <a:pt x="60245" y="17664"/>
                </a:lnTo>
                <a:lnTo>
                  <a:pt x="85161" y="26838"/>
                </a:lnTo>
                <a:lnTo>
                  <a:pt x="102108" y="39623"/>
                </a:lnTo>
                <a:lnTo>
                  <a:pt x="105918" y="43433"/>
                </a:lnTo>
                <a:lnTo>
                  <a:pt x="105918" y="44005"/>
                </a:lnTo>
                <a:lnTo>
                  <a:pt x="108204" y="48006"/>
                </a:lnTo>
                <a:lnTo>
                  <a:pt x="108204" y="47243"/>
                </a:lnTo>
                <a:lnTo>
                  <a:pt x="109728" y="51815"/>
                </a:lnTo>
                <a:lnTo>
                  <a:pt x="109728" y="262128"/>
                </a:lnTo>
                <a:lnTo>
                  <a:pt x="110490" y="265176"/>
                </a:lnTo>
                <a:lnTo>
                  <a:pt x="110490" y="265938"/>
                </a:lnTo>
                <a:lnTo>
                  <a:pt x="112776" y="270510"/>
                </a:lnTo>
                <a:lnTo>
                  <a:pt x="112776" y="271272"/>
                </a:lnTo>
                <a:lnTo>
                  <a:pt x="115824" y="276606"/>
                </a:lnTo>
                <a:lnTo>
                  <a:pt x="115824" y="277368"/>
                </a:lnTo>
                <a:lnTo>
                  <a:pt x="119634" y="281940"/>
                </a:lnTo>
                <a:lnTo>
                  <a:pt x="123444" y="284617"/>
                </a:lnTo>
                <a:lnTo>
                  <a:pt x="123444" y="271272"/>
                </a:lnTo>
                <a:lnTo>
                  <a:pt x="124206" y="272034"/>
                </a:lnTo>
                <a:close/>
              </a:path>
              <a:path w="234314" h="619760">
                <a:moveTo>
                  <a:pt x="105918" y="588988"/>
                </a:moveTo>
                <a:lnTo>
                  <a:pt x="105918" y="576072"/>
                </a:lnTo>
                <a:lnTo>
                  <a:pt x="102108" y="580644"/>
                </a:lnTo>
                <a:lnTo>
                  <a:pt x="82956" y="593444"/>
                </a:lnTo>
                <a:lnTo>
                  <a:pt x="59331" y="602113"/>
                </a:lnTo>
                <a:lnTo>
                  <a:pt x="34424" y="607286"/>
                </a:lnTo>
                <a:lnTo>
                  <a:pt x="12192" y="609523"/>
                </a:lnTo>
                <a:lnTo>
                  <a:pt x="0" y="609600"/>
                </a:lnTo>
                <a:lnTo>
                  <a:pt x="762" y="619506"/>
                </a:lnTo>
                <a:lnTo>
                  <a:pt x="12192" y="618744"/>
                </a:lnTo>
                <a:lnTo>
                  <a:pt x="36299" y="616665"/>
                </a:lnTo>
                <a:lnTo>
                  <a:pt x="63769" y="610857"/>
                </a:lnTo>
                <a:lnTo>
                  <a:pt x="89644" y="600991"/>
                </a:lnTo>
                <a:lnTo>
                  <a:pt x="105918" y="588988"/>
                </a:lnTo>
                <a:close/>
              </a:path>
              <a:path w="234314" h="619760">
                <a:moveTo>
                  <a:pt x="105918" y="44005"/>
                </a:moveTo>
                <a:lnTo>
                  <a:pt x="105918" y="43433"/>
                </a:lnTo>
                <a:lnTo>
                  <a:pt x="105156" y="42672"/>
                </a:lnTo>
                <a:lnTo>
                  <a:pt x="105918" y="44005"/>
                </a:lnTo>
                <a:close/>
              </a:path>
              <a:path w="234314" h="619760">
                <a:moveTo>
                  <a:pt x="228600" y="314706"/>
                </a:moveTo>
                <a:lnTo>
                  <a:pt x="217170" y="313944"/>
                </a:lnTo>
                <a:lnTo>
                  <a:pt x="192269" y="311741"/>
                </a:lnTo>
                <a:lnTo>
                  <a:pt x="182652" y="309700"/>
                </a:lnTo>
                <a:lnTo>
                  <a:pt x="165615" y="313286"/>
                </a:lnTo>
                <a:lnTo>
                  <a:pt x="140340" y="323078"/>
                </a:lnTo>
                <a:lnTo>
                  <a:pt x="120396" y="337566"/>
                </a:lnTo>
                <a:lnTo>
                  <a:pt x="115824" y="342138"/>
                </a:lnTo>
                <a:lnTo>
                  <a:pt x="115824" y="342900"/>
                </a:lnTo>
                <a:lnTo>
                  <a:pt x="112776" y="348234"/>
                </a:lnTo>
                <a:lnTo>
                  <a:pt x="112776" y="348996"/>
                </a:lnTo>
                <a:lnTo>
                  <a:pt x="110490" y="353568"/>
                </a:lnTo>
                <a:lnTo>
                  <a:pt x="110490" y="354330"/>
                </a:lnTo>
                <a:lnTo>
                  <a:pt x="109728" y="357378"/>
                </a:lnTo>
                <a:lnTo>
                  <a:pt x="109728" y="567690"/>
                </a:lnTo>
                <a:lnTo>
                  <a:pt x="108204" y="572262"/>
                </a:lnTo>
                <a:lnTo>
                  <a:pt x="108204" y="571500"/>
                </a:lnTo>
                <a:lnTo>
                  <a:pt x="105156" y="576834"/>
                </a:lnTo>
                <a:lnTo>
                  <a:pt x="105918" y="576072"/>
                </a:lnTo>
                <a:lnTo>
                  <a:pt x="105918" y="588988"/>
                </a:lnTo>
                <a:lnTo>
                  <a:pt x="108966" y="586740"/>
                </a:lnTo>
                <a:lnTo>
                  <a:pt x="113538" y="582168"/>
                </a:lnTo>
                <a:lnTo>
                  <a:pt x="113538" y="581406"/>
                </a:lnTo>
                <a:lnTo>
                  <a:pt x="116586" y="576072"/>
                </a:lnTo>
                <a:lnTo>
                  <a:pt x="116586" y="575310"/>
                </a:lnTo>
                <a:lnTo>
                  <a:pt x="118872" y="570738"/>
                </a:lnTo>
                <a:lnTo>
                  <a:pt x="118872" y="569976"/>
                </a:lnTo>
                <a:lnTo>
                  <a:pt x="119634" y="566928"/>
                </a:lnTo>
                <a:lnTo>
                  <a:pt x="119634" y="356616"/>
                </a:lnTo>
                <a:lnTo>
                  <a:pt x="121158" y="352044"/>
                </a:lnTo>
                <a:lnTo>
                  <a:pt x="121158" y="352806"/>
                </a:lnTo>
                <a:lnTo>
                  <a:pt x="123444" y="348805"/>
                </a:lnTo>
                <a:lnTo>
                  <a:pt x="123444" y="348234"/>
                </a:lnTo>
                <a:lnTo>
                  <a:pt x="127254" y="344424"/>
                </a:lnTo>
                <a:lnTo>
                  <a:pt x="143992" y="331642"/>
                </a:lnTo>
                <a:lnTo>
                  <a:pt x="169049" y="322464"/>
                </a:lnTo>
                <a:lnTo>
                  <a:pt x="195687" y="316836"/>
                </a:lnTo>
                <a:lnTo>
                  <a:pt x="217170" y="314706"/>
                </a:lnTo>
                <a:lnTo>
                  <a:pt x="228600" y="314706"/>
                </a:lnTo>
                <a:close/>
              </a:path>
              <a:path w="234314" h="619760">
                <a:moveTo>
                  <a:pt x="228600" y="304800"/>
                </a:moveTo>
                <a:lnTo>
                  <a:pt x="170030" y="297318"/>
                </a:lnTo>
                <a:lnTo>
                  <a:pt x="127254" y="275844"/>
                </a:lnTo>
                <a:lnTo>
                  <a:pt x="123444" y="271272"/>
                </a:lnTo>
                <a:lnTo>
                  <a:pt x="123444" y="284617"/>
                </a:lnTo>
                <a:lnTo>
                  <a:pt x="140055" y="296293"/>
                </a:lnTo>
                <a:lnTo>
                  <a:pt x="165415" y="306043"/>
                </a:lnTo>
                <a:lnTo>
                  <a:pt x="182652" y="309700"/>
                </a:lnTo>
                <a:lnTo>
                  <a:pt x="192474" y="307633"/>
                </a:lnTo>
                <a:lnTo>
                  <a:pt x="217932" y="305511"/>
                </a:lnTo>
                <a:lnTo>
                  <a:pt x="228600" y="304800"/>
                </a:lnTo>
                <a:close/>
              </a:path>
              <a:path w="234314" h="619760">
                <a:moveTo>
                  <a:pt x="124206" y="347472"/>
                </a:moveTo>
                <a:lnTo>
                  <a:pt x="123444" y="348234"/>
                </a:lnTo>
                <a:lnTo>
                  <a:pt x="123444" y="348805"/>
                </a:lnTo>
                <a:lnTo>
                  <a:pt x="124206" y="347472"/>
                </a:lnTo>
                <a:close/>
              </a:path>
              <a:path w="234314" h="619760">
                <a:moveTo>
                  <a:pt x="233934" y="312420"/>
                </a:moveTo>
                <a:lnTo>
                  <a:pt x="233934" y="307086"/>
                </a:lnTo>
                <a:lnTo>
                  <a:pt x="231648" y="304800"/>
                </a:lnTo>
                <a:lnTo>
                  <a:pt x="228600" y="304800"/>
                </a:lnTo>
                <a:lnTo>
                  <a:pt x="217170" y="305562"/>
                </a:lnTo>
                <a:lnTo>
                  <a:pt x="192474" y="307633"/>
                </a:lnTo>
                <a:lnTo>
                  <a:pt x="182652" y="309700"/>
                </a:lnTo>
                <a:lnTo>
                  <a:pt x="192269" y="311741"/>
                </a:lnTo>
                <a:lnTo>
                  <a:pt x="217170" y="313944"/>
                </a:lnTo>
                <a:lnTo>
                  <a:pt x="228600" y="314706"/>
                </a:lnTo>
                <a:lnTo>
                  <a:pt x="231648" y="314706"/>
                </a:lnTo>
                <a:lnTo>
                  <a:pt x="233934" y="312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AE8AFCC2-8BBD-4FA7-AA5D-D4A36464F4E1}"/>
              </a:ext>
            </a:extLst>
          </p:cNvPr>
          <p:cNvSpPr/>
          <p:nvPr/>
        </p:nvSpPr>
        <p:spPr>
          <a:xfrm>
            <a:off x="8124736" y="3122572"/>
            <a:ext cx="717176" cy="428065"/>
          </a:xfrm>
          <a:custGeom>
            <a:avLst/>
            <a:gdLst/>
            <a:ahLst/>
            <a:cxnLst/>
            <a:rect l="l" t="t" r="r" b="b"/>
            <a:pathLst>
              <a:path w="609600" h="363855">
                <a:moveTo>
                  <a:pt x="203454" y="363473"/>
                </a:moveTo>
                <a:lnTo>
                  <a:pt x="203454" y="89153"/>
                </a:lnTo>
                <a:lnTo>
                  <a:pt x="0" y="240029"/>
                </a:lnTo>
                <a:lnTo>
                  <a:pt x="203454" y="363473"/>
                </a:lnTo>
                <a:close/>
              </a:path>
              <a:path w="609600" h="363855">
                <a:moveTo>
                  <a:pt x="609299" y="56813"/>
                </a:moveTo>
                <a:lnTo>
                  <a:pt x="601336" y="28402"/>
                </a:lnTo>
                <a:lnTo>
                  <a:pt x="584454" y="0"/>
                </a:lnTo>
                <a:lnTo>
                  <a:pt x="559644" y="26967"/>
                </a:lnTo>
                <a:lnTo>
                  <a:pt x="527280" y="52292"/>
                </a:lnTo>
                <a:lnTo>
                  <a:pt x="487879" y="75759"/>
                </a:lnTo>
                <a:lnTo>
                  <a:pt x="441960" y="97154"/>
                </a:lnTo>
                <a:lnTo>
                  <a:pt x="390039" y="116264"/>
                </a:lnTo>
                <a:lnTo>
                  <a:pt x="332636" y="132873"/>
                </a:lnTo>
                <a:lnTo>
                  <a:pt x="270268" y="146768"/>
                </a:lnTo>
                <a:lnTo>
                  <a:pt x="203454" y="157733"/>
                </a:lnTo>
                <a:lnTo>
                  <a:pt x="203454" y="294893"/>
                </a:lnTo>
                <a:lnTo>
                  <a:pt x="271626" y="283697"/>
                </a:lnTo>
                <a:lnTo>
                  <a:pt x="334542" y="269624"/>
                </a:lnTo>
                <a:lnTo>
                  <a:pt x="391869" y="252937"/>
                </a:lnTo>
                <a:lnTo>
                  <a:pt x="443273" y="233899"/>
                </a:lnTo>
                <a:lnTo>
                  <a:pt x="488421" y="212771"/>
                </a:lnTo>
                <a:lnTo>
                  <a:pt x="526981" y="189817"/>
                </a:lnTo>
                <a:lnTo>
                  <a:pt x="558620" y="165297"/>
                </a:lnTo>
                <a:lnTo>
                  <a:pt x="599800" y="112612"/>
                </a:lnTo>
                <a:lnTo>
                  <a:pt x="608677" y="84971"/>
                </a:lnTo>
                <a:lnTo>
                  <a:pt x="609299" y="56813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06BEF13A-C7F5-453B-B664-343E0A378FDB}"/>
              </a:ext>
            </a:extLst>
          </p:cNvPr>
          <p:cNvSpPr/>
          <p:nvPr/>
        </p:nvSpPr>
        <p:spPr>
          <a:xfrm>
            <a:off x="8124736" y="2759501"/>
            <a:ext cx="717176" cy="443753"/>
          </a:xfrm>
          <a:custGeom>
            <a:avLst/>
            <a:gdLst/>
            <a:ahLst/>
            <a:cxnLst/>
            <a:rect l="l" t="t" r="r" b="b"/>
            <a:pathLst>
              <a:path w="609600" h="377189">
                <a:moveTo>
                  <a:pt x="609600" y="377189"/>
                </a:moveTo>
                <a:lnTo>
                  <a:pt x="609600" y="240029"/>
                </a:lnTo>
                <a:lnTo>
                  <a:pt x="606024" y="213872"/>
                </a:lnTo>
                <a:lnTo>
                  <a:pt x="578534" y="164153"/>
                </a:lnTo>
                <a:lnTo>
                  <a:pt x="526400" y="118871"/>
                </a:lnTo>
                <a:lnTo>
                  <a:pt x="492020" y="98261"/>
                </a:lnTo>
                <a:lnTo>
                  <a:pt x="452592" y="79199"/>
                </a:lnTo>
                <a:lnTo>
                  <a:pt x="408487" y="61831"/>
                </a:lnTo>
                <a:lnTo>
                  <a:pt x="360078" y="46305"/>
                </a:lnTo>
                <a:lnTo>
                  <a:pt x="307735" y="32765"/>
                </a:lnTo>
                <a:lnTo>
                  <a:pt x="251828" y="21360"/>
                </a:lnTo>
                <a:lnTo>
                  <a:pt x="192731" y="12234"/>
                </a:lnTo>
                <a:lnTo>
                  <a:pt x="130812" y="5535"/>
                </a:lnTo>
                <a:lnTo>
                  <a:pt x="66445" y="1408"/>
                </a:lnTo>
                <a:lnTo>
                  <a:pt x="0" y="0"/>
                </a:lnTo>
                <a:lnTo>
                  <a:pt x="0" y="137159"/>
                </a:lnTo>
                <a:lnTo>
                  <a:pt x="66445" y="138568"/>
                </a:lnTo>
                <a:lnTo>
                  <a:pt x="130812" y="142695"/>
                </a:lnTo>
                <a:lnTo>
                  <a:pt x="192731" y="149394"/>
                </a:lnTo>
                <a:lnTo>
                  <a:pt x="251828" y="158520"/>
                </a:lnTo>
                <a:lnTo>
                  <a:pt x="307735" y="169925"/>
                </a:lnTo>
                <a:lnTo>
                  <a:pt x="360078" y="183465"/>
                </a:lnTo>
                <a:lnTo>
                  <a:pt x="408487" y="198991"/>
                </a:lnTo>
                <a:lnTo>
                  <a:pt x="452592" y="216359"/>
                </a:lnTo>
                <a:lnTo>
                  <a:pt x="492020" y="235421"/>
                </a:lnTo>
                <a:lnTo>
                  <a:pt x="526400" y="256031"/>
                </a:lnTo>
                <a:lnTo>
                  <a:pt x="578534" y="301313"/>
                </a:lnTo>
                <a:lnTo>
                  <a:pt x="606024" y="351032"/>
                </a:lnTo>
                <a:lnTo>
                  <a:pt x="609600" y="377189"/>
                </a:lnTo>
                <a:close/>
              </a:path>
            </a:pathLst>
          </a:custGeom>
          <a:solidFill>
            <a:srgbClr val="00A47B"/>
          </a:solidFill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80ECAD08-B3F8-4CD5-A307-66CFA56A2BB7}"/>
              </a:ext>
            </a:extLst>
          </p:cNvPr>
          <p:cNvSpPr/>
          <p:nvPr/>
        </p:nvSpPr>
        <p:spPr>
          <a:xfrm>
            <a:off x="8114874" y="2754120"/>
            <a:ext cx="733612" cy="806824"/>
          </a:xfrm>
          <a:custGeom>
            <a:avLst/>
            <a:gdLst/>
            <a:ahLst/>
            <a:cxnLst/>
            <a:rect l="l" t="t" r="r" b="b"/>
            <a:pathLst>
              <a:path w="623570" h="685800">
                <a:moveTo>
                  <a:pt x="216408" y="465514"/>
                </a:moveTo>
                <a:lnTo>
                  <a:pt x="216408" y="393192"/>
                </a:lnTo>
                <a:lnTo>
                  <a:pt x="0" y="553974"/>
                </a:lnTo>
                <a:lnTo>
                  <a:pt x="11430" y="560936"/>
                </a:lnTo>
                <a:lnTo>
                  <a:pt x="11430" y="549402"/>
                </a:lnTo>
                <a:lnTo>
                  <a:pt x="17071" y="552838"/>
                </a:lnTo>
                <a:lnTo>
                  <a:pt x="207264" y="411796"/>
                </a:lnTo>
                <a:lnTo>
                  <a:pt x="207264" y="402336"/>
                </a:lnTo>
                <a:lnTo>
                  <a:pt x="214884" y="406146"/>
                </a:lnTo>
                <a:lnTo>
                  <a:pt x="214884" y="465751"/>
                </a:lnTo>
                <a:lnTo>
                  <a:pt x="216408" y="465514"/>
                </a:lnTo>
                <a:close/>
              </a:path>
              <a:path w="623570" h="685800">
                <a:moveTo>
                  <a:pt x="623316" y="381762"/>
                </a:moveTo>
                <a:lnTo>
                  <a:pt x="623316" y="244602"/>
                </a:lnTo>
                <a:lnTo>
                  <a:pt x="622554" y="238506"/>
                </a:lnTo>
                <a:lnTo>
                  <a:pt x="622554" y="231648"/>
                </a:lnTo>
                <a:lnTo>
                  <a:pt x="619506" y="219456"/>
                </a:lnTo>
                <a:lnTo>
                  <a:pt x="617982" y="212598"/>
                </a:lnTo>
                <a:lnTo>
                  <a:pt x="613410" y="200406"/>
                </a:lnTo>
                <a:lnTo>
                  <a:pt x="592041" y="167789"/>
                </a:lnTo>
                <a:lnTo>
                  <a:pt x="562924" y="138632"/>
                </a:lnTo>
                <a:lnTo>
                  <a:pt x="527250" y="112779"/>
                </a:lnTo>
                <a:lnTo>
                  <a:pt x="486207" y="90073"/>
                </a:lnTo>
                <a:lnTo>
                  <a:pt x="440987" y="70357"/>
                </a:lnTo>
                <a:lnTo>
                  <a:pt x="392779" y="53475"/>
                </a:lnTo>
                <a:lnTo>
                  <a:pt x="342773" y="39271"/>
                </a:lnTo>
                <a:lnTo>
                  <a:pt x="292160" y="27589"/>
                </a:lnTo>
                <a:lnTo>
                  <a:pt x="242129" y="18271"/>
                </a:lnTo>
                <a:lnTo>
                  <a:pt x="193870" y="11162"/>
                </a:lnTo>
                <a:lnTo>
                  <a:pt x="148573" y="6106"/>
                </a:lnTo>
                <a:lnTo>
                  <a:pt x="107429" y="2945"/>
                </a:lnTo>
                <a:lnTo>
                  <a:pt x="39624" y="746"/>
                </a:lnTo>
                <a:lnTo>
                  <a:pt x="3810" y="0"/>
                </a:lnTo>
                <a:lnTo>
                  <a:pt x="3810" y="146304"/>
                </a:lnTo>
                <a:lnTo>
                  <a:pt x="8382" y="146399"/>
                </a:lnTo>
                <a:lnTo>
                  <a:pt x="8382" y="9906"/>
                </a:lnTo>
                <a:lnTo>
                  <a:pt x="13716" y="4572"/>
                </a:lnTo>
                <a:lnTo>
                  <a:pt x="13716" y="9906"/>
                </a:lnTo>
                <a:lnTo>
                  <a:pt x="40386" y="9924"/>
                </a:lnTo>
                <a:lnTo>
                  <a:pt x="70866" y="10668"/>
                </a:lnTo>
                <a:lnTo>
                  <a:pt x="120700" y="13757"/>
                </a:lnTo>
                <a:lnTo>
                  <a:pt x="171916" y="18468"/>
                </a:lnTo>
                <a:lnTo>
                  <a:pt x="222899" y="24994"/>
                </a:lnTo>
                <a:lnTo>
                  <a:pt x="272034" y="33528"/>
                </a:lnTo>
                <a:lnTo>
                  <a:pt x="298704" y="38862"/>
                </a:lnTo>
                <a:lnTo>
                  <a:pt x="298704" y="39018"/>
                </a:lnTo>
                <a:lnTo>
                  <a:pt x="323850" y="44196"/>
                </a:lnTo>
                <a:lnTo>
                  <a:pt x="371856" y="57150"/>
                </a:lnTo>
                <a:lnTo>
                  <a:pt x="416814" y="71628"/>
                </a:lnTo>
                <a:lnTo>
                  <a:pt x="438150" y="80010"/>
                </a:lnTo>
                <a:lnTo>
                  <a:pt x="438150" y="79248"/>
                </a:lnTo>
                <a:lnTo>
                  <a:pt x="483501" y="99906"/>
                </a:lnTo>
                <a:lnTo>
                  <a:pt x="532737" y="127902"/>
                </a:lnTo>
                <a:lnTo>
                  <a:pt x="561594" y="150114"/>
                </a:lnTo>
                <a:lnTo>
                  <a:pt x="561594" y="149352"/>
                </a:lnTo>
                <a:lnTo>
                  <a:pt x="566928" y="154686"/>
                </a:lnTo>
                <a:lnTo>
                  <a:pt x="573024" y="160020"/>
                </a:lnTo>
                <a:lnTo>
                  <a:pt x="573024" y="160782"/>
                </a:lnTo>
                <a:lnTo>
                  <a:pt x="577596" y="165354"/>
                </a:lnTo>
                <a:lnTo>
                  <a:pt x="582930" y="171450"/>
                </a:lnTo>
                <a:lnTo>
                  <a:pt x="582930" y="170688"/>
                </a:lnTo>
                <a:lnTo>
                  <a:pt x="587502" y="176784"/>
                </a:lnTo>
                <a:lnTo>
                  <a:pt x="595122" y="187452"/>
                </a:lnTo>
                <a:lnTo>
                  <a:pt x="598932" y="193548"/>
                </a:lnTo>
                <a:lnTo>
                  <a:pt x="598932" y="192786"/>
                </a:lnTo>
                <a:lnTo>
                  <a:pt x="601980" y="198882"/>
                </a:lnTo>
                <a:lnTo>
                  <a:pt x="604266" y="204216"/>
                </a:lnTo>
                <a:lnTo>
                  <a:pt x="606552" y="210312"/>
                </a:lnTo>
                <a:lnTo>
                  <a:pt x="608838" y="215646"/>
                </a:lnTo>
                <a:lnTo>
                  <a:pt x="611886" y="227838"/>
                </a:lnTo>
                <a:lnTo>
                  <a:pt x="611886" y="227076"/>
                </a:lnTo>
                <a:lnTo>
                  <a:pt x="613410" y="239268"/>
                </a:lnTo>
                <a:lnTo>
                  <a:pt x="613410" y="341183"/>
                </a:lnTo>
                <a:lnTo>
                  <a:pt x="622554" y="375666"/>
                </a:lnTo>
                <a:lnTo>
                  <a:pt x="623316" y="381762"/>
                </a:lnTo>
                <a:close/>
              </a:path>
              <a:path w="623570" h="685800">
                <a:moveTo>
                  <a:pt x="13716" y="9906"/>
                </a:moveTo>
                <a:lnTo>
                  <a:pt x="13716" y="4572"/>
                </a:lnTo>
                <a:lnTo>
                  <a:pt x="8382" y="9906"/>
                </a:lnTo>
                <a:lnTo>
                  <a:pt x="13716" y="9906"/>
                </a:lnTo>
                <a:close/>
              </a:path>
              <a:path w="623570" h="685800">
                <a:moveTo>
                  <a:pt x="13716" y="137160"/>
                </a:moveTo>
                <a:lnTo>
                  <a:pt x="13716" y="9906"/>
                </a:lnTo>
                <a:lnTo>
                  <a:pt x="8382" y="9906"/>
                </a:lnTo>
                <a:lnTo>
                  <a:pt x="8382" y="137160"/>
                </a:lnTo>
                <a:lnTo>
                  <a:pt x="13716" y="137160"/>
                </a:lnTo>
                <a:close/>
              </a:path>
              <a:path w="623570" h="685800">
                <a:moveTo>
                  <a:pt x="623316" y="381762"/>
                </a:moveTo>
                <a:lnTo>
                  <a:pt x="613046" y="339812"/>
                </a:lnTo>
                <a:lnTo>
                  <a:pt x="566585" y="278405"/>
                </a:lnTo>
                <a:lnTo>
                  <a:pt x="532113" y="252560"/>
                </a:lnTo>
                <a:lnTo>
                  <a:pt x="491800" y="229759"/>
                </a:lnTo>
                <a:lnTo>
                  <a:pt x="446888" y="209858"/>
                </a:lnTo>
                <a:lnTo>
                  <a:pt x="398616" y="192710"/>
                </a:lnTo>
                <a:lnTo>
                  <a:pt x="348226" y="178169"/>
                </a:lnTo>
                <a:lnTo>
                  <a:pt x="296958" y="166091"/>
                </a:lnTo>
                <a:lnTo>
                  <a:pt x="246052" y="156328"/>
                </a:lnTo>
                <a:lnTo>
                  <a:pt x="196750" y="148736"/>
                </a:lnTo>
                <a:lnTo>
                  <a:pt x="150292" y="143169"/>
                </a:lnTo>
                <a:lnTo>
                  <a:pt x="107918" y="139481"/>
                </a:lnTo>
                <a:lnTo>
                  <a:pt x="40386" y="137160"/>
                </a:lnTo>
                <a:lnTo>
                  <a:pt x="8382" y="137160"/>
                </a:lnTo>
                <a:lnTo>
                  <a:pt x="13716" y="141732"/>
                </a:lnTo>
                <a:lnTo>
                  <a:pt x="13716" y="146510"/>
                </a:lnTo>
                <a:lnTo>
                  <a:pt x="39624" y="147050"/>
                </a:lnTo>
                <a:lnTo>
                  <a:pt x="40386" y="147084"/>
                </a:lnTo>
                <a:lnTo>
                  <a:pt x="70866" y="147828"/>
                </a:lnTo>
                <a:lnTo>
                  <a:pt x="101346" y="149352"/>
                </a:lnTo>
                <a:lnTo>
                  <a:pt x="131064" y="151638"/>
                </a:lnTo>
                <a:lnTo>
                  <a:pt x="160782" y="154686"/>
                </a:lnTo>
                <a:lnTo>
                  <a:pt x="160782" y="153924"/>
                </a:lnTo>
                <a:lnTo>
                  <a:pt x="189738" y="157734"/>
                </a:lnTo>
                <a:lnTo>
                  <a:pt x="217932" y="161544"/>
                </a:lnTo>
                <a:lnTo>
                  <a:pt x="245364" y="165354"/>
                </a:lnTo>
                <a:lnTo>
                  <a:pt x="298704" y="176022"/>
                </a:lnTo>
                <a:lnTo>
                  <a:pt x="298704" y="176178"/>
                </a:lnTo>
                <a:lnTo>
                  <a:pt x="323850" y="181356"/>
                </a:lnTo>
                <a:lnTo>
                  <a:pt x="371856" y="194310"/>
                </a:lnTo>
                <a:lnTo>
                  <a:pt x="416814" y="208788"/>
                </a:lnTo>
                <a:lnTo>
                  <a:pt x="438150" y="217170"/>
                </a:lnTo>
                <a:lnTo>
                  <a:pt x="438150" y="216408"/>
                </a:lnTo>
                <a:lnTo>
                  <a:pt x="483501" y="237066"/>
                </a:lnTo>
                <a:lnTo>
                  <a:pt x="532737" y="265062"/>
                </a:lnTo>
                <a:lnTo>
                  <a:pt x="561594" y="287274"/>
                </a:lnTo>
                <a:lnTo>
                  <a:pt x="561594" y="286512"/>
                </a:lnTo>
                <a:lnTo>
                  <a:pt x="566928" y="291846"/>
                </a:lnTo>
                <a:lnTo>
                  <a:pt x="573024" y="297180"/>
                </a:lnTo>
                <a:lnTo>
                  <a:pt x="573024" y="297942"/>
                </a:lnTo>
                <a:lnTo>
                  <a:pt x="577596" y="302514"/>
                </a:lnTo>
                <a:lnTo>
                  <a:pt x="582930" y="308610"/>
                </a:lnTo>
                <a:lnTo>
                  <a:pt x="582930" y="307848"/>
                </a:lnTo>
                <a:lnTo>
                  <a:pt x="587086" y="313389"/>
                </a:lnTo>
                <a:lnTo>
                  <a:pt x="589026" y="310896"/>
                </a:lnTo>
                <a:lnTo>
                  <a:pt x="596646" y="316230"/>
                </a:lnTo>
                <a:lnTo>
                  <a:pt x="596646" y="327050"/>
                </a:lnTo>
                <a:lnTo>
                  <a:pt x="598932" y="330708"/>
                </a:lnTo>
                <a:lnTo>
                  <a:pt x="598932" y="329946"/>
                </a:lnTo>
                <a:lnTo>
                  <a:pt x="601980" y="336042"/>
                </a:lnTo>
                <a:lnTo>
                  <a:pt x="604266" y="341376"/>
                </a:lnTo>
                <a:lnTo>
                  <a:pt x="607314" y="347472"/>
                </a:lnTo>
                <a:lnTo>
                  <a:pt x="607314" y="349250"/>
                </a:lnTo>
                <a:lnTo>
                  <a:pt x="608838" y="352806"/>
                </a:lnTo>
                <a:lnTo>
                  <a:pt x="611886" y="364998"/>
                </a:lnTo>
                <a:lnTo>
                  <a:pt x="611886" y="364236"/>
                </a:lnTo>
                <a:lnTo>
                  <a:pt x="613410" y="376428"/>
                </a:lnTo>
                <a:lnTo>
                  <a:pt x="613410" y="382524"/>
                </a:lnTo>
                <a:lnTo>
                  <a:pt x="623316" y="381762"/>
                </a:lnTo>
                <a:close/>
              </a:path>
              <a:path w="623570" h="685800">
                <a:moveTo>
                  <a:pt x="13716" y="146510"/>
                </a:moveTo>
                <a:lnTo>
                  <a:pt x="13716" y="141732"/>
                </a:lnTo>
                <a:lnTo>
                  <a:pt x="8382" y="137160"/>
                </a:lnTo>
                <a:lnTo>
                  <a:pt x="8382" y="146399"/>
                </a:lnTo>
                <a:lnTo>
                  <a:pt x="13716" y="146510"/>
                </a:lnTo>
                <a:close/>
              </a:path>
              <a:path w="623570" h="685800">
                <a:moveTo>
                  <a:pt x="17071" y="552838"/>
                </a:moveTo>
                <a:lnTo>
                  <a:pt x="11430" y="549402"/>
                </a:lnTo>
                <a:lnTo>
                  <a:pt x="11430" y="557022"/>
                </a:lnTo>
                <a:lnTo>
                  <a:pt x="17071" y="552838"/>
                </a:lnTo>
                <a:close/>
              </a:path>
              <a:path w="623570" h="685800">
                <a:moveTo>
                  <a:pt x="214122" y="672846"/>
                </a:moveTo>
                <a:lnTo>
                  <a:pt x="17071" y="552838"/>
                </a:lnTo>
                <a:lnTo>
                  <a:pt x="11430" y="557022"/>
                </a:lnTo>
                <a:lnTo>
                  <a:pt x="11430" y="560936"/>
                </a:lnTo>
                <a:lnTo>
                  <a:pt x="207264" y="680229"/>
                </a:lnTo>
                <a:lnTo>
                  <a:pt x="207264" y="676656"/>
                </a:lnTo>
                <a:lnTo>
                  <a:pt x="214122" y="672846"/>
                </a:lnTo>
                <a:close/>
              </a:path>
              <a:path w="623570" h="685800">
                <a:moveTo>
                  <a:pt x="40386" y="9924"/>
                </a:moveTo>
                <a:lnTo>
                  <a:pt x="39624" y="9906"/>
                </a:lnTo>
                <a:lnTo>
                  <a:pt x="40386" y="9924"/>
                </a:lnTo>
                <a:close/>
              </a:path>
              <a:path w="623570" h="685800">
                <a:moveTo>
                  <a:pt x="40386" y="147084"/>
                </a:moveTo>
                <a:lnTo>
                  <a:pt x="39624" y="147066"/>
                </a:lnTo>
                <a:lnTo>
                  <a:pt x="40386" y="147084"/>
                </a:lnTo>
                <a:close/>
              </a:path>
              <a:path w="623570" h="685800">
                <a:moveTo>
                  <a:pt x="214884" y="406146"/>
                </a:moveTo>
                <a:lnTo>
                  <a:pt x="207264" y="402336"/>
                </a:lnTo>
                <a:lnTo>
                  <a:pt x="207264" y="411796"/>
                </a:lnTo>
                <a:lnTo>
                  <a:pt x="214884" y="406146"/>
                </a:lnTo>
                <a:close/>
              </a:path>
              <a:path w="623570" h="685800">
                <a:moveTo>
                  <a:pt x="214884" y="465751"/>
                </a:moveTo>
                <a:lnTo>
                  <a:pt x="214884" y="406146"/>
                </a:lnTo>
                <a:lnTo>
                  <a:pt x="207264" y="411796"/>
                </a:lnTo>
                <a:lnTo>
                  <a:pt x="207264" y="477012"/>
                </a:lnTo>
                <a:lnTo>
                  <a:pt x="211074" y="476425"/>
                </a:lnTo>
                <a:lnTo>
                  <a:pt x="211074" y="466344"/>
                </a:lnTo>
                <a:lnTo>
                  <a:pt x="214884" y="465751"/>
                </a:lnTo>
                <a:close/>
              </a:path>
              <a:path w="623570" h="685800">
                <a:moveTo>
                  <a:pt x="298704" y="597744"/>
                </a:moveTo>
                <a:lnTo>
                  <a:pt x="298704" y="588264"/>
                </a:lnTo>
                <a:lnTo>
                  <a:pt x="277368" y="592836"/>
                </a:lnTo>
                <a:lnTo>
                  <a:pt x="256032" y="596646"/>
                </a:lnTo>
                <a:lnTo>
                  <a:pt x="233934" y="600456"/>
                </a:lnTo>
                <a:lnTo>
                  <a:pt x="207264" y="604266"/>
                </a:lnTo>
                <a:lnTo>
                  <a:pt x="207264" y="668669"/>
                </a:lnTo>
                <a:lnTo>
                  <a:pt x="212598" y="671917"/>
                </a:lnTo>
                <a:lnTo>
                  <a:pt x="212598" y="613410"/>
                </a:lnTo>
                <a:lnTo>
                  <a:pt x="216408" y="608076"/>
                </a:lnTo>
                <a:lnTo>
                  <a:pt x="216408" y="612775"/>
                </a:lnTo>
                <a:lnTo>
                  <a:pt x="235458" y="609600"/>
                </a:lnTo>
                <a:lnTo>
                  <a:pt x="257556" y="605790"/>
                </a:lnTo>
                <a:lnTo>
                  <a:pt x="278892" y="601980"/>
                </a:lnTo>
                <a:lnTo>
                  <a:pt x="298704" y="597744"/>
                </a:lnTo>
                <a:close/>
              </a:path>
              <a:path w="623570" h="685800">
                <a:moveTo>
                  <a:pt x="214122" y="684407"/>
                </a:moveTo>
                <a:lnTo>
                  <a:pt x="214122" y="672846"/>
                </a:lnTo>
                <a:lnTo>
                  <a:pt x="207264" y="676656"/>
                </a:lnTo>
                <a:lnTo>
                  <a:pt x="207264" y="680229"/>
                </a:lnTo>
                <a:lnTo>
                  <a:pt x="214122" y="684407"/>
                </a:lnTo>
                <a:close/>
              </a:path>
              <a:path w="623570" h="685800">
                <a:moveTo>
                  <a:pt x="369570" y="443101"/>
                </a:moveTo>
                <a:lnTo>
                  <a:pt x="369570" y="433578"/>
                </a:lnTo>
                <a:lnTo>
                  <a:pt x="355092" y="437388"/>
                </a:lnTo>
                <a:lnTo>
                  <a:pt x="335960" y="442104"/>
                </a:lnTo>
                <a:lnTo>
                  <a:pt x="316653" y="447089"/>
                </a:lnTo>
                <a:lnTo>
                  <a:pt x="297325" y="451795"/>
                </a:lnTo>
                <a:lnTo>
                  <a:pt x="278130" y="455676"/>
                </a:lnTo>
                <a:lnTo>
                  <a:pt x="245364" y="461772"/>
                </a:lnTo>
                <a:lnTo>
                  <a:pt x="245364" y="461010"/>
                </a:lnTo>
                <a:lnTo>
                  <a:pt x="211074" y="466344"/>
                </a:lnTo>
                <a:lnTo>
                  <a:pt x="216408" y="470916"/>
                </a:lnTo>
                <a:lnTo>
                  <a:pt x="216408" y="475605"/>
                </a:lnTo>
                <a:lnTo>
                  <a:pt x="246888" y="470916"/>
                </a:lnTo>
                <a:lnTo>
                  <a:pt x="289877" y="462836"/>
                </a:lnTo>
                <a:lnTo>
                  <a:pt x="336112" y="452330"/>
                </a:lnTo>
                <a:lnTo>
                  <a:pt x="369570" y="443101"/>
                </a:lnTo>
                <a:close/>
              </a:path>
              <a:path w="623570" h="685800">
                <a:moveTo>
                  <a:pt x="216408" y="475605"/>
                </a:moveTo>
                <a:lnTo>
                  <a:pt x="216408" y="470916"/>
                </a:lnTo>
                <a:lnTo>
                  <a:pt x="211074" y="466344"/>
                </a:lnTo>
                <a:lnTo>
                  <a:pt x="211074" y="476425"/>
                </a:lnTo>
                <a:lnTo>
                  <a:pt x="216408" y="475605"/>
                </a:lnTo>
                <a:close/>
              </a:path>
              <a:path w="623570" h="685800">
                <a:moveTo>
                  <a:pt x="216408" y="612775"/>
                </a:moveTo>
                <a:lnTo>
                  <a:pt x="216408" y="608076"/>
                </a:lnTo>
                <a:lnTo>
                  <a:pt x="212598" y="613410"/>
                </a:lnTo>
                <a:lnTo>
                  <a:pt x="216408" y="612775"/>
                </a:lnTo>
                <a:close/>
              </a:path>
              <a:path w="623570" h="685800">
                <a:moveTo>
                  <a:pt x="216408" y="685800"/>
                </a:moveTo>
                <a:lnTo>
                  <a:pt x="216408" y="612775"/>
                </a:lnTo>
                <a:lnTo>
                  <a:pt x="212598" y="613410"/>
                </a:lnTo>
                <a:lnTo>
                  <a:pt x="212598" y="671917"/>
                </a:lnTo>
                <a:lnTo>
                  <a:pt x="214122" y="672846"/>
                </a:lnTo>
                <a:lnTo>
                  <a:pt x="214122" y="684407"/>
                </a:lnTo>
                <a:lnTo>
                  <a:pt x="216408" y="685800"/>
                </a:lnTo>
                <a:close/>
              </a:path>
              <a:path w="623570" h="685800">
                <a:moveTo>
                  <a:pt x="298704" y="39018"/>
                </a:moveTo>
                <a:lnTo>
                  <a:pt x="298704" y="38862"/>
                </a:lnTo>
                <a:lnTo>
                  <a:pt x="297942" y="38862"/>
                </a:lnTo>
                <a:lnTo>
                  <a:pt x="298704" y="39018"/>
                </a:lnTo>
                <a:close/>
              </a:path>
              <a:path w="623570" h="685800">
                <a:moveTo>
                  <a:pt x="298704" y="176178"/>
                </a:moveTo>
                <a:lnTo>
                  <a:pt x="298704" y="176022"/>
                </a:lnTo>
                <a:lnTo>
                  <a:pt x="297942" y="176022"/>
                </a:lnTo>
                <a:lnTo>
                  <a:pt x="298704" y="176178"/>
                </a:lnTo>
                <a:close/>
              </a:path>
              <a:path w="623570" h="685800">
                <a:moveTo>
                  <a:pt x="339090" y="588437"/>
                </a:moveTo>
                <a:lnTo>
                  <a:pt x="339090" y="579120"/>
                </a:lnTo>
                <a:lnTo>
                  <a:pt x="297942" y="588264"/>
                </a:lnTo>
                <a:lnTo>
                  <a:pt x="298704" y="588264"/>
                </a:lnTo>
                <a:lnTo>
                  <a:pt x="298704" y="597744"/>
                </a:lnTo>
                <a:lnTo>
                  <a:pt x="324549" y="592219"/>
                </a:lnTo>
                <a:lnTo>
                  <a:pt x="339090" y="588437"/>
                </a:lnTo>
                <a:close/>
              </a:path>
              <a:path w="623570" h="685800">
                <a:moveTo>
                  <a:pt x="377190" y="578185"/>
                </a:moveTo>
                <a:lnTo>
                  <a:pt x="377190" y="568452"/>
                </a:lnTo>
                <a:lnTo>
                  <a:pt x="358140" y="573786"/>
                </a:lnTo>
                <a:lnTo>
                  <a:pt x="338328" y="579120"/>
                </a:lnTo>
                <a:lnTo>
                  <a:pt x="339090" y="579120"/>
                </a:lnTo>
                <a:lnTo>
                  <a:pt x="339090" y="588437"/>
                </a:lnTo>
                <a:lnTo>
                  <a:pt x="371300" y="580059"/>
                </a:lnTo>
                <a:lnTo>
                  <a:pt x="377190" y="578185"/>
                </a:lnTo>
                <a:close/>
              </a:path>
              <a:path w="623570" h="685800">
                <a:moveTo>
                  <a:pt x="461010" y="410725"/>
                </a:moveTo>
                <a:lnTo>
                  <a:pt x="461010" y="400812"/>
                </a:lnTo>
                <a:lnTo>
                  <a:pt x="448818" y="406146"/>
                </a:lnTo>
                <a:lnTo>
                  <a:pt x="436626" y="410718"/>
                </a:lnTo>
                <a:lnTo>
                  <a:pt x="423672" y="416052"/>
                </a:lnTo>
                <a:lnTo>
                  <a:pt x="410718" y="420624"/>
                </a:lnTo>
                <a:lnTo>
                  <a:pt x="383286" y="429768"/>
                </a:lnTo>
                <a:lnTo>
                  <a:pt x="383286" y="429006"/>
                </a:lnTo>
                <a:lnTo>
                  <a:pt x="368808" y="433578"/>
                </a:lnTo>
                <a:lnTo>
                  <a:pt x="369570" y="433578"/>
                </a:lnTo>
                <a:lnTo>
                  <a:pt x="369570" y="443101"/>
                </a:lnTo>
                <a:lnTo>
                  <a:pt x="383978" y="439127"/>
                </a:lnTo>
                <a:lnTo>
                  <a:pt x="431863" y="422952"/>
                </a:lnTo>
                <a:lnTo>
                  <a:pt x="461010" y="410725"/>
                </a:lnTo>
                <a:close/>
              </a:path>
              <a:path w="623570" h="685800">
                <a:moveTo>
                  <a:pt x="461772" y="548016"/>
                </a:moveTo>
                <a:lnTo>
                  <a:pt x="461772" y="537972"/>
                </a:lnTo>
                <a:lnTo>
                  <a:pt x="445770" y="544068"/>
                </a:lnTo>
                <a:lnTo>
                  <a:pt x="429768" y="550926"/>
                </a:lnTo>
                <a:lnTo>
                  <a:pt x="394716" y="563118"/>
                </a:lnTo>
                <a:lnTo>
                  <a:pt x="376428" y="568452"/>
                </a:lnTo>
                <a:lnTo>
                  <a:pt x="377190" y="568452"/>
                </a:lnTo>
                <a:lnTo>
                  <a:pt x="377190" y="578185"/>
                </a:lnTo>
                <a:lnTo>
                  <a:pt x="417999" y="565199"/>
                </a:lnTo>
                <a:lnTo>
                  <a:pt x="461772" y="548016"/>
                </a:lnTo>
                <a:close/>
              </a:path>
              <a:path w="623570" h="685800">
                <a:moveTo>
                  <a:pt x="494538" y="394811"/>
                </a:moveTo>
                <a:lnTo>
                  <a:pt x="494538" y="384810"/>
                </a:lnTo>
                <a:lnTo>
                  <a:pt x="483108" y="390144"/>
                </a:lnTo>
                <a:lnTo>
                  <a:pt x="472440" y="395478"/>
                </a:lnTo>
                <a:lnTo>
                  <a:pt x="460248" y="400812"/>
                </a:lnTo>
                <a:lnTo>
                  <a:pt x="461010" y="400812"/>
                </a:lnTo>
                <a:lnTo>
                  <a:pt x="461010" y="410725"/>
                </a:lnTo>
                <a:lnTo>
                  <a:pt x="478152" y="403534"/>
                </a:lnTo>
                <a:lnTo>
                  <a:pt x="494538" y="394811"/>
                </a:lnTo>
                <a:close/>
              </a:path>
              <a:path w="623570" h="685800">
                <a:moveTo>
                  <a:pt x="517398" y="519472"/>
                </a:moveTo>
                <a:lnTo>
                  <a:pt x="517398" y="509016"/>
                </a:lnTo>
                <a:lnTo>
                  <a:pt x="504444" y="516636"/>
                </a:lnTo>
                <a:lnTo>
                  <a:pt x="490728" y="523494"/>
                </a:lnTo>
                <a:lnTo>
                  <a:pt x="476250" y="531114"/>
                </a:lnTo>
                <a:lnTo>
                  <a:pt x="461010" y="537972"/>
                </a:lnTo>
                <a:lnTo>
                  <a:pt x="461772" y="537972"/>
                </a:lnTo>
                <a:lnTo>
                  <a:pt x="461772" y="548016"/>
                </a:lnTo>
                <a:lnTo>
                  <a:pt x="463504" y="547336"/>
                </a:lnTo>
                <a:lnTo>
                  <a:pt x="506670" y="526168"/>
                </a:lnTo>
                <a:lnTo>
                  <a:pt x="517398" y="519472"/>
                </a:lnTo>
                <a:close/>
              </a:path>
              <a:path w="623570" h="685800">
                <a:moveTo>
                  <a:pt x="578358" y="335620"/>
                </a:moveTo>
                <a:lnTo>
                  <a:pt x="578358" y="323850"/>
                </a:lnTo>
                <a:lnTo>
                  <a:pt x="571500" y="330708"/>
                </a:lnTo>
                <a:lnTo>
                  <a:pt x="554914" y="345616"/>
                </a:lnTo>
                <a:lnTo>
                  <a:pt x="539581" y="357401"/>
                </a:lnTo>
                <a:lnTo>
                  <a:pt x="523443" y="368032"/>
                </a:lnTo>
                <a:lnTo>
                  <a:pt x="504444" y="379476"/>
                </a:lnTo>
                <a:lnTo>
                  <a:pt x="493776" y="384810"/>
                </a:lnTo>
                <a:lnTo>
                  <a:pt x="494538" y="384810"/>
                </a:lnTo>
                <a:lnTo>
                  <a:pt x="494538" y="394811"/>
                </a:lnTo>
                <a:lnTo>
                  <a:pt x="521233" y="380599"/>
                </a:lnTo>
                <a:lnTo>
                  <a:pt x="559490" y="353874"/>
                </a:lnTo>
                <a:lnTo>
                  <a:pt x="578358" y="335620"/>
                </a:lnTo>
                <a:close/>
              </a:path>
              <a:path w="623570" h="685800">
                <a:moveTo>
                  <a:pt x="578358" y="474049"/>
                </a:moveTo>
                <a:lnTo>
                  <a:pt x="578358" y="461010"/>
                </a:lnTo>
                <a:lnTo>
                  <a:pt x="569976" y="469392"/>
                </a:lnTo>
                <a:lnTo>
                  <a:pt x="560832" y="477774"/>
                </a:lnTo>
                <a:lnTo>
                  <a:pt x="550926" y="486156"/>
                </a:lnTo>
                <a:lnTo>
                  <a:pt x="550926" y="485394"/>
                </a:lnTo>
                <a:lnTo>
                  <a:pt x="540258" y="493776"/>
                </a:lnTo>
                <a:lnTo>
                  <a:pt x="528828" y="501396"/>
                </a:lnTo>
                <a:lnTo>
                  <a:pt x="516636" y="509016"/>
                </a:lnTo>
                <a:lnTo>
                  <a:pt x="517398" y="509016"/>
                </a:lnTo>
                <a:lnTo>
                  <a:pt x="517398" y="519472"/>
                </a:lnTo>
                <a:lnTo>
                  <a:pt x="546354" y="501396"/>
                </a:lnTo>
                <a:lnTo>
                  <a:pt x="557022" y="493014"/>
                </a:lnTo>
                <a:lnTo>
                  <a:pt x="566928" y="484632"/>
                </a:lnTo>
                <a:lnTo>
                  <a:pt x="576072" y="476250"/>
                </a:lnTo>
                <a:lnTo>
                  <a:pt x="578358" y="474049"/>
                </a:lnTo>
                <a:close/>
              </a:path>
              <a:path w="623570" h="685800">
                <a:moveTo>
                  <a:pt x="573024" y="160782"/>
                </a:moveTo>
                <a:lnTo>
                  <a:pt x="573024" y="160020"/>
                </a:lnTo>
                <a:lnTo>
                  <a:pt x="572262" y="160020"/>
                </a:lnTo>
                <a:lnTo>
                  <a:pt x="573024" y="160782"/>
                </a:lnTo>
                <a:close/>
              </a:path>
              <a:path w="623570" h="685800">
                <a:moveTo>
                  <a:pt x="573024" y="297942"/>
                </a:moveTo>
                <a:lnTo>
                  <a:pt x="573024" y="297180"/>
                </a:lnTo>
                <a:lnTo>
                  <a:pt x="572262" y="297180"/>
                </a:lnTo>
                <a:lnTo>
                  <a:pt x="573024" y="297942"/>
                </a:lnTo>
                <a:close/>
              </a:path>
              <a:path w="623570" h="685800">
                <a:moveTo>
                  <a:pt x="592730" y="321264"/>
                </a:moveTo>
                <a:lnTo>
                  <a:pt x="587502" y="313944"/>
                </a:lnTo>
                <a:lnTo>
                  <a:pt x="587086" y="313389"/>
                </a:lnTo>
                <a:lnTo>
                  <a:pt x="583692" y="317754"/>
                </a:lnTo>
                <a:lnTo>
                  <a:pt x="583692" y="316992"/>
                </a:lnTo>
                <a:lnTo>
                  <a:pt x="577596" y="323850"/>
                </a:lnTo>
                <a:lnTo>
                  <a:pt x="578358" y="323850"/>
                </a:lnTo>
                <a:lnTo>
                  <a:pt x="578358" y="335620"/>
                </a:lnTo>
                <a:lnTo>
                  <a:pt x="591312" y="323088"/>
                </a:lnTo>
                <a:lnTo>
                  <a:pt x="592730" y="321264"/>
                </a:lnTo>
                <a:close/>
              </a:path>
              <a:path w="623570" h="685800">
                <a:moveTo>
                  <a:pt x="623316" y="382524"/>
                </a:moveTo>
                <a:lnTo>
                  <a:pt x="623316" y="381762"/>
                </a:lnTo>
                <a:lnTo>
                  <a:pt x="613410" y="382524"/>
                </a:lnTo>
                <a:lnTo>
                  <a:pt x="613410" y="390906"/>
                </a:lnTo>
                <a:lnTo>
                  <a:pt x="611886" y="400050"/>
                </a:lnTo>
                <a:lnTo>
                  <a:pt x="609600" y="409194"/>
                </a:lnTo>
                <a:lnTo>
                  <a:pt x="606552" y="418338"/>
                </a:lnTo>
                <a:lnTo>
                  <a:pt x="606552" y="417576"/>
                </a:lnTo>
                <a:lnTo>
                  <a:pt x="602742" y="426720"/>
                </a:lnTo>
                <a:lnTo>
                  <a:pt x="597408" y="435864"/>
                </a:lnTo>
                <a:lnTo>
                  <a:pt x="597408" y="435102"/>
                </a:lnTo>
                <a:lnTo>
                  <a:pt x="592041" y="444286"/>
                </a:lnTo>
                <a:lnTo>
                  <a:pt x="585216" y="452628"/>
                </a:lnTo>
                <a:lnTo>
                  <a:pt x="577596" y="461010"/>
                </a:lnTo>
                <a:lnTo>
                  <a:pt x="578358" y="461010"/>
                </a:lnTo>
                <a:lnTo>
                  <a:pt x="578358" y="474049"/>
                </a:lnTo>
                <a:lnTo>
                  <a:pt x="586948" y="465780"/>
                </a:lnTo>
                <a:lnTo>
                  <a:pt x="614934" y="421386"/>
                </a:lnTo>
                <a:lnTo>
                  <a:pt x="622554" y="392430"/>
                </a:lnTo>
                <a:lnTo>
                  <a:pt x="623316" y="382524"/>
                </a:lnTo>
                <a:close/>
              </a:path>
              <a:path w="623570" h="685800">
                <a:moveTo>
                  <a:pt x="596646" y="316230"/>
                </a:moveTo>
                <a:lnTo>
                  <a:pt x="589026" y="310896"/>
                </a:lnTo>
                <a:lnTo>
                  <a:pt x="587086" y="313389"/>
                </a:lnTo>
                <a:lnTo>
                  <a:pt x="587502" y="313944"/>
                </a:lnTo>
                <a:lnTo>
                  <a:pt x="592730" y="321264"/>
                </a:lnTo>
                <a:lnTo>
                  <a:pt x="596646" y="316230"/>
                </a:lnTo>
                <a:close/>
              </a:path>
              <a:path w="623570" h="685800">
                <a:moveTo>
                  <a:pt x="596646" y="327050"/>
                </a:moveTo>
                <a:lnTo>
                  <a:pt x="596646" y="316230"/>
                </a:lnTo>
                <a:lnTo>
                  <a:pt x="592730" y="321264"/>
                </a:lnTo>
                <a:lnTo>
                  <a:pt x="595122" y="324612"/>
                </a:lnTo>
                <a:lnTo>
                  <a:pt x="596646" y="327050"/>
                </a:lnTo>
                <a:close/>
              </a:path>
              <a:path w="623570" h="685800">
                <a:moveTo>
                  <a:pt x="607314" y="349250"/>
                </a:moveTo>
                <a:lnTo>
                  <a:pt x="607314" y="347472"/>
                </a:lnTo>
                <a:lnTo>
                  <a:pt x="606552" y="347472"/>
                </a:lnTo>
                <a:lnTo>
                  <a:pt x="607314" y="349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37" name="object 19">
            <a:extLst>
              <a:ext uri="{FF2B5EF4-FFF2-40B4-BE49-F238E27FC236}">
                <a16:creationId xmlns:a16="http://schemas.microsoft.com/office/drawing/2014/main" id="{60707562-414C-4BB4-87E3-2E49BB6FE7CF}"/>
              </a:ext>
            </a:extLst>
          </p:cNvPr>
          <p:cNvSpPr txBox="1"/>
          <p:nvPr/>
        </p:nvSpPr>
        <p:spPr>
          <a:xfrm>
            <a:off x="2610846" y="2221619"/>
            <a:ext cx="3293783" cy="3086305"/>
          </a:xfrm>
          <a:prstGeom prst="rect">
            <a:avLst/>
          </a:prstGeom>
        </p:spPr>
        <p:txBody>
          <a:bodyPr vert="horz" wrap="square" lIns="0" tIns="8965" rIns="0" bIns="0" rtlCol="0">
            <a:spAutoFit/>
          </a:bodyPr>
          <a:lstStyle/>
          <a:p>
            <a:pPr marL="776963" marR="72466" indent="208435">
              <a:lnSpc>
                <a:spcPct val="100899"/>
              </a:lnSpc>
              <a:spcBef>
                <a:spcPts val="71"/>
              </a:spcBef>
              <a:tabLst>
                <a:tab pos="2679776" algn="l"/>
              </a:tabLst>
            </a:pPr>
            <a:r>
              <a:rPr sz="3200" i="1" spc="135" dirty="0">
                <a:latin typeface="Times New Roman"/>
                <a:cs typeface="Times New Roman"/>
              </a:rPr>
              <a:t>wx</a:t>
            </a:r>
            <a:r>
              <a:rPr sz="2667" i="1" spc="203" baseline="-23809" dirty="0">
                <a:latin typeface="Times New Roman"/>
                <a:cs typeface="Times New Roman"/>
              </a:rPr>
              <a:t>i </a:t>
            </a:r>
            <a:r>
              <a:rPr sz="3200" spc="-5" dirty="0">
                <a:latin typeface="Symbol"/>
                <a:cs typeface="Symbol"/>
              </a:rPr>
              <a:t>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b </a:t>
            </a:r>
            <a:r>
              <a:rPr sz="3200" spc="-5" dirty="0">
                <a:latin typeface="Symbol"/>
                <a:cs typeface="Symbol"/>
              </a:rPr>
              <a:t></a:t>
            </a:r>
            <a:r>
              <a:rPr sz="3200" spc="-5" dirty="0">
                <a:latin typeface="Times New Roman"/>
                <a:cs typeface="Times New Roman"/>
              </a:rPr>
              <a:t> 1  </a:t>
            </a:r>
            <a:r>
              <a:rPr sz="3200" i="1" spc="12" dirty="0">
                <a:latin typeface="Times New Roman"/>
                <a:cs typeface="Times New Roman"/>
              </a:rPr>
              <a:t>wx </a:t>
            </a:r>
            <a:r>
              <a:rPr sz="2667" i="1" spc="8" baseline="-23569" dirty="0">
                <a:latin typeface="Times New Roman"/>
                <a:cs typeface="Times New Roman"/>
              </a:rPr>
              <a:t>i  </a:t>
            </a:r>
            <a:r>
              <a:rPr sz="3200" spc="12" dirty="0">
                <a:latin typeface="Symbol"/>
                <a:cs typeface="Symbol"/>
              </a:rPr>
              <a:t></a:t>
            </a:r>
            <a:r>
              <a:rPr sz="3200" spc="-353" dirty="0">
                <a:latin typeface="Times New Roman"/>
                <a:cs typeface="Times New Roman"/>
              </a:rPr>
              <a:t> </a:t>
            </a:r>
            <a:r>
              <a:rPr sz="3200" i="1" spc="12" dirty="0">
                <a:latin typeface="Times New Roman"/>
                <a:cs typeface="Times New Roman"/>
              </a:rPr>
              <a:t>b</a:t>
            </a:r>
            <a:r>
              <a:rPr sz="3200" i="1" spc="341" dirty="0">
                <a:latin typeface="Times New Roman"/>
                <a:cs typeface="Times New Roman"/>
              </a:rPr>
              <a:t> </a:t>
            </a:r>
            <a:r>
              <a:rPr sz="3200" spc="12" dirty="0">
                <a:latin typeface="Symbol"/>
                <a:cs typeface="Symbol"/>
              </a:rPr>
              <a:t></a:t>
            </a:r>
            <a:r>
              <a:rPr sz="3200" spc="12" dirty="0">
                <a:latin typeface="Times New Roman"/>
                <a:cs typeface="Times New Roman"/>
              </a:rPr>
              <a:t>	</a:t>
            </a:r>
            <a:r>
              <a:rPr sz="3200" spc="12" dirty="0">
                <a:latin typeface="Symbol"/>
                <a:cs typeface="Symbol"/>
              </a:rPr>
              <a:t></a:t>
            </a:r>
            <a:r>
              <a:rPr sz="3200" spc="-576" dirty="0">
                <a:latin typeface="Times New Roman"/>
                <a:cs typeface="Times New Roman"/>
              </a:rPr>
              <a:t> </a:t>
            </a:r>
            <a:r>
              <a:rPr sz="3200" spc="12" dirty="0">
                <a:latin typeface="Times New Roman"/>
                <a:cs typeface="Times New Roman"/>
              </a:rPr>
              <a:t>1  </a:t>
            </a:r>
            <a:r>
              <a:rPr sz="3200" i="1" spc="12" dirty="0">
                <a:latin typeface="Times New Roman"/>
                <a:cs typeface="Times New Roman"/>
              </a:rPr>
              <a:t>y</a:t>
            </a:r>
            <a:r>
              <a:rPr sz="2667" i="1" spc="17" baseline="-23569" dirty="0">
                <a:latin typeface="Times New Roman"/>
                <a:cs typeface="Times New Roman"/>
              </a:rPr>
              <a:t>i</a:t>
            </a:r>
            <a:r>
              <a:rPr sz="2667" i="1" spc="-353" baseline="-23569" dirty="0">
                <a:latin typeface="Times New Roman"/>
                <a:cs typeface="Times New Roman"/>
              </a:rPr>
              <a:t> </a:t>
            </a:r>
            <a:r>
              <a:rPr sz="3200" spc="41" dirty="0">
                <a:latin typeface="Times New Roman"/>
                <a:cs typeface="Times New Roman"/>
              </a:rPr>
              <a:t>(</a:t>
            </a:r>
            <a:r>
              <a:rPr sz="3200" i="1" spc="41" dirty="0">
                <a:latin typeface="Times New Roman"/>
                <a:cs typeface="Times New Roman"/>
              </a:rPr>
              <a:t>wx</a:t>
            </a:r>
            <a:r>
              <a:rPr sz="2667" i="1" spc="61" baseline="-23569" dirty="0">
                <a:latin typeface="Times New Roman"/>
                <a:cs typeface="Times New Roman"/>
              </a:rPr>
              <a:t>i</a:t>
            </a:r>
            <a:r>
              <a:rPr sz="2667" i="1" spc="88" baseline="-23569" dirty="0">
                <a:latin typeface="Times New Roman"/>
                <a:cs typeface="Times New Roman"/>
              </a:rPr>
              <a:t> </a:t>
            </a:r>
            <a:r>
              <a:rPr sz="3200" spc="17" dirty="0">
                <a:latin typeface="Symbol"/>
                <a:cs typeface="Symbol"/>
              </a:rPr>
              <a:t></a:t>
            </a:r>
            <a:r>
              <a:rPr sz="3200" spc="-317" dirty="0">
                <a:latin typeface="Times New Roman"/>
                <a:cs typeface="Times New Roman"/>
              </a:rPr>
              <a:t> </a:t>
            </a:r>
            <a:r>
              <a:rPr sz="3200" i="1" spc="41" dirty="0">
                <a:latin typeface="Times New Roman"/>
                <a:cs typeface="Times New Roman"/>
              </a:rPr>
              <a:t>b</a:t>
            </a:r>
            <a:r>
              <a:rPr sz="3200" spc="41" dirty="0">
                <a:latin typeface="Times New Roman"/>
                <a:cs typeface="Times New Roman"/>
              </a:rPr>
              <a:t>)</a:t>
            </a:r>
            <a:r>
              <a:rPr sz="3200" spc="-129" dirty="0">
                <a:latin typeface="Times New Roman"/>
                <a:cs typeface="Times New Roman"/>
              </a:rPr>
              <a:t> </a:t>
            </a:r>
            <a:r>
              <a:rPr sz="3200" spc="17" dirty="0">
                <a:latin typeface="Symbol"/>
                <a:cs typeface="Symbol"/>
              </a:rPr>
              <a:t></a:t>
            </a:r>
            <a:r>
              <a:rPr sz="3200" spc="-417" dirty="0">
                <a:latin typeface="Times New Roman"/>
                <a:cs typeface="Times New Roman"/>
              </a:rPr>
              <a:t> </a:t>
            </a:r>
            <a:r>
              <a:rPr sz="3200" spc="17" dirty="0"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  <a:p>
            <a:pPr marL="410894" marR="5977" indent="-396699">
              <a:lnSpc>
                <a:spcPts val="4071"/>
              </a:lnSpc>
              <a:spcBef>
                <a:spcPts val="176"/>
              </a:spcBef>
            </a:pPr>
            <a:r>
              <a:rPr sz="2133" b="1" spc="-5" dirty="0">
                <a:latin typeface="Arial"/>
                <a:cs typeface="Arial"/>
              </a:rPr>
              <a:t>2) </a:t>
            </a:r>
            <a:r>
              <a:rPr sz="2133" b="1" spc="-12" dirty="0">
                <a:latin typeface="Arial"/>
                <a:cs typeface="Arial"/>
              </a:rPr>
              <a:t>Maximize </a:t>
            </a:r>
            <a:r>
              <a:rPr sz="2133" b="1" spc="-5" dirty="0">
                <a:latin typeface="Arial"/>
                <a:cs typeface="Arial"/>
              </a:rPr>
              <a:t>the </a:t>
            </a:r>
            <a:r>
              <a:rPr sz="2133" b="1" spc="-12" dirty="0">
                <a:latin typeface="Arial"/>
                <a:cs typeface="Arial"/>
              </a:rPr>
              <a:t>Margin  </a:t>
            </a:r>
            <a:endParaRPr lang="en-US" sz="2133" b="1" spc="-12" dirty="0">
              <a:latin typeface="Arial"/>
              <a:cs typeface="Arial"/>
            </a:endParaRPr>
          </a:p>
          <a:p>
            <a:pPr marL="410894" marR="5977" indent="-396699">
              <a:lnSpc>
                <a:spcPts val="4071"/>
              </a:lnSpc>
              <a:spcBef>
                <a:spcPts val="176"/>
              </a:spcBef>
            </a:pPr>
            <a:endParaRPr lang="en-US" sz="2133" b="1" spc="-12" dirty="0">
              <a:latin typeface="Arial"/>
              <a:cs typeface="Arial"/>
            </a:endParaRPr>
          </a:p>
          <a:p>
            <a:pPr marL="410894" marR="5977" indent="-396699">
              <a:lnSpc>
                <a:spcPts val="4071"/>
              </a:lnSpc>
              <a:spcBef>
                <a:spcPts val="176"/>
              </a:spcBef>
            </a:pPr>
            <a:r>
              <a:rPr lang="en-US" sz="2133" b="1" spc="-5" dirty="0">
                <a:latin typeface="Arial"/>
                <a:cs typeface="Arial"/>
              </a:rPr>
              <a:t>same as</a:t>
            </a:r>
            <a:r>
              <a:rPr lang="en-US" sz="2133" b="1" spc="-35" dirty="0">
                <a:latin typeface="Arial"/>
                <a:cs typeface="Arial"/>
              </a:rPr>
              <a:t> </a:t>
            </a:r>
            <a:r>
              <a:rPr lang="en-US" sz="2133" b="1" spc="-12" dirty="0">
                <a:latin typeface="Arial"/>
                <a:cs typeface="Arial"/>
              </a:rPr>
              <a:t>minimize</a:t>
            </a:r>
            <a:endParaRPr lang="en-US" sz="2133" dirty="0">
              <a:latin typeface="Arial"/>
              <a:cs typeface="Arial"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66D15251-2F0A-4419-9D52-4920AA87C28C}"/>
              </a:ext>
            </a:extLst>
          </p:cNvPr>
          <p:cNvSpPr/>
          <p:nvPr/>
        </p:nvSpPr>
        <p:spPr>
          <a:xfrm>
            <a:off x="5397590" y="5135475"/>
            <a:ext cx="216647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3642" y="0"/>
                </a:lnTo>
              </a:path>
            </a:pathLst>
          </a:custGeom>
          <a:ln w="12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CAD274E3-F505-46B8-82F5-E435D1D3280D}"/>
              </a:ext>
            </a:extLst>
          </p:cNvPr>
          <p:cNvSpPr txBox="1"/>
          <p:nvPr/>
        </p:nvSpPr>
        <p:spPr>
          <a:xfrm>
            <a:off x="6480905" y="3708308"/>
            <a:ext cx="717176" cy="1091678"/>
          </a:xfrm>
          <a:prstGeom prst="rect">
            <a:avLst/>
          </a:prstGeom>
        </p:spPr>
        <p:txBody>
          <a:bodyPr vert="horz" wrap="square" lIns="0" tIns="141193" rIns="0" bIns="0" rtlCol="0">
            <a:spAutoFit/>
          </a:bodyPr>
          <a:lstStyle/>
          <a:p>
            <a:pPr marL="54537">
              <a:spcBef>
                <a:spcPts val="1111"/>
              </a:spcBef>
            </a:pPr>
            <a:r>
              <a:rPr sz="2667" i="1" spc="12" dirty="0">
                <a:latin typeface="Times New Roman"/>
                <a:cs typeface="Times New Roman"/>
              </a:rPr>
              <a:t>M</a:t>
            </a:r>
            <a:r>
              <a:rPr sz="2667" i="1" spc="353" dirty="0">
                <a:latin typeface="Times New Roman"/>
                <a:cs typeface="Times New Roman"/>
              </a:rPr>
              <a:t> </a:t>
            </a:r>
            <a:r>
              <a:rPr sz="2667" spc="5" dirty="0">
                <a:latin typeface="Symbol"/>
                <a:cs typeface="Symbol"/>
              </a:rPr>
              <a:t></a:t>
            </a:r>
            <a:endParaRPr lang="en-US" sz="2667" spc="5" dirty="0">
              <a:latin typeface="Symbol"/>
              <a:cs typeface="Symbol"/>
            </a:endParaRPr>
          </a:p>
          <a:p>
            <a:pPr marL="624526" lvl="1">
              <a:spcBef>
                <a:spcPts val="971"/>
              </a:spcBef>
            </a:pPr>
            <a:endParaRPr lang="en-US" sz="2667" dirty="0">
              <a:latin typeface="Times New Roman"/>
              <a:cs typeface="Times New Roman"/>
            </a:endParaRPr>
          </a:p>
        </p:txBody>
      </p:sp>
      <p:sp>
        <p:nvSpPr>
          <p:cNvPr id="47" name="object 24">
            <a:extLst>
              <a:ext uri="{FF2B5EF4-FFF2-40B4-BE49-F238E27FC236}">
                <a16:creationId xmlns:a16="http://schemas.microsoft.com/office/drawing/2014/main" id="{4E7CA448-AFCC-40B2-B675-D8EBBF661466}"/>
              </a:ext>
            </a:extLst>
          </p:cNvPr>
          <p:cNvSpPr txBox="1"/>
          <p:nvPr/>
        </p:nvSpPr>
        <p:spPr>
          <a:xfrm>
            <a:off x="5401472" y="4638250"/>
            <a:ext cx="215153" cy="988332"/>
          </a:xfrm>
          <a:prstGeom prst="rect">
            <a:avLst/>
          </a:prstGeom>
        </p:spPr>
        <p:txBody>
          <a:bodyPr vert="horz" wrap="square" lIns="0" tIns="89647" rIns="0" bIns="0" rtlCol="0">
            <a:spAutoFit/>
          </a:bodyPr>
          <a:lstStyle/>
          <a:p>
            <a:pPr marL="14941">
              <a:spcBef>
                <a:spcPts val="705"/>
              </a:spcBef>
            </a:pPr>
            <a:r>
              <a:rPr sz="2667" dirty="0">
                <a:latin typeface="Times New Roman"/>
                <a:cs typeface="Times New Roman"/>
              </a:rPr>
              <a:t>1</a:t>
            </a:r>
          </a:p>
          <a:p>
            <a:pPr marL="20171">
              <a:spcBef>
                <a:spcPts val="595"/>
              </a:spcBef>
            </a:pPr>
            <a:r>
              <a:rPr sz="2667" dirty="0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53" name="object 22">
            <a:extLst>
              <a:ext uri="{FF2B5EF4-FFF2-40B4-BE49-F238E27FC236}">
                <a16:creationId xmlns:a16="http://schemas.microsoft.com/office/drawing/2014/main" id="{8062C623-7CD7-44D3-9DE8-FDBF8A21C191}"/>
              </a:ext>
            </a:extLst>
          </p:cNvPr>
          <p:cNvSpPr txBox="1"/>
          <p:nvPr/>
        </p:nvSpPr>
        <p:spPr>
          <a:xfrm>
            <a:off x="5614856" y="4152741"/>
            <a:ext cx="717176" cy="1091678"/>
          </a:xfrm>
          <a:prstGeom prst="rect">
            <a:avLst/>
          </a:prstGeom>
        </p:spPr>
        <p:txBody>
          <a:bodyPr vert="horz" wrap="square" lIns="0" tIns="141193" rIns="0" bIns="0" rtlCol="0">
            <a:spAutoFit/>
          </a:bodyPr>
          <a:lstStyle/>
          <a:p>
            <a:pPr marL="54537">
              <a:spcBef>
                <a:spcPts val="1111"/>
              </a:spcBef>
            </a:pPr>
            <a:endParaRPr lang="en-US" sz="2667" spc="5" dirty="0">
              <a:latin typeface="Symbol"/>
              <a:cs typeface="Symbol"/>
            </a:endParaRPr>
          </a:p>
          <a:p>
            <a:pPr marL="14941">
              <a:spcBef>
                <a:spcPts val="971"/>
              </a:spcBef>
            </a:pPr>
            <a:r>
              <a:rPr lang="en-US" sz="2667" i="1" dirty="0">
                <a:latin typeface="Times New Roman"/>
                <a:cs typeface="Times New Roman"/>
              </a:rPr>
              <a:t>w</a:t>
            </a:r>
            <a:r>
              <a:rPr lang="en-US" sz="2667" i="1" spc="17" baseline="30000" dirty="0">
                <a:latin typeface="Times New Roman"/>
                <a:cs typeface="Times New Roman"/>
              </a:rPr>
              <a:t>t </a:t>
            </a:r>
            <a:r>
              <a:rPr lang="en-US" sz="2667" i="1" dirty="0">
                <a:latin typeface="Times New Roman"/>
                <a:cs typeface="Times New Roman"/>
              </a:rPr>
              <a:t>w</a:t>
            </a:r>
            <a:endParaRPr lang="en-US" sz="2667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6870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C97B-D3ED-4BE7-9E45-4EA4BB4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SVM Mathematically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65A9CEF-7CD4-4B72-AA8E-47F3A7F05A32}"/>
              </a:ext>
            </a:extLst>
          </p:cNvPr>
          <p:cNvSpPr txBox="1"/>
          <p:nvPr/>
        </p:nvSpPr>
        <p:spPr>
          <a:xfrm>
            <a:off x="983676" y="1862352"/>
            <a:ext cx="10037483" cy="342565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395931" indent="-380990">
              <a:spcBef>
                <a:spcPts val="112"/>
              </a:spcBef>
              <a:buClr>
                <a:srgbClr val="0070C0"/>
              </a:buClr>
              <a:buSzPct val="65000"/>
              <a:buFont typeface="Wingdings" panose="05000000000000000000" pitchFamily="2" charset="2"/>
              <a:buChar char="Ø"/>
              <a:tabLst>
                <a:tab pos="417618" algn="l"/>
                <a:tab pos="418364" algn="l"/>
              </a:tabLst>
            </a:pPr>
            <a:r>
              <a:rPr sz="2133" spc="-71" dirty="0">
                <a:latin typeface="+mj-lt"/>
                <a:cs typeface="Times New Roman"/>
              </a:rPr>
              <a:t>We </a:t>
            </a:r>
            <a:r>
              <a:rPr sz="2133" spc="-5" dirty="0">
                <a:latin typeface="+mj-lt"/>
                <a:cs typeface="Times New Roman"/>
              </a:rPr>
              <a:t>can formulate a Quadratic Optimization </a:t>
            </a:r>
            <a:r>
              <a:rPr sz="2133" spc="-12" dirty="0">
                <a:latin typeface="+mj-lt"/>
                <a:cs typeface="Times New Roman"/>
              </a:rPr>
              <a:t>Problem </a:t>
            </a:r>
            <a:r>
              <a:rPr sz="2133" spc="-5" dirty="0">
                <a:latin typeface="+mj-lt"/>
                <a:cs typeface="Times New Roman"/>
              </a:rPr>
              <a:t>and solve for w and</a:t>
            </a:r>
            <a:r>
              <a:rPr sz="2133" spc="112" dirty="0">
                <a:latin typeface="+mj-lt"/>
                <a:cs typeface="Times New Roman"/>
              </a:rPr>
              <a:t> </a:t>
            </a:r>
            <a:r>
              <a:rPr sz="2133" spc="-5" dirty="0">
                <a:latin typeface="+mj-lt"/>
                <a:cs typeface="Times New Roman"/>
              </a:rPr>
              <a:t>b</a:t>
            </a:r>
            <a:endParaRPr sz="2133" dirty="0">
              <a:latin typeface="+mj-lt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96E8DE-5FEC-459A-8A42-3B431156D5C2}"/>
              </a:ext>
            </a:extLst>
          </p:cNvPr>
          <p:cNvSpPr txBox="1"/>
          <p:nvPr/>
        </p:nvSpPr>
        <p:spPr>
          <a:xfrm>
            <a:off x="1427032" y="2737310"/>
            <a:ext cx="1946835" cy="44969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  <a:buClr>
                <a:srgbClr val="00CC9A"/>
              </a:buClr>
              <a:buSzPct val="64583"/>
              <a:tabLst>
                <a:tab pos="418364" algn="l"/>
              </a:tabLst>
            </a:pPr>
            <a:r>
              <a:rPr sz="2824" b="1" spc="-5" dirty="0">
                <a:latin typeface="Arial"/>
                <a:cs typeface="Arial"/>
              </a:rPr>
              <a:t>Minimize</a:t>
            </a:r>
            <a:endParaRPr sz="2824" dirty="0">
              <a:latin typeface="Arial"/>
              <a:cs typeface="Arial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2A02F814-6ADB-4715-BB91-029C28FE84A2}"/>
              </a:ext>
            </a:extLst>
          </p:cNvPr>
          <p:cNvSpPr txBox="1"/>
          <p:nvPr/>
        </p:nvSpPr>
        <p:spPr>
          <a:xfrm>
            <a:off x="1379917" y="3770043"/>
            <a:ext cx="1718983" cy="44969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824" b="1" spc="-5" dirty="0">
                <a:latin typeface="Arial"/>
                <a:cs typeface="Arial"/>
              </a:rPr>
              <a:t>subject</a:t>
            </a:r>
            <a:r>
              <a:rPr sz="2824" b="1" spc="-112" dirty="0">
                <a:latin typeface="Arial"/>
                <a:cs typeface="Arial"/>
              </a:rPr>
              <a:t> </a:t>
            </a:r>
            <a:r>
              <a:rPr sz="2824" b="1" spc="-5" dirty="0">
                <a:latin typeface="Arial"/>
                <a:cs typeface="Arial"/>
              </a:rPr>
              <a:t>to</a:t>
            </a:r>
            <a:endParaRPr sz="2824" dirty="0">
              <a:latin typeface="Arial"/>
              <a:cs typeface="Arial"/>
            </a:endParaRPr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11023F38-EC16-4993-A215-BE14498A7636}"/>
              </a:ext>
            </a:extLst>
          </p:cNvPr>
          <p:cNvSpPr/>
          <p:nvPr/>
        </p:nvSpPr>
        <p:spPr>
          <a:xfrm>
            <a:off x="4370241" y="2890305"/>
            <a:ext cx="241299" cy="0"/>
          </a:xfrm>
          <a:custGeom>
            <a:avLst/>
            <a:gdLst/>
            <a:ahLst/>
            <a:cxnLst/>
            <a:rect l="l" t="t" r="r" b="b"/>
            <a:pathLst>
              <a:path w="205104">
                <a:moveTo>
                  <a:pt x="0" y="0"/>
                </a:moveTo>
                <a:lnTo>
                  <a:pt x="204978" y="0"/>
                </a:lnTo>
              </a:path>
            </a:pathLst>
          </a:custGeom>
          <a:ln w="141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E3FAEB7F-F0BB-4167-BAC6-2B13D5B0E288}"/>
              </a:ext>
            </a:extLst>
          </p:cNvPr>
          <p:cNvSpPr txBox="1"/>
          <p:nvPr/>
        </p:nvSpPr>
        <p:spPr>
          <a:xfrm>
            <a:off x="3081429" y="2703997"/>
            <a:ext cx="2905312" cy="1525489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lnSpc>
                <a:spcPts val="3100"/>
              </a:lnSpc>
              <a:spcBef>
                <a:spcPts val="147"/>
              </a:spcBef>
            </a:pPr>
            <a:r>
              <a:rPr sz="3117" spc="65" dirty="0">
                <a:latin typeface="Symbol"/>
                <a:cs typeface="Symbol"/>
              </a:rPr>
              <a:t></a:t>
            </a:r>
            <a:r>
              <a:rPr sz="3117" spc="65" dirty="0">
                <a:latin typeface="Times New Roman"/>
                <a:cs typeface="Times New Roman"/>
              </a:rPr>
              <a:t>(</a:t>
            </a:r>
            <a:r>
              <a:rPr sz="3117" i="1" spc="65" dirty="0">
                <a:latin typeface="Times New Roman"/>
                <a:cs typeface="Times New Roman"/>
              </a:rPr>
              <a:t>w</a:t>
            </a:r>
            <a:r>
              <a:rPr sz="3117" spc="65" dirty="0">
                <a:latin typeface="Times New Roman"/>
                <a:cs typeface="Times New Roman"/>
              </a:rPr>
              <a:t>) </a:t>
            </a:r>
            <a:r>
              <a:rPr sz="3117" spc="17" dirty="0">
                <a:latin typeface="Symbol"/>
                <a:cs typeface="Symbol"/>
              </a:rPr>
              <a:t></a:t>
            </a:r>
            <a:r>
              <a:rPr sz="3117" spc="17" dirty="0">
                <a:latin typeface="Times New Roman"/>
                <a:cs typeface="Times New Roman"/>
              </a:rPr>
              <a:t> </a:t>
            </a:r>
            <a:r>
              <a:rPr sz="4677" spc="17" baseline="35639" dirty="0">
                <a:latin typeface="Times New Roman"/>
                <a:cs typeface="Times New Roman"/>
              </a:rPr>
              <a:t>1</a:t>
            </a:r>
            <a:r>
              <a:rPr sz="4677" spc="-71" baseline="35639" dirty="0">
                <a:latin typeface="Times New Roman"/>
                <a:cs typeface="Times New Roman"/>
              </a:rPr>
              <a:t> </a:t>
            </a:r>
            <a:r>
              <a:rPr sz="3117" i="1" spc="83" dirty="0">
                <a:latin typeface="Times New Roman"/>
                <a:cs typeface="Times New Roman"/>
              </a:rPr>
              <a:t>w</a:t>
            </a:r>
            <a:r>
              <a:rPr sz="2736" i="1" spc="123" baseline="43010" dirty="0">
                <a:latin typeface="Times New Roman"/>
                <a:cs typeface="Times New Roman"/>
              </a:rPr>
              <a:t>t</a:t>
            </a:r>
            <a:r>
              <a:rPr sz="3117" i="1" spc="83" dirty="0">
                <a:latin typeface="Times New Roman"/>
                <a:cs typeface="Times New Roman"/>
              </a:rPr>
              <a:t>w</a:t>
            </a:r>
            <a:endParaRPr sz="3117" dirty="0">
              <a:latin typeface="Times New Roman"/>
              <a:cs typeface="Times New Roman"/>
            </a:endParaRPr>
          </a:p>
          <a:p>
            <a:pPr marR="64249" algn="ctr">
              <a:lnSpc>
                <a:spcPts val="3100"/>
              </a:lnSpc>
            </a:pPr>
            <a:r>
              <a:rPr sz="3117" spc="12" dirty="0">
                <a:latin typeface="Times New Roman"/>
                <a:cs typeface="Times New Roman"/>
              </a:rPr>
              <a:t>2</a:t>
            </a:r>
            <a:endParaRPr sz="3117" dirty="0">
              <a:latin typeface="Times New Roman"/>
              <a:cs typeface="Times New Roman"/>
            </a:endParaRPr>
          </a:p>
          <a:p>
            <a:pPr marL="254754">
              <a:spcBef>
                <a:spcPts val="1100"/>
              </a:spcBef>
            </a:pPr>
            <a:r>
              <a:rPr sz="3707" i="1" spc="5" dirty="0">
                <a:latin typeface="Times New Roman"/>
                <a:cs typeface="Times New Roman"/>
              </a:rPr>
              <a:t>y</a:t>
            </a:r>
            <a:r>
              <a:rPr sz="3176" i="1" spc="8" baseline="-24691" dirty="0">
                <a:latin typeface="Times New Roman"/>
                <a:cs typeface="Times New Roman"/>
              </a:rPr>
              <a:t>i</a:t>
            </a:r>
            <a:r>
              <a:rPr sz="3176" i="1" spc="-388" baseline="-24691" dirty="0">
                <a:latin typeface="Times New Roman"/>
                <a:cs typeface="Times New Roman"/>
              </a:rPr>
              <a:t> </a:t>
            </a:r>
            <a:r>
              <a:rPr sz="3707" spc="29" dirty="0">
                <a:latin typeface="Times New Roman"/>
                <a:cs typeface="Times New Roman"/>
              </a:rPr>
              <a:t>(</a:t>
            </a:r>
            <a:r>
              <a:rPr sz="3707" i="1" spc="29" dirty="0">
                <a:latin typeface="Times New Roman"/>
                <a:cs typeface="Times New Roman"/>
              </a:rPr>
              <a:t>wx</a:t>
            </a:r>
            <a:r>
              <a:rPr sz="3176" i="1" spc="44" baseline="-24691" dirty="0">
                <a:latin typeface="Times New Roman"/>
                <a:cs typeface="Times New Roman"/>
              </a:rPr>
              <a:t>i</a:t>
            </a:r>
            <a:r>
              <a:rPr sz="3176" i="1" spc="115" baseline="-24691" dirty="0">
                <a:latin typeface="Times New Roman"/>
                <a:cs typeface="Times New Roman"/>
              </a:rPr>
              <a:t> </a:t>
            </a:r>
            <a:r>
              <a:rPr sz="3707" spc="-5" dirty="0">
                <a:latin typeface="Symbol"/>
                <a:cs typeface="Symbol"/>
              </a:rPr>
              <a:t></a:t>
            </a:r>
            <a:r>
              <a:rPr sz="3707" spc="-371" dirty="0">
                <a:latin typeface="Times New Roman"/>
                <a:cs typeface="Times New Roman"/>
              </a:rPr>
              <a:t> </a:t>
            </a:r>
            <a:r>
              <a:rPr sz="3707" i="1" spc="24" dirty="0">
                <a:latin typeface="Times New Roman"/>
                <a:cs typeface="Times New Roman"/>
              </a:rPr>
              <a:t>b</a:t>
            </a:r>
            <a:r>
              <a:rPr sz="3707" spc="24" dirty="0">
                <a:latin typeface="Times New Roman"/>
                <a:cs typeface="Times New Roman"/>
              </a:rPr>
              <a:t>)</a:t>
            </a:r>
            <a:r>
              <a:rPr sz="3707" spc="-159" dirty="0">
                <a:latin typeface="Times New Roman"/>
                <a:cs typeface="Times New Roman"/>
              </a:rPr>
              <a:t> </a:t>
            </a:r>
            <a:r>
              <a:rPr sz="3707" spc="-5" dirty="0">
                <a:latin typeface="Symbol"/>
                <a:cs typeface="Symbol"/>
              </a:rPr>
              <a:t></a:t>
            </a:r>
            <a:r>
              <a:rPr sz="3707" spc="-488" dirty="0">
                <a:latin typeface="Times New Roman"/>
                <a:cs typeface="Times New Roman"/>
              </a:rPr>
              <a:t> </a:t>
            </a:r>
            <a:r>
              <a:rPr sz="3707" spc="-5" dirty="0">
                <a:latin typeface="Times New Roman"/>
                <a:cs typeface="Times New Roman"/>
              </a:rPr>
              <a:t>1</a:t>
            </a:r>
            <a:endParaRPr sz="3707" dirty="0">
              <a:latin typeface="Times New Roman"/>
              <a:cs typeface="Times New Roman"/>
            </a:endParaRPr>
          </a:p>
        </p:txBody>
      </p:sp>
      <p:sp>
        <p:nvSpPr>
          <p:cNvPr id="15" name="object 20">
            <a:extLst>
              <a:ext uri="{FF2B5EF4-FFF2-40B4-BE49-F238E27FC236}">
                <a16:creationId xmlns:a16="http://schemas.microsoft.com/office/drawing/2014/main" id="{D02D1334-D4A9-48F2-9AF1-898B43AA4607}"/>
              </a:ext>
            </a:extLst>
          </p:cNvPr>
          <p:cNvSpPr txBox="1"/>
          <p:nvPr/>
        </p:nvSpPr>
        <p:spPr>
          <a:xfrm>
            <a:off x="7110155" y="3561807"/>
            <a:ext cx="428812" cy="521396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3295" spc="-129" dirty="0">
                <a:latin typeface="Symbol"/>
                <a:cs typeface="Symbol"/>
              </a:rPr>
              <a:t></a:t>
            </a:r>
            <a:r>
              <a:rPr sz="3295" i="1" spc="-5" dirty="0">
                <a:latin typeface="Times New Roman"/>
                <a:cs typeface="Times New Roman"/>
              </a:rPr>
              <a:t>i</a:t>
            </a:r>
            <a:endParaRPr sz="3295">
              <a:latin typeface="Times New Roman"/>
              <a:cs typeface="Times New Roman"/>
            </a:endParaRPr>
          </a:p>
        </p:txBody>
      </p:sp>
      <p:sp>
        <p:nvSpPr>
          <p:cNvPr id="17" name="object 25">
            <a:extLst>
              <a:ext uri="{FF2B5EF4-FFF2-40B4-BE49-F238E27FC236}">
                <a16:creationId xmlns:a16="http://schemas.microsoft.com/office/drawing/2014/main" id="{202C112E-4EB8-46CD-9C77-2138B4B11CB0}"/>
              </a:ext>
            </a:extLst>
          </p:cNvPr>
          <p:cNvSpPr/>
          <p:nvPr/>
        </p:nvSpPr>
        <p:spPr>
          <a:xfrm>
            <a:off x="1240664" y="2359447"/>
            <a:ext cx="6847541" cy="2323501"/>
          </a:xfrm>
          <a:custGeom>
            <a:avLst/>
            <a:gdLst/>
            <a:ahLst/>
            <a:cxnLst/>
            <a:rect l="l" t="t" r="r" b="b"/>
            <a:pathLst>
              <a:path w="5820409" h="1898650">
                <a:moveTo>
                  <a:pt x="5820156" y="1895094"/>
                </a:moveTo>
                <a:lnTo>
                  <a:pt x="5820156" y="3047"/>
                </a:lnTo>
                <a:lnTo>
                  <a:pt x="5816346" y="0"/>
                </a:lnTo>
                <a:lnTo>
                  <a:pt x="3809" y="0"/>
                </a:lnTo>
                <a:lnTo>
                  <a:pt x="0" y="3048"/>
                </a:lnTo>
                <a:lnTo>
                  <a:pt x="0" y="1895094"/>
                </a:lnTo>
                <a:lnTo>
                  <a:pt x="3810" y="1898142"/>
                </a:lnTo>
                <a:lnTo>
                  <a:pt x="7620" y="1898142"/>
                </a:lnTo>
                <a:lnTo>
                  <a:pt x="7620" y="15240"/>
                </a:lnTo>
                <a:lnTo>
                  <a:pt x="16001" y="7620"/>
                </a:lnTo>
                <a:lnTo>
                  <a:pt x="16001" y="15240"/>
                </a:lnTo>
                <a:lnTo>
                  <a:pt x="5804154" y="15239"/>
                </a:lnTo>
                <a:lnTo>
                  <a:pt x="5804154" y="7619"/>
                </a:lnTo>
                <a:lnTo>
                  <a:pt x="5811774" y="15239"/>
                </a:lnTo>
                <a:lnTo>
                  <a:pt x="5811774" y="1898142"/>
                </a:lnTo>
                <a:lnTo>
                  <a:pt x="5816346" y="1898142"/>
                </a:lnTo>
                <a:lnTo>
                  <a:pt x="5820156" y="1895094"/>
                </a:lnTo>
                <a:close/>
              </a:path>
              <a:path w="5820409" h="1898650">
                <a:moveTo>
                  <a:pt x="16001" y="15240"/>
                </a:moveTo>
                <a:lnTo>
                  <a:pt x="16001" y="7620"/>
                </a:lnTo>
                <a:lnTo>
                  <a:pt x="7620" y="15240"/>
                </a:lnTo>
                <a:lnTo>
                  <a:pt x="16001" y="15240"/>
                </a:lnTo>
                <a:close/>
              </a:path>
              <a:path w="5820409" h="1898650">
                <a:moveTo>
                  <a:pt x="16002" y="1882140"/>
                </a:moveTo>
                <a:lnTo>
                  <a:pt x="16001" y="15240"/>
                </a:lnTo>
                <a:lnTo>
                  <a:pt x="7620" y="15240"/>
                </a:lnTo>
                <a:lnTo>
                  <a:pt x="7620" y="1882140"/>
                </a:lnTo>
                <a:lnTo>
                  <a:pt x="16002" y="1882140"/>
                </a:lnTo>
                <a:close/>
              </a:path>
              <a:path w="5820409" h="1898650">
                <a:moveTo>
                  <a:pt x="5811774" y="1882139"/>
                </a:moveTo>
                <a:lnTo>
                  <a:pt x="7620" y="1882140"/>
                </a:lnTo>
                <a:lnTo>
                  <a:pt x="16002" y="1890522"/>
                </a:lnTo>
                <a:lnTo>
                  <a:pt x="16002" y="1898142"/>
                </a:lnTo>
                <a:lnTo>
                  <a:pt x="5804154" y="1898142"/>
                </a:lnTo>
                <a:lnTo>
                  <a:pt x="5804154" y="1890521"/>
                </a:lnTo>
                <a:lnTo>
                  <a:pt x="5811774" y="1882139"/>
                </a:lnTo>
                <a:close/>
              </a:path>
              <a:path w="5820409" h="1898650">
                <a:moveTo>
                  <a:pt x="16002" y="1898142"/>
                </a:moveTo>
                <a:lnTo>
                  <a:pt x="16002" y="1890522"/>
                </a:lnTo>
                <a:lnTo>
                  <a:pt x="7620" y="1882140"/>
                </a:lnTo>
                <a:lnTo>
                  <a:pt x="7620" y="1898142"/>
                </a:lnTo>
                <a:lnTo>
                  <a:pt x="16002" y="1898142"/>
                </a:lnTo>
                <a:close/>
              </a:path>
              <a:path w="5820409" h="1898650">
                <a:moveTo>
                  <a:pt x="5811774" y="15239"/>
                </a:moveTo>
                <a:lnTo>
                  <a:pt x="5804154" y="7619"/>
                </a:lnTo>
                <a:lnTo>
                  <a:pt x="5804154" y="15239"/>
                </a:lnTo>
                <a:lnTo>
                  <a:pt x="5811774" y="15239"/>
                </a:lnTo>
                <a:close/>
              </a:path>
              <a:path w="5820409" h="1898650">
                <a:moveTo>
                  <a:pt x="5811774" y="1882139"/>
                </a:moveTo>
                <a:lnTo>
                  <a:pt x="5811774" y="15239"/>
                </a:lnTo>
                <a:lnTo>
                  <a:pt x="5804154" y="15239"/>
                </a:lnTo>
                <a:lnTo>
                  <a:pt x="5804154" y="1882139"/>
                </a:lnTo>
                <a:lnTo>
                  <a:pt x="5811774" y="1882139"/>
                </a:lnTo>
                <a:close/>
              </a:path>
              <a:path w="5820409" h="1898650">
                <a:moveTo>
                  <a:pt x="5811774" y="1898142"/>
                </a:moveTo>
                <a:lnTo>
                  <a:pt x="5811774" y="1882139"/>
                </a:lnTo>
                <a:lnTo>
                  <a:pt x="5804154" y="1890521"/>
                </a:lnTo>
                <a:lnTo>
                  <a:pt x="5804154" y="1898142"/>
                </a:lnTo>
                <a:lnTo>
                  <a:pt x="5811774" y="189814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3631DD-ED6F-4B0A-AD62-3B461E8EB5F6}"/>
              </a:ext>
            </a:extLst>
          </p:cNvPr>
          <p:cNvSpPr txBox="1"/>
          <p:nvPr/>
        </p:nvSpPr>
        <p:spPr>
          <a:xfrm>
            <a:off x="6419195" y="2693913"/>
            <a:ext cx="1454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(Convexity)</a:t>
            </a:r>
          </a:p>
        </p:txBody>
      </p:sp>
    </p:spTree>
    <p:extLst>
      <p:ext uri="{BB962C8B-B14F-4D97-AF65-F5344CB8AC3E}">
        <p14:creationId xmlns:p14="http://schemas.microsoft.com/office/powerpoint/2010/main" val="2001371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DC4A-10E4-4C0E-9894-7D330116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021CE-30D0-448C-8A5F-E7B4C4A57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sz="2667" dirty="0"/>
              <a:t>“Quadratic programming is the process of solving a special type of</a:t>
            </a:r>
          </a:p>
          <a:p>
            <a:pPr marL="0" indent="0" algn="just">
              <a:buNone/>
            </a:pPr>
            <a:r>
              <a:rPr lang="en-US" sz="2667" dirty="0"/>
              <a:t> </a:t>
            </a:r>
          </a:p>
          <a:p>
            <a:pPr marL="0" indent="0" algn="just">
              <a:buNone/>
            </a:pPr>
            <a:r>
              <a:rPr lang="en-US" sz="2667" dirty="0"/>
              <a:t>mathematical </a:t>
            </a:r>
            <a:r>
              <a:rPr lang="en-US" sz="2667"/>
              <a:t>optimization problem specifically</a:t>
            </a:r>
            <a:r>
              <a:rPr lang="en-US" sz="2667" dirty="0"/>
              <a:t>, a quadratic optimization </a:t>
            </a:r>
          </a:p>
          <a:p>
            <a:pPr marL="0" indent="0" algn="just">
              <a:buNone/>
            </a:pPr>
            <a:endParaRPr lang="en-US" sz="2667" dirty="0"/>
          </a:p>
          <a:p>
            <a:pPr marL="0" indent="0" algn="just">
              <a:buNone/>
            </a:pPr>
            <a:r>
              <a:rPr lang="en-US" sz="2667" dirty="0"/>
              <a:t>problem, that is, the problem of optimizing a quadratic function of several </a:t>
            </a:r>
          </a:p>
          <a:p>
            <a:pPr marL="0" indent="0" algn="just">
              <a:buNone/>
            </a:pPr>
            <a:endParaRPr lang="en-US" sz="2667" dirty="0"/>
          </a:p>
          <a:p>
            <a:pPr marL="0" indent="0" algn="just">
              <a:buNone/>
            </a:pPr>
            <a:r>
              <a:rPr lang="en-US" sz="2667" dirty="0"/>
              <a:t>variables subject to linear constraints on these variables.” (wiki)</a:t>
            </a:r>
          </a:p>
        </p:txBody>
      </p:sp>
    </p:spTree>
    <p:extLst>
      <p:ext uri="{BB962C8B-B14F-4D97-AF65-F5344CB8AC3E}">
        <p14:creationId xmlns:p14="http://schemas.microsoft.com/office/powerpoint/2010/main" val="2565468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2BA4-C11F-4859-A560-72DD338F4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SVM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0DAF5C60-5981-41A9-ACDD-42AFFFD160E7}"/>
              </a:ext>
            </a:extLst>
          </p:cNvPr>
          <p:cNvSpPr txBox="1"/>
          <p:nvPr/>
        </p:nvSpPr>
        <p:spPr>
          <a:xfrm>
            <a:off x="1223281" y="1977337"/>
            <a:ext cx="8566524" cy="3289526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240559" marR="420605">
              <a:spcBef>
                <a:spcPts val="112"/>
              </a:spcBef>
              <a:buClr>
                <a:srgbClr val="3333CC"/>
              </a:buClr>
              <a:buSzPct val="58695"/>
              <a:tabLst>
                <a:tab pos="643983" algn="l"/>
                <a:tab pos="644731" algn="l"/>
              </a:tabLst>
            </a:pPr>
            <a:r>
              <a:rPr sz="2707" spc="-5" dirty="0">
                <a:latin typeface="+mj-lt"/>
                <a:cs typeface="Tahoma"/>
              </a:rPr>
              <a:t>Now we can </a:t>
            </a:r>
            <a:r>
              <a:rPr sz="2707" spc="-12" dirty="0">
                <a:latin typeface="+mj-lt"/>
                <a:cs typeface="Tahoma"/>
              </a:rPr>
              <a:t>formulate </a:t>
            </a:r>
            <a:r>
              <a:rPr sz="2707" spc="-5" dirty="0">
                <a:latin typeface="+mj-lt"/>
                <a:cs typeface="Tahoma"/>
              </a:rPr>
              <a:t>the quadratic optimization  problem</a:t>
            </a:r>
            <a:r>
              <a:rPr sz="2707" spc="12" dirty="0">
                <a:latin typeface="+mj-lt"/>
                <a:cs typeface="Tahoma"/>
              </a:rPr>
              <a:t> </a:t>
            </a:r>
            <a:r>
              <a:rPr sz="2707" spc="-5" dirty="0">
                <a:latin typeface="+mj-lt"/>
                <a:cs typeface="Tahoma"/>
              </a:rPr>
              <a:t>as</a:t>
            </a:r>
            <a:endParaRPr lang="en-US" sz="2707" spc="-5" dirty="0">
              <a:latin typeface="+mj-lt"/>
              <a:cs typeface="Tahoma"/>
            </a:endParaRPr>
          </a:p>
          <a:p>
            <a:pPr marL="643983" marR="420605" indent="-403423">
              <a:spcBef>
                <a:spcPts val="112"/>
              </a:spcBef>
              <a:buClr>
                <a:srgbClr val="3333CC"/>
              </a:buClr>
              <a:buSzPct val="58695"/>
              <a:buFont typeface="Wingdings"/>
              <a:buChar char=""/>
              <a:tabLst>
                <a:tab pos="643983" algn="l"/>
                <a:tab pos="644731" algn="l"/>
              </a:tabLst>
            </a:pPr>
            <a:endParaRPr sz="2707" dirty="0">
              <a:latin typeface="Tahoma"/>
              <a:cs typeface="Tahoma"/>
            </a:endParaRPr>
          </a:p>
          <a:p>
            <a:pPr marL="14941">
              <a:spcBef>
                <a:spcPts val="176"/>
              </a:spcBef>
            </a:pPr>
            <a:r>
              <a:rPr sz="2353" spc="-5" dirty="0">
                <a:latin typeface="Arial"/>
                <a:cs typeface="Arial"/>
              </a:rPr>
              <a:t>Given a </a:t>
            </a:r>
            <a:r>
              <a:rPr sz="2353" spc="-12" dirty="0">
                <a:latin typeface="Arial"/>
                <a:cs typeface="Arial"/>
              </a:rPr>
              <a:t>linearly separable </a:t>
            </a:r>
            <a:r>
              <a:rPr sz="2353" spc="-5" dirty="0">
                <a:latin typeface="Arial"/>
                <a:cs typeface="Arial"/>
              </a:rPr>
              <a:t>training </a:t>
            </a:r>
            <a:r>
              <a:rPr sz="2353" spc="-12" dirty="0">
                <a:latin typeface="Arial"/>
                <a:cs typeface="Arial"/>
              </a:rPr>
              <a:t>sample </a:t>
            </a:r>
            <a:r>
              <a:rPr sz="2353" spc="-5" dirty="0">
                <a:latin typeface="Arial"/>
                <a:cs typeface="Arial"/>
              </a:rPr>
              <a:t>S = </a:t>
            </a:r>
            <a:r>
              <a:rPr sz="2353" spc="-12" dirty="0">
                <a:latin typeface="Arial"/>
                <a:cs typeface="Arial"/>
              </a:rPr>
              <a:t>((</a:t>
            </a:r>
            <a:r>
              <a:rPr sz="2353" b="1" spc="-12" dirty="0">
                <a:latin typeface="Arial"/>
                <a:cs typeface="Arial"/>
              </a:rPr>
              <a:t>x</a:t>
            </a:r>
            <a:r>
              <a:rPr sz="2353" spc="-12" baseline="-25000" dirty="0">
                <a:latin typeface="Arial"/>
                <a:cs typeface="Arial"/>
              </a:rPr>
              <a:t>1</a:t>
            </a:r>
            <a:r>
              <a:rPr sz="2353" spc="-12" dirty="0">
                <a:latin typeface="Arial"/>
                <a:cs typeface="Arial"/>
              </a:rPr>
              <a:t>,y</a:t>
            </a:r>
            <a:r>
              <a:rPr sz="2353" spc="-12" baseline="-25000" dirty="0">
                <a:latin typeface="Arial"/>
                <a:cs typeface="Arial"/>
              </a:rPr>
              <a:t>1</a:t>
            </a:r>
            <a:r>
              <a:rPr sz="2353" spc="-12" dirty="0">
                <a:latin typeface="Arial"/>
                <a:cs typeface="Arial"/>
              </a:rPr>
              <a:t>),...(</a:t>
            </a:r>
            <a:r>
              <a:rPr sz="2353" b="1" spc="-12" dirty="0">
                <a:latin typeface="Arial"/>
                <a:cs typeface="Arial"/>
              </a:rPr>
              <a:t>x</a:t>
            </a:r>
            <a:r>
              <a:rPr lang="en-US" sz="2353" spc="-12" baseline="-25000" dirty="0">
                <a:latin typeface="Arial"/>
                <a:cs typeface="Arial"/>
              </a:rPr>
              <a:t>n</a:t>
            </a:r>
            <a:r>
              <a:rPr sz="2353" spc="224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,y</a:t>
            </a:r>
            <a:r>
              <a:rPr lang="en-US" sz="2353" spc="-5" baseline="-25000" dirty="0">
                <a:latin typeface="Arial"/>
                <a:cs typeface="Arial"/>
              </a:rPr>
              <a:t>n</a:t>
            </a:r>
            <a:r>
              <a:rPr sz="2353" spc="-5" dirty="0">
                <a:latin typeface="Arial"/>
                <a:cs typeface="Arial"/>
              </a:rPr>
              <a:t>)),</a:t>
            </a:r>
            <a:endParaRPr sz="2353" dirty="0">
              <a:latin typeface="Arial"/>
              <a:cs typeface="Arial"/>
            </a:endParaRPr>
          </a:p>
          <a:p>
            <a:pPr marL="14941">
              <a:spcBef>
                <a:spcPts val="1412"/>
              </a:spcBef>
            </a:pPr>
            <a:r>
              <a:rPr sz="2353" spc="-5" dirty="0">
                <a:latin typeface="Arial"/>
                <a:cs typeface="Arial"/>
              </a:rPr>
              <a:t>the </a:t>
            </a:r>
            <a:r>
              <a:rPr sz="2353" spc="-12" dirty="0">
                <a:latin typeface="Arial"/>
                <a:cs typeface="Arial"/>
              </a:rPr>
              <a:t>hyperplane </a:t>
            </a:r>
            <a:r>
              <a:rPr sz="2353" spc="-5" dirty="0">
                <a:latin typeface="Arial"/>
                <a:cs typeface="Arial"/>
              </a:rPr>
              <a:t>(</a:t>
            </a:r>
            <a:r>
              <a:rPr sz="2353" b="1" spc="-5" dirty="0">
                <a:latin typeface="Arial"/>
                <a:cs typeface="Arial"/>
              </a:rPr>
              <a:t>w</a:t>
            </a:r>
            <a:r>
              <a:rPr sz="2353" spc="-5" dirty="0">
                <a:latin typeface="Arial"/>
                <a:cs typeface="Arial"/>
              </a:rPr>
              <a:t>,b) that solves the </a:t>
            </a:r>
            <a:r>
              <a:rPr sz="2353" spc="-12" dirty="0">
                <a:latin typeface="Arial"/>
                <a:cs typeface="Arial"/>
              </a:rPr>
              <a:t>optimization</a:t>
            </a:r>
            <a:r>
              <a:rPr sz="2353" spc="29" dirty="0">
                <a:latin typeface="Arial"/>
                <a:cs typeface="Arial"/>
              </a:rPr>
              <a:t> </a:t>
            </a:r>
            <a:r>
              <a:rPr sz="2353" spc="-12" dirty="0">
                <a:latin typeface="Arial"/>
                <a:cs typeface="Arial"/>
              </a:rPr>
              <a:t>problem</a:t>
            </a:r>
            <a:endParaRPr sz="2353" dirty="0">
              <a:latin typeface="Arial"/>
              <a:cs typeface="Arial"/>
            </a:endParaRPr>
          </a:p>
          <a:p>
            <a:pPr marL="2413069">
              <a:spcBef>
                <a:spcPts val="1412"/>
              </a:spcBef>
              <a:tabLst>
                <a:tab pos="3907229" algn="l"/>
              </a:tabLst>
            </a:pPr>
            <a:r>
              <a:rPr sz="2353" spc="-5" dirty="0">
                <a:latin typeface="Arial"/>
                <a:cs typeface="Arial"/>
              </a:rPr>
              <a:t>minimizes	&lt;</a:t>
            </a:r>
            <a:r>
              <a:rPr sz="2353" b="1" spc="-5" dirty="0">
                <a:latin typeface="Arial"/>
                <a:cs typeface="Arial"/>
              </a:rPr>
              <a:t>w </a:t>
            </a:r>
            <a:r>
              <a:rPr sz="2353" spc="-5" dirty="0">
                <a:latin typeface="Arial"/>
                <a:cs typeface="Arial"/>
              </a:rPr>
              <a:t>*</a:t>
            </a:r>
            <a:r>
              <a:rPr sz="2353" spc="-35" dirty="0">
                <a:latin typeface="Arial"/>
                <a:cs typeface="Arial"/>
              </a:rPr>
              <a:t> </a:t>
            </a:r>
            <a:r>
              <a:rPr sz="2353" b="1" spc="-5" dirty="0">
                <a:latin typeface="Arial"/>
                <a:cs typeface="Arial"/>
              </a:rPr>
              <a:t>w</a:t>
            </a:r>
            <a:r>
              <a:rPr sz="2353" spc="-5" dirty="0">
                <a:latin typeface="Arial"/>
                <a:cs typeface="Arial"/>
              </a:rPr>
              <a:t>&gt;</a:t>
            </a:r>
            <a:endParaRPr sz="2353" dirty="0">
              <a:latin typeface="Arial"/>
              <a:cs typeface="Arial"/>
            </a:endParaRPr>
          </a:p>
          <a:p>
            <a:pPr marL="2397379">
              <a:spcBef>
                <a:spcPts val="1412"/>
              </a:spcBef>
              <a:tabLst>
                <a:tab pos="3839991" algn="l"/>
                <a:tab pos="6465977" algn="l"/>
              </a:tabLst>
            </a:pPr>
            <a:r>
              <a:rPr sz="2353" spc="-5" dirty="0">
                <a:latin typeface="Arial"/>
                <a:cs typeface="Arial"/>
              </a:rPr>
              <a:t>subject</a:t>
            </a:r>
            <a:r>
              <a:rPr sz="2353" spc="5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to	y</a:t>
            </a:r>
            <a:r>
              <a:rPr sz="2295" spc="-8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(&lt;</a:t>
            </a:r>
            <a:r>
              <a:rPr sz="2353" b="1" spc="-5" dirty="0">
                <a:latin typeface="Arial"/>
                <a:cs typeface="Arial"/>
              </a:rPr>
              <a:t>w </a:t>
            </a:r>
            <a:r>
              <a:rPr sz="2353" spc="-5" dirty="0">
                <a:latin typeface="Arial"/>
                <a:cs typeface="Arial"/>
              </a:rPr>
              <a:t>* </a:t>
            </a:r>
            <a:r>
              <a:rPr sz="2353" b="1" spc="-5" dirty="0">
                <a:latin typeface="Arial"/>
                <a:cs typeface="Arial"/>
              </a:rPr>
              <a:t>x</a:t>
            </a:r>
            <a:r>
              <a:rPr sz="2295" spc="-8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&gt; + b) ≥</a:t>
            </a:r>
            <a:r>
              <a:rPr sz="2353" spc="5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1	</a:t>
            </a:r>
            <a:r>
              <a:rPr lang="en-US" sz="2353" spc="-5" dirty="0">
                <a:latin typeface="Arial"/>
                <a:cs typeface="Arial"/>
              </a:rPr>
              <a:t>           </a:t>
            </a:r>
            <a:r>
              <a:rPr sz="2353" spc="-5" dirty="0">
                <a:latin typeface="Arial"/>
                <a:cs typeface="Arial"/>
              </a:rPr>
              <a:t>i =</a:t>
            </a:r>
            <a:r>
              <a:rPr sz="2353" spc="-24" dirty="0">
                <a:latin typeface="Arial"/>
                <a:cs typeface="Arial"/>
              </a:rPr>
              <a:t> </a:t>
            </a:r>
            <a:r>
              <a:rPr sz="2353" spc="-12" dirty="0">
                <a:latin typeface="Arial"/>
                <a:cs typeface="Arial"/>
              </a:rPr>
              <a:t>1,....</a:t>
            </a:r>
            <a:r>
              <a:rPr lang="en-US" sz="2353" spc="-12" dirty="0">
                <a:latin typeface="Arial"/>
                <a:cs typeface="Arial"/>
              </a:rPr>
              <a:t>n</a:t>
            </a:r>
            <a:endParaRPr sz="2353" dirty="0">
              <a:latin typeface="Arial"/>
              <a:cs typeface="Arial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0B84ECE3-4D7E-430C-9655-3DE0E9A06E8E}"/>
              </a:ext>
            </a:extLst>
          </p:cNvPr>
          <p:cNvSpPr/>
          <p:nvPr/>
        </p:nvSpPr>
        <p:spPr>
          <a:xfrm>
            <a:off x="8734340" y="3255820"/>
            <a:ext cx="268941" cy="896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869D65BE-05B7-4552-8D94-29BC4B0CB9D6}"/>
              </a:ext>
            </a:extLst>
          </p:cNvPr>
          <p:cNvSpPr/>
          <p:nvPr/>
        </p:nvSpPr>
        <p:spPr>
          <a:xfrm>
            <a:off x="7604794" y="3242783"/>
            <a:ext cx="268941" cy="896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057DA7D-BDEB-425B-8175-9433474BC722}"/>
              </a:ext>
            </a:extLst>
          </p:cNvPr>
          <p:cNvSpPr/>
          <p:nvPr/>
        </p:nvSpPr>
        <p:spPr>
          <a:xfrm>
            <a:off x="5837932" y="4325062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5E87C880-3A03-43DB-882A-0682EDA38344}"/>
              </a:ext>
            </a:extLst>
          </p:cNvPr>
          <p:cNvSpPr/>
          <p:nvPr/>
        </p:nvSpPr>
        <p:spPr>
          <a:xfrm>
            <a:off x="5317978" y="4351145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8E11AF98-91A8-4FEB-BEA4-C5B293642156}"/>
              </a:ext>
            </a:extLst>
          </p:cNvPr>
          <p:cNvSpPr/>
          <p:nvPr/>
        </p:nvSpPr>
        <p:spPr>
          <a:xfrm>
            <a:off x="6048194" y="4889023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3341A21C-3993-4624-87E5-3507F62DED7A}"/>
              </a:ext>
            </a:extLst>
          </p:cNvPr>
          <p:cNvSpPr/>
          <p:nvPr/>
        </p:nvSpPr>
        <p:spPr>
          <a:xfrm>
            <a:off x="5542912" y="4882507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2B8D5209-DE99-4D1C-AABF-EF906C65ACFC}"/>
              </a:ext>
            </a:extLst>
          </p:cNvPr>
          <p:cNvSpPr/>
          <p:nvPr/>
        </p:nvSpPr>
        <p:spPr>
          <a:xfrm>
            <a:off x="3410940" y="3826295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</p:spTree>
    <p:extLst>
      <p:ext uri="{BB962C8B-B14F-4D97-AF65-F5344CB8AC3E}">
        <p14:creationId xmlns:p14="http://schemas.microsoft.com/office/powerpoint/2010/main" val="4007702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1CDD-1848-404E-B378-522E83E84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 (Unconstrained optimization)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78E11A-36B8-4B96-ADE8-6CECF3625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15375"/>
            <a:ext cx="11887200" cy="5372100"/>
          </a:xfrm>
        </p:spPr>
        <p:txBody>
          <a:bodyPr>
            <a:normAutofit/>
          </a:bodyPr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667" dirty="0"/>
              <a:t>In order to find a maxima/minima of a function, we need to find the points where the gradient of the function is zero. 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2667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667" dirty="0"/>
              <a:t>If the function is convex, it will give us global maxima/minima.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2667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667" dirty="0"/>
              <a:t>If the function is non-convex, 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en-US" sz="2667" dirty="0"/>
              <a:t>it will give us local maxima/minima.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5E2F4-8219-48AB-95AE-404096918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965" y="3576143"/>
            <a:ext cx="4102100" cy="273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95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1C520-CFA8-4231-81B2-B29BCA74F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 (Unconstrained optimization)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67901-9025-41FB-93C0-C876142EE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667" dirty="0"/>
              <a:t>If f(x) is a function which is constraints by another function g(x). Then, the gradient of the function f(x) and the gradient of the corresponding constraints g(x) are either parallel/anti-parallel vectors at the optimal point.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2667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667" dirty="0"/>
              <a:t>In order to form the optimal value of function f(x), we need to write the function and it’s constrained in a close form. 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2667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667" dirty="0"/>
              <a:t>Lagrange multiplier give us this close form representation.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10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433D-DE39-4536-8AE0-CBF3E1D97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(Lagrange Multiplier)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30066-E5DC-46F6-B126-424BBE8C7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133" dirty="0"/>
              <a:t>The method of Lagrange multipliers is a strategy for finding the local maxima/minima of a function subject to equality constraints. 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2133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133" dirty="0"/>
              <a:t>Constraints are in the form of constants or another 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en-US" sz="2133" dirty="0"/>
              <a:t>      functions that have to be satisfied exactly by 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en-US" sz="2133" dirty="0"/>
              <a:t>      the chosen values of the variables 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en-US" sz="2133" dirty="0"/>
              <a:t>      to achieve the optimal value.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2133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133" dirty="0"/>
              <a:t>For example:  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en-US" sz="2133" dirty="0"/>
              <a:t>      Optimize: 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2133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133" dirty="0"/>
              <a:t>With the constraints:   x + y = 1</a:t>
            </a:r>
          </a:p>
          <a:p>
            <a:endParaRPr lang="en-US" sz="2133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DC42FCE-FF15-4591-9D30-B594B8AA5458}"/>
                  </a:ext>
                </a:extLst>
              </p:cNvPr>
              <p:cNvSpPr/>
              <p:nvPr/>
            </p:nvSpPr>
            <p:spPr>
              <a:xfrm>
                <a:off x="2097890" y="4755264"/>
                <a:ext cx="32701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)=2−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DC42FCE-FF15-4591-9D30-B594B8AA54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890" y="4755264"/>
                <a:ext cx="3270191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92DB6A0-CB45-4E9A-BF6A-081A9FC2F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547" y="2069303"/>
            <a:ext cx="4627607" cy="394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94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FB84-0919-409D-AD3B-FBDF0A13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SVM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CB9F67CE-53B3-4DE2-8BB8-3A4D3EFCEEF3}"/>
              </a:ext>
            </a:extLst>
          </p:cNvPr>
          <p:cNvSpPr txBox="1"/>
          <p:nvPr/>
        </p:nvSpPr>
        <p:spPr>
          <a:xfrm>
            <a:off x="2642939" y="1075577"/>
            <a:ext cx="7873253" cy="1280129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2413069">
              <a:spcBef>
                <a:spcPts val="112"/>
              </a:spcBef>
              <a:tabLst>
                <a:tab pos="3907229" algn="l"/>
              </a:tabLst>
            </a:pPr>
            <a:r>
              <a:rPr sz="2353" spc="-5" dirty="0">
                <a:latin typeface="Arial"/>
                <a:cs typeface="Arial"/>
              </a:rPr>
              <a:t>minimizes	&lt;</a:t>
            </a:r>
            <a:r>
              <a:rPr sz="2353" b="1" spc="-5" dirty="0">
                <a:latin typeface="Arial"/>
                <a:cs typeface="Arial"/>
              </a:rPr>
              <a:t>w </a:t>
            </a:r>
            <a:r>
              <a:rPr sz="2353" spc="-5" dirty="0">
                <a:latin typeface="Arial"/>
                <a:cs typeface="Arial"/>
              </a:rPr>
              <a:t>*</a:t>
            </a:r>
            <a:r>
              <a:rPr sz="2353" spc="-35" dirty="0">
                <a:latin typeface="Arial"/>
                <a:cs typeface="Arial"/>
              </a:rPr>
              <a:t> </a:t>
            </a:r>
            <a:r>
              <a:rPr sz="2353" b="1" spc="-5" dirty="0">
                <a:latin typeface="Arial"/>
                <a:cs typeface="Arial"/>
              </a:rPr>
              <a:t>w</a:t>
            </a:r>
            <a:r>
              <a:rPr sz="2353" spc="-5" dirty="0">
                <a:latin typeface="Arial"/>
                <a:cs typeface="Arial"/>
              </a:rPr>
              <a:t>&gt;</a:t>
            </a:r>
            <a:endParaRPr sz="2353" dirty="0">
              <a:latin typeface="Arial"/>
              <a:cs typeface="Arial"/>
            </a:endParaRPr>
          </a:p>
          <a:p>
            <a:pPr marL="2397379">
              <a:tabLst>
                <a:tab pos="3840739" algn="l"/>
                <a:tab pos="6488390" algn="l"/>
              </a:tabLst>
            </a:pPr>
            <a:r>
              <a:rPr sz="2353" spc="-5" dirty="0">
                <a:latin typeface="Arial"/>
                <a:cs typeface="Arial"/>
              </a:rPr>
              <a:t>subject</a:t>
            </a:r>
            <a:r>
              <a:rPr sz="2353" spc="5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to	yi(&lt;</a:t>
            </a:r>
            <a:r>
              <a:rPr sz="2353" b="1" spc="-5" dirty="0">
                <a:latin typeface="Arial"/>
                <a:cs typeface="Arial"/>
              </a:rPr>
              <a:t>w </a:t>
            </a:r>
            <a:r>
              <a:rPr sz="2353" spc="-5" dirty="0">
                <a:latin typeface="Arial"/>
                <a:cs typeface="Arial"/>
              </a:rPr>
              <a:t>* </a:t>
            </a:r>
            <a:r>
              <a:rPr sz="2353" b="1" spc="-5" dirty="0">
                <a:latin typeface="Arial"/>
                <a:cs typeface="Arial"/>
              </a:rPr>
              <a:t>x</a:t>
            </a:r>
            <a:r>
              <a:rPr sz="2295" spc="-8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&gt; + b) ≥</a:t>
            </a:r>
            <a:r>
              <a:rPr sz="2353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1	</a:t>
            </a:r>
            <a:r>
              <a:rPr lang="en-US" sz="2353" spc="-5" dirty="0">
                <a:latin typeface="Arial"/>
                <a:cs typeface="Arial"/>
              </a:rPr>
              <a:t>   </a:t>
            </a:r>
            <a:r>
              <a:rPr sz="2353" spc="-5" dirty="0">
                <a:latin typeface="Arial"/>
                <a:cs typeface="Arial"/>
              </a:rPr>
              <a:t>i =</a:t>
            </a:r>
            <a:r>
              <a:rPr sz="2353" spc="-35" dirty="0">
                <a:latin typeface="Arial"/>
                <a:cs typeface="Arial"/>
              </a:rPr>
              <a:t> </a:t>
            </a:r>
            <a:r>
              <a:rPr sz="2353" spc="-12" dirty="0">
                <a:latin typeface="Arial"/>
                <a:cs typeface="Arial"/>
              </a:rPr>
              <a:t>1,....</a:t>
            </a:r>
            <a:r>
              <a:rPr lang="en-US" sz="2353" spc="-12" dirty="0">
                <a:latin typeface="Arial"/>
                <a:cs typeface="Arial"/>
              </a:rPr>
              <a:t>n</a:t>
            </a:r>
            <a:endParaRPr sz="2353" dirty="0">
              <a:latin typeface="Arial"/>
              <a:cs typeface="Arial"/>
            </a:endParaRPr>
          </a:p>
          <a:p>
            <a:pPr marL="14941">
              <a:spcBef>
                <a:spcPts val="1412"/>
              </a:spcBef>
            </a:pPr>
            <a:r>
              <a:rPr sz="2353" spc="-12" dirty="0">
                <a:latin typeface="Arial"/>
                <a:cs typeface="Arial"/>
              </a:rPr>
              <a:t>Convert </a:t>
            </a:r>
            <a:r>
              <a:rPr sz="2353" spc="-5" dirty="0">
                <a:latin typeface="Arial"/>
                <a:cs typeface="Arial"/>
              </a:rPr>
              <a:t>the </a:t>
            </a:r>
            <a:r>
              <a:rPr sz="2353" spc="-12" dirty="0">
                <a:latin typeface="Arial"/>
                <a:cs typeface="Arial"/>
              </a:rPr>
              <a:t>problem </a:t>
            </a:r>
            <a:r>
              <a:rPr sz="2353" spc="-5" dirty="0">
                <a:latin typeface="Arial"/>
                <a:cs typeface="Arial"/>
              </a:rPr>
              <a:t>from the </a:t>
            </a:r>
            <a:r>
              <a:rPr sz="2353" spc="-12" dirty="0">
                <a:latin typeface="Arial"/>
                <a:cs typeface="Arial"/>
              </a:rPr>
              <a:t>primal </a:t>
            </a:r>
            <a:r>
              <a:rPr sz="2353" spc="-5" dirty="0">
                <a:latin typeface="Arial"/>
                <a:cs typeface="Arial"/>
              </a:rPr>
              <a:t>form into the dual</a:t>
            </a:r>
            <a:r>
              <a:rPr sz="2353" spc="95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form</a:t>
            </a:r>
            <a:endParaRPr sz="2353" dirty="0">
              <a:latin typeface="Arial"/>
              <a:cs typeface="Arial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2B900EFA-F8E1-4A68-8DF8-69E94658AC40}"/>
              </a:ext>
            </a:extLst>
          </p:cNvPr>
          <p:cNvSpPr/>
          <p:nvPr/>
        </p:nvSpPr>
        <p:spPr>
          <a:xfrm>
            <a:off x="6763726" y="1089622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124A6104-A916-4B43-9ED1-14EE20121EA5}"/>
              </a:ext>
            </a:extLst>
          </p:cNvPr>
          <p:cNvSpPr/>
          <p:nvPr/>
        </p:nvSpPr>
        <p:spPr>
          <a:xfrm>
            <a:off x="7301608" y="1089622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8709E17-C44B-4369-9812-762F4867024D}"/>
              </a:ext>
            </a:extLst>
          </p:cNvPr>
          <p:cNvSpPr/>
          <p:nvPr/>
        </p:nvSpPr>
        <p:spPr>
          <a:xfrm>
            <a:off x="6943020" y="1448210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EA490AF6-C0DB-492F-AF1C-CFFEA3197216}"/>
              </a:ext>
            </a:extLst>
          </p:cNvPr>
          <p:cNvSpPr/>
          <p:nvPr/>
        </p:nvSpPr>
        <p:spPr>
          <a:xfrm>
            <a:off x="7480903" y="1448210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C648C378-FC21-43A9-A435-E1BC0857AABF}"/>
              </a:ext>
            </a:extLst>
          </p:cNvPr>
          <p:cNvSpPr txBox="1"/>
          <p:nvPr/>
        </p:nvSpPr>
        <p:spPr>
          <a:xfrm>
            <a:off x="2867067" y="2775285"/>
            <a:ext cx="6356724" cy="522149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353" spc="-12" dirty="0">
                <a:latin typeface="Arial"/>
                <a:cs typeface="Arial"/>
              </a:rPr>
              <a:t>L</a:t>
            </a:r>
            <a:r>
              <a:rPr sz="2353" spc="-5" dirty="0">
                <a:latin typeface="Arial"/>
                <a:cs typeface="Arial"/>
              </a:rPr>
              <a:t>(</a:t>
            </a:r>
            <a:r>
              <a:rPr sz="2353" b="1" spc="-12" dirty="0">
                <a:latin typeface="Arial"/>
                <a:cs typeface="Arial"/>
              </a:rPr>
              <a:t>w</a:t>
            </a:r>
            <a:r>
              <a:rPr sz="2353" spc="-5" dirty="0">
                <a:latin typeface="Arial"/>
                <a:cs typeface="Arial"/>
              </a:rPr>
              <a:t>,b,</a:t>
            </a:r>
            <a:r>
              <a:rPr sz="2353" b="1" spc="-12" dirty="0">
                <a:latin typeface="Arial"/>
                <a:cs typeface="Arial"/>
              </a:rPr>
              <a:t>α</a:t>
            </a:r>
            <a:r>
              <a:rPr sz="2353" spc="-5" dirty="0">
                <a:latin typeface="Arial"/>
                <a:cs typeface="Arial"/>
              </a:rPr>
              <a:t>)</a:t>
            </a:r>
            <a:r>
              <a:rPr sz="2353" spc="-35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= </a:t>
            </a:r>
            <a:r>
              <a:rPr sz="2353" u="heavy" spc="-1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2353" spc="-12" dirty="0">
                <a:latin typeface="Arial"/>
                <a:cs typeface="Arial"/>
              </a:rPr>
              <a:t>&lt;</a:t>
            </a:r>
            <a:r>
              <a:rPr sz="2353" b="1" spc="-5" dirty="0">
                <a:latin typeface="Arial"/>
                <a:cs typeface="Arial"/>
              </a:rPr>
              <a:t>w</a:t>
            </a:r>
            <a:r>
              <a:rPr sz="2353" b="1" spc="-12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*</a:t>
            </a:r>
            <a:r>
              <a:rPr sz="2353" spc="-12" dirty="0">
                <a:latin typeface="Arial"/>
                <a:cs typeface="Arial"/>
              </a:rPr>
              <a:t> </a:t>
            </a:r>
            <a:r>
              <a:rPr sz="2353" b="1" spc="-12" dirty="0">
                <a:latin typeface="Arial"/>
                <a:cs typeface="Arial"/>
              </a:rPr>
              <a:t>w</a:t>
            </a:r>
            <a:r>
              <a:rPr sz="2353" spc="-5" dirty="0">
                <a:latin typeface="Arial"/>
                <a:cs typeface="Arial"/>
              </a:rPr>
              <a:t>&gt;</a:t>
            </a:r>
            <a:r>
              <a:rPr sz="2353" spc="-24" dirty="0">
                <a:latin typeface="Arial"/>
                <a:cs typeface="Arial"/>
              </a:rPr>
              <a:t> </a:t>
            </a:r>
            <a:r>
              <a:rPr sz="2117" dirty="0">
                <a:latin typeface="Arial"/>
                <a:cs typeface="Arial"/>
              </a:rPr>
              <a:t>–</a:t>
            </a:r>
            <a:r>
              <a:rPr sz="2117" spc="-171" dirty="0">
                <a:latin typeface="Arial"/>
                <a:cs typeface="Arial"/>
              </a:rPr>
              <a:t> </a:t>
            </a:r>
            <a:r>
              <a:rPr sz="3295" dirty="0">
                <a:latin typeface="Arial"/>
                <a:cs typeface="Arial"/>
              </a:rPr>
              <a:t>∑</a:t>
            </a:r>
            <a:r>
              <a:rPr sz="2353" spc="-5" dirty="0">
                <a:latin typeface="Arial"/>
                <a:cs typeface="Arial"/>
              </a:rPr>
              <a:t>α</a:t>
            </a:r>
            <a:r>
              <a:rPr sz="2295" spc="8" baseline="-21367" dirty="0">
                <a:latin typeface="Arial"/>
                <a:cs typeface="Arial"/>
              </a:rPr>
              <a:t>i </a:t>
            </a:r>
            <a:r>
              <a:rPr sz="2353" spc="-5" dirty="0">
                <a:latin typeface="Arial"/>
                <a:cs typeface="Arial"/>
              </a:rPr>
              <a:t>[y</a:t>
            </a:r>
            <a:r>
              <a:rPr sz="2295" spc="8" baseline="-21367" dirty="0">
                <a:latin typeface="Arial"/>
                <a:cs typeface="Arial"/>
              </a:rPr>
              <a:t>i</a:t>
            </a:r>
            <a:r>
              <a:rPr sz="2295" baseline="-21367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(</a:t>
            </a:r>
            <a:r>
              <a:rPr sz="2353" spc="-12" dirty="0">
                <a:latin typeface="Arial"/>
                <a:cs typeface="Arial"/>
              </a:rPr>
              <a:t>&lt;</a:t>
            </a:r>
            <a:r>
              <a:rPr sz="2353" b="1" spc="-5" dirty="0">
                <a:latin typeface="Arial"/>
                <a:cs typeface="Arial"/>
              </a:rPr>
              <a:t>w</a:t>
            </a:r>
            <a:r>
              <a:rPr sz="2353" b="1" spc="-12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*</a:t>
            </a:r>
            <a:r>
              <a:rPr sz="2353" spc="-17" dirty="0">
                <a:latin typeface="Arial"/>
                <a:cs typeface="Arial"/>
              </a:rPr>
              <a:t> </a:t>
            </a:r>
            <a:r>
              <a:rPr sz="2353" b="1" spc="-12" dirty="0">
                <a:latin typeface="Arial"/>
                <a:cs typeface="Arial"/>
              </a:rPr>
              <a:t>x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&gt; + </a:t>
            </a:r>
            <a:r>
              <a:rPr sz="2353" spc="-12" dirty="0">
                <a:latin typeface="Arial"/>
                <a:cs typeface="Arial"/>
              </a:rPr>
              <a:t>b</a:t>
            </a:r>
            <a:r>
              <a:rPr sz="2353" spc="-5" dirty="0">
                <a:latin typeface="Arial"/>
                <a:cs typeface="Arial"/>
              </a:rPr>
              <a:t>)</a:t>
            </a:r>
            <a:r>
              <a:rPr sz="2353" spc="-17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–</a:t>
            </a:r>
            <a:r>
              <a:rPr sz="2353" spc="-12" dirty="0">
                <a:latin typeface="Arial"/>
                <a:cs typeface="Arial"/>
              </a:rPr>
              <a:t> 1</a:t>
            </a:r>
            <a:r>
              <a:rPr sz="2353" spc="-5" dirty="0">
                <a:latin typeface="Arial"/>
                <a:cs typeface="Arial"/>
              </a:rPr>
              <a:t>]</a:t>
            </a:r>
            <a:endParaRPr sz="2353" dirty="0">
              <a:latin typeface="Arial"/>
              <a:cs typeface="Arial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E8ECA2C0-3B88-4A76-823E-1B4EFB61BAFE}"/>
              </a:ext>
            </a:extLst>
          </p:cNvPr>
          <p:cNvSpPr/>
          <p:nvPr/>
        </p:nvSpPr>
        <p:spPr>
          <a:xfrm>
            <a:off x="7537950" y="2882563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6EBA910A-169B-4B49-B7BF-689AB83E870E}"/>
              </a:ext>
            </a:extLst>
          </p:cNvPr>
          <p:cNvSpPr/>
          <p:nvPr/>
        </p:nvSpPr>
        <p:spPr>
          <a:xfrm>
            <a:off x="7013107" y="2882563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B51F0856-2881-461C-B37D-33C51A1809D6}"/>
              </a:ext>
            </a:extLst>
          </p:cNvPr>
          <p:cNvSpPr/>
          <p:nvPr/>
        </p:nvSpPr>
        <p:spPr>
          <a:xfrm>
            <a:off x="5150079" y="2882563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3" name="object 17">
            <a:extLst>
              <a:ext uri="{FF2B5EF4-FFF2-40B4-BE49-F238E27FC236}">
                <a16:creationId xmlns:a16="http://schemas.microsoft.com/office/drawing/2014/main" id="{B9D02DD1-ABD7-4C51-A840-D1056A955E51}"/>
              </a:ext>
            </a:extLst>
          </p:cNvPr>
          <p:cNvSpPr/>
          <p:nvPr/>
        </p:nvSpPr>
        <p:spPr>
          <a:xfrm>
            <a:off x="4657020" y="2882563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0A016019-B85D-44DC-AFC6-1BCD7F40D740}"/>
              </a:ext>
            </a:extLst>
          </p:cNvPr>
          <p:cNvSpPr txBox="1"/>
          <p:nvPr/>
        </p:nvSpPr>
        <p:spPr>
          <a:xfrm>
            <a:off x="4256597" y="3228003"/>
            <a:ext cx="180041" cy="34088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117" dirty="0">
                <a:latin typeface="Arial"/>
                <a:cs typeface="Arial"/>
              </a:rPr>
              <a:t>2</a:t>
            </a:r>
            <a:endParaRPr sz="2117">
              <a:latin typeface="Arial"/>
              <a:cs typeface="Arial"/>
            </a:endParaRPr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C9A07EA4-74F4-44B8-BAC4-73F81A4261B2}"/>
              </a:ext>
            </a:extLst>
          </p:cNvPr>
          <p:cNvSpPr/>
          <p:nvPr/>
        </p:nvSpPr>
        <p:spPr>
          <a:xfrm>
            <a:off x="3133020" y="2882563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2FE87EB3-F0A6-4C12-9807-80537CC9A0FC}"/>
              </a:ext>
            </a:extLst>
          </p:cNvPr>
          <p:cNvSpPr/>
          <p:nvPr/>
        </p:nvSpPr>
        <p:spPr>
          <a:xfrm>
            <a:off x="3670903" y="2882563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A639B301-F5C7-48B3-B906-E4C7DF8AFE4C}"/>
              </a:ext>
            </a:extLst>
          </p:cNvPr>
          <p:cNvSpPr txBox="1"/>
          <p:nvPr/>
        </p:nvSpPr>
        <p:spPr>
          <a:xfrm>
            <a:off x="5780596" y="3319444"/>
            <a:ext cx="375024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1412" dirty="0">
                <a:latin typeface="Arial"/>
                <a:cs typeface="Arial"/>
              </a:rPr>
              <a:t>i =</a:t>
            </a:r>
            <a:r>
              <a:rPr sz="1412" spc="-105" dirty="0">
                <a:latin typeface="Arial"/>
                <a:cs typeface="Arial"/>
              </a:rPr>
              <a:t> </a:t>
            </a:r>
            <a:r>
              <a:rPr sz="1412" dirty="0">
                <a:latin typeface="Arial"/>
                <a:cs typeface="Arial"/>
              </a:rPr>
              <a:t>1</a:t>
            </a:r>
            <a:endParaRPr sz="1412">
              <a:latin typeface="Arial"/>
              <a:cs typeface="Arial"/>
            </a:endParaRPr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8A466FCC-F98E-467A-8E54-7A0771607926}"/>
              </a:ext>
            </a:extLst>
          </p:cNvPr>
          <p:cNvSpPr txBox="1"/>
          <p:nvPr/>
        </p:nvSpPr>
        <p:spPr>
          <a:xfrm>
            <a:off x="5959891" y="2691916"/>
            <a:ext cx="70224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lang="en-US" sz="1412" dirty="0">
                <a:latin typeface="Arial"/>
                <a:cs typeface="Arial"/>
              </a:rPr>
              <a:t>n</a:t>
            </a:r>
            <a:endParaRPr sz="1412" dirty="0">
              <a:latin typeface="Arial"/>
              <a:cs typeface="Arial"/>
            </a:endParaRPr>
          </a:p>
        </p:txBody>
      </p:sp>
      <p:sp>
        <p:nvSpPr>
          <p:cNvPr id="35" name="object 23">
            <a:extLst>
              <a:ext uri="{FF2B5EF4-FFF2-40B4-BE49-F238E27FC236}">
                <a16:creationId xmlns:a16="http://schemas.microsoft.com/office/drawing/2014/main" id="{A8A769DC-FDB7-4DE4-9AA5-5ED1F46F5A4E}"/>
              </a:ext>
            </a:extLst>
          </p:cNvPr>
          <p:cNvSpPr/>
          <p:nvPr/>
        </p:nvSpPr>
        <p:spPr>
          <a:xfrm>
            <a:off x="2012432" y="4029150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24">
            <a:extLst>
              <a:ext uri="{FF2B5EF4-FFF2-40B4-BE49-F238E27FC236}">
                <a16:creationId xmlns:a16="http://schemas.microsoft.com/office/drawing/2014/main" id="{A7E586AB-A40D-413B-A29E-3188677C6EA2}"/>
              </a:ext>
            </a:extLst>
          </p:cNvPr>
          <p:cNvSpPr/>
          <p:nvPr/>
        </p:nvSpPr>
        <p:spPr>
          <a:xfrm>
            <a:off x="2371020" y="4047974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5">
            <a:extLst>
              <a:ext uri="{FF2B5EF4-FFF2-40B4-BE49-F238E27FC236}">
                <a16:creationId xmlns:a16="http://schemas.microsoft.com/office/drawing/2014/main" id="{45FFF658-6720-46B3-B2DD-D4EC09CED697}"/>
              </a:ext>
            </a:extLst>
          </p:cNvPr>
          <p:cNvSpPr/>
          <p:nvPr/>
        </p:nvSpPr>
        <p:spPr>
          <a:xfrm>
            <a:off x="2729608" y="4047974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6">
            <a:extLst>
              <a:ext uri="{FF2B5EF4-FFF2-40B4-BE49-F238E27FC236}">
                <a16:creationId xmlns:a16="http://schemas.microsoft.com/office/drawing/2014/main" id="{8791C48D-DAA5-481D-A222-84E34E336AD9}"/>
              </a:ext>
            </a:extLst>
          </p:cNvPr>
          <p:cNvSpPr txBox="1"/>
          <p:nvPr/>
        </p:nvSpPr>
        <p:spPr>
          <a:xfrm>
            <a:off x="2194713" y="4464236"/>
            <a:ext cx="357095" cy="34088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117" spc="-5" dirty="0">
                <a:latin typeface="Arial"/>
                <a:cs typeface="Arial"/>
              </a:rPr>
              <a:t>∂</a:t>
            </a:r>
            <a:r>
              <a:rPr sz="2117" dirty="0">
                <a:latin typeface="Arial"/>
                <a:cs typeface="Arial"/>
              </a:rPr>
              <a:t>w</a:t>
            </a:r>
            <a:endParaRPr sz="2117">
              <a:latin typeface="Arial"/>
              <a:cs typeface="Arial"/>
            </a:endParaRPr>
          </a:p>
        </p:txBody>
      </p:sp>
      <p:sp>
        <p:nvSpPr>
          <p:cNvPr id="43" name="object 27">
            <a:extLst>
              <a:ext uri="{FF2B5EF4-FFF2-40B4-BE49-F238E27FC236}">
                <a16:creationId xmlns:a16="http://schemas.microsoft.com/office/drawing/2014/main" id="{E4A4499A-5B64-4A0F-A3F3-48AC3F816AB3}"/>
              </a:ext>
            </a:extLst>
          </p:cNvPr>
          <p:cNvSpPr txBox="1"/>
          <p:nvPr/>
        </p:nvSpPr>
        <p:spPr>
          <a:xfrm>
            <a:off x="1701636" y="3903046"/>
            <a:ext cx="3454400" cy="522149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  <a:tabLst>
                <a:tab pos="2024587" algn="l"/>
              </a:tabLst>
            </a:pPr>
            <a:r>
              <a:rPr sz="2117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∂</a:t>
            </a:r>
            <a:r>
              <a:rPr sz="2117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L(w*</a:t>
            </a:r>
            <a:r>
              <a:rPr sz="2117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,α</a:t>
            </a:r>
            <a:r>
              <a:rPr sz="2117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*</a:t>
            </a:r>
            <a:r>
              <a:rPr sz="2117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,</a:t>
            </a:r>
            <a:r>
              <a:rPr sz="2117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β*)</a:t>
            </a:r>
            <a:r>
              <a:rPr sz="2117" u="heavy" spc="-1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4236" baseline="-20833" dirty="0">
                <a:latin typeface="Arial"/>
                <a:cs typeface="Arial"/>
              </a:rPr>
              <a:t>=	</a:t>
            </a:r>
            <a:r>
              <a:rPr sz="2353" b="1" spc="-5" dirty="0">
                <a:latin typeface="Arial"/>
                <a:cs typeface="Arial"/>
              </a:rPr>
              <a:t>w</a:t>
            </a:r>
            <a:r>
              <a:rPr sz="2353" b="1" spc="-12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-</a:t>
            </a:r>
            <a:r>
              <a:rPr sz="2353" spc="-200" dirty="0">
                <a:latin typeface="Arial"/>
                <a:cs typeface="Arial"/>
              </a:rPr>
              <a:t> </a:t>
            </a:r>
            <a:r>
              <a:rPr sz="3295" dirty="0">
                <a:latin typeface="Arial"/>
                <a:cs typeface="Arial"/>
              </a:rPr>
              <a:t>∑</a:t>
            </a:r>
            <a:r>
              <a:rPr sz="2353" spc="-5" dirty="0">
                <a:latin typeface="Arial"/>
                <a:cs typeface="Arial"/>
              </a:rPr>
              <a:t>y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α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b="1" spc="-12" dirty="0">
                <a:latin typeface="Arial"/>
                <a:cs typeface="Arial"/>
              </a:rPr>
              <a:t>x</a:t>
            </a:r>
            <a:r>
              <a:rPr sz="2295" spc="8" baseline="-21367" dirty="0">
                <a:latin typeface="Arial"/>
                <a:cs typeface="Arial"/>
              </a:rPr>
              <a:t>i</a:t>
            </a:r>
            <a:endParaRPr sz="2295" baseline="-21367">
              <a:latin typeface="Arial"/>
              <a:cs typeface="Arial"/>
            </a:endParaRPr>
          </a:p>
        </p:txBody>
      </p:sp>
      <p:sp>
        <p:nvSpPr>
          <p:cNvPr id="45" name="object 28">
            <a:extLst>
              <a:ext uri="{FF2B5EF4-FFF2-40B4-BE49-F238E27FC236}">
                <a16:creationId xmlns:a16="http://schemas.microsoft.com/office/drawing/2014/main" id="{5A70A064-2F58-4B36-9F9F-5C40C3F7F3DD}"/>
              </a:ext>
            </a:extLst>
          </p:cNvPr>
          <p:cNvSpPr txBox="1"/>
          <p:nvPr/>
        </p:nvSpPr>
        <p:spPr>
          <a:xfrm>
            <a:off x="5376288" y="4096684"/>
            <a:ext cx="603624" cy="44969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  <a:tabLst>
                <a:tab pos="388481" algn="l"/>
              </a:tabLst>
            </a:pPr>
            <a:r>
              <a:rPr sz="2824" dirty="0">
                <a:latin typeface="Arial"/>
                <a:cs typeface="Arial"/>
              </a:rPr>
              <a:t>=	0</a:t>
            </a:r>
            <a:endParaRPr sz="2824">
              <a:latin typeface="Arial"/>
              <a:cs typeface="Arial"/>
            </a:endParaRPr>
          </a:p>
        </p:txBody>
      </p:sp>
      <p:sp>
        <p:nvSpPr>
          <p:cNvPr id="47" name="object 29">
            <a:extLst>
              <a:ext uri="{FF2B5EF4-FFF2-40B4-BE49-F238E27FC236}">
                <a16:creationId xmlns:a16="http://schemas.microsoft.com/office/drawing/2014/main" id="{EA1728CB-5272-40EE-9772-A4C77CE1D59F}"/>
              </a:ext>
            </a:extLst>
          </p:cNvPr>
          <p:cNvSpPr/>
          <p:nvPr/>
        </p:nvSpPr>
        <p:spPr>
          <a:xfrm>
            <a:off x="2321310" y="4483170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30">
            <a:extLst>
              <a:ext uri="{FF2B5EF4-FFF2-40B4-BE49-F238E27FC236}">
                <a16:creationId xmlns:a16="http://schemas.microsoft.com/office/drawing/2014/main" id="{02AB73C2-FDCD-439D-8184-C83AC718568F}"/>
              </a:ext>
            </a:extLst>
          </p:cNvPr>
          <p:cNvSpPr/>
          <p:nvPr/>
        </p:nvSpPr>
        <p:spPr>
          <a:xfrm>
            <a:off x="7749843" y="4137622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31">
            <a:extLst>
              <a:ext uri="{FF2B5EF4-FFF2-40B4-BE49-F238E27FC236}">
                <a16:creationId xmlns:a16="http://schemas.microsoft.com/office/drawing/2014/main" id="{C8F01A15-2987-4B0F-856A-C2B8808F3536}"/>
              </a:ext>
            </a:extLst>
          </p:cNvPr>
          <p:cNvSpPr/>
          <p:nvPr/>
        </p:nvSpPr>
        <p:spPr>
          <a:xfrm>
            <a:off x="7032667" y="4137622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3" name="object 32">
            <a:extLst>
              <a:ext uri="{FF2B5EF4-FFF2-40B4-BE49-F238E27FC236}">
                <a16:creationId xmlns:a16="http://schemas.microsoft.com/office/drawing/2014/main" id="{C448232D-96C0-4888-98D0-96D8B8F87402}"/>
              </a:ext>
            </a:extLst>
          </p:cNvPr>
          <p:cNvSpPr txBox="1"/>
          <p:nvPr/>
        </p:nvSpPr>
        <p:spPr>
          <a:xfrm>
            <a:off x="4157984" y="4484855"/>
            <a:ext cx="375024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1412" spc="195" dirty="0">
                <a:latin typeface="Arial"/>
                <a:cs typeface="Arial"/>
              </a:rPr>
              <a:t>i=</a:t>
            </a:r>
            <a:r>
              <a:rPr sz="1412" spc="-88" dirty="0">
                <a:latin typeface="Arial"/>
                <a:cs typeface="Arial"/>
              </a:rPr>
              <a:t> </a:t>
            </a:r>
            <a:r>
              <a:rPr sz="1412" dirty="0">
                <a:latin typeface="Arial"/>
                <a:cs typeface="Arial"/>
              </a:rPr>
              <a:t>1</a:t>
            </a:r>
            <a:endParaRPr sz="1412">
              <a:latin typeface="Arial"/>
              <a:cs typeface="Arial"/>
            </a:endParaRPr>
          </a:p>
        </p:txBody>
      </p:sp>
      <p:sp>
        <p:nvSpPr>
          <p:cNvPr id="55" name="object 33">
            <a:extLst>
              <a:ext uri="{FF2B5EF4-FFF2-40B4-BE49-F238E27FC236}">
                <a16:creationId xmlns:a16="http://schemas.microsoft.com/office/drawing/2014/main" id="{20268A34-FB04-49C0-9915-91BDE69CFD96}"/>
              </a:ext>
            </a:extLst>
          </p:cNvPr>
          <p:cNvSpPr txBox="1"/>
          <p:nvPr/>
        </p:nvSpPr>
        <p:spPr>
          <a:xfrm>
            <a:off x="4256595" y="3785608"/>
            <a:ext cx="70224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lang="en-US" sz="1412" dirty="0">
                <a:latin typeface="Arial"/>
                <a:cs typeface="Arial"/>
              </a:rPr>
              <a:t>n</a:t>
            </a:r>
            <a:endParaRPr sz="1412" dirty="0">
              <a:latin typeface="Arial"/>
              <a:cs typeface="Arial"/>
            </a:endParaRPr>
          </a:p>
        </p:txBody>
      </p:sp>
      <p:sp>
        <p:nvSpPr>
          <p:cNvPr id="57" name="object 34">
            <a:extLst>
              <a:ext uri="{FF2B5EF4-FFF2-40B4-BE49-F238E27FC236}">
                <a16:creationId xmlns:a16="http://schemas.microsoft.com/office/drawing/2014/main" id="{444105A0-3F47-4E14-99A5-E009C3CD340D}"/>
              </a:ext>
            </a:extLst>
          </p:cNvPr>
          <p:cNvSpPr/>
          <p:nvPr/>
        </p:nvSpPr>
        <p:spPr>
          <a:xfrm>
            <a:off x="3723876" y="4062645"/>
            <a:ext cx="268941" cy="896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35">
            <a:extLst>
              <a:ext uri="{FF2B5EF4-FFF2-40B4-BE49-F238E27FC236}">
                <a16:creationId xmlns:a16="http://schemas.microsoft.com/office/drawing/2014/main" id="{1E61BAED-3970-4E0E-8FD5-7C1A4DFEE897}"/>
              </a:ext>
            </a:extLst>
          </p:cNvPr>
          <p:cNvSpPr/>
          <p:nvPr/>
        </p:nvSpPr>
        <p:spPr>
          <a:xfrm>
            <a:off x="4874618" y="4062645"/>
            <a:ext cx="268941" cy="896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1" name="object 36">
            <a:extLst>
              <a:ext uri="{FF2B5EF4-FFF2-40B4-BE49-F238E27FC236}">
                <a16:creationId xmlns:a16="http://schemas.microsoft.com/office/drawing/2014/main" id="{CE63B8BD-9C09-4A4B-8750-6A42340CB049}"/>
              </a:ext>
            </a:extLst>
          </p:cNvPr>
          <p:cNvSpPr txBox="1"/>
          <p:nvPr/>
        </p:nvSpPr>
        <p:spPr>
          <a:xfrm>
            <a:off x="6677068" y="3937112"/>
            <a:ext cx="3186205" cy="66693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117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∂</a:t>
            </a:r>
            <a:r>
              <a:rPr sz="2117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L(</a:t>
            </a:r>
            <a:r>
              <a:rPr sz="2117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sz="2117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*</a:t>
            </a:r>
            <a:r>
              <a:rPr sz="2117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,</a:t>
            </a:r>
            <a:r>
              <a:rPr sz="2117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α</a:t>
            </a:r>
            <a:r>
              <a:rPr sz="2117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*</a:t>
            </a:r>
            <a:r>
              <a:rPr sz="2117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,</a:t>
            </a:r>
            <a:r>
              <a:rPr sz="2117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β</a:t>
            </a:r>
            <a:r>
              <a:rPr sz="2117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*)</a:t>
            </a:r>
            <a:r>
              <a:rPr sz="2117" spc="-141" dirty="0">
                <a:latin typeface="Arial"/>
                <a:cs typeface="Arial"/>
              </a:rPr>
              <a:t> </a:t>
            </a:r>
            <a:r>
              <a:rPr sz="4236" baseline="-20833" dirty="0">
                <a:latin typeface="Arial"/>
                <a:cs typeface="Arial"/>
              </a:rPr>
              <a:t>=</a:t>
            </a:r>
            <a:r>
              <a:rPr sz="4236" spc="-599" baseline="-20833" dirty="0">
                <a:latin typeface="Arial"/>
                <a:cs typeface="Arial"/>
              </a:rPr>
              <a:t> </a:t>
            </a:r>
            <a:r>
              <a:rPr sz="4236" dirty="0">
                <a:latin typeface="Arial"/>
                <a:cs typeface="Arial"/>
              </a:rPr>
              <a:t>∑</a:t>
            </a:r>
            <a:r>
              <a:rPr sz="2117" dirty="0">
                <a:latin typeface="Arial"/>
                <a:cs typeface="Arial"/>
              </a:rPr>
              <a:t>y</a:t>
            </a:r>
            <a:r>
              <a:rPr sz="2117" spc="-8" baseline="-20833" dirty="0">
                <a:latin typeface="Arial"/>
                <a:cs typeface="Arial"/>
              </a:rPr>
              <a:t>i</a:t>
            </a:r>
            <a:r>
              <a:rPr sz="2117" spc="-5" dirty="0">
                <a:latin typeface="Arial"/>
                <a:cs typeface="Arial"/>
              </a:rPr>
              <a:t>α</a:t>
            </a:r>
            <a:r>
              <a:rPr sz="2117" baseline="-20833" dirty="0">
                <a:latin typeface="Arial"/>
                <a:cs typeface="Arial"/>
              </a:rPr>
              <a:t>i</a:t>
            </a:r>
            <a:r>
              <a:rPr sz="2117" spc="-159" baseline="-20833" dirty="0">
                <a:latin typeface="Arial"/>
                <a:cs typeface="Arial"/>
              </a:rPr>
              <a:t> </a:t>
            </a:r>
            <a:r>
              <a:rPr sz="4236" baseline="-20833" dirty="0">
                <a:latin typeface="Arial"/>
                <a:cs typeface="Arial"/>
              </a:rPr>
              <a:t>=</a:t>
            </a:r>
            <a:r>
              <a:rPr sz="4236" spc="-8" baseline="-20833" dirty="0">
                <a:latin typeface="Arial"/>
                <a:cs typeface="Arial"/>
              </a:rPr>
              <a:t> </a:t>
            </a:r>
            <a:r>
              <a:rPr sz="4236" baseline="-20833" dirty="0">
                <a:latin typeface="Arial"/>
                <a:cs typeface="Arial"/>
              </a:rPr>
              <a:t>0</a:t>
            </a:r>
          </a:p>
        </p:txBody>
      </p:sp>
      <p:sp>
        <p:nvSpPr>
          <p:cNvPr id="63" name="object 37">
            <a:extLst>
              <a:ext uri="{FF2B5EF4-FFF2-40B4-BE49-F238E27FC236}">
                <a16:creationId xmlns:a16="http://schemas.microsoft.com/office/drawing/2014/main" id="{C7E17A84-CED6-410D-BB2C-DE1525708DC0}"/>
              </a:ext>
            </a:extLst>
          </p:cNvPr>
          <p:cNvSpPr txBox="1"/>
          <p:nvPr/>
        </p:nvSpPr>
        <p:spPr>
          <a:xfrm>
            <a:off x="8559655" y="4574503"/>
            <a:ext cx="375024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1412" dirty="0">
                <a:latin typeface="Arial"/>
                <a:cs typeface="Arial"/>
              </a:rPr>
              <a:t>i =</a:t>
            </a:r>
            <a:r>
              <a:rPr sz="1412" spc="-105" dirty="0">
                <a:latin typeface="Arial"/>
                <a:cs typeface="Arial"/>
              </a:rPr>
              <a:t> </a:t>
            </a:r>
            <a:r>
              <a:rPr sz="1412" dirty="0">
                <a:latin typeface="Arial"/>
                <a:cs typeface="Arial"/>
              </a:rPr>
              <a:t>1</a:t>
            </a:r>
            <a:endParaRPr sz="1412">
              <a:latin typeface="Arial"/>
              <a:cs typeface="Arial"/>
            </a:endParaRPr>
          </a:p>
        </p:txBody>
      </p:sp>
      <p:sp>
        <p:nvSpPr>
          <p:cNvPr id="65" name="object 38">
            <a:extLst>
              <a:ext uri="{FF2B5EF4-FFF2-40B4-BE49-F238E27FC236}">
                <a16:creationId xmlns:a16="http://schemas.microsoft.com/office/drawing/2014/main" id="{7BE5EBBB-1C1D-4FA4-B890-F823387FA4ED}"/>
              </a:ext>
            </a:extLst>
          </p:cNvPr>
          <p:cNvSpPr txBox="1"/>
          <p:nvPr/>
        </p:nvSpPr>
        <p:spPr>
          <a:xfrm>
            <a:off x="8649301" y="3857326"/>
            <a:ext cx="155092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lang="en-US" sz="1412" dirty="0">
                <a:latin typeface="Arial"/>
                <a:cs typeface="Arial"/>
              </a:rPr>
              <a:t>n</a:t>
            </a:r>
            <a:endParaRPr sz="1412" dirty="0">
              <a:latin typeface="Arial"/>
              <a:cs typeface="Arial"/>
            </a:endParaRPr>
          </a:p>
        </p:txBody>
      </p:sp>
      <p:sp>
        <p:nvSpPr>
          <p:cNvPr id="67" name="object 39">
            <a:extLst>
              <a:ext uri="{FF2B5EF4-FFF2-40B4-BE49-F238E27FC236}">
                <a16:creationId xmlns:a16="http://schemas.microsoft.com/office/drawing/2014/main" id="{625AA7ED-1331-4B61-BDDB-130D48457AD7}"/>
              </a:ext>
            </a:extLst>
          </p:cNvPr>
          <p:cNvSpPr txBox="1"/>
          <p:nvPr/>
        </p:nvSpPr>
        <p:spPr>
          <a:xfrm>
            <a:off x="7304597" y="4483061"/>
            <a:ext cx="312271" cy="34088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117" spc="-5" dirty="0">
                <a:latin typeface="Arial"/>
                <a:cs typeface="Arial"/>
              </a:rPr>
              <a:t>∂</a:t>
            </a:r>
            <a:r>
              <a:rPr sz="2117" dirty="0">
                <a:latin typeface="Arial"/>
                <a:cs typeface="Arial"/>
              </a:rPr>
              <a:t>b</a:t>
            </a:r>
            <a:endParaRPr sz="2117">
              <a:latin typeface="Arial"/>
              <a:cs typeface="Arial"/>
            </a:endParaRPr>
          </a:p>
        </p:txBody>
      </p:sp>
      <p:sp>
        <p:nvSpPr>
          <p:cNvPr id="69" name="object 40">
            <a:extLst>
              <a:ext uri="{FF2B5EF4-FFF2-40B4-BE49-F238E27FC236}">
                <a16:creationId xmlns:a16="http://schemas.microsoft.com/office/drawing/2014/main" id="{39B8280F-6F63-4BEF-AB6C-8DE5F3BFB832}"/>
              </a:ext>
            </a:extLst>
          </p:cNvPr>
          <p:cNvSpPr/>
          <p:nvPr/>
        </p:nvSpPr>
        <p:spPr>
          <a:xfrm>
            <a:off x="3536432" y="5303034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1" name="object 41">
            <a:extLst>
              <a:ext uri="{FF2B5EF4-FFF2-40B4-BE49-F238E27FC236}">
                <a16:creationId xmlns:a16="http://schemas.microsoft.com/office/drawing/2014/main" id="{0EC68515-5FE7-4070-98D6-49428833DEDD}"/>
              </a:ext>
            </a:extLst>
          </p:cNvPr>
          <p:cNvSpPr txBox="1"/>
          <p:nvPr/>
        </p:nvSpPr>
        <p:spPr>
          <a:xfrm>
            <a:off x="3539421" y="5102524"/>
            <a:ext cx="1603935" cy="873848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lnSpc>
                <a:spcPts val="5053"/>
              </a:lnSpc>
              <a:spcBef>
                <a:spcPts val="117"/>
              </a:spcBef>
            </a:pPr>
            <a:r>
              <a:rPr sz="2353" b="1" spc="-5" dirty="0">
                <a:latin typeface="Arial"/>
                <a:cs typeface="Arial"/>
              </a:rPr>
              <a:t>w</a:t>
            </a:r>
            <a:r>
              <a:rPr sz="2353" b="1" spc="-12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=</a:t>
            </a:r>
            <a:r>
              <a:rPr sz="2353" spc="-299" dirty="0">
                <a:latin typeface="Arial"/>
                <a:cs typeface="Arial"/>
              </a:rPr>
              <a:t> </a:t>
            </a:r>
            <a:r>
              <a:rPr sz="4236" dirty="0">
                <a:latin typeface="Arial"/>
                <a:cs typeface="Arial"/>
              </a:rPr>
              <a:t>∑</a:t>
            </a:r>
            <a:r>
              <a:rPr sz="2353" spc="-5" dirty="0">
                <a:latin typeface="Arial"/>
                <a:cs typeface="Arial"/>
              </a:rPr>
              <a:t>y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α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b="1" spc="-12" dirty="0">
                <a:latin typeface="Arial"/>
                <a:cs typeface="Arial"/>
              </a:rPr>
              <a:t>x</a:t>
            </a:r>
            <a:r>
              <a:rPr sz="2295" spc="8" baseline="-21367" dirty="0">
                <a:latin typeface="Arial"/>
                <a:cs typeface="Arial"/>
              </a:rPr>
              <a:t>i</a:t>
            </a:r>
            <a:endParaRPr sz="2295" baseline="-21367">
              <a:latin typeface="Arial"/>
              <a:cs typeface="Arial"/>
            </a:endParaRPr>
          </a:p>
          <a:p>
            <a:pPr marR="144187" algn="ctr">
              <a:lnSpc>
                <a:spcPts val="1665"/>
              </a:lnSpc>
            </a:pPr>
            <a:r>
              <a:rPr sz="1412" dirty="0">
                <a:latin typeface="Arial"/>
                <a:cs typeface="Arial"/>
              </a:rPr>
              <a:t>i =</a:t>
            </a:r>
            <a:r>
              <a:rPr sz="1412" spc="-24" dirty="0">
                <a:latin typeface="Arial"/>
                <a:cs typeface="Arial"/>
              </a:rPr>
              <a:t> </a:t>
            </a:r>
            <a:r>
              <a:rPr sz="1412" dirty="0">
                <a:latin typeface="Arial"/>
                <a:cs typeface="Arial"/>
              </a:rPr>
              <a:t>1</a:t>
            </a:r>
            <a:endParaRPr sz="1412">
              <a:latin typeface="Arial"/>
              <a:cs typeface="Arial"/>
            </a:endParaRPr>
          </a:p>
        </p:txBody>
      </p:sp>
      <p:sp>
        <p:nvSpPr>
          <p:cNvPr id="73" name="object 42">
            <a:extLst>
              <a:ext uri="{FF2B5EF4-FFF2-40B4-BE49-F238E27FC236}">
                <a16:creationId xmlns:a16="http://schemas.microsoft.com/office/drawing/2014/main" id="{76116A74-0E73-413F-B374-A6CE736E9A0B}"/>
              </a:ext>
            </a:extLst>
          </p:cNvPr>
          <p:cNvSpPr txBox="1"/>
          <p:nvPr/>
        </p:nvSpPr>
        <p:spPr>
          <a:xfrm>
            <a:off x="4256595" y="5022738"/>
            <a:ext cx="70224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lang="en-US" sz="1412" dirty="0">
                <a:latin typeface="Arial"/>
                <a:cs typeface="Arial"/>
              </a:rPr>
              <a:t>n</a:t>
            </a:r>
            <a:endParaRPr sz="1412" dirty="0">
              <a:latin typeface="Arial"/>
              <a:cs typeface="Arial"/>
            </a:endParaRPr>
          </a:p>
        </p:txBody>
      </p:sp>
      <p:sp>
        <p:nvSpPr>
          <p:cNvPr id="75" name="object 43">
            <a:extLst>
              <a:ext uri="{FF2B5EF4-FFF2-40B4-BE49-F238E27FC236}">
                <a16:creationId xmlns:a16="http://schemas.microsoft.com/office/drawing/2014/main" id="{A619D0AE-0550-40EA-894A-40DC7A8A09C6}"/>
              </a:ext>
            </a:extLst>
          </p:cNvPr>
          <p:cNvSpPr txBox="1"/>
          <p:nvPr/>
        </p:nvSpPr>
        <p:spPr>
          <a:xfrm>
            <a:off x="5870243" y="5102524"/>
            <a:ext cx="1329765" cy="873848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algn="ctr">
              <a:lnSpc>
                <a:spcPts val="5053"/>
              </a:lnSpc>
              <a:spcBef>
                <a:spcPts val="117"/>
              </a:spcBef>
            </a:pPr>
            <a:r>
              <a:rPr sz="2353" spc="-5" dirty="0">
                <a:latin typeface="Arial"/>
                <a:cs typeface="Arial"/>
              </a:rPr>
              <a:t>0</a:t>
            </a:r>
            <a:r>
              <a:rPr sz="2353" spc="-12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=</a:t>
            </a:r>
            <a:r>
              <a:rPr sz="2353" spc="-299" dirty="0">
                <a:latin typeface="Arial"/>
                <a:cs typeface="Arial"/>
              </a:rPr>
              <a:t> </a:t>
            </a:r>
            <a:r>
              <a:rPr sz="4236" dirty="0">
                <a:latin typeface="Arial"/>
                <a:cs typeface="Arial"/>
              </a:rPr>
              <a:t>∑</a:t>
            </a:r>
            <a:r>
              <a:rPr sz="2353" spc="-5" dirty="0">
                <a:latin typeface="Arial"/>
                <a:cs typeface="Arial"/>
              </a:rPr>
              <a:t>y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α</a:t>
            </a:r>
            <a:r>
              <a:rPr sz="2295" spc="8" baseline="-21367" dirty="0">
                <a:latin typeface="Arial"/>
                <a:cs typeface="Arial"/>
              </a:rPr>
              <a:t>i</a:t>
            </a:r>
            <a:endParaRPr sz="2295" baseline="-21367">
              <a:latin typeface="Arial"/>
              <a:cs typeface="Arial"/>
            </a:endParaRPr>
          </a:p>
          <a:p>
            <a:pPr marL="120280" algn="ctr">
              <a:lnSpc>
                <a:spcPts val="1665"/>
              </a:lnSpc>
            </a:pPr>
            <a:r>
              <a:rPr sz="1412" dirty="0">
                <a:latin typeface="Arial"/>
                <a:cs typeface="Arial"/>
              </a:rPr>
              <a:t>i =</a:t>
            </a:r>
            <a:r>
              <a:rPr sz="1412" spc="-24" dirty="0">
                <a:latin typeface="Arial"/>
                <a:cs typeface="Arial"/>
              </a:rPr>
              <a:t> </a:t>
            </a:r>
            <a:r>
              <a:rPr sz="1412" dirty="0">
                <a:latin typeface="Arial"/>
                <a:cs typeface="Arial"/>
              </a:rPr>
              <a:t>1</a:t>
            </a:r>
            <a:endParaRPr sz="1412">
              <a:latin typeface="Arial"/>
              <a:cs typeface="Arial"/>
            </a:endParaRPr>
          </a:p>
        </p:txBody>
      </p:sp>
      <p:sp>
        <p:nvSpPr>
          <p:cNvPr id="77" name="object 44">
            <a:extLst>
              <a:ext uri="{FF2B5EF4-FFF2-40B4-BE49-F238E27FC236}">
                <a16:creationId xmlns:a16="http://schemas.microsoft.com/office/drawing/2014/main" id="{4BF155DB-F9CA-419B-BBD6-4EA4D9A9E7CE}"/>
              </a:ext>
            </a:extLst>
          </p:cNvPr>
          <p:cNvSpPr txBox="1"/>
          <p:nvPr/>
        </p:nvSpPr>
        <p:spPr>
          <a:xfrm>
            <a:off x="6497772" y="5022738"/>
            <a:ext cx="70224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lang="en-US" sz="1412" dirty="0">
                <a:latin typeface="Arial"/>
                <a:cs typeface="Arial"/>
              </a:rPr>
              <a:t>n</a:t>
            </a:r>
            <a:endParaRPr sz="1412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1030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3D0C4-0E06-4B80-929C-AC28D1045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SVM</a:t>
            </a: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36CF5EC0-3F6B-4330-AA42-AF9975CD0C68}"/>
              </a:ext>
            </a:extLst>
          </p:cNvPr>
          <p:cNvSpPr txBox="1"/>
          <p:nvPr/>
        </p:nvSpPr>
        <p:spPr>
          <a:xfrm>
            <a:off x="1069246" y="2238133"/>
            <a:ext cx="9701441" cy="430923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472130" indent="-457189">
              <a:spcBef>
                <a:spcPts val="112"/>
              </a:spcBef>
              <a:buClr>
                <a:srgbClr val="0070C0"/>
              </a:buClr>
              <a:buSzPct val="58695"/>
              <a:buFont typeface="Wingdings" panose="05000000000000000000" pitchFamily="2" charset="2"/>
              <a:buChar char="Ø"/>
              <a:tabLst>
                <a:tab pos="417618" algn="l"/>
                <a:tab pos="418364" algn="l"/>
              </a:tabLst>
            </a:pPr>
            <a:r>
              <a:rPr sz="2707" spc="-5" dirty="0">
                <a:latin typeface="Tahoma"/>
                <a:cs typeface="Tahoma"/>
              </a:rPr>
              <a:t>Now we plug the newly defined </a:t>
            </a:r>
            <a:r>
              <a:rPr sz="2707" b="1" spc="-5" dirty="0">
                <a:latin typeface="Tahoma"/>
                <a:cs typeface="Tahoma"/>
              </a:rPr>
              <a:t>w </a:t>
            </a:r>
            <a:r>
              <a:rPr sz="2707" spc="-5" dirty="0">
                <a:latin typeface="Tahoma"/>
                <a:cs typeface="Tahoma"/>
              </a:rPr>
              <a:t>into the</a:t>
            </a:r>
            <a:r>
              <a:rPr sz="2707" spc="253" dirty="0">
                <a:latin typeface="Tahoma"/>
                <a:cs typeface="Tahoma"/>
              </a:rPr>
              <a:t> </a:t>
            </a:r>
            <a:r>
              <a:rPr sz="2707" spc="-129" dirty="0">
                <a:latin typeface="Tahoma"/>
                <a:cs typeface="Tahoma"/>
              </a:rPr>
              <a:t>L(</a:t>
            </a:r>
            <a:r>
              <a:rPr sz="2707" b="1" spc="-129" dirty="0">
                <a:latin typeface="Tahoma"/>
                <a:cs typeface="Tahoma"/>
              </a:rPr>
              <a:t>w</a:t>
            </a:r>
            <a:r>
              <a:rPr sz="2707" spc="-129" dirty="0">
                <a:latin typeface="Tahoma"/>
                <a:cs typeface="Tahoma"/>
              </a:rPr>
              <a:t>,</a:t>
            </a:r>
            <a:r>
              <a:rPr lang="en-US" sz="2707" spc="-129" dirty="0">
                <a:latin typeface="Tahoma"/>
                <a:cs typeface="Tahoma"/>
              </a:rPr>
              <a:t> </a:t>
            </a:r>
            <a:r>
              <a:rPr sz="2707" spc="-129" dirty="0">
                <a:latin typeface="Tahoma"/>
                <a:cs typeface="Tahoma"/>
              </a:rPr>
              <a:t>b,</a:t>
            </a:r>
            <a:r>
              <a:rPr lang="en-US" sz="2707" spc="-129" dirty="0">
                <a:latin typeface="Tahoma"/>
                <a:cs typeface="Tahoma"/>
              </a:rPr>
              <a:t> </a:t>
            </a:r>
            <a:r>
              <a:rPr sz="2707" b="1" spc="-129" dirty="0">
                <a:latin typeface="Tahoma"/>
                <a:cs typeface="Tahoma"/>
              </a:rPr>
              <a:t>α</a:t>
            </a:r>
            <a:r>
              <a:rPr sz="2707" spc="-129" dirty="0">
                <a:latin typeface="Tahoma"/>
                <a:cs typeface="Tahoma"/>
              </a:rPr>
              <a:t>)</a:t>
            </a:r>
            <a:endParaRPr sz="2707" dirty="0">
              <a:latin typeface="Tahoma"/>
              <a:cs typeface="Tahoma"/>
            </a:endParaRP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B4EC6E42-ED58-4738-B254-73663ED95D4D}"/>
              </a:ext>
            </a:extLst>
          </p:cNvPr>
          <p:cNvSpPr/>
          <p:nvPr/>
        </p:nvSpPr>
        <p:spPr>
          <a:xfrm>
            <a:off x="8449098" y="2225698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400E8034-5A43-4CD1-8B33-79FADE7451AC}"/>
              </a:ext>
            </a:extLst>
          </p:cNvPr>
          <p:cNvSpPr/>
          <p:nvPr/>
        </p:nvSpPr>
        <p:spPr>
          <a:xfrm>
            <a:off x="9154864" y="2219178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EC72DC9E-CA45-4BFA-BFDC-61D4D51ADC24}"/>
              </a:ext>
            </a:extLst>
          </p:cNvPr>
          <p:cNvSpPr/>
          <p:nvPr/>
        </p:nvSpPr>
        <p:spPr>
          <a:xfrm>
            <a:off x="6457292" y="2258293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73E1A6E7-243C-4FCE-A2A6-FAF0EB61727F}"/>
              </a:ext>
            </a:extLst>
          </p:cNvPr>
          <p:cNvSpPr txBox="1"/>
          <p:nvPr/>
        </p:nvSpPr>
        <p:spPr>
          <a:xfrm>
            <a:off x="2465291" y="2723121"/>
            <a:ext cx="6357471" cy="522149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353" spc="-12" dirty="0">
                <a:latin typeface="Arial"/>
                <a:cs typeface="Arial"/>
              </a:rPr>
              <a:t>L</a:t>
            </a:r>
            <a:r>
              <a:rPr sz="2353" spc="-5" dirty="0">
                <a:latin typeface="Arial"/>
                <a:cs typeface="Arial"/>
              </a:rPr>
              <a:t>(</a:t>
            </a:r>
            <a:r>
              <a:rPr sz="2353" b="1" spc="-12" dirty="0">
                <a:latin typeface="Arial"/>
                <a:cs typeface="Arial"/>
              </a:rPr>
              <a:t>w</a:t>
            </a:r>
            <a:r>
              <a:rPr sz="2353" spc="-5" dirty="0">
                <a:latin typeface="Arial"/>
                <a:cs typeface="Arial"/>
              </a:rPr>
              <a:t>,b,</a:t>
            </a:r>
            <a:r>
              <a:rPr sz="2353" b="1" spc="-12" dirty="0">
                <a:latin typeface="Arial"/>
                <a:cs typeface="Arial"/>
              </a:rPr>
              <a:t>α</a:t>
            </a:r>
            <a:r>
              <a:rPr sz="2353" spc="-5" dirty="0">
                <a:latin typeface="Arial"/>
                <a:cs typeface="Arial"/>
              </a:rPr>
              <a:t>)</a:t>
            </a:r>
            <a:r>
              <a:rPr sz="2353" spc="-35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= </a:t>
            </a:r>
            <a:r>
              <a:rPr sz="2353" u="heavy" spc="-1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2353" spc="-12" dirty="0">
                <a:latin typeface="Arial"/>
                <a:cs typeface="Arial"/>
              </a:rPr>
              <a:t>&lt;</a:t>
            </a:r>
            <a:r>
              <a:rPr sz="2353" b="1" spc="-5" dirty="0">
                <a:latin typeface="Arial"/>
                <a:cs typeface="Arial"/>
              </a:rPr>
              <a:t>w</a:t>
            </a:r>
            <a:r>
              <a:rPr sz="2353" b="1" spc="-12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*</a:t>
            </a:r>
            <a:r>
              <a:rPr sz="2353" spc="-12" dirty="0">
                <a:latin typeface="Arial"/>
                <a:cs typeface="Arial"/>
              </a:rPr>
              <a:t> </a:t>
            </a:r>
            <a:r>
              <a:rPr sz="2353" b="1" spc="-12" dirty="0">
                <a:latin typeface="Arial"/>
                <a:cs typeface="Arial"/>
              </a:rPr>
              <a:t>w</a:t>
            </a:r>
            <a:r>
              <a:rPr sz="2353" spc="-5" dirty="0">
                <a:latin typeface="Arial"/>
                <a:cs typeface="Arial"/>
              </a:rPr>
              <a:t>&gt;</a:t>
            </a:r>
            <a:r>
              <a:rPr sz="2353" spc="-24" dirty="0">
                <a:latin typeface="Arial"/>
                <a:cs typeface="Arial"/>
              </a:rPr>
              <a:t> </a:t>
            </a:r>
            <a:r>
              <a:rPr sz="2117" dirty="0">
                <a:latin typeface="Arial"/>
                <a:cs typeface="Arial"/>
              </a:rPr>
              <a:t>–</a:t>
            </a:r>
            <a:r>
              <a:rPr sz="2117" spc="-171" dirty="0">
                <a:latin typeface="Arial"/>
                <a:cs typeface="Arial"/>
              </a:rPr>
              <a:t> </a:t>
            </a:r>
            <a:r>
              <a:rPr sz="3295" dirty="0">
                <a:latin typeface="Arial"/>
                <a:cs typeface="Arial"/>
              </a:rPr>
              <a:t>∑</a:t>
            </a:r>
            <a:r>
              <a:rPr sz="2353" spc="-5" dirty="0">
                <a:latin typeface="Arial"/>
                <a:cs typeface="Arial"/>
              </a:rPr>
              <a:t>α</a:t>
            </a:r>
            <a:r>
              <a:rPr sz="2295" spc="8" baseline="-21367" dirty="0">
                <a:latin typeface="Arial"/>
                <a:cs typeface="Arial"/>
              </a:rPr>
              <a:t>i </a:t>
            </a:r>
            <a:r>
              <a:rPr sz="2353" spc="-5" dirty="0">
                <a:latin typeface="Arial"/>
                <a:cs typeface="Arial"/>
              </a:rPr>
              <a:t>[y</a:t>
            </a:r>
            <a:r>
              <a:rPr sz="2295" spc="8" baseline="-21367" dirty="0">
                <a:latin typeface="Arial"/>
                <a:cs typeface="Arial"/>
              </a:rPr>
              <a:t>i</a:t>
            </a:r>
            <a:r>
              <a:rPr sz="2295" baseline="-21367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(</a:t>
            </a:r>
            <a:r>
              <a:rPr sz="2353" spc="-12" dirty="0">
                <a:latin typeface="Arial"/>
                <a:cs typeface="Arial"/>
              </a:rPr>
              <a:t>&lt;</a:t>
            </a:r>
            <a:r>
              <a:rPr sz="2353" b="1" spc="-5" dirty="0">
                <a:latin typeface="Arial"/>
                <a:cs typeface="Arial"/>
              </a:rPr>
              <a:t>w</a:t>
            </a:r>
            <a:r>
              <a:rPr sz="2353" b="1" spc="-12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*</a:t>
            </a:r>
            <a:r>
              <a:rPr sz="2353" spc="-17" dirty="0">
                <a:latin typeface="Arial"/>
                <a:cs typeface="Arial"/>
              </a:rPr>
              <a:t> </a:t>
            </a:r>
            <a:r>
              <a:rPr sz="2353" b="1" spc="-12" dirty="0">
                <a:latin typeface="Arial"/>
                <a:cs typeface="Arial"/>
              </a:rPr>
              <a:t>x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&gt;</a:t>
            </a:r>
            <a:r>
              <a:rPr sz="2353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+</a:t>
            </a:r>
            <a:r>
              <a:rPr sz="2353" spc="-17" dirty="0">
                <a:latin typeface="Arial"/>
                <a:cs typeface="Arial"/>
              </a:rPr>
              <a:t> </a:t>
            </a:r>
            <a:r>
              <a:rPr sz="2353" spc="-12" dirty="0">
                <a:latin typeface="Arial"/>
                <a:cs typeface="Arial"/>
              </a:rPr>
              <a:t>b</a:t>
            </a:r>
            <a:r>
              <a:rPr sz="2353" spc="-5" dirty="0">
                <a:latin typeface="Arial"/>
                <a:cs typeface="Arial"/>
              </a:rPr>
              <a:t>)</a:t>
            </a:r>
            <a:r>
              <a:rPr sz="2353" spc="-17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–</a:t>
            </a:r>
            <a:r>
              <a:rPr sz="2353" spc="-12" dirty="0">
                <a:latin typeface="Arial"/>
                <a:cs typeface="Arial"/>
              </a:rPr>
              <a:t> 1</a:t>
            </a:r>
            <a:r>
              <a:rPr sz="2353" spc="-5" dirty="0">
                <a:latin typeface="Arial"/>
                <a:cs typeface="Arial"/>
              </a:rPr>
              <a:t>]</a:t>
            </a:r>
            <a:endParaRPr sz="2353" dirty="0">
              <a:latin typeface="Arial"/>
              <a:cs typeface="Arial"/>
            </a:endParaRPr>
          </a:p>
        </p:txBody>
      </p:sp>
      <p:sp>
        <p:nvSpPr>
          <p:cNvPr id="9" name="object 13">
            <a:extLst>
              <a:ext uri="{FF2B5EF4-FFF2-40B4-BE49-F238E27FC236}">
                <a16:creationId xmlns:a16="http://schemas.microsoft.com/office/drawing/2014/main" id="{FCA2FF32-DADA-4E63-9F65-3AFB803AB19E}"/>
              </a:ext>
            </a:extLst>
          </p:cNvPr>
          <p:cNvSpPr txBox="1"/>
          <p:nvPr/>
        </p:nvSpPr>
        <p:spPr>
          <a:xfrm>
            <a:off x="9038775" y="2843250"/>
            <a:ext cx="204695" cy="376420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2353" spc="-5" dirty="0">
                <a:latin typeface="Arial"/>
                <a:cs typeface="Arial"/>
              </a:rPr>
              <a:t>=</a:t>
            </a:r>
            <a:endParaRPr sz="2353">
              <a:latin typeface="Arial"/>
              <a:cs typeface="Arial"/>
            </a:endParaRPr>
          </a:p>
        </p:txBody>
      </p:sp>
      <p:sp>
        <p:nvSpPr>
          <p:cNvPr id="10" name="object 14">
            <a:extLst>
              <a:ext uri="{FF2B5EF4-FFF2-40B4-BE49-F238E27FC236}">
                <a16:creationId xmlns:a16="http://schemas.microsoft.com/office/drawing/2014/main" id="{DF1AF165-014A-43E5-A02F-8A9E9743F4EA}"/>
              </a:ext>
            </a:extLst>
          </p:cNvPr>
          <p:cNvSpPr/>
          <p:nvPr/>
        </p:nvSpPr>
        <p:spPr>
          <a:xfrm>
            <a:off x="7161438" y="2830401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" name="object 15">
            <a:extLst>
              <a:ext uri="{FF2B5EF4-FFF2-40B4-BE49-F238E27FC236}">
                <a16:creationId xmlns:a16="http://schemas.microsoft.com/office/drawing/2014/main" id="{9A9C4124-9406-4D00-9F5D-0B1F30D80EDE}"/>
              </a:ext>
            </a:extLst>
          </p:cNvPr>
          <p:cNvSpPr/>
          <p:nvPr/>
        </p:nvSpPr>
        <p:spPr>
          <a:xfrm>
            <a:off x="6656155" y="2830401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38E27917-CA2E-4EC0-BC94-1189F0493ADC}"/>
              </a:ext>
            </a:extLst>
          </p:cNvPr>
          <p:cNvSpPr/>
          <p:nvPr/>
        </p:nvSpPr>
        <p:spPr>
          <a:xfrm>
            <a:off x="4793127" y="2830401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17">
            <a:extLst>
              <a:ext uri="{FF2B5EF4-FFF2-40B4-BE49-F238E27FC236}">
                <a16:creationId xmlns:a16="http://schemas.microsoft.com/office/drawing/2014/main" id="{DC865E04-BCEC-4FBF-B7F7-BD1EE1AEDDBB}"/>
              </a:ext>
            </a:extLst>
          </p:cNvPr>
          <p:cNvSpPr/>
          <p:nvPr/>
        </p:nvSpPr>
        <p:spPr>
          <a:xfrm>
            <a:off x="4255244" y="2830401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4" name="object 18">
            <a:extLst>
              <a:ext uri="{FF2B5EF4-FFF2-40B4-BE49-F238E27FC236}">
                <a16:creationId xmlns:a16="http://schemas.microsoft.com/office/drawing/2014/main" id="{38E1F6F5-D636-4583-8CE3-030F5494F841}"/>
              </a:ext>
            </a:extLst>
          </p:cNvPr>
          <p:cNvSpPr txBox="1"/>
          <p:nvPr/>
        </p:nvSpPr>
        <p:spPr>
          <a:xfrm>
            <a:off x="3899645" y="3175839"/>
            <a:ext cx="180041" cy="34088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117" dirty="0">
                <a:latin typeface="Arial"/>
                <a:cs typeface="Arial"/>
              </a:rPr>
              <a:t>2</a:t>
            </a:r>
            <a:endParaRPr sz="2117">
              <a:latin typeface="Arial"/>
              <a:cs typeface="Arial"/>
            </a:endParaRPr>
          </a:p>
        </p:txBody>
      </p:sp>
      <p:sp>
        <p:nvSpPr>
          <p:cNvPr id="15" name="object 19">
            <a:extLst>
              <a:ext uri="{FF2B5EF4-FFF2-40B4-BE49-F238E27FC236}">
                <a16:creationId xmlns:a16="http://schemas.microsoft.com/office/drawing/2014/main" id="{7A13245F-79E5-42DF-94E0-EDF852D05342}"/>
              </a:ext>
            </a:extLst>
          </p:cNvPr>
          <p:cNvSpPr/>
          <p:nvPr/>
        </p:nvSpPr>
        <p:spPr>
          <a:xfrm>
            <a:off x="2731244" y="2830401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6" name="object 20">
            <a:extLst>
              <a:ext uri="{FF2B5EF4-FFF2-40B4-BE49-F238E27FC236}">
                <a16:creationId xmlns:a16="http://schemas.microsoft.com/office/drawing/2014/main" id="{47232A26-CACF-4CD2-90BC-16256BEB518A}"/>
              </a:ext>
            </a:extLst>
          </p:cNvPr>
          <p:cNvSpPr/>
          <p:nvPr/>
        </p:nvSpPr>
        <p:spPr>
          <a:xfrm>
            <a:off x="3269127" y="2830401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21">
            <a:extLst>
              <a:ext uri="{FF2B5EF4-FFF2-40B4-BE49-F238E27FC236}">
                <a16:creationId xmlns:a16="http://schemas.microsoft.com/office/drawing/2014/main" id="{B49A7B09-17C8-4452-BDF3-906AA974F237}"/>
              </a:ext>
            </a:extLst>
          </p:cNvPr>
          <p:cNvSpPr txBox="1"/>
          <p:nvPr/>
        </p:nvSpPr>
        <p:spPr>
          <a:xfrm>
            <a:off x="5423644" y="3267280"/>
            <a:ext cx="375024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1412" dirty="0">
                <a:latin typeface="Arial"/>
                <a:cs typeface="Arial"/>
              </a:rPr>
              <a:t>i =</a:t>
            </a:r>
            <a:r>
              <a:rPr sz="1412" spc="-105" dirty="0">
                <a:latin typeface="Arial"/>
                <a:cs typeface="Arial"/>
              </a:rPr>
              <a:t> </a:t>
            </a:r>
            <a:r>
              <a:rPr sz="1412" dirty="0">
                <a:latin typeface="Arial"/>
                <a:cs typeface="Arial"/>
              </a:rPr>
              <a:t>1</a:t>
            </a:r>
            <a:endParaRPr sz="1412">
              <a:latin typeface="Arial"/>
              <a:cs typeface="Arial"/>
            </a:endParaRPr>
          </a:p>
        </p:txBody>
      </p:sp>
      <p:sp>
        <p:nvSpPr>
          <p:cNvPr id="18" name="object 22">
            <a:extLst>
              <a:ext uri="{FF2B5EF4-FFF2-40B4-BE49-F238E27FC236}">
                <a16:creationId xmlns:a16="http://schemas.microsoft.com/office/drawing/2014/main" id="{BAB6259F-405D-456B-B2E0-94CC1D98FAEB}"/>
              </a:ext>
            </a:extLst>
          </p:cNvPr>
          <p:cNvSpPr txBox="1"/>
          <p:nvPr/>
        </p:nvSpPr>
        <p:spPr>
          <a:xfrm>
            <a:off x="5602939" y="2639750"/>
            <a:ext cx="70224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1412" dirty="0">
                <a:latin typeface="Arial"/>
                <a:cs typeface="Arial"/>
              </a:rPr>
              <a:t>l</a:t>
            </a:r>
            <a:endParaRPr sz="1412">
              <a:latin typeface="Arial"/>
              <a:cs typeface="Arial"/>
            </a:endParaRPr>
          </a:p>
        </p:txBody>
      </p:sp>
      <p:sp>
        <p:nvSpPr>
          <p:cNvPr id="19" name="object 23">
            <a:extLst>
              <a:ext uri="{FF2B5EF4-FFF2-40B4-BE49-F238E27FC236}">
                <a16:creationId xmlns:a16="http://schemas.microsoft.com/office/drawing/2014/main" id="{EE5FD4CB-6AE1-4EDF-891F-090E1CFA10DA}"/>
              </a:ext>
            </a:extLst>
          </p:cNvPr>
          <p:cNvSpPr txBox="1"/>
          <p:nvPr/>
        </p:nvSpPr>
        <p:spPr>
          <a:xfrm>
            <a:off x="2569880" y="3657794"/>
            <a:ext cx="6967819" cy="948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97120" algn="ctr">
              <a:lnSpc>
                <a:spcPts val="1029"/>
              </a:lnSpc>
              <a:tabLst>
                <a:tab pos="357851" algn="l"/>
                <a:tab pos="2868040" algn="l"/>
                <a:tab pos="3226638" algn="l"/>
                <a:tab pos="5916127" algn="l"/>
              </a:tabLst>
            </a:pPr>
            <a:r>
              <a:rPr lang="en-US" sz="1412" dirty="0">
                <a:latin typeface="Arial"/>
                <a:cs typeface="Arial"/>
              </a:rPr>
              <a:t>n</a:t>
            </a:r>
            <a:r>
              <a:rPr sz="1412" dirty="0">
                <a:latin typeface="Arial"/>
                <a:cs typeface="Arial"/>
              </a:rPr>
              <a:t>	</a:t>
            </a:r>
            <a:r>
              <a:rPr lang="en-US" sz="1412" dirty="0">
                <a:latin typeface="Arial"/>
                <a:cs typeface="Arial"/>
              </a:rPr>
              <a:t>n</a:t>
            </a:r>
            <a:r>
              <a:rPr sz="1412" dirty="0">
                <a:latin typeface="Arial"/>
                <a:cs typeface="Arial"/>
              </a:rPr>
              <a:t>	</a:t>
            </a:r>
            <a:r>
              <a:rPr lang="en-US" sz="1412" dirty="0">
                <a:latin typeface="Arial"/>
                <a:cs typeface="Arial"/>
              </a:rPr>
              <a:t>n</a:t>
            </a:r>
            <a:r>
              <a:rPr sz="1412" dirty="0">
                <a:latin typeface="Arial"/>
                <a:cs typeface="Arial"/>
              </a:rPr>
              <a:t>	</a:t>
            </a:r>
            <a:r>
              <a:rPr lang="en-US" sz="1412" dirty="0">
                <a:latin typeface="Arial"/>
                <a:cs typeface="Arial"/>
              </a:rPr>
              <a:t>n	n</a:t>
            </a:r>
            <a:endParaRPr sz="1412" dirty="0">
              <a:latin typeface="Arial"/>
              <a:cs typeface="Arial"/>
            </a:endParaRPr>
          </a:p>
          <a:p>
            <a:pPr>
              <a:lnSpc>
                <a:spcPts val="4165"/>
              </a:lnSpc>
            </a:pPr>
            <a:r>
              <a:rPr sz="2353" spc="-5" dirty="0">
                <a:latin typeface="Arial"/>
                <a:cs typeface="Arial"/>
              </a:rPr>
              <a:t>1</a:t>
            </a:r>
            <a:r>
              <a:rPr sz="2353" spc="65" dirty="0">
                <a:latin typeface="Arial"/>
                <a:cs typeface="Arial"/>
              </a:rPr>
              <a:t> </a:t>
            </a:r>
            <a:r>
              <a:rPr sz="4236" dirty="0">
                <a:latin typeface="Arial"/>
                <a:cs typeface="Arial"/>
              </a:rPr>
              <a:t>∑∑</a:t>
            </a:r>
            <a:r>
              <a:rPr sz="2353" spc="-5" dirty="0">
                <a:latin typeface="Arial"/>
                <a:cs typeface="Arial"/>
              </a:rPr>
              <a:t>y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y</a:t>
            </a:r>
            <a:r>
              <a:rPr sz="2295" spc="8" baseline="-21367" dirty="0">
                <a:latin typeface="Arial"/>
                <a:cs typeface="Arial"/>
              </a:rPr>
              <a:t>j</a:t>
            </a:r>
            <a:r>
              <a:rPr sz="2353" spc="-5" dirty="0">
                <a:latin typeface="Arial"/>
                <a:cs typeface="Arial"/>
              </a:rPr>
              <a:t>α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α</a:t>
            </a:r>
            <a:r>
              <a:rPr sz="2295" spc="8" baseline="-21367" dirty="0">
                <a:latin typeface="Arial"/>
                <a:cs typeface="Arial"/>
              </a:rPr>
              <a:t>j</a:t>
            </a:r>
            <a:r>
              <a:rPr sz="2353" spc="-12" dirty="0">
                <a:latin typeface="Arial"/>
                <a:cs typeface="Arial"/>
              </a:rPr>
              <a:t>&lt;</a:t>
            </a:r>
            <a:r>
              <a:rPr sz="2353" b="1" spc="-12" dirty="0">
                <a:latin typeface="Arial"/>
                <a:cs typeface="Arial"/>
              </a:rPr>
              <a:t>x</a:t>
            </a:r>
            <a:r>
              <a:rPr sz="2295" spc="8" baseline="-21367" dirty="0">
                <a:latin typeface="Arial"/>
                <a:cs typeface="Arial"/>
              </a:rPr>
              <a:t>i </a:t>
            </a:r>
            <a:r>
              <a:rPr sz="2353" spc="-5" dirty="0">
                <a:latin typeface="Arial"/>
                <a:cs typeface="Arial"/>
              </a:rPr>
              <a:t>*</a:t>
            </a:r>
            <a:r>
              <a:rPr sz="2353" spc="-17" dirty="0">
                <a:latin typeface="Arial"/>
                <a:cs typeface="Arial"/>
              </a:rPr>
              <a:t> </a:t>
            </a:r>
            <a:r>
              <a:rPr sz="2353" b="1" spc="-12" dirty="0">
                <a:latin typeface="Arial"/>
                <a:cs typeface="Arial"/>
              </a:rPr>
              <a:t>x</a:t>
            </a:r>
            <a:r>
              <a:rPr sz="2295" spc="8" baseline="-21367" dirty="0">
                <a:latin typeface="Arial"/>
                <a:cs typeface="Arial"/>
              </a:rPr>
              <a:t>j</a:t>
            </a:r>
            <a:r>
              <a:rPr sz="2353" spc="-5" dirty="0">
                <a:latin typeface="Arial"/>
                <a:cs typeface="Arial"/>
              </a:rPr>
              <a:t>&gt;</a:t>
            </a:r>
            <a:r>
              <a:rPr sz="2353" spc="-12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–</a:t>
            </a:r>
            <a:r>
              <a:rPr sz="2353" spc="-299" dirty="0">
                <a:latin typeface="Arial"/>
                <a:cs typeface="Arial"/>
              </a:rPr>
              <a:t> </a:t>
            </a:r>
            <a:r>
              <a:rPr sz="4236" dirty="0">
                <a:latin typeface="Arial"/>
                <a:cs typeface="Arial"/>
              </a:rPr>
              <a:t>∑∑</a:t>
            </a:r>
            <a:r>
              <a:rPr sz="2353" spc="-5" dirty="0">
                <a:latin typeface="Arial"/>
                <a:cs typeface="Arial"/>
              </a:rPr>
              <a:t>y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y</a:t>
            </a:r>
            <a:r>
              <a:rPr sz="2295" spc="8" baseline="-21367" dirty="0">
                <a:latin typeface="Arial"/>
                <a:cs typeface="Arial"/>
              </a:rPr>
              <a:t>j</a:t>
            </a:r>
            <a:r>
              <a:rPr sz="2353" spc="-5" dirty="0">
                <a:latin typeface="Arial"/>
                <a:cs typeface="Arial"/>
              </a:rPr>
              <a:t>α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α</a:t>
            </a:r>
            <a:r>
              <a:rPr sz="2295" spc="8" baseline="-21367" dirty="0">
                <a:latin typeface="Arial"/>
                <a:cs typeface="Arial"/>
              </a:rPr>
              <a:t>j</a:t>
            </a:r>
            <a:r>
              <a:rPr sz="2353" spc="-12" dirty="0">
                <a:latin typeface="Arial"/>
                <a:cs typeface="Arial"/>
              </a:rPr>
              <a:t>&lt;</a:t>
            </a:r>
            <a:r>
              <a:rPr sz="2353" b="1" spc="-12" dirty="0">
                <a:latin typeface="Arial"/>
                <a:cs typeface="Arial"/>
              </a:rPr>
              <a:t>x</a:t>
            </a:r>
            <a:r>
              <a:rPr sz="2295" spc="8" baseline="-21367" dirty="0">
                <a:latin typeface="Arial"/>
                <a:cs typeface="Arial"/>
              </a:rPr>
              <a:t>i</a:t>
            </a:r>
            <a:r>
              <a:rPr sz="2295" spc="17" baseline="-21367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*</a:t>
            </a:r>
            <a:r>
              <a:rPr sz="2353" spc="-12" dirty="0">
                <a:latin typeface="Arial"/>
                <a:cs typeface="Arial"/>
              </a:rPr>
              <a:t> </a:t>
            </a:r>
            <a:r>
              <a:rPr sz="2353" b="1" spc="-12" dirty="0">
                <a:latin typeface="Arial"/>
                <a:cs typeface="Arial"/>
              </a:rPr>
              <a:t>x</a:t>
            </a:r>
            <a:r>
              <a:rPr sz="2295" spc="8" baseline="-21367" dirty="0">
                <a:latin typeface="Arial"/>
                <a:cs typeface="Arial"/>
              </a:rPr>
              <a:t>j</a:t>
            </a:r>
            <a:r>
              <a:rPr sz="2353" spc="-5" dirty="0">
                <a:latin typeface="Arial"/>
                <a:cs typeface="Arial"/>
              </a:rPr>
              <a:t>&gt;</a:t>
            </a:r>
            <a:r>
              <a:rPr sz="2353" spc="-12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+</a:t>
            </a:r>
            <a:r>
              <a:rPr sz="2353" spc="-299" dirty="0">
                <a:latin typeface="Arial"/>
                <a:cs typeface="Arial"/>
              </a:rPr>
              <a:t> </a:t>
            </a:r>
            <a:r>
              <a:rPr sz="4236" dirty="0">
                <a:latin typeface="Arial"/>
                <a:cs typeface="Arial"/>
              </a:rPr>
              <a:t>∑</a:t>
            </a:r>
            <a:r>
              <a:rPr sz="2353" spc="-5" dirty="0">
                <a:latin typeface="Arial"/>
                <a:cs typeface="Arial"/>
              </a:rPr>
              <a:t>α</a:t>
            </a:r>
            <a:r>
              <a:rPr sz="2295" spc="8" baseline="-21367" dirty="0">
                <a:latin typeface="Arial"/>
                <a:cs typeface="Arial"/>
              </a:rPr>
              <a:t>i </a:t>
            </a:r>
            <a:r>
              <a:rPr sz="2353" spc="-5" dirty="0">
                <a:latin typeface="Arial"/>
                <a:cs typeface="Arial"/>
              </a:rPr>
              <a:t>=</a:t>
            </a:r>
            <a:endParaRPr sz="2353" dirty="0">
              <a:latin typeface="Arial"/>
              <a:cs typeface="Arial"/>
            </a:endParaRPr>
          </a:p>
          <a:p>
            <a:pPr>
              <a:lnSpc>
                <a:spcPts val="2159"/>
              </a:lnSpc>
              <a:tabLst>
                <a:tab pos="3226638" algn="l"/>
                <a:tab pos="6274724" algn="l"/>
              </a:tabLst>
            </a:pPr>
            <a:r>
              <a:rPr sz="2117" dirty="0">
                <a:latin typeface="Arial"/>
                <a:cs typeface="Arial"/>
              </a:rPr>
              <a:t>2  </a:t>
            </a:r>
            <a:r>
              <a:rPr sz="2117" baseline="-27777" dirty="0">
                <a:latin typeface="Arial"/>
                <a:cs typeface="Arial"/>
              </a:rPr>
              <a:t>i = 1  j</a:t>
            </a:r>
            <a:r>
              <a:rPr sz="2117" spc="-317" baseline="-27777" dirty="0">
                <a:latin typeface="Arial"/>
                <a:cs typeface="Arial"/>
              </a:rPr>
              <a:t> </a:t>
            </a:r>
            <a:r>
              <a:rPr sz="2117" baseline="-27777" dirty="0">
                <a:latin typeface="Arial"/>
                <a:cs typeface="Arial"/>
              </a:rPr>
              <a:t>= 1	</a:t>
            </a:r>
            <a:r>
              <a:rPr sz="1412" dirty="0">
                <a:latin typeface="Arial"/>
                <a:cs typeface="Arial"/>
              </a:rPr>
              <a:t>i = 1  j</a:t>
            </a:r>
            <a:r>
              <a:rPr sz="1412" spc="29" dirty="0">
                <a:latin typeface="Arial"/>
                <a:cs typeface="Arial"/>
              </a:rPr>
              <a:t> </a:t>
            </a:r>
            <a:r>
              <a:rPr sz="1412" dirty="0">
                <a:latin typeface="Arial"/>
                <a:cs typeface="Arial"/>
              </a:rPr>
              <a:t>= 1	j =</a:t>
            </a:r>
            <a:r>
              <a:rPr sz="1412" spc="-24" dirty="0">
                <a:latin typeface="Arial"/>
                <a:cs typeface="Arial"/>
              </a:rPr>
              <a:t> </a:t>
            </a:r>
            <a:r>
              <a:rPr sz="1412" dirty="0">
                <a:latin typeface="Arial"/>
                <a:cs typeface="Arial"/>
              </a:rPr>
              <a:t>1</a:t>
            </a:r>
          </a:p>
        </p:txBody>
      </p:sp>
      <p:sp>
        <p:nvSpPr>
          <p:cNvPr id="20" name="object 24">
            <a:extLst>
              <a:ext uri="{FF2B5EF4-FFF2-40B4-BE49-F238E27FC236}">
                <a16:creationId xmlns:a16="http://schemas.microsoft.com/office/drawing/2014/main" id="{833DF939-5D68-4374-AD8E-C40F02A54D26}"/>
              </a:ext>
            </a:extLst>
          </p:cNvPr>
          <p:cNvSpPr/>
          <p:nvPr/>
        </p:nvSpPr>
        <p:spPr>
          <a:xfrm>
            <a:off x="7930774" y="499578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" name="object 25">
            <a:extLst>
              <a:ext uri="{FF2B5EF4-FFF2-40B4-BE49-F238E27FC236}">
                <a16:creationId xmlns:a16="http://schemas.microsoft.com/office/drawing/2014/main" id="{F7B3B029-43D1-4CB1-8490-79097C9F638E}"/>
              </a:ext>
            </a:extLst>
          </p:cNvPr>
          <p:cNvSpPr txBox="1">
            <a:spLocks/>
          </p:cNvSpPr>
          <p:nvPr/>
        </p:nvSpPr>
        <p:spPr>
          <a:xfrm>
            <a:off x="7933763" y="299066"/>
            <a:ext cx="1603935" cy="873848"/>
          </a:xfrm>
          <a:prstGeom prst="rect">
            <a:avLst/>
          </a:prstGeom>
        </p:spPr>
        <p:txBody>
          <a:bodyPr vert="horz" wrap="square" lIns="0" tIns="14941" rIns="0" bIns="0" rtlCol="0" anchor="t" anchorCtr="0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4941">
              <a:lnSpc>
                <a:spcPts val="5053"/>
              </a:lnSpc>
              <a:spcBef>
                <a:spcPts val="117"/>
              </a:spcBef>
            </a:pPr>
            <a:r>
              <a:rPr lang="en-US" sz="2353" spc="-5" dirty="0"/>
              <a:t>w</a:t>
            </a:r>
            <a:r>
              <a:rPr lang="en-US" sz="2353" spc="-12" dirty="0"/>
              <a:t> </a:t>
            </a:r>
            <a:r>
              <a:rPr lang="en-US" sz="2353" spc="-5" dirty="0"/>
              <a:t>=</a:t>
            </a:r>
            <a:r>
              <a:rPr lang="en-US" sz="4236" dirty="0"/>
              <a:t>∑</a:t>
            </a:r>
            <a:r>
              <a:rPr lang="en-US" sz="2353" spc="-5" dirty="0"/>
              <a:t>y</a:t>
            </a:r>
            <a:r>
              <a:rPr lang="en-US" sz="2295" baseline="-21367" dirty="0"/>
              <a:t>i</a:t>
            </a:r>
            <a:r>
              <a:rPr lang="el-GR" sz="2353" spc="-5" dirty="0"/>
              <a:t>α</a:t>
            </a:r>
            <a:r>
              <a:rPr lang="en-US" sz="2295" baseline="-21367" dirty="0" err="1"/>
              <a:t>i</a:t>
            </a:r>
            <a:r>
              <a:rPr lang="en-US" sz="2353" spc="-12" dirty="0" err="1"/>
              <a:t>x</a:t>
            </a:r>
            <a:r>
              <a:rPr lang="en-US" sz="2295" spc="8" baseline="-21367" dirty="0" err="1"/>
              <a:t>i</a:t>
            </a:r>
            <a:endParaRPr lang="en-US" sz="2295" baseline="-21367" dirty="0"/>
          </a:p>
          <a:p>
            <a:pPr marR="144187" algn="ctr">
              <a:lnSpc>
                <a:spcPts val="1665"/>
              </a:lnSpc>
            </a:pPr>
            <a:r>
              <a:rPr lang="en-US" sz="1412" dirty="0"/>
              <a:t>i =</a:t>
            </a:r>
            <a:r>
              <a:rPr lang="en-US" sz="1412" spc="-24" dirty="0"/>
              <a:t> </a:t>
            </a:r>
            <a:r>
              <a:rPr lang="en-US" sz="1412" dirty="0"/>
              <a:t>1</a:t>
            </a:r>
          </a:p>
        </p:txBody>
      </p:sp>
      <p:sp>
        <p:nvSpPr>
          <p:cNvPr id="22" name="object 26">
            <a:extLst>
              <a:ext uri="{FF2B5EF4-FFF2-40B4-BE49-F238E27FC236}">
                <a16:creationId xmlns:a16="http://schemas.microsoft.com/office/drawing/2014/main" id="{DDD1A435-4341-4757-9AC8-3DC763CCE24F}"/>
              </a:ext>
            </a:extLst>
          </p:cNvPr>
          <p:cNvSpPr/>
          <p:nvPr/>
        </p:nvSpPr>
        <p:spPr>
          <a:xfrm>
            <a:off x="7917564" y="3942339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3" name="object 27">
            <a:extLst>
              <a:ext uri="{FF2B5EF4-FFF2-40B4-BE49-F238E27FC236}">
                <a16:creationId xmlns:a16="http://schemas.microsoft.com/office/drawing/2014/main" id="{02247820-DB2C-46F8-A30A-C7A708201412}"/>
              </a:ext>
            </a:extLst>
          </p:cNvPr>
          <p:cNvSpPr/>
          <p:nvPr/>
        </p:nvSpPr>
        <p:spPr>
          <a:xfrm>
            <a:off x="7454544" y="3953034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4" name="object 28">
            <a:extLst>
              <a:ext uri="{FF2B5EF4-FFF2-40B4-BE49-F238E27FC236}">
                <a16:creationId xmlns:a16="http://schemas.microsoft.com/office/drawing/2014/main" id="{A55FCC11-4F94-4A61-930A-36AA47B33B38}"/>
              </a:ext>
            </a:extLst>
          </p:cNvPr>
          <p:cNvSpPr/>
          <p:nvPr/>
        </p:nvSpPr>
        <p:spPr>
          <a:xfrm>
            <a:off x="5034074" y="3942339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29">
            <a:extLst>
              <a:ext uri="{FF2B5EF4-FFF2-40B4-BE49-F238E27FC236}">
                <a16:creationId xmlns:a16="http://schemas.microsoft.com/office/drawing/2014/main" id="{BF339380-3C16-4745-AE00-DDAE96149920}"/>
              </a:ext>
            </a:extLst>
          </p:cNvPr>
          <p:cNvSpPr/>
          <p:nvPr/>
        </p:nvSpPr>
        <p:spPr>
          <a:xfrm>
            <a:off x="4581748" y="3953034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8" name="object 32">
            <a:extLst>
              <a:ext uri="{FF2B5EF4-FFF2-40B4-BE49-F238E27FC236}">
                <a16:creationId xmlns:a16="http://schemas.microsoft.com/office/drawing/2014/main" id="{1BEE3E57-9066-401B-B10A-96DD0AE9538B}"/>
              </a:ext>
            </a:extLst>
          </p:cNvPr>
          <p:cNvSpPr txBox="1"/>
          <p:nvPr/>
        </p:nvSpPr>
        <p:spPr>
          <a:xfrm>
            <a:off x="4004233" y="5002500"/>
            <a:ext cx="3913332" cy="1047797"/>
          </a:xfrm>
          <a:prstGeom prst="rect">
            <a:avLst/>
          </a:prstGeom>
        </p:spPr>
        <p:txBody>
          <a:bodyPr vert="horz" wrap="square" lIns="0" tIns="72464" rIns="0" bIns="0" rtlCol="0">
            <a:spAutoFit/>
          </a:bodyPr>
          <a:lstStyle/>
          <a:p>
            <a:pPr marL="179300">
              <a:lnSpc>
                <a:spcPts val="1159"/>
              </a:lnSpc>
              <a:spcBef>
                <a:spcPts val="569"/>
              </a:spcBef>
              <a:tabLst>
                <a:tab pos="1254347" algn="l"/>
                <a:tab pos="1612946" algn="l"/>
              </a:tabLst>
            </a:pPr>
            <a:r>
              <a:rPr lang="en-US" sz="2117" baseline="27777" dirty="0">
                <a:latin typeface="Arial"/>
                <a:cs typeface="Arial"/>
              </a:rPr>
              <a:t>n</a:t>
            </a:r>
            <a:r>
              <a:rPr sz="2117" baseline="27777" dirty="0">
                <a:latin typeface="Arial"/>
                <a:cs typeface="Arial"/>
              </a:rPr>
              <a:t>	</a:t>
            </a:r>
            <a:r>
              <a:rPr lang="en-US" sz="1412" dirty="0">
                <a:latin typeface="Arial"/>
                <a:cs typeface="Arial"/>
              </a:rPr>
              <a:t>n</a:t>
            </a:r>
            <a:r>
              <a:rPr sz="1412" dirty="0">
                <a:latin typeface="Arial"/>
                <a:cs typeface="Arial"/>
              </a:rPr>
              <a:t>	</a:t>
            </a:r>
            <a:r>
              <a:rPr lang="en-US" sz="1412" dirty="0">
                <a:latin typeface="Arial"/>
                <a:cs typeface="Arial"/>
              </a:rPr>
              <a:t>n</a:t>
            </a:r>
            <a:endParaRPr sz="1412" dirty="0">
              <a:latin typeface="Arial"/>
              <a:cs typeface="Arial"/>
            </a:endParaRPr>
          </a:p>
          <a:p>
            <a:pPr>
              <a:lnSpc>
                <a:spcPts val="4165"/>
              </a:lnSpc>
            </a:pPr>
            <a:r>
              <a:rPr sz="4236" dirty="0">
                <a:latin typeface="Arial"/>
                <a:cs typeface="Arial"/>
              </a:rPr>
              <a:t>∑</a:t>
            </a:r>
            <a:r>
              <a:rPr sz="2353" spc="-5" dirty="0">
                <a:latin typeface="Arial"/>
                <a:cs typeface="Arial"/>
              </a:rPr>
              <a:t>α</a:t>
            </a:r>
            <a:r>
              <a:rPr sz="2295" spc="8" baseline="-21367" dirty="0">
                <a:latin typeface="Arial"/>
                <a:cs typeface="Arial"/>
              </a:rPr>
              <a:t>i </a:t>
            </a:r>
            <a:r>
              <a:rPr sz="2353" spc="-5" dirty="0">
                <a:latin typeface="Arial"/>
                <a:cs typeface="Arial"/>
              </a:rPr>
              <a:t>-</a:t>
            </a:r>
            <a:r>
              <a:rPr sz="2353" spc="-12" dirty="0">
                <a:latin typeface="Arial"/>
                <a:cs typeface="Arial"/>
              </a:rPr>
              <a:t> 1</a:t>
            </a:r>
            <a:r>
              <a:rPr sz="4236" dirty="0">
                <a:latin typeface="Arial"/>
                <a:cs typeface="Arial"/>
              </a:rPr>
              <a:t>∑∑</a:t>
            </a:r>
            <a:r>
              <a:rPr lang="en-US" sz="2353" spc="-5" dirty="0">
                <a:latin typeface="Arial"/>
                <a:cs typeface="Arial"/>
              </a:rPr>
              <a:t> y</a:t>
            </a:r>
            <a:r>
              <a:rPr lang="en-US" sz="2295" baseline="-21367" dirty="0">
                <a:latin typeface="Arial"/>
                <a:cs typeface="Arial"/>
              </a:rPr>
              <a:t>i</a:t>
            </a:r>
            <a:r>
              <a:rPr lang="en-US" sz="2353" spc="-5" dirty="0">
                <a:latin typeface="Arial"/>
                <a:cs typeface="Arial"/>
              </a:rPr>
              <a:t>y</a:t>
            </a:r>
            <a:r>
              <a:rPr lang="en-US" sz="2295" spc="8" baseline="-21367" dirty="0">
                <a:latin typeface="Arial"/>
                <a:cs typeface="Arial"/>
              </a:rPr>
              <a:t>j</a:t>
            </a:r>
            <a:r>
              <a:rPr lang="el-GR" sz="2353" spc="-5" dirty="0">
                <a:latin typeface="Arial"/>
                <a:cs typeface="Arial"/>
              </a:rPr>
              <a:t>α</a:t>
            </a:r>
            <a:r>
              <a:rPr lang="en-US" sz="2295" baseline="-21367" dirty="0">
                <a:latin typeface="Arial"/>
                <a:cs typeface="Arial"/>
              </a:rPr>
              <a:t>i</a:t>
            </a:r>
            <a:r>
              <a:rPr lang="el-GR" sz="2353" spc="-5" dirty="0">
                <a:latin typeface="Arial"/>
                <a:cs typeface="Arial"/>
              </a:rPr>
              <a:t>α</a:t>
            </a:r>
            <a:r>
              <a:rPr lang="en-US" sz="2295" spc="8" baseline="-21367" dirty="0">
                <a:latin typeface="Arial"/>
                <a:cs typeface="Arial"/>
              </a:rPr>
              <a:t>j</a:t>
            </a:r>
            <a:r>
              <a:rPr lang="en-US" sz="2353" spc="-12" dirty="0">
                <a:latin typeface="Arial"/>
                <a:cs typeface="Arial"/>
              </a:rPr>
              <a:t>&lt;</a:t>
            </a:r>
            <a:r>
              <a:rPr lang="en-US" sz="2353" b="1" spc="-12" dirty="0">
                <a:latin typeface="Arial"/>
                <a:cs typeface="Arial"/>
              </a:rPr>
              <a:t>x</a:t>
            </a:r>
            <a:r>
              <a:rPr lang="en-US" sz="2295" spc="8" baseline="-21367" dirty="0">
                <a:latin typeface="Arial"/>
                <a:cs typeface="Arial"/>
              </a:rPr>
              <a:t>i</a:t>
            </a:r>
            <a:r>
              <a:rPr lang="en-US" sz="2295" spc="17" baseline="-21367" dirty="0">
                <a:latin typeface="Arial"/>
                <a:cs typeface="Arial"/>
              </a:rPr>
              <a:t> </a:t>
            </a:r>
            <a:r>
              <a:rPr lang="en-US" sz="2353" spc="-5" dirty="0">
                <a:latin typeface="Arial"/>
                <a:cs typeface="Arial"/>
              </a:rPr>
              <a:t>*</a:t>
            </a:r>
            <a:r>
              <a:rPr lang="en-US" sz="2353" spc="-12" dirty="0">
                <a:latin typeface="Arial"/>
                <a:cs typeface="Arial"/>
              </a:rPr>
              <a:t> </a:t>
            </a:r>
            <a:r>
              <a:rPr lang="en-US" sz="2353" b="1" spc="-12" dirty="0">
                <a:latin typeface="Arial"/>
                <a:cs typeface="Arial"/>
              </a:rPr>
              <a:t>x</a:t>
            </a:r>
            <a:r>
              <a:rPr lang="en-US" sz="2295" spc="8" baseline="-21367" dirty="0">
                <a:latin typeface="Arial"/>
                <a:cs typeface="Arial"/>
              </a:rPr>
              <a:t>j</a:t>
            </a:r>
            <a:r>
              <a:rPr lang="en-US" sz="2353" spc="-5" dirty="0">
                <a:latin typeface="Arial"/>
                <a:cs typeface="Arial"/>
              </a:rPr>
              <a:t>&gt;</a:t>
            </a:r>
            <a:endParaRPr sz="2353" dirty="0">
              <a:latin typeface="Arial"/>
              <a:cs typeface="Arial"/>
            </a:endParaRPr>
          </a:p>
          <a:p>
            <a:pPr marL="89650">
              <a:lnSpc>
                <a:spcPts val="2159"/>
              </a:lnSpc>
              <a:tabLst>
                <a:tab pos="895748" algn="l"/>
              </a:tabLst>
            </a:pPr>
            <a:r>
              <a:rPr sz="1412" dirty="0">
                <a:latin typeface="Arial"/>
                <a:cs typeface="Arial"/>
              </a:rPr>
              <a:t>i = 1	</a:t>
            </a:r>
            <a:r>
              <a:rPr sz="2117" dirty="0">
                <a:latin typeface="Arial"/>
                <a:cs typeface="Arial"/>
              </a:rPr>
              <a:t>2 </a:t>
            </a:r>
            <a:r>
              <a:rPr sz="1412" dirty="0">
                <a:latin typeface="Arial"/>
                <a:cs typeface="Arial"/>
              </a:rPr>
              <a:t>i = 1 j =</a:t>
            </a:r>
            <a:r>
              <a:rPr sz="1412" spc="-235" dirty="0">
                <a:latin typeface="Arial"/>
                <a:cs typeface="Arial"/>
              </a:rPr>
              <a:t> </a:t>
            </a:r>
            <a:r>
              <a:rPr sz="1412" dirty="0">
                <a:latin typeface="Arial"/>
                <a:cs typeface="Arial"/>
              </a:rPr>
              <a:t>1</a:t>
            </a:r>
          </a:p>
        </p:txBody>
      </p:sp>
      <p:sp>
        <p:nvSpPr>
          <p:cNvPr id="29" name="object 33">
            <a:extLst>
              <a:ext uri="{FF2B5EF4-FFF2-40B4-BE49-F238E27FC236}">
                <a16:creationId xmlns:a16="http://schemas.microsoft.com/office/drawing/2014/main" id="{84B61432-F677-40E8-B6DB-67CBBC3B93DE}"/>
              </a:ext>
            </a:extLst>
          </p:cNvPr>
          <p:cNvSpPr/>
          <p:nvPr/>
        </p:nvSpPr>
        <p:spPr>
          <a:xfrm>
            <a:off x="4434539" y="1077801"/>
            <a:ext cx="3499224" cy="1710017"/>
          </a:xfrm>
          <a:custGeom>
            <a:avLst/>
            <a:gdLst/>
            <a:ahLst/>
            <a:cxnLst/>
            <a:rect l="l" t="t" r="r" b="b"/>
            <a:pathLst>
              <a:path w="2974340" h="1453514">
                <a:moveTo>
                  <a:pt x="66389" y="1414363"/>
                </a:moveTo>
                <a:lnTo>
                  <a:pt x="51815" y="1384554"/>
                </a:lnTo>
                <a:lnTo>
                  <a:pt x="0" y="1451610"/>
                </a:lnTo>
                <a:lnTo>
                  <a:pt x="55625" y="1452603"/>
                </a:lnTo>
                <a:lnTo>
                  <a:pt x="55625" y="1419606"/>
                </a:lnTo>
                <a:lnTo>
                  <a:pt x="66389" y="1414363"/>
                </a:lnTo>
                <a:close/>
              </a:path>
              <a:path w="2974340" h="1453514">
                <a:moveTo>
                  <a:pt x="70731" y="1423245"/>
                </a:moveTo>
                <a:lnTo>
                  <a:pt x="66389" y="1414363"/>
                </a:lnTo>
                <a:lnTo>
                  <a:pt x="55625" y="1419606"/>
                </a:lnTo>
                <a:lnTo>
                  <a:pt x="59436" y="1428750"/>
                </a:lnTo>
                <a:lnTo>
                  <a:pt x="70731" y="1423245"/>
                </a:lnTo>
                <a:close/>
              </a:path>
              <a:path w="2974340" h="1453514">
                <a:moveTo>
                  <a:pt x="85343" y="1453134"/>
                </a:moveTo>
                <a:lnTo>
                  <a:pt x="70731" y="1423245"/>
                </a:lnTo>
                <a:lnTo>
                  <a:pt x="59436" y="1428750"/>
                </a:lnTo>
                <a:lnTo>
                  <a:pt x="55625" y="1419606"/>
                </a:lnTo>
                <a:lnTo>
                  <a:pt x="55625" y="1452603"/>
                </a:lnTo>
                <a:lnTo>
                  <a:pt x="85343" y="1453134"/>
                </a:lnTo>
                <a:close/>
              </a:path>
              <a:path w="2974340" h="1453514">
                <a:moveTo>
                  <a:pt x="2974086" y="8381"/>
                </a:moveTo>
                <a:lnTo>
                  <a:pt x="2970276" y="0"/>
                </a:lnTo>
                <a:lnTo>
                  <a:pt x="66389" y="1414363"/>
                </a:lnTo>
                <a:lnTo>
                  <a:pt x="70731" y="1423245"/>
                </a:lnTo>
                <a:lnTo>
                  <a:pt x="2974086" y="838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0" name="object 34">
            <a:extLst>
              <a:ext uri="{FF2B5EF4-FFF2-40B4-BE49-F238E27FC236}">
                <a16:creationId xmlns:a16="http://schemas.microsoft.com/office/drawing/2014/main" id="{4B147696-165A-4EF6-977C-A75B1E8FF27C}"/>
              </a:ext>
            </a:extLst>
          </p:cNvPr>
          <p:cNvSpPr/>
          <p:nvPr/>
        </p:nvSpPr>
        <p:spPr>
          <a:xfrm>
            <a:off x="6944657" y="1257991"/>
            <a:ext cx="1618129" cy="1438088"/>
          </a:xfrm>
          <a:custGeom>
            <a:avLst/>
            <a:gdLst/>
            <a:ahLst/>
            <a:cxnLst/>
            <a:rect l="l" t="t" r="r" b="b"/>
            <a:pathLst>
              <a:path w="1375409" h="1222375">
                <a:moveTo>
                  <a:pt x="54033" y="1168461"/>
                </a:moveTo>
                <a:lnTo>
                  <a:pt x="32003" y="1143762"/>
                </a:lnTo>
                <a:lnTo>
                  <a:pt x="0" y="1222248"/>
                </a:lnTo>
                <a:lnTo>
                  <a:pt x="44957" y="1210175"/>
                </a:lnTo>
                <a:lnTo>
                  <a:pt x="44957" y="1176528"/>
                </a:lnTo>
                <a:lnTo>
                  <a:pt x="54033" y="1168461"/>
                </a:lnTo>
                <a:close/>
              </a:path>
              <a:path w="1375409" h="1222375">
                <a:moveTo>
                  <a:pt x="60519" y="1175733"/>
                </a:moveTo>
                <a:lnTo>
                  <a:pt x="54033" y="1168461"/>
                </a:lnTo>
                <a:lnTo>
                  <a:pt x="44957" y="1176528"/>
                </a:lnTo>
                <a:lnTo>
                  <a:pt x="51053" y="1184148"/>
                </a:lnTo>
                <a:lnTo>
                  <a:pt x="60519" y="1175733"/>
                </a:lnTo>
                <a:close/>
              </a:path>
              <a:path w="1375409" h="1222375">
                <a:moveTo>
                  <a:pt x="82295" y="1200150"/>
                </a:moveTo>
                <a:lnTo>
                  <a:pt x="60519" y="1175733"/>
                </a:lnTo>
                <a:lnTo>
                  <a:pt x="51053" y="1184148"/>
                </a:lnTo>
                <a:lnTo>
                  <a:pt x="44957" y="1176528"/>
                </a:lnTo>
                <a:lnTo>
                  <a:pt x="44957" y="1210175"/>
                </a:lnTo>
                <a:lnTo>
                  <a:pt x="82295" y="1200150"/>
                </a:lnTo>
                <a:close/>
              </a:path>
              <a:path w="1375409" h="1222375">
                <a:moveTo>
                  <a:pt x="1375410" y="6858"/>
                </a:moveTo>
                <a:lnTo>
                  <a:pt x="1368552" y="0"/>
                </a:lnTo>
                <a:lnTo>
                  <a:pt x="54033" y="1168461"/>
                </a:lnTo>
                <a:lnTo>
                  <a:pt x="60519" y="1175733"/>
                </a:lnTo>
                <a:lnTo>
                  <a:pt x="1375410" y="68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35">
            <a:extLst>
              <a:ext uri="{FF2B5EF4-FFF2-40B4-BE49-F238E27FC236}">
                <a16:creationId xmlns:a16="http://schemas.microsoft.com/office/drawing/2014/main" id="{099F31D7-5D43-4F71-8FAF-A29FB70008B6}"/>
              </a:ext>
            </a:extLst>
          </p:cNvPr>
          <p:cNvSpPr/>
          <p:nvPr/>
        </p:nvSpPr>
        <p:spPr>
          <a:xfrm>
            <a:off x="5062068" y="1167448"/>
            <a:ext cx="3140635" cy="1618129"/>
          </a:xfrm>
          <a:custGeom>
            <a:avLst/>
            <a:gdLst/>
            <a:ahLst/>
            <a:cxnLst/>
            <a:rect l="l" t="t" r="r" b="b"/>
            <a:pathLst>
              <a:path w="2669540" h="1375410">
                <a:moveTo>
                  <a:pt x="66211" y="1336807"/>
                </a:moveTo>
                <a:lnTo>
                  <a:pt x="51053" y="1306830"/>
                </a:lnTo>
                <a:lnTo>
                  <a:pt x="0" y="1375410"/>
                </a:lnTo>
                <a:lnTo>
                  <a:pt x="54863" y="1374920"/>
                </a:lnTo>
                <a:lnTo>
                  <a:pt x="54863" y="1342644"/>
                </a:lnTo>
                <a:lnTo>
                  <a:pt x="66211" y="1336807"/>
                </a:lnTo>
                <a:close/>
              </a:path>
              <a:path w="2669540" h="1375410">
                <a:moveTo>
                  <a:pt x="70361" y="1345015"/>
                </a:moveTo>
                <a:lnTo>
                  <a:pt x="66211" y="1336807"/>
                </a:lnTo>
                <a:lnTo>
                  <a:pt x="54863" y="1342644"/>
                </a:lnTo>
                <a:lnTo>
                  <a:pt x="58674" y="1351026"/>
                </a:lnTo>
                <a:lnTo>
                  <a:pt x="70361" y="1345015"/>
                </a:lnTo>
                <a:close/>
              </a:path>
              <a:path w="2669540" h="1375410">
                <a:moveTo>
                  <a:pt x="85343" y="1374648"/>
                </a:moveTo>
                <a:lnTo>
                  <a:pt x="70361" y="1345015"/>
                </a:lnTo>
                <a:lnTo>
                  <a:pt x="58674" y="1351026"/>
                </a:lnTo>
                <a:lnTo>
                  <a:pt x="54863" y="1342644"/>
                </a:lnTo>
                <a:lnTo>
                  <a:pt x="54863" y="1374920"/>
                </a:lnTo>
                <a:lnTo>
                  <a:pt x="85343" y="1374648"/>
                </a:lnTo>
                <a:close/>
              </a:path>
              <a:path w="2669540" h="1375410">
                <a:moveTo>
                  <a:pt x="2669286" y="8381"/>
                </a:moveTo>
                <a:lnTo>
                  <a:pt x="2665476" y="0"/>
                </a:lnTo>
                <a:lnTo>
                  <a:pt x="66211" y="1336807"/>
                </a:lnTo>
                <a:lnTo>
                  <a:pt x="70361" y="1345015"/>
                </a:lnTo>
                <a:lnTo>
                  <a:pt x="2669286" y="838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2" name="object 36">
            <a:extLst>
              <a:ext uri="{FF2B5EF4-FFF2-40B4-BE49-F238E27FC236}">
                <a16:creationId xmlns:a16="http://schemas.microsoft.com/office/drawing/2014/main" id="{626755DC-A99D-48EB-A25C-46AF70B3FD75}"/>
              </a:ext>
            </a:extLst>
          </p:cNvPr>
          <p:cNvSpPr/>
          <p:nvPr/>
        </p:nvSpPr>
        <p:spPr>
          <a:xfrm>
            <a:off x="7656453" y="270079"/>
            <a:ext cx="2073835" cy="998816"/>
          </a:xfrm>
          <a:custGeom>
            <a:avLst/>
            <a:gdLst/>
            <a:ahLst/>
            <a:cxnLst/>
            <a:rect l="l" t="t" r="r" b="b"/>
            <a:pathLst>
              <a:path w="1762759" h="848994">
                <a:moveTo>
                  <a:pt x="1762506" y="423671"/>
                </a:moveTo>
                <a:lnTo>
                  <a:pt x="1757933" y="380237"/>
                </a:lnTo>
                <a:lnTo>
                  <a:pt x="1734976" y="320076"/>
                </a:lnTo>
                <a:lnTo>
                  <a:pt x="1712649" y="283857"/>
                </a:lnTo>
                <a:lnTo>
                  <a:pt x="1685340" y="250177"/>
                </a:lnTo>
                <a:lnTo>
                  <a:pt x="1653530" y="218969"/>
                </a:lnTo>
                <a:lnTo>
                  <a:pt x="1617703" y="190166"/>
                </a:lnTo>
                <a:lnTo>
                  <a:pt x="1578342" y="163699"/>
                </a:lnTo>
                <a:lnTo>
                  <a:pt x="1535929" y="139502"/>
                </a:lnTo>
                <a:lnTo>
                  <a:pt x="1490948" y="117507"/>
                </a:lnTo>
                <a:lnTo>
                  <a:pt x="1443881" y="97646"/>
                </a:lnTo>
                <a:lnTo>
                  <a:pt x="1395212" y="79852"/>
                </a:lnTo>
                <a:lnTo>
                  <a:pt x="1345423" y="64058"/>
                </a:lnTo>
                <a:lnTo>
                  <a:pt x="1294996" y="50196"/>
                </a:lnTo>
                <a:lnTo>
                  <a:pt x="1244415" y="38199"/>
                </a:lnTo>
                <a:lnTo>
                  <a:pt x="1194163" y="27999"/>
                </a:lnTo>
                <a:lnTo>
                  <a:pt x="1144722" y="19529"/>
                </a:lnTo>
                <a:lnTo>
                  <a:pt x="1096576" y="12721"/>
                </a:lnTo>
                <a:lnTo>
                  <a:pt x="1050207" y="7507"/>
                </a:lnTo>
                <a:lnTo>
                  <a:pt x="1006098" y="3821"/>
                </a:lnTo>
                <a:lnTo>
                  <a:pt x="964732" y="1595"/>
                </a:lnTo>
                <a:lnTo>
                  <a:pt x="925830" y="749"/>
                </a:lnTo>
                <a:lnTo>
                  <a:pt x="880872" y="0"/>
                </a:lnTo>
                <a:lnTo>
                  <a:pt x="835913" y="761"/>
                </a:lnTo>
                <a:lnTo>
                  <a:pt x="797717" y="1577"/>
                </a:lnTo>
                <a:lnTo>
                  <a:pt x="756313" y="3787"/>
                </a:lnTo>
                <a:lnTo>
                  <a:pt x="712183" y="7459"/>
                </a:lnTo>
                <a:lnTo>
                  <a:pt x="665807" y="12661"/>
                </a:lnTo>
                <a:lnTo>
                  <a:pt x="617667" y="19459"/>
                </a:lnTo>
                <a:lnTo>
                  <a:pt x="568242" y="27921"/>
                </a:lnTo>
                <a:lnTo>
                  <a:pt x="518014" y="38116"/>
                </a:lnTo>
                <a:lnTo>
                  <a:pt x="467463" y="50109"/>
                </a:lnTo>
                <a:lnTo>
                  <a:pt x="417071" y="63968"/>
                </a:lnTo>
                <a:lnTo>
                  <a:pt x="367317" y="79762"/>
                </a:lnTo>
                <a:lnTo>
                  <a:pt x="318682" y="97557"/>
                </a:lnTo>
                <a:lnTo>
                  <a:pt x="271648" y="117421"/>
                </a:lnTo>
                <a:lnTo>
                  <a:pt x="226695" y="139421"/>
                </a:lnTo>
                <a:lnTo>
                  <a:pt x="184303" y="163625"/>
                </a:lnTo>
                <a:lnTo>
                  <a:pt x="144954" y="190099"/>
                </a:lnTo>
                <a:lnTo>
                  <a:pt x="109128" y="218913"/>
                </a:lnTo>
                <a:lnTo>
                  <a:pt x="77305" y="250132"/>
                </a:lnTo>
                <a:lnTo>
                  <a:pt x="49967" y="283825"/>
                </a:lnTo>
                <a:lnTo>
                  <a:pt x="27594" y="320059"/>
                </a:lnTo>
                <a:lnTo>
                  <a:pt x="10667" y="358901"/>
                </a:lnTo>
                <a:lnTo>
                  <a:pt x="1523" y="402335"/>
                </a:lnTo>
                <a:lnTo>
                  <a:pt x="0" y="424433"/>
                </a:lnTo>
                <a:lnTo>
                  <a:pt x="1524" y="446531"/>
                </a:lnTo>
                <a:lnTo>
                  <a:pt x="4572" y="467867"/>
                </a:lnTo>
                <a:lnTo>
                  <a:pt x="9906" y="486536"/>
                </a:lnTo>
                <a:lnTo>
                  <a:pt x="9906" y="423671"/>
                </a:lnTo>
                <a:lnTo>
                  <a:pt x="10667" y="402335"/>
                </a:lnTo>
                <a:lnTo>
                  <a:pt x="19811" y="361187"/>
                </a:lnTo>
                <a:lnTo>
                  <a:pt x="36737" y="323426"/>
                </a:lnTo>
                <a:lnTo>
                  <a:pt x="58873" y="288168"/>
                </a:lnTo>
                <a:lnTo>
                  <a:pt x="85777" y="255351"/>
                </a:lnTo>
                <a:lnTo>
                  <a:pt x="117007" y="224910"/>
                </a:lnTo>
                <a:lnTo>
                  <a:pt x="152122" y="196784"/>
                </a:lnTo>
                <a:lnTo>
                  <a:pt x="190679" y="170909"/>
                </a:lnTo>
                <a:lnTo>
                  <a:pt x="232237" y="147221"/>
                </a:lnTo>
                <a:lnTo>
                  <a:pt x="276354" y="125657"/>
                </a:lnTo>
                <a:lnTo>
                  <a:pt x="322587" y="106155"/>
                </a:lnTo>
                <a:lnTo>
                  <a:pt x="370495" y="88651"/>
                </a:lnTo>
                <a:lnTo>
                  <a:pt x="419636" y="73082"/>
                </a:lnTo>
                <a:lnTo>
                  <a:pt x="469568" y="59384"/>
                </a:lnTo>
                <a:lnTo>
                  <a:pt x="519849" y="47495"/>
                </a:lnTo>
                <a:lnTo>
                  <a:pt x="570038" y="37352"/>
                </a:lnTo>
                <a:lnTo>
                  <a:pt x="619691" y="28890"/>
                </a:lnTo>
                <a:lnTo>
                  <a:pt x="668368" y="22047"/>
                </a:lnTo>
                <a:lnTo>
                  <a:pt x="715626" y="16760"/>
                </a:lnTo>
                <a:lnTo>
                  <a:pt x="761023" y="12966"/>
                </a:lnTo>
                <a:lnTo>
                  <a:pt x="804118" y="10601"/>
                </a:lnTo>
                <a:lnTo>
                  <a:pt x="845265" y="9608"/>
                </a:lnTo>
                <a:lnTo>
                  <a:pt x="880872" y="9899"/>
                </a:lnTo>
                <a:lnTo>
                  <a:pt x="926591" y="9905"/>
                </a:lnTo>
                <a:lnTo>
                  <a:pt x="970788" y="12191"/>
                </a:lnTo>
                <a:lnTo>
                  <a:pt x="1006696" y="13542"/>
                </a:lnTo>
                <a:lnTo>
                  <a:pt x="1045976" y="16387"/>
                </a:lnTo>
                <a:lnTo>
                  <a:pt x="1088119" y="20777"/>
                </a:lnTo>
                <a:lnTo>
                  <a:pt x="1132617" y="26762"/>
                </a:lnTo>
                <a:lnTo>
                  <a:pt x="1179008" y="34403"/>
                </a:lnTo>
                <a:lnTo>
                  <a:pt x="1226744" y="43748"/>
                </a:lnTo>
                <a:lnTo>
                  <a:pt x="1275310" y="54847"/>
                </a:lnTo>
                <a:lnTo>
                  <a:pt x="1324190" y="67754"/>
                </a:lnTo>
                <a:lnTo>
                  <a:pt x="1372872" y="82520"/>
                </a:lnTo>
                <a:lnTo>
                  <a:pt x="1420839" y="99198"/>
                </a:lnTo>
                <a:lnTo>
                  <a:pt x="1467578" y="117838"/>
                </a:lnTo>
                <a:lnTo>
                  <a:pt x="1512573" y="138494"/>
                </a:lnTo>
                <a:lnTo>
                  <a:pt x="1555311" y="161217"/>
                </a:lnTo>
                <a:lnTo>
                  <a:pt x="1595276" y="186059"/>
                </a:lnTo>
                <a:lnTo>
                  <a:pt x="1631954" y="213072"/>
                </a:lnTo>
                <a:lnTo>
                  <a:pt x="1664831" y="242308"/>
                </a:lnTo>
                <a:lnTo>
                  <a:pt x="1693391" y="273819"/>
                </a:lnTo>
                <a:lnTo>
                  <a:pt x="1717120" y="307658"/>
                </a:lnTo>
                <a:lnTo>
                  <a:pt x="1735504" y="343875"/>
                </a:lnTo>
                <a:lnTo>
                  <a:pt x="1748027" y="382523"/>
                </a:lnTo>
                <a:lnTo>
                  <a:pt x="1752600" y="424433"/>
                </a:lnTo>
                <a:lnTo>
                  <a:pt x="1752600" y="484343"/>
                </a:lnTo>
                <a:lnTo>
                  <a:pt x="1760982" y="445769"/>
                </a:lnTo>
                <a:lnTo>
                  <a:pt x="1762506" y="423671"/>
                </a:lnTo>
                <a:close/>
              </a:path>
              <a:path w="1762759" h="848994">
                <a:moveTo>
                  <a:pt x="1752600" y="484343"/>
                </a:moveTo>
                <a:lnTo>
                  <a:pt x="1752600" y="424433"/>
                </a:lnTo>
                <a:lnTo>
                  <a:pt x="1751838" y="445007"/>
                </a:lnTo>
                <a:lnTo>
                  <a:pt x="1748027" y="466343"/>
                </a:lnTo>
                <a:lnTo>
                  <a:pt x="1735297" y="504905"/>
                </a:lnTo>
                <a:lnTo>
                  <a:pt x="1716754" y="541039"/>
                </a:lnTo>
                <a:lnTo>
                  <a:pt x="1692909" y="574799"/>
                </a:lnTo>
                <a:lnTo>
                  <a:pt x="1664272" y="606237"/>
                </a:lnTo>
                <a:lnTo>
                  <a:pt x="1631354" y="635405"/>
                </a:lnTo>
                <a:lnTo>
                  <a:pt x="1594665" y="662354"/>
                </a:lnTo>
                <a:lnTo>
                  <a:pt x="1554714" y="687137"/>
                </a:lnTo>
                <a:lnTo>
                  <a:pt x="1512014" y="709807"/>
                </a:lnTo>
                <a:lnTo>
                  <a:pt x="1467072" y="730414"/>
                </a:lnTo>
                <a:lnTo>
                  <a:pt x="1420401" y="749012"/>
                </a:lnTo>
                <a:lnTo>
                  <a:pt x="1372510" y="765652"/>
                </a:lnTo>
                <a:lnTo>
                  <a:pt x="1323909" y="780387"/>
                </a:lnTo>
                <a:lnTo>
                  <a:pt x="1275108" y="793268"/>
                </a:lnTo>
                <a:lnTo>
                  <a:pt x="1226619" y="804348"/>
                </a:lnTo>
                <a:lnTo>
                  <a:pt x="1178951" y="813678"/>
                </a:lnTo>
                <a:lnTo>
                  <a:pt x="1132614" y="821311"/>
                </a:lnTo>
                <a:lnTo>
                  <a:pt x="1088084" y="827303"/>
                </a:lnTo>
                <a:lnTo>
                  <a:pt x="1045926" y="831698"/>
                </a:lnTo>
                <a:lnTo>
                  <a:pt x="1006696" y="834548"/>
                </a:lnTo>
                <a:lnTo>
                  <a:pt x="970788" y="835913"/>
                </a:lnTo>
                <a:lnTo>
                  <a:pt x="925830" y="838199"/>
                </a:lnTo>
                <a:lnTo>
                  <a:pt x="841565" y="838306"/>
                </a:lnTo>
                <a:lnTo>
                  <a:pt x="800390" y="837117"/>
                </a:lnTo>
                <a:lnTo>
                  <a:pt x="754366" y="834462"/>
                </a:lnTo>
                <a:lnTo>
                  <a:pt x="707356" y="830370"/>
                </a:lnTo>
                <a:lnTo>
                  <a:pt x="658663" y="824735"/>
                </a:lnTo>
                <a:lnTo>
                  <a:pt x="608727" y="817488"/>
                </a:lnTo>
                <a:lnTo>
                  <a:pt x="557992" y="808555"/>
                </a:lnTo>
                <a:lnTo>
                  <a:pt x="506898" y="797867"/>
                </a:lnTo>
                <a:lnTo>
                  <a:pt x="455887" y="785352"/>
                </a:lnTo>
                <a:lnTo>
                  <a:pt x="405403" y="770939"/>
                </a:lnTo>
                <a:lnTo>
                  <a:pt x="355885" y="754556"/>
                </a:lnTo>
                <a:lnTo>
                  <a:pt x="307777" y="736132"/>
                </a:lnTo>
                <a:lnTo>
                  <a:pt x="261520" y="715597"/>
                </a:lnTo>
                <a:lnTo>
                  <a:pt x="217556" y="692878"/>
                </a:lnTo>
                <a:lnTo>
                  <a:pt x="176326" y="667905"/>
                </a:lnTo>
                <a:lnTo>
                  <a:pt x="138274" y="640606"/>
                </a:lnTo>
                <a:lnTo>
                  <a:pt x="103840" y="610910"/>
                </a:lnTo>
                <a:lnTo>
                  <a:pt x="73467" y="578747"/>
                </a:lnTo>
                <a:lnTo>
                  <a:pt x="47596" y="544043"/>
                </a:lnTo>
                <a:lnTo>
                  <a:pt x="26670" y="506729"/>
                </a:lnTo>
                <a:lnTo>
                  <a:pt x="13716" y="465581"/>
                </a:lnTo>
                <a:lnTo>
                  <a:pt x="9906" y="423671"/>
                </a:lnTo>
                <a:lnTo>
                  <a:pt x="9906" y="486536"/>
                </a:lnTo>
                <a:lnTo>
                  <a:pt x="38910" y="548038"/>
                </a:lnTo>
                <a:lnTo>
                  <a:pt x="64472" y="582962"/>
                </a:lnTo>
                <a:lnTo>
                  <a:pt x="94551" y="615380"/>
                </a:lnTo>
                <a:lnTo>
                  <a:pt x="128725" y="645359"/>
                </a:lnTo>
                <a:lnTo>
                  <a:pt x="166570" y="672967"/>
                </a:lnTo>
                <a:lnTo>
                  <a:pt x="207663" y="698271"/>
                </a:lnTo>
                <a:lnTo>
                  <a:pt x="251584" y="721340"/>
                </a:lnTo>
                <a:lnTo>
                  <a:pt x="297908" y="742240"/>
                </a:lnTo>
                <a:lnTo>
                  <a:pt x="346213" y="761038"/>
                </a:lnTo>
                <a:lnTo>
                  <a:pt x="396077" y="777804"/>
                </a:lnTo>
                <a:lnTo>
                  <a:pt x="447077" y="792604"/>
                </a:lnTo>
                <a:lnTo>
                  <a:pt x="498791" y="805505"/>
                </a:lnTo>
                <a:lnTo>
                  <a:pt x="550795" y="816576"/>
                </a:lnTo>
                <a:lnTo>
                  <a:pt x="602668" y="825883"/>
                </a:lnTo>
                <a:lnTo>
                  <a:pt x="653987" y="833495"/>
                </a:lnTo>
                <a:lnTo>
                  <a:pt x="704328" y="839479"/>
                </a:lnTo>
                <a:lnTo>
                  <a:pt x="753270" y="843903"/>
                </a:lnTo>
                <a:lnTo>
                  <a:pt x="800390" y="846833"/>
                </a:lnTo>
                <a:lnTo>
                  <a:pt x="845265" y="848339"/>
                </a:lnTo>
                <a:lnTo>
                  <a:pt x="887473" y="848486"/>
                </a:lnTo>
                <a:lnTo>
                  <a:pt x="926591" y="847343"/>
                </a:lnTo>
                <a:lnTo>
                  <a:pt x="970788" y="845819"/>
                </a:lnTo>
                <a:lnTo>
                  <a:pt x="1014984" y="842771"/>
                </a:lnTo>
                <a:lnTo>
                  <a:pt x="1050525" y="840444"/>
                </a:lnTo>
                <a:lnTo>
                  <a:pt x="1089441" y="836578"/>
                </a:lnTo>
                <a:lnTo>
                  <a:pt x="1131201" y="831124"/>
                </a:lnTo>
                <a:lnTo>
                  <a:pt x="1175273" y="824029"/>
                </a:lnTo>
                <a:lnTo>
                  <a:pt x="1221125" y="815242"/>
                </a:lnTo>
                <a:lnTo>
                  <a:pt x="1268225" y="804714"/>
                </a:lnTo>
                <a:lnTo>
                  <a:pt x="1316042" y="792392"/>
                </a:lnTo>
                <a:lnTo>
                  <a:pt x="1364044" y="778225"/>
                </a:lnTo>
                <a:lnTo>
                  <a:pt x="1411700" y="762163"/>
                </a:lnTo>
                <a:lnTo>
                  <a:pt x="1458477" y="744154"/>
                </a:lnTo>
                <a:lnTo>
                  <a:pt x="1503844" y="724148"/>
                </a:lnTo>
                <a:lnTo>
                  <a:pt x="1547270" y="702093"/>
                </a:lnTo>
                <a:lnTo>
                  <a:pt x="1588223" y="677938"/>
                </a:lnTo>
                <a:lnTo>
                  <a:pt x="1626171" y="651632"/>
                </a:lnTo>
                <a:lnTo>
                  <a:pt x="1660582" y="623124"/>
                </a:lnTo>
                <a:lnTo>
                  <a:pt x="1690925" y="592364"/>
                </a:lnTo>
                <a:lnTo>
                  <a:pt x="1716668" y="559299"/>
                </a:lnTo>
                <a:lnTo>
                  <a:pt x="1737280" y="523879"/>
                </a:lnTo>
                <a:lnTo>
                  <a:pt x="1752228" y="486053"/>
                </a:lnTo>
                <a:lnTo>
                  <a:pt x="1752600" y="4843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4" name="object 27">
            <a:extLst>
              <a:ext uri="{FF2B5EF4-FFF2-40B4-BE49-F238E27FC236}">
                <a16:creationId xmlns:a16="http://schemas.microsoft.com/office/drawing/2014/main" id="{A05E7203-E423-4075-B790-0525C24F3100}"/>
              </a:ext>
            </a:extLst>
          </p:cNvPr>
          <p:cNvSpPr/>
          <p:nvPr/>
        </p:nvSpPr>
        <p:spPr>
          <a:xfrm>
            <a:off x="6797126" y="5342843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AF2691EE-DC94-4016-B33F-33663FCCCB4F}"/>
              </a:ext>
            </a:extLst>
          </p:cNvPr>
          <p:cNvSpPr/>
          <p:nvPr/>
        </p:nvSpPr>
        <p:spPr>
          <a:xfrm>
            <a:off x="7274163" y="5337407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</p:spTree>
    <p:extLst>
      <p:ext uri="{BB962C8B-B14F-4D97-AF65-F5344CB8AC3E}">
        <p14:creationId xmlns:p14="http://schemas.microsoft.com/office/powerpoint/2010/main" val="4228475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F71C4-827D-48DB-BA57-1784436B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SVM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68AAB23C-01EA-4EF8-BB48-BDAAFA96C77A}"/>
              </a:ext>
            </a:extLst>
          </p:cNvPr>
          <p:cNvSpPr txBox="1"/>
          <p:nvPr/>
        </p:nvSpPr>
        <p:spPr>
          <a:xfrm>
            <a:off x="2394551" y="1505809"/>
            <a:ext cx="6987421" cy="430923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472130" indent="-457189">
              <a:spcBef>
                <a:spcPts val="112"/>
              </a:spcBef>
              <a:buClr>
                <a:srgbClr val="0070C0"/>
              </a:buClr>
              <a:buSzPct val="58695"/>
              <a:buFont typeface="Wingdings" panose="05000000000000000000" pitchFamily="2" charset="2"/>
              <a:buChar char="Ø"/>
              <a:tabLst>
                <a:tab pos="417618" algn="l"/>
                <a:tab pos="418364" algn="l"/>
              </a:tabLst>
            </a:pPr>
            <a:r>
              <a:rPr sz="2707" spc="-5" dirty="0">
                <a:latin typeface="Tahoma"/>
                <a:cs typeface="Tahoma"/>
              </a:rPr>
              <a:t>The dual form of the original problem</a:t>
            </a:r>
            <a:r>
              <a:rPr sz="2707" spc="176" dirty="0">
                <a:latin typeface="Tahoma"/>
                <a:cs typeface="Tahoma"/>
              </a:rPr>
              <a:t> </a:t>
            </a:r>
            <a:r>
              <a:rPr sz="2707" spc="-5" dirty="0">
                <a:latin typeface="Tahoma"/>
                <a:cs typeface="Tahoma"/>
              </a:rPr>
              <a:t>is</a:t>
            </a:r>
            <a:endParaRPr sz="2707" dirty="0">
              <a:latin typeface="Tahoma"/>
              <a:cs typeface="Tahoma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0CAFFF9E-E1C6-46F7-B308-9CBDE95362DE}"/>
              </a:ext>
            </a:extLst>
          </p:cNvPr>
          <p:cNvSpPr txBox="1"/>
          <p:nvPr/>
        </p:nvSpPr>
        <p:spPr>
          <a:xfrm>
            <a:off x="2975461" y="2207745"/>
            <a:ext cx="3464859" cy="66693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353" spc="-12" dirty="0">
                <a:latin typeface="Arial"/>
                <a:cs typeface="Arial"/>
              </a:rPr>
              <a:t>maximiz</a:t>
            </a:r>
            <a:r>
              <a:rPr sz="2353" spc="-5" dirty="0">
                <a:latin typeface="Arial"/>
                <a:cs typeface="Arial"/>
              </a:rPr>
              <a:t>e</a:t>
            </a:r>
            <a:r>
              <a:rPr sz="2353" spc="5" dirty="0">
                <a:latin typeface="Arial"/>
                <a:cs typeface="Arial"/>
              </a:rPr>
              <a:t> </a:t>
            </a:r>
            <a:r>
              <a:rPr sz="2353" spc="-12" dirty="0">
                <a:latin typeface="Arial"/>
                <a:cs typeface="Arial"/>
              </a:rPr>
              <a:t>W</a:t>
            </a:r>
            <a:r>
              <a:rPr sz="2353" spc="-5" dirty="0">
                <a:latin typeface="Arial"/>
                <a:cs typeface="Arial"/>
              </a:rPr>
              <a:t>(α) =</a:t>
            </a:r>
            <a:r>
              <a:rPr sz="2353" spc="-299" dirty="0">
                <a:latin typeface="Arial"/>
                <a:cs typeface="Arial"/>
              </a:rPr>
              <a:t> </a:t>
            </a:r>
            <a:r>
              <a:rPr sz="4236" dirty="0">
                <a:latin typeface="Arial"/>
                <a:cs typeface="Arial"/>
              </a:rPr>
              <a:t>∑</a:t>
            </a:r>
            <a:r>
              <a:rPr sz="2353" spc="-5" dirty="0">
                <a:latin typeface="Arial"/>
                <a:cs typeface="Arial"/>
              </a:rPr>
              <a:t>α</a:t>
            </a:r>
            <a:r>
              <a:rPr sz="2295" spc="8" baseline="-21367" dirty="0">
                <a:latin typeface="Arial"/>
                <a:cs typeface="Arial"/>
              </a:rPr>
              <a:t>i </a:t>
            </a:r>
            <a:r>
              <a:rPr sz="2353" spc="-5" dirty="0">
                <a:latin typeface="Arial"/>
                <a:cs typeface="Arial"/>
              </a:rPr>
              <a:t>–</a:t>
            </a:r>
            <a:r>
              <a:rPr sz="2353" spc="-12" dirty="0">
                <a:latin typeface="Arial"/>
                <a:cs typeface="Arial"/>
              </a:rPr>
              <a:t> </a:t>
            </a:r>
            <a:r>
              <a:rPr lang="en-US" sz="2353" spc="-12" dirty="0">
                <a:latin typeface="Arial"/>
                <a:cs typeface="Arial"/>
              </a:rPr>
              <a:t> </a:t>
            </a:r>
            <a:r>
              <a:rPr sz="2353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2353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CCE11ED1-A79B-4A0B-8002-FC78C311C5FE}"/>
              </a:ext>
            </a:extLst>
          </p:cNvPr>
          <p:cNvSpPr txBox="1"/>
          <p:nvPr/>
        </p:nvSpPr>
        <p:spPr>
          <a:xfrm>
            <a:off x="5306287" y="2845135"/>
            <a:ext cx="375024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1412" dirty="0">
                <a:latin typeface="Arial"/>
                <a:cs typeface="Arial"/>
              </a:rPr>
              <a:t>i =</a:t>
            </a:r>
            <a:r>
              <a:rPr sz="1412" spc="-105" dirty="0">
                <a:latin typeface="Arial"/>
                <a:cs typeface="Arial"/>
              </a:rPr>
              <a:t> </a:t>
            </a:r>
            <a:r>
              <a:rPr sz="1412" dirty="0">
                <a:latin typeface="Arial"/>
                <a:cs typeface="Arial"/>
              </a:rPr>
              <a:t>1</a:t>
            </a:r>
            <a:endParaRPr sz="1412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DF1BA0D-0DCD-47B2-ADA7-E3F7BD43AE17}"/>
              </a:ext>
            </a:extLst>
          </p:cNvPr>
          <p:cNvSpPr txBox="1"/>
          <p:nvPr/>
        </p:nvSpPr>
        <p:spPr>
          <a:xfrm>
            <a:off x="5413861" y="2108399"/>
            <a:ext cx="147515" cy="666997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  <a:tabLst>
                <a:tab pos="1358938" algn="l"/>
                <a:tab pos="1717537" algn="l"/>
              </a:tabLst>
            </a:pPr>
            <a:r>
              <a:rPr lang="en-US" sz="1412" dirty="0">
                <a:latin typeface="Arial"/>
                <a:cs typeface="Arial"/>
              </a:rPr>
              <a:t>n</a:t>
            </a:r>
            <a:r>
              <a:rPr sz="1412" dirty="0">
                <a:latin typeface="Arial"/>
                <a:cs typeface="Arial"/>
              </a:rPr>
              <a:t>		</a:t>
            </a: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001BADE3-B2A4-403B-8C79-D9F1C4E75652}"/>
              </a:ext>
            </a:extLst>
          </p:cNvPr>
          <p:cNvSpPr/>
          <p:nvPr/>
        </p:nvSpPr>
        <p:spPr>
          <a:xfrm>
            <a:off x="8351299" y="2497903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0295A5C7-A407-4962-B927-6F7DB2049BCD}"/>
              </a:ext>
            </a:extLst>
          </p:cNvPr>
          <p:cNvSpPr/>
          <p:nvPr/>
        </p:nvSpPr>
        <p:spPr>
          <a:xfrm>
            <a:off x="8889180" y="2497903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2B885D34-A633-4726-8062-DBB078C04092}"/>
              </a:ext>
            </a:extLst>
          </p:cNvPr>
          <p:cNvSpPr txBox="1"/>
          <p:nvPr/>
        </p:nvSpPr>
        <p:spPr>
          <a:xfrm>
            <a:off x="6272846" y="2272945"/>
            <a:ext cx="3035300" cy="899945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378769">
              <a:lnSpc>
                <a:spcPts val="4700"/>
              </a:lnSpc>
              <a:spcBef>
                <a:spcPts val="117"/>
              </a:spcBef>
            </a:pPr>
            <a:r>
              <a:rPr sz="4236" dirty="0">
                <a:latin typeface="Arial"/>
                <a:cs typeface="Arial"/>
              </a:rPr>
              <a:t>∑∑</a:t>
            </a:r>
            <a:r>
              <a:rPr lang="en-US" sz="2353" spc="-5" dirty="0">
                <a:latin typeface="Arial"/>
                <a:cs typeface="Arial"/>
              </a:rPr>
              <a:t>y</a:t>
            </a:r>
            <a:r>
              <a:rPr lang="en-US" sz="2295" baseline="-21367" dirty="0">
                <a:latin typeface="Arial"/>
                <a:cs typeface="Arial"/>
              </a:rPr>
              <a:t>i</a:t>
            </a:r>
            <a:r>
              <a:rPr lang="en-US" sz="2353" spc="-5" dirty="0">
                <a:latin typeface="Arial"/>
                <a:cs typeface="Arial"/>
              </a:rPr>
              <a:t>y</a:t>
            </a:r>
            <a:r>
              <a:rPr lang="en-US" sz="2295" spc="8" baseline="-21367" dirty="0">
                <a:latin typeface="Arial"/>
                <a:cs typeface="Arial"/>
              </a:rPr>
              <a:t>j</a:t>
            </a:r>
            <a:r>
              <a:rPr lang="el-GR" sz="2353" spc="-5" dirty="0">
                <a:latin typeface="Arial"/>
                <a:cs typeface="Arial"/>
              </a:rPr>
              <a:t>α</a:t>
            </a:r>
            <a:r>
              <a:rPr lang="en-US" sz="2295" baseline="-21367" dirty="0">
                <a:latin typeface="Arial"/>
                <a:cs typeface="Arial"/>
              </a:rPr>
              <a:t>i</a:t>
            </a:r>
            <a:r>
              <a:rPr lang="el-GR" sz="2353" spc="-5" dirty="0">
                <a:latin typeface="Arial"/>
                <a:cs typeface="Arial"/>
              </a:rPr>
              <a:t>α</a:t>
            </a:r>
            <a:r>
              <a:rPr lang="en-US" sz="2295" spc="8" baseline="-21367" dirty="0">
                <a:latin typeface="Arial"/>
                <a:cs typeface="Arial"/>
              </a:rPr>
              <a:t>j</a:t>
            </a:r>
            <a:r>
              <a:rPr lang="en-US" sz="2353" spc="-12" dirty="0">
                <a:latin typeface="Arial"/>
                <a:cs typeface="Arial"/>
              </a:rPr>
              <a:t>&lt;</a:t>
            </a:r>
            <a:r>
              <a:rPr lang="en-US" sz="2353" b="1" spc="-12" dirty="0">
                <a:latin typeface="Arial"/>
                <a:cs typeface="Arial"/>
              </a:rPr>
              <a:t>x</a:t>
            </a:r>
            <a:r>
              <a:rPr lang="en-US" sz="2295" spc="8" baseline="-21367" dirty="0">
                <a:latin typeface="Arial"/>
                <a:cs typeface="Arial"/>
              </a:rPr>
              <a:t>i</a:t>
            </a:r>
            <a:r>
              <a:rPr lang="en-US" sz="2295" spc="17" baseline="-21367" dirty="0">
                <a:latin typeface="Arial"/>
                <a:cs typeface="Arial"/>
              </a:rPr>
              <a:t> </a:t>
            </a:r>
            <a:r>
              <a:rPr lang="en-US" sz="2353" spc="-5" dirty="0">
                <a:latin typeface="Arial"/>
                <a:cs typeface="Arial"/>
              </a:rPr>
              <a:t>*</a:t>
            </a:r>
            <a:r>
              <a:rPr lang="en-US" sz="2353" spc="-12" dirty="0">
                <a:latin typeface="Arial"/>
                <a:cs typeface="Arial"/>
              </a:rPr>
              <a:t> </a:t>
            </a:r>
            <a:r>
              <a:rPr lang="en-US" sz="2353" b="1" spc="-12" dirty="0">
                <a:latin typeface="Arial"/>
                <a:cs typeface="Arial"/>
              </a:rPr>
              <a:t>x</a:t>
            </a:r>
            <a:r>
              <a:rPr lang="en-US" sz="2295" spc="8" baseline="-21367" dirty="0">
                <a:latin typeface="Arial"/>
                <a:cs typeface="Arial"/>
              </a:rPr>
              <a:t>j</a:t>
            </a:r>
            <a:r>
              <a:rPr lang="en-US" sz="2353" spc="-5" dirty="0">
                <a:latin typeface="Arial"/>
                <a:cs typeface="Arial"/>
              </a:rPr>
              <a:t>&gt;</a:t>
            </a:r>
            <a:endParaRPr lang="en-US" sz="2353" dirty="0">
              <a:latin typeface="Arial"/>
              <a:cs typeface="Arial"/>
            </a:endParaRPr>
          </a:p>
          <a:p>
            <a:pPr marL="14941">
              <a:lnSpc>
                <a:spcPts val="2159"/>
              </a:lnSpc>
              <a:tabLst>
                <a:tab pos="372793" algn="l"/>
              </a:tabLst>
            </a:pPr>
            <a:r>
              <a:rPr lang="en-US" sz="2117" dirty="0">
                <a:latin typeface="Arial"/>
                <a:cs typeface="Arial"/>
              </a:rPr>
              <a:t>2	</a:t>
            </a:r>
            <a:r>
              <a:rPr lang="en-US" sz="1412" dirty="0">
                <a:latin typeface="Arial"/>
                <a:cs typeface="Arial"/>
              </a:rPr>
              <a:t>i = 1  j =</a:t>
            </a:r>
            <a:r>
              <a:rPr lang="en-US" sz="1412" spc="12" dirty="0">
                <a:latin typeface="Arial"/>
                <a:cs typeface="Arial"/>
              </a:rPr>
              <a:t> </a:t>
            </a:r>
            <a:r>
              <a:rPr lang="en-US" sz="1412" dirty="0">
                <a:latin typeface="Arial"/>
                <a:cs typeface="Arial"/>
              </a:rPr>
              <a:t>1</a:t>
            </a:r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8A354A2F-925F-4185-8468-3F513C46A034}"/>
              </a:ext>
            </a:extLst>
          </p:cNvPr>
          <p:cNvSpPr txBox="1"/>
          <p:nvPr/>
        </p:nvSpPr>
        <p:spPr>
          <a:xfrm>
            <a:off x="2946775" y="3522868"/>
            <a:ext cx="1308847" cy="376420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2353" spc="-5" dirty="0">
                <a:latin typeface="Arial"/>
                <a:cs typeface="Arial"/>
              </a:rPr>
              <a:t>subject</a:t>
            </a:r>
            <a:r>
              <a:rPr sz="2353" spc="-76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to</a:t>
            </a:r>
            <a:endParaRPr sz="2353">
              <a:latin typeface="Arial"/>
              <a:cs typeface="Arial"/>
            </a:endParaRPr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6133F00B-59D9-4F80-88C2-FE2DB0A99802}"/>
              </a:ext>
            </a:extLst>
          </p:cNvPr>
          <p:cNvSpPr txBox="1"/>
          <p:nvPr/>
        </p:nvSpPr>
        <p:spPr>
          <a:xfrm>
            <a:off x="7988528" y="3522868"/>
            <a:ext cx="2319253" cy="376420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  <a:tabLst>
                <a:tab pos="892014" algn="l"/>
              </a:tabLst>
            </a:pPr>
            <a:r>
              <a:rPr sz="2353" dirty="0">
                <a:latin typeface="Arial"/>
                <a:cs typeface="Arial"/>
              </a:rPr>
              <a:t>α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295" spc="8" baseline="-21367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≥</a:t>
            </a:r>
            <a:r>
              <a:rPr sz="2353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0	i =</a:t>
            </a:r>
            <a:r>
              <a:rPr sz="2353" spc="-71" dirty="0">
                <a:latin typeface="Arial"/>
                <a:cs typeface="Arial"/>
              </a:rPr>
              <a:t> </a:t>
            </a:r>
            <a:r>
              <a:rPr sz="2353" spc="-12" dirty="0">
                <a:latin typeface="Arial"/>
                <a:cs typeface="Arial"/>
              </a:rPr>
              <a:t>1,....,</a:t>
            </a:r>
            <a:r>
              <a:rPr lang="en-US" sz="2353" spc="-12" dirty="0">
                <a:latin typeface="Arial"/>
                <a:cs typeface="Arial"/>
              </a:rPr>
              <a:t>n</a:t>
            </a:r>
            <a:r>
              <a:rPr sz="2353" spc="-12" dirty="0">
                <a:latin typeface="Arial"/>
                <a:cs typeface="Arial"/>
              </a:rPr>
              <a:t>.</a:t>
            </a:r>
            <a:endParaRPr sz="2353" dirty="0">
              <a:latin typeface="Arial"/>
              <a:cs typeface="Arial"/>
            </a:endParaRPr>
          </a:p>
        </p:txBody>
      </p:sp>
      <p:sp>
        <p:nvSpPr>
          <p:cNvPr id="23" name="object 17">
            <a:extLst>
              <a:ext uri="{FF2B5EF4-FFF2-40B4-BE49-F238E27FC236}">
                <a16:creationId xmlns:a16="http://schemas.microsoft.com/office/drawing/2014/main" id="{71730C67-9C6A-4687-BDC0-21E5205A8B21}"/>
              </a:ext>
            </a:extLst>
          </p:cNvPr>
          <p:cNvSpPr txBox="1"/>
          <p:nvPr/>
        </p:nvSpPr>
        <p:spPr>
          <a:xfrm>
            <a:off x="4947699" y="3283509"/>
            <a:ext cx="1345453" cy="873848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29883">
              <a:lnSpc>
                <a:spcPts val="5053"/>
              </a:lnSpc>
              <a:spcBef>
                <a:spcPts val="117"/>
              </a:spcBef>
            </a:pPr>
            <a:r>
              <a:rPr sz="4236" dirty="0">
                <a:latin typeface="Arial"/>
                <a:cs typeface="Arial"/>
              </a:rPr>
              <a:t>∑</a:t>
            </a:r>
            <a:r>
              <a:rPr sz="2353" spc="-5" dirty="0">
                <a:latin typeface="Arial"/>
                <a:cs typeface="Arial"/>
              </a:rPr>
              <a:t>y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α</a:t>
            </a:r>
            <a:r>
              <a:rPr sz="2295" spc="8" baseline="-21367" dirty="0">
                <a:latin typeface="Arial"/>
                <a:cs typeface="Arial"/>
              </a:rPr>
              <a:t>i </a:t>
            </a:r>
            <a:r>
              <a:rPr sz="2353" spc="-5" dirty="0">
                <a:latin typeface="Arial"/>
                <a:cs typeface="Arial"/>
              </a:rPr>
              <a:t>=</a:t>
            </a:r>
            <a:r>
              <a:rPr sz="2353" spc="-12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0</a:t>
            </a:r>
            <a:endParaRPr sz="2353">
              <a:latin typeface="Arial"/>
              <a:cs typeface="Arial"/>
            </a:endParaRPr>
          </a:p>
          <a:p>
            <a:pPr marL="14941">
              <a:lnSpc>
                <a:spcPts val="1665"/>
              </a:lnSpc>
            </a:pPr>
            <a:r>
              <a:rPr sz="1412" dirty="0">
                <a:latin typeface="Arial"/>
                <a:cs typeface="Arial"/>
              </a:rPr>
              <a:t>i =</a:t>
            </a:r>
            <a:r>
              <a:rPr sz="1412" spc="-12" dirty="0">
                <a:latin typeface="Arial"/>
                <a:cs typeface="Arial"/>
              </a:rPr>
              <a:t> </a:t>
            </a:r>
            <a:r>
              <a:rPr sz="1412" dirty="0">
                <a:latin typeface="Arial"/>
                <a:cs typeface="Arial"/>
              </a:rPr>
              <a:t>1</a:t>
            </a:r>
            <a:endParaRPr sz="1412">
              <a:latin typeface="Arial"/>
              <a:cs typeface="Arial"/>
            </a:endParaRPr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B90C0212-1221-43C5-AB2C-6CE2279274C0}"/>
              </a:ext>
            </a:extLst>
          </p:cNvPr>
          <p:cNvSpPr txBox="1"/>
          <p:nvPr/>
        </p:nvSpPr>
        <p:spPr>
          <a:xfrm>
            <a:off x="5126992" y="3203725"/>
            <a:ext cx="70224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lang="en-US" sz="1412" dirty="0">
                <a:latin typeface="Arial"/>
                <a:cs typeface="Arial"/>
              </a:rPr>
              <a:t>n</a:t>
            </a:r>
            <a:endParaRPr sz="1412" dirty="0">
              <a:latin typeface="Arial"/>
              <a:cs typeface="Arial"/>
            </a:endParaRPr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8BA22B2C-4604-4B75-898C-CA1EAADE1CC1}"/>
              </a:ext>
            </a:extLst>
          </p:cNvPr>
          <p:cNvSpPr txBox="1"/>
          <p:nvPr/>
        </p:nvSpPr>
        <p:spPr>
          <a:xfrm>
            <a:off x="6561348" y="4359275"/>
            <a:ext cx="1837017" cy="666932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353" b="1" spc="-12" dirty="0">
                <a:latin typeface="Arial"/>
                <a:cs typeface="Arial"/>
              </a:rPr>
              <a:t>w</a:t>
            </a:r>
            <a:r>
              <a:rPr sz="2353" spc="-5" dirty="0">
                <a:latin typeface="Arial"/>
                <a:cs typeface="Arial"/>
              </a:rPr>
              <a:t>*</a:t>
            </a:r>
            <a:r>
              <a:rPr sz="2353" spc="-24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=</a:t>
            </a:r>
            <a:r>
              <a:rPr sz="2353" spc="-295" dirty="0">
                <a:latin typeface="Arial"/>
                <a:cs typeface="Arial"/>
              </a:rPr>
              <a:t> </a:t>
            </a:r>
            <a:r>
              <a:rPr sz="4236" dirty="0">
                <a:latin typeface="Arial"/>
                <a:cs typeface="Arial"/>
              </a:rPr>
              <a:t>∑</a:t>
            </a:r>
            <a:r>
              <a:rPr sz="2353" spc="-5" dirty="0">
                <a:latin typeface="Arial"/>
                <a:cs typeface="Arial"/>
              </a:rPr>
              <a:t>y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spc="-5" dirty="0">
                <a:latin typeface="Arial"/>
                <a:cs typeface="Arial"/>
              </a:rPr>
              <a:t>α*</a:t>
            </a:r>
            <a:r>
              <a:rPr sz="2295" baseline="-21367" dirty="0">
                <a:latin typeface="Arial"/>
                <a:cs typeface="Arial"/>
              </a:rPr>
              <a:t>i</a:t>
            </a:r>
            <a:r>
              <a:rPr sz="2353" b="1" spc="-12" dirty="0">
                <a:latin typeface="Arial"/>
                <a:cs typeface="Arial"/>
              </a:rPr>
              <a:t>x</a:t>
            </a:r>
            <a:r>
              <a:rPr sz="2295" spc="8" baseline="-21367" dirty="0">
                <a:latin typeface="Arial"/>
                <a:cs typeface="Arial"/>
              </a:rPr>
              <a:t>i</a:t>
            </a:r>
            <a:endParaRPr sz="2295" baseline="-21367" dirty="0">
              <a:latin typeface="Arial"/>
              <a:cs typeface="Arial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8733100A-868F-46FF-8C8B-39DDA36F8C3A}"/>
              </a:ext>
            </a:extLst>
          </p:cNvPr>
          <p:cNvSpPr txBox="1"/>
          <p:nvPr/>
        </p:nvSpPr>
        <p:spPr>
          <a:xfrm>
            <a:off x="7278521" y="4996664"/>
            <a:ext cx="375024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1412" dirty="0">
                <a:latin typeface="Arial"/>
                <a:cs typeface="Arial"/>
              </a:rPr>
              <a:t>i =</a:t>
            </a:r>
            <a:r>
              <a:rPr sz="1412" spc="-105" dirty="0">
                <a:latin typeface="Arial"/>
                <a:cs typeface="Arial"/>
              </a:rPr>
              <a:t> </a:t>
            </a:r>
            <a:r>
              <a:rPr sz="1412" dirty="0">
                <a:latin typeface="Arial"/>
                <a:cs typeface="Arial"/>
              </a:rPr>
              <a:t>1</a:t>
            </a:r>
            <a:endParaRPr sz="1412">
              <a:latin typeface="Arial"/>
              <a:cs typeface="Arial"/>
            </a:endParaRPr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1FE48117-87DD-497D-A89E-5021C14EDB30}"/>
              </a:ext>
            </a:extLst>
          </p:cNvPr>
          <p:cNvSpPr txBox="1"/>
          <p:nvPr/>
        </p:nvSpPr>
        <p:spPr>
          <a:xfrm>
            <a:off x="7392616" y="4279489"/>
            <a:ext cx="70224" cy="232390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lang="en-US" sz="1412" dirty="0">
                <a:latin typeface="Arial"/>
                <a:cs typeface="Arial"/>
              </a:rPr>
              <a:t>n</a:t>
            </a:r>
            <a:endParaRPr sz="1412" dirty="0">
              <a:latin typeface="Arial"/>
              <a:cs typeface="Arial"/>
            </a:endParaRPr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CE96871C-EDBA-45F0-B65A-C679EAFD69E3}"/>
              </a:ext>
            </a:extLst>
          </p:cNvPr>
          <p:cNvSpPr/>
          <p:nvPr/>
        </p:nvSpPr>
        <p:spPr>
          <a:xfrm>
            <a:off x="8152444" y="4649434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23">
            <a:extLst>
              <a:ext uri="{FF2B5EF4-FFF2-40B4-BE49-F238E27FC236}">
                <a16:creationId xmlns:a16="http://schemas.microsoft.com/office/drawing/2014/main" id="{8F02BC0A-2D56-4B61-9414-A5F81B7A4EEF}"/>
              </a:ext>
            </a:extLst>
          </p:cNvPr>
          <p:cNvSpPr/>
          <p:nvPr/>
        </p:nvSpPr>
        <p:spPr>
          <a:xfrm>
            <a:off x="6577918" y="4603794"/>
            <a:ext cx="268941" cy="8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24">
            <a:extLst>
              <a:ext uri="{FF2B5EF4-FFF2-40B4-BE49-F238E27FC236}">
                <a16:creationId xmlns:a16="http://schemas.microsoft.com/office/drawing/2014/main" id="{A27E2F2C-3809-4279-80A4-900427192171}"/>
              </a:ext>
            </a:extLst>
          </p:cNvPr>
          <p:cNvSpPr txBox="1"/>
          <p:nvPr/>
        </p:nvSpPr>
        <p:spPr>
          <a:xfrm>
            <a:off x="1361816" y="4545741"/>
            <a:ext cx="4710205" cy="376420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2353" spc="-5" dirty="0">
                <a:latin typeface="Arial"/>
                <a:cs typeface="Arial"/>
              </a:rPr>
              <a:t>The </a:t>
            </a:r>
            <a:r>
              <a:rPr sz="2353" spc="-12" dirty="0">
                <a:latin typeface="Arial"/>
                <a:cs typeface="Arial"/>
              </a:rPr>
              <a:t>optimal weight </a:t>
            </a:r>
            <a:r>
              <a:rPr sz="2353" spc="-5" dirty="0">
                <a:latin typeface="Arial"/>
                <a:cs typeface="Arial"/>
              </a:rPr>
              <a:t>vector given</a:t>
            </a:r>
            <a:r>
              <a:rPr sz="2353" spc="41" dirty="0">
                <a:latin typeface="Arial"/>
                <a:cs typeface="Arial"/>
              </a:rPr>
              <a:t> </a:t>
            </a:r>
            <a:r>
              <a:rPr sz="2353" spc="-12" dirty="0">
                <a:latin typeface="Arial"/>
                <a:cs typeface="Arial"/>
              </a:rPr>
              <a:t>by:</a:t>
            </a:r>
            <a:endParaRPr sz="2353">
              <a:latin typeface="Arial"/>
              <a:cs typeface="Arial"/>
            </a:endParaRPr>
          </a:p>
        </p:txBody>
      </p:sp>
      <p:sp>
        <p:nvSpPr>
          <p:cNvPr id="39" name="object 25">
            <a:extLst>
              <a:ext uri="{FF2B5EF4-FFF2-40B4-BE49-F238E27FC236}">
                <a16:creationId xmlns:a16="http://schemas.microsoft.com/office/drawing/2014/main" id="{C6166D1A-9E6E-4389-BD1D-FC0EBE81B012}"/>
              </a:ext>
            </a:extLst>
          </p:cNvPr>
          <p:cNvSpPr txBox="1"/>
          <p:nvPr/>
        </p:nvSpPr>
        <p:spPr>
          <a:xfrm>
            <a:off x="1361815" y="5155344"/>
            <a:ext cx="8807824" cy="376420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2353" spc="-12" dirty="0">
                <a:latin typeface="Arial"/>
                <a:cs typeface="Arial"/>
              </a:rPr>
              <a:t>realizes </a:t>
            </a:r>
            <a:r>
              <a:rPr sz="2353" spc="-5" dirty="0">
                <a:latin typeface="Arial"/>
                <a:cs typeface="Arial"/>
              </a:rPr>
              <a:t>the </a:t>
            </a:r>
            <a:r>
              <a:rPr sz="2353" spc="-12" dirty="0">
                <a:latin typeface="Arial"/>
                <a:cs typeface="Arial"/>
              </a:rPr>
              <a:t>maximal margin hyperplane </a:t>
            </a:r>
            <a:r>
              <a:rPr sz="2353" spc="-5" dirty="0">
                <a:latin typeface="Arial"/>
                <a:cs typeface="Arial"/>
              </a:rPr>
              <a:t>with the </a:t>
            </a:r>
            <a:r>
              <a:rPr sz="2353" spc="-12" dirty="0">
                <a:latin typeface="Arial"/>
                <a:cs typeface="Arial"/>
              </a:rPr>
              <a:t>geometric</a:t>
            </a:r>
            <a:r>
              <a:rPr sz="2353" spc="212" dirty="0">
                <a:latin typeface="Arial"/>
                <a:cs typeface="Arial"/>
              </a:rPr>
              <a:t> </a:t>
            </a:r>
            <a:r>
              <a:rPr sz="2353" spc="-12" dirty="0">
                <a:latin typeface="Arial"/>
                <a:cs typeface="Arial"/>
              </a:rPr>
              <a:t>margin</a:t>
            </a:r>
            <a:endParaRPr sz="2353" dirty="0">
              <a:latin typeface="Arial"/>
              <a:cs typeface="Arial"/>
            </a:endParaRPr>
          </a:p>
        </p:txBody>
      </p:sp>
      <p:sp>
        <p:nvSpPr>
          <p:cNvPr id="41" name="object 26">
            <a:extLst>
              <a:ext uri="{FF2B5EF4-FFF2-40B4-BE49-F238E27FC236}">
                <a16:creationId xmlns:a16="http://schemas.microsoft.com/office/drawing/2014/main" id="{4AC9A116-FCC0-4A9F-B8D4-9E4B4124993A}"/>
              </a:ext>
            </a:extLst>
          </p:cNvPr>
          <p:cNvSpPr txBox="1"/>
          <p:nvPr/>
        </p:nvSpPr>
        <p:spPr>
          <a:xfrm>
            <a:off x="1361816" y="5644329"/>
            <a:ext cx="1226669" cy="376420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2353" spc="-5" dirty="0">
                <a:latin typeface="Arial"/>
                <a:cs typeface="Arial"/>
              </a:rPr>
              <a:t>given</a:t>
            </a:r>
            <a:r>
              <a:rPr sz="2353" spc="-71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by:</a:t>
            </a:r>
            <a:endParaRPr sz="2353" dirty="0">
              <a:latin typeface="Arial"/>
              <a:cs typeface="Arial"/>
            </a:endParaRPr>
          </a:p>
        </p:txBody>
      </p:sp>
      <p:sp>
        <p:nvSpPr>
          <p:cNvPr id="43" name="object 27">
            <a:extLst>
              <a:ext uri="{FF2B5EF4-FFF2-40B4-BE49-F238E27FC236}">
                <a16:creationId xmlns:a16="http://schemas.microsoft.com/office/drawing/2014/main" id="{3DEB7F87-80DE-4D3F-BFC0-45C6C938653F}"/>
              </a:ext>
            </a:extLst>
          </p:cNvPr>
          <p:cNvSpPr txBox="1"/>
          <p:nvPr/>
        </p:nvSpPr>
        <p:spPr>
          <a:xfrm>
            <a:off x="3871934" y="5513931"/>
            <a:ext cx="685053" cy="738506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81541">
              <a:spcBef>
                <a:spcPts val="112"/>
              </a:spcBef>
            </a:pPr>
            <a:r>
              <a:rPr sz="2353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2353" dirty="0">
              <a:latin typeface="Arial"/>
              <a:cs typeface="Arial"/>
            </a:endParaRPr>
          </a:p>
          <a:p>
            <a:pPr marL="14941"/>
            <a:r>
              <a:rPr sz="2353" spc="-5" dirty="0">
                <a:latin typeface="Arial"/>
                <a:cs typeface="Arial"/>
              </a:rPr>
              <a:t>||</a:t>
            </a:r>
            <a:r>
              <a:rPr sz="2353" b="1" spc="-12" dirty="0">
                <a:latin typeface="Arial"/>
                <a:cs typeface="Arial"/>
              </a:rPr>
              <a:t>w</a:t>
            </a:r>
            <a:r>
              <a:rPr sz="2353" spc="-5" dirty="0">
                <a:latin typeface="Arial"/>
                <a:cs typeface="Arial"/>
              </a:rPr>
              <a:t>||</a:t>
            </a:r>
            <a:r>
              <a:rPr sz="2295" spc="25" baseline="-21367" dirty="0">
                <a:latin typeface="Arial"/>
                <a:cs typeface="Arial"/>
              </a:rPr>
              <a:t>2</a:t>
            </a:r>
            <a:endParaRPr sz="2295" baseline="-21367" dirty="0">
              <a:latin typeface="Arial"/>
              <a:cs typeface="Arial"/>
            </a:endParaRPr>
          </a:p>
        </p:txBody>
      </p:sp>
      <p:sp>
        <p:nvSpPr>
          <p:cNvPr id="45" name="object 28">
            <a:extLst>
              <a:ext uri="{FF2B5EF4-FFF2-40B4-BE49-F238E27FC236}">
                <a16:creationId xmlns:a16="http://schemas.microsoft.com/office/drawing/2014/main" id="{5DD46E02-5441-41B6-9C68-22041BC9812D}"/>
              </a:ext>
            </a:extLst>
          </p:cNvPr>
          <p:cNvSpPr txBox="1"/>
          <p:nvPr/>
        </p:nvSpPr>
        <p:spPr>
          <a:xfrm>
            <a:off x="3244405" y="5621505"/>
            <a:ext cx="435535" cy="376420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2353" spc="-5" dirty="0">
                <a:latin typeface="Arial"/>
                <a:cs typeface="Arial"/>
              </a:rPr>
              <a:t>γ</a:t>
            </a:r>
            <a:r>
              <a:rPr sz="2353" spc="-105" dirty="0">
                <a:latin typeface="Arial"/>
                <a:cs typeface="Arial"/>
              </a:rPr>
              <a:t> </a:t>
            </a:r>
            <a:r>
              <a:rPr sz="2353" spc="-5" dirty="0">
                <a:latin typeface="Arial"/>
                <a:cs typeface="Arial"/>
              </a:rPr>
              <a:t>=</a:t>
            </a:r>
            <a:endParaRPr sz="2353">
              <a:latin typeface="Arial"/>
              <a:cs typeface="Arial"/>
            </a:endParaRPr>
          </a:p>
        </p:txBody>
      </p:sp>
      <p:sp>
        <p:nvSpPr>
          <p:cNvPr id="47" name="object 11">
            <a:extLst>
              <a:ext uri="{FF2B5EF4-FFF2-40B4-BE49-F238E27FC236}">
                <a16:creationId xmlns:a16="http://schemas.microsoft.com/office/drawing/2014/main" id="{C3ECD905-CB7C-466B-89AB-9C22A277FB53}"/>
              </a:ext>
            </a:extLst>
          </p:cNvPr>
          <p:cNvSpPr txBox="1"/>
          <p:nvPr/>
        </p:nvSpPr>
        <p:spPr>
          <a:xfrm>
            <a:off x="6802579" y="2114919"/>
            <a:ext cx="147515" cy="666997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  <a:tabLst>
                <a:tab pos="1358938" algn="l"/>
                <a:tab pos="1717537" algn="l"/>
              </a:tabLst>
            </a:pPr>
            <a:r>
              <a:rPr lang="en-US" sz="1412" dirty="0">
                <a:latin typeface="Arial"/>
                <a:cs typeface="Arial"/>
              </a:rPr>
              <a:t>n</a:t>
            </a:r>
            <a:r>
              <a:rPr sz="1412" dirty="0">
                <a:latin typeface="Arial"/>
                <a:cs typeface="Arial"/>
              </a:rPr>
              <a:t>		</a:t>
            </a:r>
          </a:p>
        </p:txBody>
      </p:sp>
      <p:sp>
        <p:nvSpPr>
          <p:cNvPr id="49" name="object 11">
            <a:extLst>
              <a:ext uri="{FF2B5EF4-FFF2-40B4-BE49-F238E27FC236}">
                <a16:creationId xmlns:a16="http://schemas.microsoft.com/office/drawing/2014/main" id="{FE58EA6D-1A37-467F-ACA8-950F2D52A995}"/>
              </a:ext>
            </a:extLst>
          </p:cNvPr>
          <p:cNvSpPr txBox="1"/>
          <p:nvPr/>
        </p:nvSpPr>
        <p:spPr>
          <a:xfrm>
            <a:off x="7181819" y="2102963"/>
            <a:ext cx="147515" cy="666997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  <a:tabLst>
                <a:tab pos="1358938" algn="l"/>
                <a:tab pos="1717537" algn="l"/>
              </a:tabLst>
            </a:pPr>
            <a:r>
              <a:rPr lang="en-US" sz="1412" dirty="0">
                <a:latin typeface="Arial"/>
                <a:cs typeface="Arial"/>
              </a:rPr>
              <a:t>n</a:t>
            </a:r>
            <a:r>
              <a:rPr sz="1412" dirty="0">
                <a:latin typeface="Arial"/>
                <a:cs typeface="Arial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3793176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C99C-C68E-4F69-834A-FEFE14C4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41" dirty="0"/>
              <a:t>Solving </a:t>
            </a:r>
            <a:r>
              <a:rPr lang="en-US" dirty="0"/>
              <a:t>the Optimization</a:t>
            </a:r>
            <a:r>
              <a:rPr lang="en-US" spc="95" dirty="0"/>
              <a:t> </a:t>
            </a:r>
            <a:r>
              <a:rPr lang="en-US" spc="-41" dirty="0"/>
              <a:t>Problem</a:t>
            </a:r>
            <a:endParaRPr lang="en-US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1CE1C59-2031-4ADD-8BA2-89656C1BC359}"/>
              </a:ext>
            </a:extLst>
          </p:cNvPr>
          <p:cNvSpPr/>
          <p:nvPr/>
        </p:nvSpPr>
        <p:spPr>
          <a:xfrm>
            <a:off x="1623206" y="2425688"/>
            <a:ext cx="8546353" cy="2310653"/>
          </a:xfrm>
          <a:custGeom>
            <a:avLst/>
            <a:gdLst/>
            <a:ahLst/>
            <a:cxnLst/>
            <a:rect l="l" t="t" r="r" b="b"/>
            <a:pathLst>
              <a:path w="7264400" h="1964054">
                <a:moveTo>
                  <a:pt x="7264146" y="1963674"/>
                </a:moveTo>
                <a:lnTo>
                  <a:pt x="7264146" y="0"/>
                </a:lnTo>
                <a:lnTo>
                  <a:pt x="0" y="0"/>
                </a:lnTo>
                <a:lnTo>
                  <a:pt x="0" y="1963674"/>
                </a:lnTo>
                <a:lnTo>
                  <a:pt x="12192" y="1963674"/>
                </a:lnTo>
                <a:lnTo>
                  <a:pt x="12192" y="25146"/>
                </a:lnTo>
                <a:lnTo>
                  <a:pt x="25146" y="12192"/>
                </a:lnTo>
                <a:lnTo>
                  <a:pt x="25146" y="25146"/>
                </a:lnTo>
                <a:lnTo>
                  <a:pt x="7239000" y="25145"/>
                </a:lnTo>
                <a:lnTo>
                  <a:pt x="7239000" y="12191"/>
                </a:lnTo>
                <a:lnTo>
                  <a:pt x="7251192" y="25145"/>
                </a:lnTo>
                <a:lnTo>
                  <a:pt x="7251192" y="1963674"/>
                </a:lnTo>
                <a:lnTo>
                  <a:pt x="7264146" y="1963674"/>
                </a:lnTo>
                <a:close/>
              </a:path>
              <a:path w="7264400" h="1964054">
                <a:moveTo>
                  <a:pt x="25146" y="25146"/>
                </a:moveTo>
                <a:lnTo>
                  <a:pt x="25146" y="12192"/>
                </a:lnTo>
                <a:lnTo>
                  <a:pt x="12192" y="25146"/>
                </a:lnTo>
                <a:lnTo>
                  <a:pt x="25146" y="25146"/>
                </a:lnTo>
                <a:close/>
              </a:path>
              <a:path w="7264400" h="1964054">
                <a:moveTo>
                  <a:pt x="25146" y="1938528"/>
                </a:moveTo>
                <a:lnTo>
                  <a:pt x="25146" y="25146"/>
                </a:lnTo>
                <a:lnTo>
                  <a:pt x="12192" y="25146"/>
                </a:lnTo>
                <a:lnTo>
                  <a:pt x="12192" y="1938528"/>
                </a:lnTo>
                <a:lnTo>
                  <a:pt x="25146" y="1938528"/>
                </a:lnTo>
                <a:close/>
              </a:path>
              <a:path w="7264400" h="1964054">
                <a:moveTo>
                  <a:pt x="7251192" y="1938527"/>
                </a:moveTo>
                <a:lnTo>
                  <a:pt x="12192" y="1938528"/>
                </a:lnTo>
                <a:lnTo>
                  <a:pt x="25146" y="1950720"/>
                </a:lnTo>
                <a:lnTo>
                  <a:pt x="25145" y="1963674"/>
                </a:lnTo>
                <a:lnTo>
                  <a:pt x="7239000" y="1963674"/>
                </a:lnTo>
                <a:lnTo>
                  <a:pt x="7239000" y="1950719"/>
                </a:lnTo>
                <a:lnTo>
                  <a:pt x="7251192" y="1938527"/>
                </a:lnTo>
                <a:close/>
              </a:path>
              <a:path w="7264400" h="1964054">
                <a:moveTo>
                  <a:pt x="25145" y="1963674"/>
                </a:moveTo>
                <a:lnTo>
                  <a:pt x="25146" y="1950720"/>
                </a:lnTo>
                <a:lnTo>
                  <a:pt x="12192" y="1938528"/>
                </a:lnTo>
                <a:lnTo>
                  <a:pt x="12192" y="1963674"/>
                </a:lnTo>
                <a:lnTo>
                  <a:pt x="25145" y="1963674"/>
                </a:lnTo>
                <a:close/>
              </a:path>
              <a:path w="7264400" h="1964054">
                <a:moveTo>
                  <a:pt x="7251192" y="25145"/>
                </a:moveTo>
                <a:lnTo>
                  <a:pt x="7239000" y="12191"/>
                </a:lnTo>
                <a:lnTo>
                  <a:pt x="7239000" y="25145"/>
                </a:lnTo>
                <a:lnTo>
                  <a:pt x="7251192" y="25145"/>
                </a:lnTo>
                <a:close/>
              </a:path>
              <a:path w="7264400" h="1964054">
                <a:moveTo>
                  <a:pt x="7251192" y="1938527"/>
                </a:moveTo>
                <a:lnTo>
                  <a:pt x="7251192" y="25145"/>
                </a:lnTo>
                <a:lnTo>
                  <a:pt x="7239000" y="25145"/>
                </a:lnTo>
                <a:lnTo>
                  <a:pt x="7239000" y="1938527"/>
                </a:lnTo>
                <a:lnTo>
                  <a:pt x="7251192" y="1938527"/>
                </a:lnTo>
                <a:close/>
              </a:path>
              <a:path w="7264400" h="1964054">
                <a:moveTo>
                  <a:pt x="7251192" y="1963674"/>
                </a:moveTo>
                <a:lnTo>
                  <a:pt x="7251192" y="1938527"/>
                </a:lnTo>
                <a:lnTo>
                  <a:pt x="7239000" y="1950719"/>
                </a:lnTo>
                <a:lnTo>
                  <a:pt x="7239000" y="1963674"/>
                </a:lnTo>
                <a:lnTo>
                  <a:pt x="7251192" y="196367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8FA665F7-A674-48CC-BB75-CAE9999C3BE2}"/>
              </a:ext>
            </a:extLst>
          </p:cNvPr>
          <p:cNvSpPr txBox="1"/>
          <p:nvPr/>
        </p:nvSpPr>
        <p:spPr>
          <a:xfrm>
            <a:off x="1730183" y="2464535"/>
            <a:ext cx="3907117" cy="522149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3295" dirty="0">
                <a:latin typeface="Times New Roman"/>
                <a:cs typeface="Times New Roman"/>
              </a:rPr>
              <a:t>Find </a:t>
            </a:r>
            <a:r>
              <a:rPr sz="3295" i="1" dirty="0">
                <a:latin typeface="Times New Roman"/>
                <a:cs typeface="Times New Roman"/>
              </a:rPr>
              <a:t>α</a:t>
            </a:r>
            <a:r>
              <a:rPr sz="3265" i="1" baseline="-21021" dirty="0">
                <a:latin typeface="Times New Roman"/>
                <a:cs typeface="Times New Roman"/>
              </a:rPr>
              <a:t>1</a:t>
            </a:r>
            <a:r>
              <a:rPr sz="3295" i="1" dirty="0">
                <a:latin typeface="Times New Roman"/>
                <a:cs typeface="Times New Roman"/>
              </a:rPr>
              <a:t>…α</a:t>
            </a:r>
            <a:r>
              <a:rPr sz="3265" i="1" baseline="-21021" dirty="0">
                <a:latin typeface="Times New Roman"/>
                <a:cs typeface="Times New Roman"/>
              </a:rPr>
              <a:t>N </a:t>
            </a:r>
            <a:r>
              <a:rPr sz="3295" dirty="0">
                <a:latin typeface="Times New Roman"/>
                <a:cs typeface="Times New Roman"/>
              </a:rPr>
              <a:t>such</a:t>
            </a:r>
            <a:r>
              <a:rPr sz="3295" spc="-259" dirty="0">
                <a:latin typeface="Times New Roman"/>
                <a:cs typeface="Times New Roman"/>
              </a:rPr>
              <a:t> </a:t>
            </a:r>
            <a:r>
              <a:rPr sz="3295" dirty="0">
                <a:latin typeface="Times New Roman"/>
                <a:cs typeface="Times New Roman"/>
              </a:rPr>
              <a:t>that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232872E5-5D9B-45F0-9DA4-53C18F1C6A66}"/>
              </a:ext>
            </a:extLst>
          </p:cNvPr>
          <p:cNvSpPr txBox="1"/>
          <p:nvPr/>
        </p:nvSpPr>
        <p:spPr>
          <a:xfrm>
            <a:off x="4887286" y="3374856"/>
            <a:ext cx="1714500" cy="352184"/>
          </a:xfrm>
          <a:prstGeom prst="rect">
            <a:avLst/>
          </a:prstGeom>
        </p:spPr>
        <p:txBody>
          <a:bodyPr vert="horz" wrap="square" lIns="0" tIns="17181" rIns="0" bIns="0" rtlCol="0">
            <a:spAutoFit/>
          </a:bodyPr>
          <a:lstStyle/>
          <a:p>
            <a:pPr marL="14941">
              <a:spcBef>
                <a:spcPts val="135"/>
              </a:spcBef>
              <a:tabLst>
                <a:tab pos="322739" algn="l"/>
                <a:tab pos="585711" algn="l"/>
                <a:tab pos="847936" algn="l"/>
                <a:tab pos="1134068" algn="l"/>
                <a:tab pos="1605475" algn="l"/>
              </a:tabLst>
            </a:pPr>
            <a:r>
              <a:rPr sz="2176" b="1" i="1" dirty="0">
                <a:latin typeface="Times New Roman"/>
                <a:cs typeface="Times New Roman"/>
              </a:rPr>
              <a:t>i	j	i	j	</a:t>
            </a:r>
            <a:r>
              <a:rPr lang="en-US" sz="2176" b="1" dirty="0">
                <a:latin typeface="Times New Roman"/>
                <a:cs typeface="Times New Roman"/>
              </a:rPr>
              <a:t>i	</a:t>
            </a:r>
            <a:r>
              <a:rPr sz="2176" b="1" spc="5" dirty="0">
                <a:latin typeface="Times New Roman"/>
                <a:cs typeface="Times New Roman"/>
              </a:rPr>
              <a:t>j</a:t>
            </a:r>
            <a:endParaRPr sz="2176" dirty="0">
              <a:latin typeface="Times New Roman"/>
              <a:cs typeface="Times New Roman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15D7F1B1-B14D-46C4-8720-53C00C9BAD8D}"/>
              </a:ext>
            </a:extLst>
          </p:cNvPr>
          <p:cNvSpPr txBox="1"/>
          <p:nvPr/>
        </p:nvSpPr>
        <p:spPr>
          <a:xfrm>
            <a:off x="1730170" y="2964770"/>
            <a:ext cx="8439388" cy="593723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  <a:tabLst>
                <a:tab pos="5189965" algn="l"/>
              </a:tabLst>
            </a:pPr>
            <a:r>
              <a:rPr sz="3295" spc="-5" dirty="0">
                <a:latin typeface="Times New Roman"/>
                <a:cs typeface="Times New Roman"/>
              </a:rPr>
              <a:t>Q(</a:t>
            </a:r>
            <a:r>
              <a:rPr sz="3765" spc="-5" dirty="0">
                <a:latin typeface="Times New Roman"/>
                <a:cs typeface="Times New Roman"/>
              </a:rPr>
              <a:t>α</a:t>
            </a:r>
            <a:r>
              <a:rPr sz="3295" spc="-5" dirty="0">
                <a:latin typeface="Times New Roman"/>
                <a:cs typeface="Times New Roman"/>
              </a:rPr>
              <a:t>)</a:t>
            </a:r>
            <a:r>
              <a:rPr sz="3295" spc="12" dirty="0">
                <a:latin typeface="Times New Roman"/>
                <a:cs typeface="Times New Roman"/>
              </a:rPr>
              <a:t> </a:t>
            </a:r>
            <a:r>
              <a:rPr sz="3295" spc="-5" dirty="0">
                <a:latin typeface="Times New Roman"/>
                <a:cs typeface="Times New Roman"/>
              </a:rPr>
              <a:t>=</a:t>
            </a:r>
            <a:r>
              <a:rPr sz="3765" spc="-5" dirty="0">
                <a:latin typeface="Times New Roman"/>
                <a:cs typeface="Times New Roman"/>
              </a:rPr>
              <a:t>Σ</a:t>
            </a:r>
            <a:r>
              <a:rPr sz="3295" i="1" spc="-5" dirty="0">
                <a:latin typeface="Times New Roman"/>
                <a:cs typeface="Times New Roman"/>
              </a:rPr>
              <a:t>α</a:t>
            </a:r>
            <a:r>
              <a:rPr sz="3265" i="1" spc="-8" baseline="-21021" dirty="0">
                <a:latin typeface="Times New Roman"/>
                <a:cs typeface="Times New Roman"/>
              </a:rPr>
              <a:t>i</a:t>
            </a:r>
            <a:r>
              <a:rPr sz="3265" i="1" spc="283" baseline="-21021" dirty="0">
                <a:latin typeface="Times New Roman"/>
                <a:cs typeface="Times New Roman"/>
              </a:rPr>
              <a:t> </a:t>
            </a:r>
            <a:r>
              <a:rPr sz="3295" dirty="0">
                <a:latin typeface="Times New Roman"/>
                <a:cs typeface="Times New Roman"/>
              </a:rPr>
              <a:t>- </a:t>
            </a:r>
            <a:r>
              <a:rPr sz="3295" spc="-5" dirty="0">
                <a:latin typeface="Times New Roman"/>
                <a:cs typeface="Times New Roman"/>
              </a:rPr>
              <a:t>½</a:t>
            </a:r>
            <a:r>
              <a:rPr sz="3765" spc="-5" dirty="0">
                <a:latin typeface="Times New Roman"/>
                <a:cs typeface="Times New Roman"/>
              </a:rPr>
              <a:t>ΣΣ</a:t>
            </a:r>
            <a:r>
              <a:rPr sz="3295" i="1" spc="-5" dirty="0">
                <a:latin typeface="Times New Roman"/>
                <a:cs typeface="Times New Roman"/>
              </a:rPr>
              <a:t>α</a:t>
            </a:r>
            <a:r>
              <a:rPr lang="en-US" sz="3295" i="1" spc="-217" dirty="0">
                <a:latin typeface="Times New Roman"/>
                <a:cs typeface="Times New Roman"/>
              </a:rPr>
              <a:t>  </a:t>
            </a:r>
            <a:r>
              <a:rPr sz="3295" i="1" dirty="0">
                <a:latin typeface="Times New Roman"/>
                <a:cs typeface="Times New Roman"/>
              </a:rPr>
              <a:t>α</a:t>
            </a:r>
            <a:r>
              <a:rPr sz="3295" i="1" spc="-224" dirty="0">
                <a:latin typeface="Times New Roman"/>
                <a:cs typeface="Times New Roman"/>
              </a:rPr>
              <a:t> </a:t>
            </a:r>
            <a:r>
              <a:rPr lang="en-US" sz="3295" i="1" spc="-224" dirty="0">
                <a:latin typeface="Times New Roman"/>
                <a:cs typeface="Times New Roman"/>
              </a:rPr>
              <a:t> </a:t>
            </a:r>
            <a:r>
              <a:rPr sz="3295" i="1" dirty="0">
                <a:latin typeface="Times New Roman"/>
                <a:cs typeface="Times New Roman"/>
              </a:rPr>
              <a:t>y</a:t>
            </a:r>
            <a:r>
              <a:rPr sz="3295" i="1" spc="-217" dirty="0">
                <a:latin typeface="Times New Roman"/>
                <a:cs typeface="Times New Roman"/>
              </a:rPr>
              <a:t> </a:t>
            </a:r>
            <a:r>
              <a:rPr sz="3295" i="1" dirty="0">
                <a:latin typeface="Times New Roman"/>
                <a:cs typeface="Times New Roman"/>
              </a:rPr>
              <a:t>y</a:t>
            </a:r>
            <a:r>
              <a:rPr sz="3295" dirty="0">
                <a:latin typeface="Times New Roman"/>
                <a:cs typeface="Times New Roman"/>
              </a:rPr>
              <a:t>x</a:t>
            </a:r>
            <a:r>
              <a:rPr sz="3265" baseline="25525" dirty="0">
                <a:latin typeface="Times New Roman"/>
                <a:cs typeface="Times New Roman"/>
              </a:rPr>
              <a:t>T</a:t>
            </a:r>
            <a:r>
              <a:rPr sz="3295" dirty="0">
                <a:latin typeface="Times New Roman"/>
                <a:cs typeface="Times New Roman"/>
              </a:rPr>
              <a:t>x	is maximized</a:t>
            </a:r>
            <a:r>
              <a:rPr sz="3295" spc="-129" dirty="0">
                <a:latin typeface="Times New Roman"/>
                <a:cs typeface="Times New Roman"/>
              </a:rPr>
              <a:t> </a:t>
            </a:r>
            <a:r>
              <a:rPr sz="3295" dirty="0">
                <a:latin typeface="Times New Roman"/>
                <a:cs typeface="Times New Roman"/>
              </a:rPr>
              <a:t>and</a:t>
            </a: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25D629B0-DF8C-488E-8105-52478DC02A06}"/>
              </a:ext>
            </a:extLst>
          </p:cNvPr>
          <p:cNvSpPr txBox="1"/>
          <p:nvPr/>
        </p:nvSpPr>
        <p:spPr>
          <a:xfrm>
            <a:off x="1730177" y="3538528"/>
            <a:ext cx="3169771" cy="1100785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743344" indent="-728403">
              <a:spcBef>
                <a:spcPts val="112"/>
              </a:spcBef>
              <a:buSzPct val="87500"/>
              <a:buAutoNum type="arabicParenBoth"/>
              <a:tabLst>
                <a:tab pos="743344" algn="l"/>
                <a:tab pos="744092" algn="l"/>
              </a:tabLst>
            </a:pPr>
            <a:r>
              <a:rPr sz="3765" spc="-5" dirty="0">
                <a:latin typeface="Times New Roman"/>
                <a:cs typeface="Times New Roman"/>
              </a:rPr>
              <a:t>Σ</a:t>
            </a:r>
            <a:r>
              <a:rPr sz="3295" i="1" spc="-5" dirty="0">
                <a:latin typeface="Times New Roman"/>
                <a:cs typeface="Times New Roman"/>
              </a:rPr>
              <a:t>α</a:t>
            </a:r>
            <a:r>
              <a:rPr sz="3265" i="1" spc="-8" baseline="-21021" dirty="0" err="1">
                <a:latin typeface="Times New Roman"/>
                <a:cs typeface="Times New Roman"/>
              </a:rPr>
              <a:t>i</a:t>
            </a:r>
            <a:r>
              <a:rPr lang="en-US" sz="3265" i="1" spc="-8" baseline="-21021" dirty="0">
                <a:latin typeface="Times New Roman"/>
                <a:cs typeface="Times New Roman"/>
              </a:rPr>
              <a:t> </a:t>
            </a:r>
            <a:r>
              <a:rPr sz="3295" i="1" spc="-5" dirty="0">
                <a:latin typeface="Times New Roman"/>
                <a:cs typeface="Times New Roman"/>
              </a:rPr>
              <a:t>y</a:t>
            </a:r>
            <a:r>
              <a:rPr sz="3265" i="1" spc="-8" baseline="-21021" dirty="0">
                <a:latin typeface="Times New Roman"/>
                <a:cs typeface="Times New Roman"/>
              </a:rPr>
              <a:t>i </a:t>
            </a:r>
            <a:r>
              <a:rPr sz="3295" dirty="0">
                <a:latin typeface="Times New Roman"/>
                <a:cs typeface="Times New Roman"/>
              </a:rPr>
              <a:t>=</a:t>
            </a:r>
            <a:r>
              <a:rPr sz="3295" spc="-205" dirty="0">
                <a:latin typeface="Times New Roman"/>
                <a:cs typeface="Times New Roman"/>
              </a:rPr>
              <a:t> </a:t>
            </a:r>
            <a:r>
              <a:rPr sz="3295" dirty="0">
                <a:latin typeface="Times New Roman"/>
                <a:cs typeface="Times New Roman"/>
              </a:rPr>
              <a:t>0</a:t>
            </a:r>
          </a:p>
          <a:p>
            <a:pPr marL="608870" indent="-593929">
              <a:spcBef>
                <a:spcPts val="17"/>
              </a:spcBef>
              <a:buFont typeface="Times New Roman"/>
              <a:buAutoNum type="arabicParenBoth"/>
              <a:tabLst>
                <a:tab pos="609617" algn="l"/>
              </a:tabLst>
            </a:pPr>
            <a:r>
              <a:rPr sz="3295" i="1" dirty="0">
                <a:latin typeface="Times New Roman"/>
                <a:cs typeface="Times New Roman"/>
              </a:rPr>
              <a:t>α</a:t>
            </a:r>
            <a:r>
              <a:rPr sz="3265" i="1" baseline="-21021" dirty="0">
                <a:latin typeface="Times New Roman"/>
                <a:cs typeface="Times New Roman"/>
              </a:rPr>
              <a:t>i </a:t>
            </a:r>
            <a:r>
              <a:rPr sz="3295" dirty="0">
                <a:latin typeface="Times New Roman"/>
                <a:cs typeface="Times New Roman"/>
              </a:rPr>
              <a:t>≥ 0 for all</a:t>
            </a:r>
            <a:r>
              <a:rPr sz="3295" spc="-205" dirty="0">
                <a:latin typeface="Times New Roman"/>
                <a:cs typeface="Times New Roman"/>
              </a:rPr>
              <a:t> </a:t>
            </a:r>
            <a:r>
              <a:rPr sz="3295" i="1" dirty="0">
                <a:latin typeface="Times New Roman"/>
                <a:cs typeface="Times New Roman"/>
              </a:rPr>
              <a:t>α</a:t>
            </a:r>
            <a:r>
              <a:rPr sz="3265" i="1" baseline="-21021" dirty="0">
                <a:latin typeface="Times New Roman"/>
                <a:cs typeface="Times New Roman"/>
              </a:rPr>
              <a:t>i</a:t>
            </a:r>
            <a:endParaRPr sz="3265" baseline="-2102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35342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A49A1-0C98-4383-85F8-8A34F275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47" y="397786"/>
            <a:ext cx="11224996" cy="685510"/>
          </a:xfrm>
        </p:spPr>
        <p:txBody>
          <a:bodyPr/>
          <a:lstStyle/>
          <a:p>
            <a:r>
              <a:rPr lang="en-US" sz="4267" spc="-12" dirty="0">
                <a:latin typeface="Tahoma"/>
                <a:cs typeface="Tahoma"/>
              </a:rPr>
              <a:t>Findin</a:t>
            </a:r>
            <a:r>
              <a:rPr lang="en-US" sz="4267" spc="-5" dirty="0">
                <a:latin typeface="Tahoma"/>
                <a:cs typeface="Tahoma"/>
              </a:rPr>
              <a:t>g</a:t>
            </a:r>
            <a:r>
              <a:rPr lang="en-US" sz="4267" dirty="0">
                <a:latin typeface="Tahoma"/>
                <a:cs typeface="Tahoma"/>
              </a:rPr>
              <a:t>	</a:t>
            </a:r>
            <a:r>
              <a:rPr lang="en-US" sz="4267" spc="-5" dirty="0">
                <a:latin typeface="Tahoma"/>
                <a:cs typeface="Tahoma"/>
              </a:rPr>
              <a:t>b from the linear constraints</a:t>
            </a:r>
            <a:endParaRPr lang="en-US" sz="4267" dirty="0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928DDE03-73AD-49EC-BDC8-2184C325E561}"/>
              </a:ext>
            </a:extLst>
          </p:cNvPr>
          <p:cNvSpPr txBox="1"/>
          <p:nvPr/>
        </p:nvSpPr>
        <p:spPr>
          <a:xfrm>
            <a:off x="4680257" y="2323255"/>
            <a:ext cx="2361119" cy="233545"/>
          </a:xfrm>
          <a:prstGeom prst="rect">
            <a:avLst/>
          </a:prstGeom>
        </p:spPr>
        <p:txBody>
          <a:bodyPr vert="horz" wrap="square" lIns="0" tIns="27641" rIns="0" bIns="0" rtlCol="0">
            <a:spAutoFit/>
          </a:bodyPr>
          <a:lstStyle/>
          <a:p>
            <a:pPr marL="14941">
              <a:lnSpc>
                <a:spcPts val="683"/>
              </a:lnSpc>
              <a:spcBef>
                <a:spcPts val="217"/>
              </a:spcBef>
              <a:tabLst>
                <a:tab pos="762769" algn="l"/>
              </a:tabLst>
            </a:pPr>
            <a:r>
              <a:rPr sz="2667" i="1" spc="29" dirty="0">
                <a:latin typeface="Times New Roman"/>
                <a:cs typeface="Times New Roman"/>
              </a:rPr>
              <a:t>y</a:t>
            </a:r>
            <a:r>
              <a:rPr sz="2400" i="1" spc="44" baseline="-22727" dirty="0">
                <a:latin typeface="Times New Roman"/>
                <a:cs typeface="Times New Roman"/>
              </a:rPr>
              <a:t>k</a:t>
            </a:r>
            <a:r>
              <a:rPr sz="2400" i="1" spc="-176" baseline="-22727" dirty="0">
                <a:latin typeface="Times New Roman"/>
                <a:cs typeface="Times New Roman"/>
              </a:rPr>
              <a:t> </a:t>
            </a:r>
            <a:r>
              <a:rPr sz="2667" spc="-59" dirty="0">
                <a:latin typeface="Times New Roman"/>
                <a:cs typeface="Times New Roman"/>
              </a:rPr>
              <a:t>(</a:t>
            </a:r>
            <a:r>
              <a:rPr sz="2667" i="1" spc="-59" dirty="0">
                <a:latin typeface="Times New Roman"/>
                <a:cs typeface="Times New Roman"/>
              </a:rPr>
              <a:t>W	</a:t>
            </a:r>
            <a:r>
              <a:rPr sz="2667" i="1" spc="141" dirty="0">
                <a:latin typeface="Times New Roman"/>
                <a:cs typeface="Times New Roman"/>
              </a:rPr>
              <a:t>X</a:t>
            </a:r>
            <a:r>
              <a:rPr sz="2400" i="1" spc="211" baseline="-22727" dirty="0">
                <a:latin typeface="Times New Roman"/>
                <a:cs typeface="Times New Roman"/>
              </a:rPr>
              <a:t>k</a:t>
            </a:r>
            <a:r>
              <a:rPr sz="2400" i="1" spc="88" baseline="-22727" dirty="0">
                <a:latin typeface="Times New Roman"/>
                <a:cs typeface="Times New Roman"/>
              </a:rPr>
              <a:t> </a:t>
            </a:r>
            <a:r>
              <a:rPr sz="2667" spc="17" dirty="0">
                <a:latin typeface="Symbol"/>
                <a:cs typeface="Symbol"/>
              </a:rPr>
              <a:t></a:t>
            </a:r>
            <a:r>
              <a:rPr sz="2667" spc="-224" dirty="0">
                <a:latin typeface="Times New Roman"/>
                <a:cs typeface="Times New Roman"/>
              </a:rPr>
              <a:t> </a:t>
            </a:r>
            <a:r>
              <a:rPr sz="2667" i="1" spc="24" dirty="0">
                <a:latin typeface="Times New Roman"/>
                <a:cs typeface="Times New Roman"/>
              </a:rPr>
              <a:t>b</a:t>
            </a:r>
            <a:r>
              <a:rPr sz="2667" spc="24" dirty="0">
                <a:latin typeface="Times New Roman"/>
                <a:cs typeface="Times New Roman"/>
              </a:rPr>
              <a:t>)</a:t>
            </a:r>
            <a:r>
              <a:rPr sz="2667" spc="-65" dirty="0">
                <a:latin typeface="Times New Roman"/>
                <a:cs typeface="Times New Roman"/>
              </a:rPr>
              <a:t> </a:t>
            </a:r>
            <a:r>
              <a:rPr sz="2667" spc="17" dirty="0">
                <a:latin typeface="Symbol"/>
                <a:cs typeface="Symbol"/>
              </a:rPr>
              <a:t></a:t>
            </a:r>
            <a:r>
              <a:rPr sz="2667" spc="-283" dirty="0">
                <a:latin typeface="Times New Roman"/>
                <a:cs typeface="Times New Roman"/>
              </a:rPr>
              <a:t> </a:t>
            </a:r>
            <a:r>
              <a:rPr sz="2667" spc="12" dirty="0">
                <a:latin typeface="Times New Roman"/>
                <a:cs typeface="Times New Roman"/>
              </a:rPr>
              <a:t>1</a:t>
            </a:r>
            <a:endParaRPr sz="2667" dirty="0">
              <a:latin typeface="Times New Roman"/>
              <a:cs typeface="Times New Roman"/>
            </a:endParaRPr>
          </a:p>
          <a:p>
            <a:pPr marL="614847">
              <a:lnSpc>
                <a:spcPts val="765"/>
              </a:lnSpc>
            </a:pPr>
            <a:r>
              <a:rPr sz="1295" i="1" spc="-5" dirty="0">
                <a:latin typeface="Times New Roman"/>
                <a:cs typeface="Times New Roman"/>
              </a:rPr>
              <a:t>T</a:t>
            </a:r>
            <a:endParaRPr sz="1295" dirty="0">
              <a:latin typeface="Times New Roman"/>
              <a:cs typeface="Times New Roman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1B0F8EFC-8964-4B0C-A382-A981ADAE1715}"/>
              </a:ext>
            </a:extLst>
          </p:cNvPr>
          <p:cNvSpPr/>
          <p:nvPr/>
        </p:nvSpPr>
        <p:spPr>
          <a:xfrm>
            <a:off x="6454386" y="3312048"/>
            <a:ext cx="304799" cy="0"/>
          </a:xfrm>
          <a:custGeom>
            <a:avLst/>
            <a:gdLst/>
            <a:ahLst/>
            <a:cxnLst/>
            <a:rect l="l" t="t" r="r" b="b"/>
            <a:pathLst>
              <a:path w="259079">
                <a:moveTo>
                  <a:pt x="0" y="0"/>
                </a:moveTo>
                <a:lnTo>
                  <a:pt x="259079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D7785030-1F74-4E2A-99F1-29898BB98B6E}"/>
              </a:ext>
            </a:extLst>
          </p:cNvPr>
          <p:cNvSpPr txBox="1"/>
          <p:nvPr/>
        </p:nvSpPr>
        <p:spPr>
          <a:xfrm>
            <a:off x="6621666" y="3435099"/>
            <a:ext cx="103095" cy="213619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1295" i="1" spc="-5" dirty="0">
                <a:latin typeface="Times New Roman"/>
                <a:cs typeface="Times New Roman"/>
              </a:rPr>
              <a:t>k</a:t>
            </a:r>
            <a:endParaRPr sz="1295" dirty="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A27DE2CE-CBEC-436C-B356-95297DF83BF1}"/>
              </a:ext>
            </a:extLst>
          </p:cNvPr>
          <p:cNvSpPr txBox="1"/>
          <p:nvPr/>
        </p:nvSpPr>
        <p:spPr>
          <a:xfrm>
            <a:off x="6505828" y="3201762"/>
            <a:ext cx="154641" cy="388190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</a:pPr>
            <a:r>
              <a:rPr sz="2400" i="1" spc="12" dirty="0">
                <a:latin typeface="Times New Roman"/>
                <a:cs typeface="Times New Roman"/>
              </a:rPr>
              <a:t>y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4F531984-8897-4A84-9709-7AA9FA5CD258}"/>
              </a:ext>
            </a:extLst>
          </p:cNvPr>
          <p:cNvSpPr txBox="1"/>
          <p:nvPr/>
        </p:nvSpPr>
        <p:spPr>
          <a:xfrm>
            <a:off x="4795899" y="4202798"/>
            <a:ext cx="1952811" cy="853574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23268">
              <a:lnSpc>
                <a:spcPts val="2024"/>
              </a:lnSpc>
              <a:spcBef>
                <a:spcPts val="147"/>
              </a:spcBef>
              <a:tabLst>
                <a:tab pos="989881" algn="l"/>
              </a:tabLst>
            </a:pPr>
            <a:r>
              <a:rPr sz="2176" spc="-59" dirty="0">
                <a:latin typeface="Times New Roman"/>
                <a:cs typeface="Times New Roman"/>
              </a:rPr>
              <a:t>(</a:t>
            </a:r>
            <a:r>
              <a:rPr sz="2176" i="1" spc="-59" dirty="0">
                <a:latin typeface="Times New Roman"/>
                <a:cs typeface="Times New Roman"/>
              </a:rPr>
              <a:t>W</a:t>
            </a:r>
            <a:r>
              <a:rPr sz="2176" i="1" spc="-205" dirty="0">
                <a:latin typeface="Times New Roman"/>
                <a:cs typeface="Times New Roman"/>
              </a:rPr>
              <a:t> </a:t>
            </a:r>
            <a:r>
              <a:rPr sz="1941" i="1" spc="-8" baseline="42929" dirty="0">
                <a:latin typeface="Times New Roman"/>
                <a:cs typeface="Times New Roman"/>
              </a:rPr>
              <a:t>T</a:t>
            </a:r>
            <a:r>
              <a:rPr sz="1941" i="1" spc="-96" baseline="42929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	</a:t>
            </a:r>
            <a:r>
              <a:rPr sz="2176" spc="12" dirty="0">
                <a:latin typeface="Symbol"/>
                <a:cs typeface="Symbol"/>
              </a:rPr>
              <a:t></a:t>
            </a:r>
            <a:r>
              <a:rPr sz="2176" spc="12" dirty="0">
                <a:latin typeface="Times New Roman"/>
                <a:cs typeface="Times New Roman"/>
              </a:rPr>
              <a:t> </a:t>
            </a:r>
            <a:r>
              <a:rPr sz="2176" i="1" spc="24" dirty="0">
                <a:latin typeface="Times New Roman"/>
                <a:cs typeface="Times New Roman"/>
              </a:rPr>
              <a:t>b</a:t>
            </a:r>
            <a:r>
              <a:rPr sz="2176" spc="24" dirty="0">
                <a:latin typeface="Times New Roman"/>
                <a:cs typeface="Times New Roman"/>
              </a:rPr>
              <a:t>) </a:t>
            </a:r>
            <a:r>
              <a:rPr sz="2176" spc="12" dirty="0">
                <a:latin typeface="Symbol"/>
                <a:cs typeface="Symbol"/>
              </a:rPr>
              <a:t></a:t>
            </a:r>
            <a:r>
              <a:rPr sz="2176" spc="-176" dirty="0">
                <a:latin typeface="Times New Roman"/>
                <a:cs typeface="Times New Roman"/>
              </a:rPr>
              <a:t> </a:t>
            </a:r>
            <a:r>
              <a:rPr sz="2176" i="1" spc="12" dirty="0">
                <a:latin typeface="Times New Roman"/>
                <a:cs typeface="Times New Roman"/>
              </a:rPr>
              <a:t>y</a:t>
            </a:r>
            <a:endParaRPr sz="2176" dirty="0">
              <a:latin typeface="Times New Roman"/>
              <a:cs typeface="Times New Roman"/>
            </a:endParaRPr>
          </a:p>
          <a:p>
            <a:pPr marL="828511">
              <a:lnSpc>
                <a:spcPts val="964"/>
              </a:lnSpc>
              <a:tabLst>
                <a:tab pos="1864712" algn="l"/>
              </a:tabLst>
            </a:pPr>
            <a:r>
              <a:rPr sz="1295" i="1" spc="-5" dirty="0">
                <a:latin typeface="Times New Roman"/>
                <a:cs typeface="Times New Roman"/>
              </a:rPr>
              <a:t>k	k</a:t>
            </a:r>
            <a:endParaRPr sz="1295" dirty="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</a:pPr>
            <a:endParaRPr sz="1588" dirty="0">
              <a:latin typeface="Times New Roman"/>
              <a:cs typeface="Times New Roman"/>
            </a:endParaRPr>
          </a:p>
          <a:p>
            <a:pPr marL="14941">
              <a:lnSpc>
                <a:spcPts val="683"/>
              </a:lnSpc>
              <a:tabLst>
                <a:tab pos="1358191" algn="l"/>
              </a:tabLst>
            </a:pPr>
            <a:r>
              <a:rPr sz="2176" i="1" spc="12" dirty="0">
                <a:latin typeface="Times New Roman"/>
                <a:cs typeface="Times New Roman"/>
              </a:rPr>
              <a:t>b </a:t>
            </a:r>
            <a:r>
              <a:rPr sz="2176" spc="17" dirty="0">
                <a:latin typeface="Symbol"/>
                <a:cs typeface="Symbol"/>
              </a:rPr>
              <a:t></a:t>
            </a:r>
            <a:r>
              <a:rPr sz="2176" spc="124" dirty="0">
                <a:latin typeface="Times New Roman"/>
                <a:cs typeface="Times New Roman"/>
              </a:rPr>
              <a:t> </a:t>
            </a:r>
            <a:r>
              <a:rPr sz="2176" i="1" spc="29" dirty="0">
                <a:latin typeface="Times New Roman"/>
                <a:cs typeface="Times New Roman"/>
              </a:rPr>
              <a:t>y</a:t>
            </a:r>
            <a:r>
              <a:rPr sz="1941" i="1" spc="44" baseline="-22727" dirty="0">
                <a:latin typeface="Times New Roman"/>
                <a:cs typeface="Times New Roman"/>
              </a:rPr>
              <a:t>k</a:t>
            </a:r>
            <a:r>
              <a:rPr sz="1941" i="1" spc="123" baseline="-22727" dirty="0">
                <a:latin typeface="Times New Roman"/>
                <a:cs typeface="Times New Roman"/>
              </a:rPr>
              <a:t> </a:t>
            </a:r>
            <a:r>
              <a:rPr sz="2176" spc="100" dirty="0">
                <a:latin typeface="Symbol"/>
                <a:cs typeface="Symbol"/>
              </a:rPr>
              <a:t></a:t>
            </a:r>
            <a:r>
              <a:rPr sz="2176" i="1" spc="100" dirty="0">
                <a:latin typeface="Times New Roman"/>
                <a:cs typeface="Times New Roman"/>
              </a:rPr>
              <a:t>W</a:t>
            </a:r>
            <a:r>
              <a:rPr lang="en-US" sz="2400" i="1" spc="-8" baseline="42929" dirty="0">
                <a:latin typeface="Times New Roman"/>
                <a:cs typeface="Times New Roman"/>
              </a:rPr>
              <a:t> T </a:t>
            </a:r>
            <a:r>
              <a:rPr sz="2176" i="1" spc="100" dirty="0">
                <a:latin typeface="Times New Roman"/>
                <a:cs typeface="Times New Roman"/>
              </a:rPr>
              <a:t>	</a:t>
            </a:r>
            <a:r>
              <a:rPr sz="2176" i="1" spc="141" dirty="0">
                <a:latin typeface="Times New Roman"/>
                <a:cs typeface="Times New Roman"/>
              </a:rPr>
              <a:t>X</a:t>
            </a:r>
            <a:r>
              <a:rPr sz="1941" i="1" spc="211" baseline="-22727" dirty="0">
                <a:latin typeface="Times New Roman"/>
                <a:cs typeface="Times New Roman"/>
              </a:rPr>
              <a:t>k</a:t>
            </a:r>
            <a:endParaRPr sz="1941" baseline="-22727" dirty="0">
              <a:latin typeface="Times New Roman"/>
              <a:cs typeface="Times New Roman"/>
            </a:endParaRPr>
          </a:p>
          <a:p>
            <a:pPr marL="558069" algn="ctr">
              <a:lnSpc>
                <a:spcPts val="765"/>
              </a:lnSpc>
            </a:pPr>
            <a:endParaRPr sz="1295" dirty="0">
              <a:latin typeface="Times New Roman"/>
              <a:cs typeface="Times New Roman"/>
            </a:endParaRPr>
          </a:p>
        </p:txBody>
      </p:sp>
      <p:sp>
        <p:nvSpPr>
          <p:cNvPr id="37" name="object 11">
            <a:extLst>
              <a:ext uri="{FF2B5EF4-FFF2-40B4-BE49-F238E27FC236}">
                <a16:creationId xmlns:a16="http://schemas.microsoft.com/office/drawing/2014/main" id="{E58DF47A-C49A-4EE8-A3EB-2286FB4EB33E}"/>
              </a:ext>
            </a:extLst>
          </p:cNvPr>
          <p:cNvSpPr txBox="1"/>
          <p:nvPr/>
        </p:nvSpPr>
        <p:spPr>
          <a:xfrm>
            <a:off x="5443794" y="3274142"/>
            <a:ext cx="103095" cy="213619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</a:pPr>
            <a:r>
              <a:rPr sz="1295" i="1" spc="-5" dirty="0">
                <a:latin typeface="Times New Roman"/>
                <a:cs typeface="Times New Roman"/>
              </a:rPr>
              <a:t>k</a:t>
            </a:r>
            <a:endParaRPr sz="1295" dirty="0">
              <a:latin typeface="Times New Roman"/>
              <a:cs typeface="Times New Roman"/>
            </a:endParaRPr>
          </a:p>
        </p:txBody>
      </p:sp>
      <p:sp>
        <p:nvSpPr>
          <p:cNvPr id="41" name="object 13">
            <a:extLst>
              <a:ext uri="{FF2B5EF4-FFF2-40B4-BE49-F238E27FC236}">
                <a16:creationId xmlns:a16="http://schemas.microsoft.com/office/drawing/2014/main" id="{7DF9CED4-07DB-4C1A-8C11-910B5C05CFA6}"/>
              </a:ext>
            </a:extLst>
          </p:cNvPr>
          <p:cNvSpPr txBox="1"/>
          <p:nvPr/>
        </p:nvSpPr>
        <p:spPr>
          <a:xfrm>
            <a:off x="4836019" y="3106845"/>
            <a:ext cx="1842247" cy="353822"/>
          </a:xfrm>
          <a:prstGeom prst="rect">
            <a:avLst/>
          </a:prstGeom>
        </p:spPr>
        <p:txBody>
          <a:bodyPr vert="horz" wrap="square" lIns="0" tIns="18676" rIns="0" bIns="0" rtlCol="0">
            <a:spAutoFit/>
          </a:bodyPr>
          <a:lstStyle/>
          <a:p>
            <a:pPr marL="14941">
              <a:spcBef>
                <a:spcPts val="147"/>
              </a:spcBef>
              <a:tabLst>
                <a:tab pos="882302" algn="l"/>
                <a:tab pos="1686159" algn="l"/>
              </a:tabLst>
            </a:pPr>
            <a:r>
              <a:rPr sz="2176" spc="-147" dirty="0">
                <a:latin typeface="Times New Roman"/>
                <a:cs typeface="Times New Roman"/>
              </a:rPr>
              <a:t>(</a:t>
            </a:r>
            <a:r>
              <a:rPr sz="2176" i="1" spc="24" dirty="0">
                <a:latin typeface="Times New Roman"/>
                <a:cs typeface="Times New Roman"/>
              </a:rPr>
              <a:t>W</a:t>
            </a:r>
            <a:r>
              <a:rPr sz="2176" i="1" spc="-205" dirty="0">
                <a:latin typeface="Times New Roman"/>
                <a:cs typeface="Times New Roman"/>
              </a:rPr>
              <a:t> </a:t>
            </a:r>
            <a:r>
              <a:rPr sz="1941" i="1" spc="-8" baseline="42929" dirty="0">
                <a:latin typeface="Times New Roman"/>
                <a:cs typeface="Times New Roman"/>
              </a:rPr>
              <a:t>T</a:t>
            </a:r>
            <a:r>
              <a:rPr sz="1941" i="1" spc="-96" baseline="42929" dirty="0">
                <a:latin typeface="Times New Roman"/>
                <a:cs typeface="Times New Roman"/>
              </a:rPr>
              <a:t> </a:t>
            </a:r>
            <a:r>
              <a:rPr sz="2176" i="1" spc="17" dirty="0">
                <a:latin typeface="Times New Roman"/>
                <a:cs typeface="Times New Roman"/>
              </a:rPr>
              <a:t>X</a:t>
            </a:r>
            <a:r>
              <a:rPr sz="2176" i="1" dirty="0">
                <a:latin typeface="Times New Roman"/>
                <a:cs typeface="Times New Roman"/>
              </a:rPr>
              <a:t>	</a:t>
            </a:r>
            <a:r>
              <a:rPr sz="2176" spc="17" dirty="0">
                <a:latin typeface="Symbol"/>
                <a:cs typeface="Symbol"/>
              </a:rPr>
              <a:t></a:t>
            </a:r>
            <a:r>
              <a:rPr sz="2176" spc="-205" dirty="0">
                <a:latin typeface="Times New Roman"/>
                <a:cs typeface="Times New Roman"/>
              </a:rPr>
              <a:t> </a:t>
            </a:r>
            <a:r>
              <a:rPr sz="2176" i="1" spc="41" dirty="0">
                <a:latin typeface="Times New Roman"/>
                <a:cs typeface="Times New Roman"/>
              </a:rPr>
              <a:t>b</a:t>
            </a:r>
            <a:r>
              <a:rPr sz="2176" spc="5" dirty="0">
                <a:latin typeface="Times New Roman"/>
                <a:cs typeface="Times New Roman"/>
              </a:rPr>
              <a:t>)</a:t>
            </a:r>
            <a:r>
              <a:rPr sz="2176" spc="-41" dirty="0">
                <a:latin typeface="Times New Roman"/>
                <a:cs typeface="Times New Roman"/>
              </a:rPr>
              <a:t> </a:t>
            </a:r>
            <a:r>
              <a:rPr sz="2176" spc="17" dirty="0">
                <a:latin typeface="Symbol"/>
                <a:cs typeface="Symbol"/>
              </a:rPr>
              <a:t></a:t>
            </a:r>
            <a:r>
              <a:rPr sz="2176" dirty="0">
                <a:latin typeface="Times New Roman"/>
                <a:cs typeface="Times New Roman"/>
              </a:rPr>
              <a:t>	</a:t>
            </a:r>
            <a:r>
              <a:rPr sz="3265" spc="17" baseline="36036" dirty="0">
                <a:latin typeface="Times New Roman"/>
                <a:cs typeface="Times New Roman"/>
              </a:rPr>
              <a:t>1</a:t>
            </a:r>
            <a:endParaRPr sz="3265" baseline="36036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6621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3A749-5362-4D89-9156-72082EFFE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83" dirty="0"/>
              <a:t>The </a:t>
            </a:r>
            <a:r>
              <a:rPr lang="en-US" spc="5" dirty="0"/>
              <a:t>Optimization </a:t>
            </a:r>
            <a:r>
              <a:rPr lang="en-US" spc="-41" dirty="0"/>
              <a:t>Problem </a:t>
            </a:r>
            <a:r>
              <a:rPr lang="en-US" spc="-35" dirty="0"/>
              <a:t>Solution</a:t>
            </a:r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1745446-7C92-4342-B74C-8521C1A53B07}"/>
              </a:ext>
            </a:extLst>
          </p:cNvPr>
          <p:cNvSpPr txBox="1"/>
          <p:nvPr/>
        </p:nvSpPr>
        <p:spPr>
          <a:xfrm>
            <a:off x="1229791" y="1295673"/>
            <a:ext cx="5629024" cy="522149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472130" indent="-457189">
              <a:spcBef>
                <a:spcPts val="117"/>
              </a:spcBef>
              <a:buClr>
                <a:srgbClr val="0070C0"/>
              </a:buClr>
              <a:buSzPct val="64285"/>
              <a:buFont typeface="Wingdings" panose="05000000000000000000" pitchFamily="2" charset="2"/>
              <a:buChar char="Ø"/>
              <a:tabLst>
                <a:tab pos="418364" algn="l"/>
              </a:tabLst>
            </a:pPr>
            <a:r>
              <a:rPr sz="3295" dirty="0">
                <a:latin typeface="Arial"/>
                <a:cs typeface="Arial"/>
              </a:rPr>
              <a:t>The solution has the</a:t>
            </a:r>
            <a:r>
              <a:rPr sz="3295" spc="-95" dirty="0">
                <a:latin typeface="Arial"/>
                <a:cs typeface="Arial"/>
              </a:rPr>
              <a:t> </a:t>
            </a:r>
            <a:r>
              <a:rPr sz="3295" dirty="0">
                <a:latin typeface="Arial"/>
                <a:cs typeface="Arial"/>
              </a:rPr>
              <a:t>form: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30689D3-2660-426A-B63A-231224EBF8CD}"/>
              </a:ext>
            </a:extLst>
          </p:cNvPr>
          <p:cNvSpPr txBox="1"/>
          <p:nvPr/>
        </p:nvSpPr>
        <p:spPr>
          <a:xfrm>
            <a:off x="1229791" y="2987499"/>
            <a:ext cx="9324788" cy="3158127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472130" indent="-457189">
              <a:lnSpc>
                <a:spcPts val="3941"/>
              </a:lnSpc>
              <a:spcBef>
                <a:spcPts val="117"/>
              </a:spcBef>
              <a:buClr>
                <a:srgbClr val="0070C0"/>
              </a:buClr>
              <a:buSzPct val="64285"/>
              <a:buFont typeface="Wingdings" panose="05000000000000000000" pitchFamily="2" charset="2"/>
              <a:buChar char="Ø"/>
              <a:tabLst>
                <a:tab pos="418364" algn="l"/>
              </a:tabLst>
            </a:pPr>
            <a:r>
              <a:rPr sz="3295" i="1" spc="-5" dirty="0">
                <a:latin typeface="Arial"/>
                <a:cs typeface="Arial"/>
              </a:rPr>
              <a:t>α</a:t>
            </a:r>
            <a:r>
              <a:rPr sz="3265" i="1" spc="-8" baseline="-21021" dirty="0">
                <a:latin typeface="Arial"/>
                <a:cs typeface="Arial"/>
              </a:rPr>
              <a:t>i </a:t>
            </a:r>
            <a:r>
              <a:rPr sz="3295" dirty="0">
                <a:latin typeface="Arial"/>
                <a:cs typeface="Arial"/>
              </a:rPr>
              <a:t>must satisfy </a:t>
            </a:r>
            <a:r>
              <a:rPr sz="3295" spc="-5" dirty="0">
                <a:latin typeface="Arial"/>
                <a:cs typeface="Arial"/>
              </a:rPr>
              <a:t>Karush-Kuhn-Tucker</a:t>
            </a:r>
            <a:r>
              <a:rPr sz="3295" spc="-65" dirty="0">
                <a:latin typeface="Arial"/>
                <a:cs typeface="Arial"/>
              </a:rPr>
              <a:t> </a:t>
            </a:r>
            <a:r>
              <a:rPr sz="3295" dirty="0">
                <a:latin typeface="Arial"/>
                <a:cs typeface="Arial"/>
              </a:rPr>
              <a:t>conditions:</a:t>
            </a:r>
          </a:p>
          <a:p>
            <a:pPr marL="418364">
              <a:lnSpc>
                <a:spcPts val="3941"/>
              </a:lnSpc>
              <a:buClr>
                <a:srgbClr val="0070C0"/>
              </a:buClr>
            </a:pPr>
            <a:r>
              <a:rPr sz="3295" i="1" dirty="0">
                <a:latin typeface="Times New Roman"/>
                <a:cs typeface="Times New Roman"/>
              </a:rPr>
              <a:t>α</a:t>
            </a:r>
            <a:r>
              <a:rPr sz="3265" i="1" baseline="-21021" dirty="0">
                <a:latin typeface="Times New Roman"/>
                <a:cs typeface="Times New Roman"/>
              </a:rPr>
              <a:t>i </a:t>
            </a:r>
            <a:r>
              <a:rPr sz="3295" dirty="0">
                <a:latin typeface="Times New Roman"/>
                <a:cs typeface="Times New Roman"/>
              </a:rPr>
              <a:t>[</a:t>
            </a:r>
            <a:r>
              <a:rPr sz="3295" i="1" dirty="0">
                <a:latin typeface="Times New Roman"/>
                <a:cs typeface="Times New Roman"/>
              </a:rPr>
              <a:t>y</a:t>
            </a:r>
            <a:r>
              <a:rPr sz="3265" i="1" baseline="-21021" dirty="0">
                <a:latin typeface="Times New Roman"/>
                <a:cs typeface="Times New Roman"/>
              </a:rPr>
              <a:t>i</a:t>
            </a:r>
            <a:r>
              <a:rPr sz="3295" dirty="0">
                <a:latin typeface="Times New Roman"/>
                <a:cs typeface="Times New Roman"/>
              </a:rPr>
              <a:t>(w</a:t>
            </a:r>
            <a:r>
              <a:rPr sz="3265" baseline="25525" dirty="0">
                <a:latin typeface="Times New Roman"/>
                <a:cs typeface="Times New Roman"/>
              </a:rPr>
              <a:t>T</a:t>
            </a:r>
            <a:r>
              <a:rPr sz="3295" dirty="0">
                <a:latin typeface="Times New Roman"/>
                <a:cs typeface="Times New Roman"/>
              </a:rPr>
              <a:t>x</a:t>
            </a:r>
            <a:r>
              <a:rPr sz="3265" baseline="-21021" dirty="0">
                <a:latin typeface="Times New Roman"/>
                <a:cs typeface="Times New Roman"/>
              </a:rPr>
              <a:t>i</a:t>
            </a:r>
            <a:r>
              <a:rPr sz="3295" dirty="0">
                <a:latin typeface="Times New Roman"/>
                <a:cs typeface="Times New Roman"/>
              </a:rPr>
              <a:t>+</a:t>
            </a:r>
            <a:r>
              <a:rPr sz="3295" i="1" dirty="0">
                <a:latin typeface="Times New Roman"/>
                <a:cs typeface="Times New Roman"/>
              </a:rPr>
              <a:t>b</a:t>
            </a:r>
            <a:r>
              <a:rPr sz="3295" dirty="0">
                <a:latin typeface="Times New Roman"/>
                <a:cs typeface="Times New Roman"/>
              </a:rPr>
              <a:t>)-1]=0</a:t>
            </a:r>
            <a:r>
              <a:rPr sz="3295" dirty="0">
                <a:latin typeface="Arial"/>
                <a:cs typeface="Arial"/>
              </a:rPr>
              <a:t>, for </a:t>
            </a:r>
            <a:r>
              <a:rPr sz="3295" spc="-5" dirty="0">
                <a:latin typeface="Arial"/>
                <a:cs typeface="Arial"/>
              </a:rPr>
              <a:t>any</a:t>
            </a:r>
            <a:r>
              <a:rPr sz="3295" spc="-47" dirty="0">
                <a:latin typeface="Arial"/>
                <a:cs typeface="Arial"/>
              </a:rPr>
              <a:t> </a:t>
            </a:r>
            <a:r>
              <a:rPr sz="3295" i="1" dirty="0">
                <a:latin typeface="Times New Roman"/>
                <a:cs typeface="Times New Roman"/>
              </a:rPr>
              <a:t>i</a:t>
            </a:r>
            <a:endParaRPr sz="3295" dirty="0">
              <a:latin typeface="Times New Roman"/>
              <a:cs typeface="Times New Roman"/>
            </a:endParaRPr>
          </a:p>
          <a:p>
            <a:pPr marL="1010028" lvl="1" indent="-457189">
              <a:spcBef>
                <a:spcPts val="795"/>
              </a:spcBef>
              <a:buClr>
                <a:srgbClr val="0070C0"/>
              </a:buClr>
              <a:buSzPct val="64285"/>
              <a:buFont typeface="Wingdings" panose="05000000000000000000" pitchFamily="2" charset="2"/>
              <a:buChar char="Ø"/>
              <a:tabLst>
                <a:tab pos="956263" algn="l"/>
              </a:tabLst>
            </a:pPr>
            <a:r>
              <a:rPr sz="3295" dirty="0">
                <a:latin typeface="Arial"/>
                <a:cs typeface="Arial"/>
              </a:rPr>
              <a:t>If </a:t>
            </a:r>
            <a:r>
              <a:rPr sz="3295" i="1" spc="-5" dirty="0">
                <a:latin typeface="Arial"/>
                <a:cs typeface="Arial"/>
              </a:rPr>
              <a:t>α</a:t>
            </a:r>
            <a:r>
              <a:rPr sz="3265" i="1" spc="-8" baseline="-21021" dirty="0">
                <a:latin typeface="Arial"/>
                <a:cs typeface="Arial"/>
              </a:rPr>
              <a:t>i </a:t>
            </a:r>
            <a:r>
              <a:rPr sz="3295" dirty="0">
                <a:latin typeface="Arial"/>
                <a:cs typeface="Arial"/>
              </a:rPr>
              <a:t>&gt;0, </a:t>
            </a:r>
            <a:r>
              <a:rPr sz="3295" i="1" dirty="0">
                <a:latin typeface="Times New Roman"/>
                <a:cs typeface="Times New Roman"/>
              </a:rPr>
              <a:t>y</a:t>
            </a:r>
            <a:r>
              <a:rPr sz="3265" i="1" baseline="-21021" dirty="0">
                <a:latin typeface="Times New Roman"/>
                <a:cs typeface="Times New Roman"/>
              </a:rPr>
              <a:t>i</a:t>
            </a:r>
            <a:r>
              <a:rPr sz="3295" dirty="0">
                <a:latin typeface="Times New Roman"/>
                <a:cs typeface="Times New Roman"/>
              </a:rPr>
              <a:t>(w</a:t>
            </a:r>
            <a:r>
              <a:rPr sz="3265" baseline="25525" dirty="0">
                <a:latin typeface="Times New Roman"/>
                <a:cs typeface="Times New Roman"/>
              </a:rPr>
              <a:t>T</a:t>
            </a:r>
            <a:r>
              <a:rPr sz="3295" dirty="0">
                <a:latin typeface="Times New Roman"/>
                <a:cs typeface="Times New Roman"/>
              </a:rPr>
              <a:t>x</a:t>
            </a:r>
            <a:r>
              <a:rPr sz="3265" baseline="-21021" dirty="0">
                <a:latin typeface="Times New Roman"/>
                <a:cs typeface="Times New Roman"/>
              </a:rPr>
              <a:t>i</a:t>
            </a:r>
            <a:r>
              <a:rPr sz="3295" dirty="0">
                <a:latin typeface="Times New Roman"/>
                <a:cs typeface="Times New Roman"/>
              </a:rPr>
              <a:t>+</a:t>
            </a:r>
            <a:r>
              <a:rPr sz="3295" i="1" dirty="0">
                <a:latin typeface="Times New Roman"/>
                <a:cs typeface="Times New Roman"/>
              </a:rPr>
              <a:t>b</a:t>
            </a:r>
            <a:r>
              <a:rPr sz="3295" dirty="0">
                <a:latin typeface="Times New Roman"/>
                <a:cs typeface="Times New Roman"/>
              </a:rPr>
              <a:t>)-1=0, x</a:t>
            </a:r>
            <a:r>
              <a:rPr sz="3265" baseline="-21021" dirty="0">
                <a:latin typeface="Times New Roman"/>
                <a:cs typeface="Times New Roman"/>
              </a:rPr>
              <a:t>i </a:t>
            </a:r>
            <a:r>
              <a:rPr sz="3295" dirty="0">
                <a:latin typeface="Arial"/>
                <a:cs typeface="Arial"/>
              </a:rPr>
              <a:t>is on the</a:t>
            </a:r>
            <a:r>
              <a:rPr sz="3295" spc="-41" dirty="0">
                <a:latin typeface="Arial"/>
                <a:cs typeface="Arial"/>
              </a:rPr>
              <a:t> </a:t>
            </a:r>
            <a:r>
              <a:rPr sz="3295" dirty="0">
                <a:latin typeface="Arial"/>
                <a:cs typeface="Arial"/>
              </a:rPr>
              <a:t>margin</a:t>
            </a:r>
          </a:p>
          <a:p>
            <a:pPr marL="1010028" lvl="1" indent="-457189">
              <a:spcBef>
                <a:spcPts val="788"/>
              </a:spcBef>
              <a:buClr>
                <a:srgbClr val="0070C0"/>
              </a:buClr>
              <a:buSzPct val="64285"/>
              <a:buFont typeface="Wingdings" panose="05000000000000000000" pitchFamily="2" charset="2"/>
              <a:buChar char="Ø"/>
              <a:tabLst>
                <a:tab pos="956263" algn="l"/>
              </a:tabLst>
            </a:pPr>
            <a:r>
              <a:rPr sz="3295" dirty="0">
                <a:latin typeface="Arial"/>
                <a:cs typeface="Arial"/>
              </a:rPr>
              <a:t>If </a:t>
            </a:r>
            <a:r>
              <a:rPr sz="3295" i="1" spc="-5" dirty="0">
                <a:latin typeface="Times New Roman"/>
                <a:cs typeface="Times New Roman"/>
              </a:rPr>
              <a:t>y</a:t>
            </a:r>
            <a:r>
              <a:rPr sz="3265" i="1" spc="-8" baseline="-21021" dirty="0">
                <a:latin typeface="Times New Roman"/>
                <a:cs typeface="Times New Roman"/>
              </a:rPr>
              <a:t>i</a:t>
            </a:r>
            <a:r>
              <a:rPr sz="3295" spc="-5" dirty="0">
                <a:latin typeface="Times New Roman"/>
                <a:cs typeface="Times New Roman"/>
              </a:rPr>
              <a:t>(w</a:t>
            </a:r>
            <a:r>
              <a:rPr sz="3265" spc="-8" baseline="25525" dirty="0">
                <a:latin typeface="Times New Roman"/>
                <a:cs typeface="Times New Roman"/>
              </a:rPr>
              <a:t>T</a:t>
            </a:r>
            <a:r>
              <a:rPr sz="3295" i="1" spc="-5" dirty="0">
                <a:latin typeface="Times New Roman"/>
                <a:cs typeface="Times New Roman"/>
              </a:rPr>
              <a:t>x</a:t>
            </a:r>
            <a:r>
              <a:rPr sz="3265" i="1" spc="-8" baseline="-21021" dirty="0">
                <a:latin typeface="Times New Roman"/>
                <a:cs typeface="Times New Roman"/>
              </a:rPr>
              <a:t>i</a:t>
            </a:r>
            <a:r>
              <a:rPr sz="3295" spc="-5" dirty="0">
                <a:latin typeface="Times New Roman"/>
                <a:cs typeface="Times New Roman"/>
              </a:rPr>
              <a:t>+</a:t>
            </a:r>
            <a:r>
              <a:rPr sz="3295" i="1" spc="-5" dirty="0">
                <a:latin typeface="Times New Roman"/>
                <a:cs typeface="Times New Roman"/>
              </a:rPr>
              <a:t>b</a:t>
            </a:r>
            <a:r>
              <a:rPr sz="3295" spc="-5" dirty="0">
                <a:latin typeface="Times New Roman"/>
                <a:cs typeface="Times New Roman"/>
              </a:rPr>
              <a:t>)&gt;1, </a:t>
            </a:r>
            <a:r>
              <a:rPr sz="3295" i="1" spc="-5" dirty="0">
                <a:latin typeface="Arial"/>
                <a:cs typeface="Arial"/>
              </a:rPr>
              <a:t>α</a:t>
            </a:r>
            <a:r>
              <a:rPr sz="3265" i="1" spc="-8" baseline="-21021" dirty="0">
                <a:latin typeface="Arial"/>
                <a:cs typeface="Arial"/>
              </a:rPr>
              <a:t>i</a:t>
            </a:r>
            <a:r>
              <a:rPr sz="3265" i="1" spc="-52" baseline="-21021" dirty="0">
                <a:latin typeface="Arial"/>
                <a:cs typeface="Arial"/>
              </a:rPr>
              <a:t> </a:t>
            </a:r>
            <a:r>
              <a:rPr sz="3295" dirty="0">
                <a:latin typeface="Arial"/>
                <a:cs typeface="Arial"/>
              </a:rPr>
              <a:t>=0</a:t>
            </a:r>
          </a:p>
          <a:p>
            <a:pPr marL="472130" marR="5977" indent="-457189">
              <a:spcBef>
                <a:spcPts val="812"/>
              </a:spcBef>
              <a:buClr>
                <a:srgbClr val="0070C0"/>
              </a:buClr>
              <a:buSzPct val="64285"/>
              <a:buFont typeface="Wingdings" panose="05000000000000000000" pitchFamily="2" charset="2"/>
              <a:buChar char="Ø"/>
              <a:tabLst>
                <a:tab pos="418364" algn="l"/>
              </a:tabLst>
            </a:pPr>
            <a:r>
              <a:rPr sz="2667" dirty="0">
                <a:latin typeface="Arial"/>
                <a:cs typeface="Arial"/>
              </a:rPr>
              <a:t>Each non-zero </a:t>
            </a:r>
            <a:r>
              <a:rPr sz="2667" i="1" spc="-5" dirty="0">
                <a:latin typeface="Arial"/>
                <a:cs typeface="Arial"/>
              </a:rPr>
              <a:t>α</a:t>
            </a:r>
            <a:r>
              <a:rPr sz="2667" i="1" spc="-8" baseline="-21021" dirty="0">
                <a:latin typeface="Arial"/>
                <a:cs typeface="Arial"/>
              </a:rPr>
              <a:t>i </a:t>
            </a:r>
            <a:r>
              <a:rPr sz="2667" dirty="0">
                <a:latin typeface="Arial"/>
                <a:cs typeface="Arial"/>
              </a:rPr>
              <a:t>indicates that corresponding </a:t>
            </a:r>
            <a:r>
              <a:rPr sz="2667" spc="5" dirty="0">
                <a:latin typeface="Arial"/>
                <a:cs typeface="Arial"/>
              </a:rPr>
              <a:t>x</a:t>
            </a:r>
            <a:r>
              <a:rPr sz="2667" spc="8" baseline="-21021" dirty="0">
                <a:latin typeface="Arial"/>
                <a:cs typeface="Arial"/>
              </a:rPr>
              <a:t>i </a:t>
            </a:r>
            <a:r>
              <a:rPr sz="1867" spc="5" dirty="0">
                <a:latin typeface="Arial"/>
                <a:cs typeface="Arial"/>
              </a:rPr>
              <a:t> </a:t>
            </a:r>
            <a:r>
              <a:rPr sz="2667" spc="-5" dirty="0">
                <a:latin typeface="Arial"/>
                <a:cs typeface="Arial"/>
              </a:rPr>
              <a:t>is </a:t>
            </a:r>
            <a:r>
              <a:rPr sz="2667" dirty="0">
                <a:latin typeface="Arial"/>
                <a:cs typeface="Arial"/>
              </a:rPr>
              <a:t>a </a:t>
            </a:r>
            <a:r>
              <a:rPr sz="2667" spc="-5" dirty="0">
                <a:latin typeface="Arial"/>
                <a:cs typeface="Arial"/>
              </a:rPr>
              <a:t>support</a:t>
            </a:r>
            <a:r>
              <a:rPr sz="2667" dirty="0">
                <a:latin typeface="Arial"/>
                <a:cs typeface="Arial"/>
              </a:rPr>
              <a:t> vector.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199CB92F-3EF9-47F7-9196-D5A6F97CF137}"/>
              </a:ext>
            </a:extLst>
          </p:cNvPr>
          <p:cNvSpPr/>
          <p:nvPr/>
        </p:nvSpPr>
        <p:spPr>
          <a:xfrm>
            <a:off x="1795166" y="1920398"/>
            <a:ext cx="9039412" cy="646953"/>
          </a:xfrm>
          <a:custGeom>
            <a:avLst/>
            <a:gdLst/>
            <a:ahLst/>
            <a:cxnLst/>
            <a:rect l="l" t="t" r="r" b="b"/>
            <a:pathLst>
              <a:path w="7683500" h="549910">
                <a:moveTo>
                  <a:pt x="7683246" y="549401"/>
                </a:moveTo>
                <a:lnTo>
                  <a:pt x="7683246" y="0"/>
                </a:lnTo>
                <a:lnTo>
                  <a:pt x="0" y="0"/>
                </a:lnTo>
                <a:lnTo>
                  <a:pt x="0" y="549402"/>
                </a:lnTo>
                <a:lnTo>
                  <a:pt x="12192" y="549402"/>
                </a:lnTo>
                <a:lnTo>
                  <a:pt x="12192" y="25146"/>
                </a:lnTo>
                <a:lnTo>
                  <a:pt x="25146" y="12192"/>
                </a:lnTo>
                <a:lnTo>
                  <a:pt x="25146" y="25146"/>
                </a:lnTo>
                <a:lnTo>
                  <a:pt x="7658100" y="25145"/>
                </a:lnTo>
                <a:lnTo>
                  <a:pt x="7658100" y="12191"/>
                </a:lnTo>
                <a:lnTo>
                  <a:pt x="7670292" y="25145"/>
                </a:lnTo>
                <a:lnTo>
                  <a:pt x="7670292" y="549401"/>
                </a:lnTo>
                <a:lnTo>
                  <a:pt x="7683246" y="549401"/>
                </a:lnTo>
                <a:close/>
              </a:path>
              <a:path w="7683500" h="549910">
                <a:moveTo>
                  <a:pt x="25146" y="25146"/>
                </a:moveTo>
                <a:lnTo>
                  <a:pt x="25146" y="12192"/>
                </a:lnTo>
                <a:lnTo>
                  <a:pt x="12192" y="25146"/>
                </a:lnTo>
                <a:lnTo>
                  <a:pt x="25146" y="25146"/>
                </a:lnTo>
                <a:close/>
              </a:path>
              <a:path w="7683500" h="549910">
                <a:moveTo>
                  <a:pt x="25146" y="523494"/>
                </a:moveTo>
                <a:lnTo>
                  <a:pt x="25146" y="25146"/>
                </a:lnTo>
                <a:lnTo>
                  <a:pt x="12192" y="25146"/>
                </a:lnTo>
                <a:lnTo>
                  <a:pt x="12192" y="523494"/>
                </a:lnTo>
                <a:lnTo>
                  <a:pt x="25146" y="523494"/>
                </a:lnTo>
                <a:close/>
              </a:path>
              <a:path w="7683500" h="549910">
                <a:moveTo>
                  <a:pt x="7670292" y="523493"/>
                </a:moveTo>
                <a:lnTo>
                  <a:pt x="12192" y="523494"/>
                </a:lnTo>
                <a:lnTo>
                  <a:pt x="25146" y="536448"/>
                </a:lnTo>
                <a:lnTo>
                  <a:pt x="25146" y="549402"/>
                </a:lnTo>
                <a:lnTo>
                  <a:pt x="7658100" y="549401"/>
                </a:lnTo>
                <a:lnTo>
                  <a:pt x="7658100" y="536447"/>
                </a:lnTo>
                <a:lnTo>
                  <a:pt x="7670292" y="523493"/>
                </a:lnTo>
                <a:close/>
              </a:path>
              <a:path w="7683500" h="549910">
                <a:moveTo>
                  <a:pt x="25146" y="549402"/>
                </a:moveTo>
                <a:lnTo>
                  <a:pt x="25146" y="536448"/>
                </a:lnTo>
                <a:lnTo>
                  <a:pt x="12192" y="523494"/>
                </a:lnTo>
                <a:lnTo>
                  <a:pt x="12192" y="549402"/>
                </a:lnTo>
                <a:lnTo>
                  <a:pt x="25146" y="549402"/>
                </a:lnTo>
                <a:close/>
              </a:path>
              <a:path w="7683500" h="549910">
                <a:moveTo>
                  <a:pt x="7670292" y="25145"/>
                </a:moveTo>
                <a:lnTo>
                  <a:pt x="7658100" y="12191"/>
                </a:lnTo>
                <a:lnTo>
                  <a:pt x="7658100" y="25145"/>
                </a:lnTo>
                <a:lnTo>
                  <a:pt x="7670292" y="25145"/>
                </a:lnTo>
                <a:close/>
              </a:path>
              <a:path w="7683500" h="549910">
                <a:moveTo>
                  <a:pt x="7670292" y="523493"/>
                </a:moveTo>
                <a:lnTo>
                  <a:pt x="7670292" y="25145"/>
                </a:lnTo>
                <a:lnTo>
                  <a:pt x="7658100" y="25145"/>
                </a:lnTo>
                <a:lnTo>
                  <a:pt x="7658100" y="523493"/>
                </a:lnTo>
                <a:lnTo>
                  <a:pt x="7670292" y="523493"/>
                </a:lnTo>
                <a:close/>
              </a:path>
              <a:path w="7683500" h="549910">
                <a:moveTo>
                  <a:pt x="7670292" y="549401"/>
                </a:moveTo>
                <a:lnTo>
                  <a:pt x="7670292" y="523493"/>
                </a:lnTo>
                <a:lnTo>
                  <a:pt x="7658100" y="536447"/>
                </a:lnTo>
                <a:lnTo>
                  <a:pt x="7658100" y="549401"/>
                </a:lnTo>
                <a:lnTo>
                  <a:pt x="7670292" y="549401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2D2D0037-100D-4460-A6DE-40373C9F85D7}"/>
              </a:ext>
            </a:extLst>
          </p:cNvPr>
          <p:cNvSpPr txBox="1"/>
          <p:nvPr/>
        </p:nvSpPr>
        <p:spPr>
          <a:xfrm>
            <a:off x="1902143" y="1959245"/>
            <a:ext cx="1642035" cy="522149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  <a:tabLst>
                <a:tab pos="453478" algn="l"/>
              </a:tabLst>
            </a:pPr>
            <a:r>
              <a:rPr sz="2824" dirty="0">
                <a:latin typeface="Times New Roman"/>
                <a:cs typeface="Times New Roman"/>
              </a:rPr>
              <a:t>w	</a:t>
            </a:r>
            <a:r>
              <a:rPr sz="2824" spc="-5" dirty="0">
                <a:latin typeface="Times New Roman"/>
                <a:cs typeface="Times New Roman"/>
              </a:rPr>
              <a:t>=</a:t>
            </a:r>
            <a:r>
              <a:rPr sz="3295" spc="-5" dirty="0">
                <a:latin typeface="Times New Roman"/>
                <a:cs typeface="Times New Roman"/>
              </a:rPr>
              <a:t>Σ</a:t>
            </a:r>
            <a:r>
              <a:rPr sz="2824" i="1" spc="-5" dirty="0">
                <a:latin typeface="Times New Roman"/>
                <a:cs typeface="Times New Roman"/>
              </a:rPr>
              <a:t>α</a:t>
            </a:r>
            <a:r>
              <a:rPr sz="2824" i="1" spc="-8" baseline="-20833" dirty="0">
                <a:latin typeface="Times New Roman"/>
                <a:cs typeface="Times New Roman"/>
              </a:rPr>
              <a:t>i</a:t>
            </a:r>
            <a:r>
              <a:rPr sz="2824" i="1" spc="-5" dirty="0">
                <a:latin typeface="Times New Roman"/>
                <a:cs typeface="Times New Roman"/>
              </a:rPr>
              <a:t>y</a:t>
            </a:r>
            <a:r>
              <a:rPr sz="2824" i="1" spc="-8" baseline="-20833" dirty="0">
                <a:latin typeface="Times New Roman"/>
                <a:cs typeface="Times New Roman"/>
              </a:rPr>
              <a:t>i</a:t>
            </a:r>
            <a:r>
              <a:rPr sz="2824" spc="-5" dirty="0">
                <a:latin typeface="Times New Roman"/>
                <a:cs typeface="Times New Roman"/>
              </a:rPr>
              <a:t>x</a:t>
            </a:r>
            <a:r>
              <a:rPr sz="2824" spc="-8" baseline="-20833" dirty="0">
                <a:latin typeface="Times New Roman"/>
                <a:cs typeface="Times New Roman"/>
              </a:rPr>
              <a:t>i</a:t>
            </a:r>
            <a:endParaRPr sz="2824" baseline="-20833">
              <a:latin typeface="Times New Roman"/>
              <a:cs typeface="Times New Roman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1AAAE84B-DC6C-4F5A-818D-A683726457E7}"/>
              </a:ext>
            </a:extLst>
          </p:cNvPr>
          <p:cNvSpPr txBox="1"/>
          <p:nvPr/>
        </p:nvSpPr>
        <p:spPr>
          <a:xfrm>
            <a:off x="4291239" y="2019079"/>
            <a:ext cx="1679388" cy="44969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14941">
              <a:spcBef>
                <a:spcPts val="117"/>
              </a:spcBef>
            </a:pPr>
            <a:r>
              <a:rPr sz="2824" i="1" spc="-5" dirty="0">
                <a:latin typeface="Times New Roman"/>
                <a:cs typeface="Times New Roman"/>
              </a:rPr>
              <a:t>b</a:t>
            </a:r>
            <a:r>
              <a:rPr sz="2824" spc="-5" dirty="0">
                <a:latin typeface="Times New Roman"/>
                <a:cs typeface="Times New Roman"/>
              </a:rPr>
              <a:t>= </a:t>
            </a:r>
            <a:r>
              <a:rPr sz="2824" i="1" dirty="0">
                <a:latin typeface="Times New Roman"/>
                <a:cs typeface="Times New Roman"/>
              </a:rPr>
              <a:t>y</a:t>
            </a:r>
            <a:r>
              <a:rPr sz="2824" i="1" baseline="-20833" dirty="0">
                <a:latin typeface="Times New Roman"/>
                <a:cs typeface="Times New Roman"/>
              </a:rPr>
              <a:t>k</a:t>
            </a:r>
            <a:r>
              <a:rPr sz="2824" dirty="0">
                <a:latin typeface="Times New Roman"/>
                <a:cs typeface="Times New Roman"/>
              </a:rPr>
              <a:t>-</a:t>
            </a:r>
            <a:r>
              <a:rPr sz="2824" spc="-100" dirty="0">
                <a:latin typeface="Times New Roman"/>
                <a:cs typeface="Times New Roman"/>
              </a:rPr>
              <a:t> </a:t>
            </a:r>
            <a:r>
              <a:rPr sz="2824" spc="-5" dirty="0">
                <a:latin typeface="Times New Roman"/>
                <a:cs typeface="Times New Roman"/>
              </a:rPr>
              <a:t>w</a:t>
            </a:r>
            <a:r>
              <a:rPr sz="2824" spc="-8" baseline="24305" dirty="0">
                <a:latin typeface="Times New Roman"/>
                <a:cs typeface="Times New Roman"/>
              </a:rPr>
              <a:t>T</a:t>
            </a:r>
            <a:r>
              <a:rPr sz="2824" spc="-5" dirty="0">
                <a:latin typeface="Times New Roman"/>
                <a:cs typeface="Times New Roman"/>
              </a:rPr>
              <a:t>x</a:t>
            </a:r>
            <a:r>
              <a:rPr sz="2824" spc="-8" baseline="-20833" dirty="0">
                <a:latin typeface="Times New Roman"/>
                <a:cs typeface="Times New Roman"/>
              </a:rPr>
              <a:t>k</a:t>
            </a:r>
            <a:endParaRPr sz="2824" baseline="-20833">
              <a:latin typeface="Times New Roman"/>
              <a:cs typeface="Times New Roman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61C9E9CB-4184-463E-8A73-B5B3B8972611}"/>
              </a:ext>
            </a:extLst>
          </p:cNvPr>
          <p:cNvSpPr txBox="1"/>
          <p:nvPr/>
        </p:nvSpPr>
        <p:spPr>
          <a:xfrm>
            <a:off x="6719776" y="1973815"/>
            <a:ext cx="3666565" cy="472928"/>
          </a:xfrm>
          <a:prstGeom prst="rect">
            <a:avLst/>
          </a:prstGeom>
        </p:spPr>
        <p:txBody>
          <a:bodyPr vert="horz" wrap="square" lIns="0" tIns="20171" rIns="0" bIns="0" rtlCol="0">
            <a:spAutoFit/>
          </a:bodyPr>
          <a:lstStyle/>
          <a:p>
            <a:pPr marL="14941">
              <a:spcBef>
                <a:spcPts val="159"/>
              </a:spcBef>
            </a:pPr>
            <a:r>
              <a:rPr sz="2824" spc="-5" dirty="0">
                <a:solidFill>
                  <a:srgbClr val="FF0000"/>
                </a:solidFill>
                <a:latin typeface="Times New Roman"/>
                <a:cs typeface="Times New Roman"/>
              </a:rPr>
              <a:t>for </a:t>
            </a:r>
            <a:r>
              <a:rPr sz="2824" dirty="0">
                <a:solidFill>
                  <a:srgbClr val="FF0000"/>
                </a:solidFill>
                <a:latin typeface="Times New Roman"/>
                <a:cs typeface="Times New Roman"/>
              </a:rPr>
              <a:t>any </a:t>
            </a:r>
            <a:r>
              <a:rPr sz="2824" spc="-5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824" spc="-8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k </a:t>
            </a:r>
            <a:r>
              <a:rPr sz="2824" spc="-5" dirty="0">
                <a:solidFill>
                  <a:srgbClr val="FF0000"/>
                </a:solidFill>
                <a:latin typeface="Times New Roman"/>
                <a:cs typeface="Times New Roman"/>
              </a:rPr>
              <a:t>such </a:t>
            </a:r>
            <a:r>
              <a:rPr sz="2824" dirty="0">
                <a:solidFill>
                  <a:srgbClr val="FF0000"/>
                </a:solidFill>
                <a:latin typeface="Times New Roman"/>
                <a:cs typeface="Times New Roman"/>
              </a:rPr>
              <a:t>that </a:t>
            </a:r>
            <a:r>
              <a:rPr sz="2824" i="1" spc="-24" dirty="0">
                <a:solidFill>
                  <a:srgbClr val="FF0000"/>
                </a:solidFill>
                <a:latin typeface="Times New Roman"/>
                <a:cs typeface="Times New Roman"/>
              </a:rPr>
              <a:t>α</a:t>
            </a:r>
            <a:r>
              <a:rPr sz="2824" i="1" spc="-35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941" i="1" spc="-24" dirty="0">
                <a:solidFill>
                  <a:srgbClr val="FF0000"/>
                </a:solidFill>
                <a:latin typeface="Symbol"/>
                <a:cs typeface="Symbol"/>
              </a:rPr>
              <a:t></a:t>
            </a:r>
            <a:r>
              <a:rPr sz="2941" i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24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824"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F64B1A-A830-4025-AEE7-59AB8AEAB3D2}"/>
              </a:ext>
            </a:extLst>
          </p:cNvPr>
          <p:cNvSpPr txBox="1"/>
          <p:nvPr/>
        </p:nvSpPr>
        <p:spPr>
          <a:xfrm>
            <a:off x="7179988" y="4665989"/>
            <a:ext cx="2331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(Sparsity)</a:t>
            </a:r>
          </a:p>
        </p:txBody>
      </p:sp>
    </p:spTree>
    <p:extLst>
      <p:ext uri="{BB962C8B-B14F-4D97-AF65-F5344CB8AC3E}">
        <p14:creationId xmlns:p14="http://schemas.microsoft.com/office/powerpoint/2010/main" val="40882615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4391B-15BD-4590-8E0A-7C64A57B3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89" y="143509"/>
            <a:ext cx="11224996" cy="707823"/>
          </a:xfrm>
        </p:spPr>
        <p:txBody>
          <a:bodyPr/>
          <a:lstStyle/>
          <a:p>
            <a:r>
              <a:rPr lang="en-US" spc="-17" dirty="0"/>
              <a:t>Maximum</a:t>
            </a:r>
            <a:r>
              <a:rPr lang="en-US" spc="-35" dirty="0"/>
              <a:t> </a:t>
            </a:r>
            <a:r>
              <a:rPr lang="en-US" spc="-95" dirty="0"/>
              <a:t>Margin</a:t>
            </a:r>
            <a:endParaRPr lang="en-US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77A7063-5DC5-401E-BA65-889A81B6D33D}"/>
              </a:ext>
            </a:extLst>
          </p:cNvPr>
          <p:cNvSpPr/>
          <p:nvPr/>
        </p:nvSpPr>
        <p:spPr>
          <a:xfrm>
            <a:off x="5518374" y="713765"/>
            <a:ext cx="3745753" cy="5616388"/>
          </a:xfrm>
          <a:custGeom>
            <a:avLst/>
            <a:gdLst/>
            <a:ahLst/>
            <a:cxnLst/>
            <a:rect l="l" t="t" r="r" b="b"/>
            <a:pathLst>
              <a:path w="3183890" h="4773930">
                <a:moveTo>
                  <a:pt x="3183635" y="192023"/>
                </a:moveTo>
                <a:lnTo>
                  <a:pt x="2876549" y="0"/>
                </a:lnTo>
                <a:lnTo>
                  <a:pt x="0" y="4581906"/>
                </a:lnTo>
                <a:lnTo>
                  <a:pt x="306324" y="4773930"/>
                </a:lnTo>
                <a:lnTo>
                  <a:pt x="3183635" y="192023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77E9E44-79F9-41B7-9FE0-C9906DB6F284}"/>
              </a:ext>
            </a:extLst>
          </p:cNvPr>
          <p:cNvSpPr/>
          <p:nvPr/>
        </p:nvSpPr>
        <p:spPr>
          <a:xfrm>
            <a:off x="5643880" y="746934"/>
            <a:ext cx="3493995" cy="5550647"/>
          </a:xfrm>
          <a:custGeom>
            <a:avLst/>
            <a:gdLst/>
            <a:ahLst/>
            <a:cxnLst/>
            <a:rect l="l" t="t" r="r" b="b"/>
            <a:pathLst>
              <a:path w="2969895" h="4718050">
                <a:moveTo>
                  <a:pt x="2969513" y="6858"/>
                </a:moveTo>
                <a:lnTo>
                  <a:pt x="2958845" y="0"/>
                </a:lnTo>
                <a:lnTo>
                  <a:pt x="0" y="4710684"/>
                </a:lnTo>
                <a:lnTo>
                  <a:pt x="11430" y="4717542"/>
                </a:lnTo>
                <a:lnTo>
                  <a:pt x="2969513" y="68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49E7C7AB-8D38-46E4-84AD-30D2DEE6FCA1}"/>
              </a:ext>
            </a:extLst>
          </p:cNvPr>
          <p:cNvSpPr txBox="1"/>
          <p:nvPr/>
        </p:nvSpPr>
        <p:spPr>
          <a:xfrm>
            <a:off x="1377631" y="1273348"/>
            <a:ext cx="1745876" cy="1099841"/>
          </a:xfrm>
          <a:prstGeom prst="rect">
            <a:avLst/>
          </a:prstGeom>
        </p:spPr>
        <p:txBody>
          <a:bodyPr vert="horz" wrap="square" lIns="0" tIns="194235" rIns="0" bIns="0" rtlCol="0">
            <a:spAutoFit/>
          </a:bodyPr>
          <a:lstStyle/>
          <a:p>
            <a:pPr marL="14941">
              <a:spcBef>
                <a:spcPts val="1529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65" dirty="0">
                <a:latin typeface="Tahoma"/>
                <a:cs typeface="Tahoma"/>
              </a:rPr>
              <a:t> </a:t>
            </a:r>
            <a:r>
              <a:rPr sz="2353" b="1" spc="-12" dirty="0">
                <a:latin typeface="Tahoma"/>
                <a:cs typeface="Tahoma"/>
              </a:rPr>
              <a:t>+1</a:t>
            </a:r>
            <a:endParaRPr sz="2353">
              <a:latin typeface="Tahoma"/>
              <a:cs typeface="Tahoma"/>
            </a:endParaRPr>
          </a:p>
          <a:p>
            <a:pPr marL="71720">
              <a:spcBef>
                <a:spcPts val="1412"/>
              </a:spcBef>
            </a:pPr>
            <a:r>
              <a:rPr sz="2353" b="1" spc="-12" dirty="0">
                <a:latin typeface="Tahoma"/>
                <a:cs typeface="Tahoma"/>
              </a:rPr>
              <a:t>denotes</a:t>
            </a:r>
            <a:r>
              <a:rPr sz="2353" b="1" spc="-47" dirty="0">
                <a:latin typeface="Tahoma"/>
                <a:cs typeface="Tahoma"/>
              </a:rPr>
              <a:t> </a:t>
            </a:r>
            <a:r>
              <a:rPr sz="2353" b="1" spc="-5" dirty="0">
                <a:latin typeface="Tahoma"/>
                <a:cs typeface="Tahoma"/>
              </a:rPr>
              <a:t>-1</a:t>
            </a:r>
            <a:endParaRPr sz="2353">
              <a:latin typeface="Tahoma"/>
              <a:cs typeface="Tahoma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C205D20E-6259-4B79-B5CC-CCB41BA35281}"/>
              </a:ext>
            </a:extLst>
          </p:cNvPr>
          <p:cNvSpPr/>
          <p:nvPr/>
        </p:nvSpPr>
        <p:spPr>
          <a:xfrm>
            <a:off x="1159489" y="1649029"/>
            <a:ext cx="83027" cy="80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9EB3413B-E92E-4455-893A-4278DA25AD34}"/>
              </a:ext>
            </a:extLst>
          </p:cNvPr>
          <p:cNvSpPr/>
          <p:nvPr/>
        </p:nvSpPr>
        <p:spPr>
          <a:xfrm>
            <a:off x="1159490" y="2186911"/>
            <a:ext cx="74705" cy="70971"/>
          </a:xfrm>
          <a:custGeom>
            <a:avLst/>
            <a:gdLst/>
            <a:ahLst/>
            <a:cxnLst/>
            <a:rect l="l" t="t" r="r" b="b"/>
            <a:pathLst>
              <a:path w="63500" h="60325">
                <a:moveTo>
                  <a:pt x="63245" y="35814"/>
                </a:moveTo>
                <a:lnTo>
                  <a:pt x="63245" y="28194"/>
                </a:lnTo>
                <a:lnTo>
                  <a:pt x="62483" y="23622"/>
                </a:lnTo>
                <a:lnTo>
                  <a:pt x="62483" y="22098"/>
                </a:lnTo>
                <a:lnTo>
                  <a:pt x="60197" y="17526"/>
                </a:lnTo>
                <a:lnTo>
                  <a:pt x="60197" y="16764"/>
                </a:lnTo>
                <a:lnTo>
                  <a:pt x="57149" y="12954"/>
                </a:lnTo>
                <a:lnTo>
                  <a:pt x="57149" y="12192"/>
                </a:lnTo>
                <a:lnTo>
                  <a:pt x="52577" y="7620"/>
                </a:lnTo>
                <a:lnTo>
                  <a:pt x="48767" y="4572"/>
                </a:lnTo>
                <a:lnTo>
                  <a:pt x="48005" y="4572"/>
                </a:lnTo>
                <a:lnTo>
                  <a:pt x="42671" y="2286"/>
                </a:lnTo>
                <a:lnTo>
                  <a:pt x="41909" y="2286"/>
                </a:lnTo>
                <a:lnTo>
                  <a:pt x="41909" y="1524"/>
                </a:lnTo>
                <a:lnTo>
                  <a:pt x="36575" y="762"/>
                </a:lnTo>
                <a:lnTo>
                  <a:pt x="35051" y="653"/>
                </a:lnTo>
                <a:lnTo>
                  <a:pt x="30479" y="0"/>
                </a:lnTo>
                <a:lnTo>
                  <a:pt x="29717" y="0"/>
                </a:lnTo>
                <a:lnTo>
                  <a:pt x="25145" y="653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7525" y="3048"/>
                </a:lnTo>
                <a:lnTo>
                  <a:pt x="12953" y="5334"/>
                </a:lnTo>
                <a:lnTo>
                  <a:pt x="12953" y="6096"/>
                </a:lnTo>
                <a:lnTo>
                  <a:pt x="12191" y="6096"/>
                </a:lnTo>
                <a:lnTo>
                  <a:pt x="8381" y="9144"/>
                </a:lnTo>
                <a:lnTo>
                  <a:pt x="8381" y="9906"/>
                </a:lnTo>
                <a:lnTo>
                  <a:pt x="5333" y="13716"/>
                </a:lnTo>
                <a:lnTo>
                  <a:pt x="4571" y="14478"/>
                </a:lnTo>
                <a:lnTo>
                  <a:pt x="2285" y="19050"/>
                </a:lnTo>
                <a:lnTo>
                  <a:pt x="2285" y="19812"/>
                </a:lnTo>
                <a:lnTo>
                  <a:pt x="1523" y="20574"/>
                </a:lnTo>
                <a:lnTo>
                  <a:pt x="761" y="25146"/>
                </a:lnTo>
                <a:lnTo>
                  <a:pt x="761" y="26670"/>
                </a:lnTo>
                <a:lnTo>
                  <a:pt x="0" y="31242"/>
                </a:lnTo>
                <a:lnTo>
                  <a:pt x="0" y="32766"/>
                </a:lnTo>
                <a:lnTo>
                  <a:pt x="1523" y="37338"/>
                </a:lnTo>
                <a:lnTo>
                  <a:pt x="1523" y="38100"/>
                </a:lnTo>
                <a:lnTo>
                  <a:pt x="3047" y="42672"/>
                </a:lnTo>
                <a:lnTo>
                  <a:pt x="3047" y="43434"/>
                </a:lnTo>
                <a:lnTo>
                  <a:pt x="3809" y="43434"/>
                </a:lnTo>
                <a:lnTo>
                  <a:pt x="6095" y="48006"/>
                </a:lnTo>
                <a:lnTo>
                  <a:pt x="6857" y="48006"/>
                </a:lnTo>
                <a:lnTo>
                  <a:pt x="6857" y="48768"/>
                </a:lnTo>
                <a:lnTo>
                  <a:pt x="9905" y="51816"/>
                </a:lnTo>
                <a:lnTo>
                  <a:pt x="9905" y="27432"/>
                </a:lnTo>
                <a:lnTo>
                  <a:pt x="10667" y="25146"/>
                </a:lnTo>
                <a:lnTo>
                  <a:pt x="10667" y="23622"/>
                </a:lnTo>
                <a:lnTo>
                  <a:pt x="12191" y="20574"/>
                </a:lnTo>
                <a:lnTo>
                  <a:pt x="12191" y="19812"/>
                </a:lnTo>
                <a:lnTo>
                  <a:pt x="15239" y="16002"/>
                </a:lnTo>
                <a:lnTo>
                  <a:pt x="15239" y="16764"/>
                </a:lnTo>
                <a:lnTo>
                  <a:pt x="18287" y="14325"/>
                </a:lnTo>
                <a:lnTo>
                  <a:pt x="18287" y="13716"/>
                </a:lnTo>
                <a:lnTo>
                  <a:pt x="22097" y="11430"/>
                </a:lnTo>
                <a:lnTo>
                  <a:pt x="22097" y="11865"/>
                </a:lnTo>
                <a:lnTo>
                  <a:pt x="26669" y="9906"/>
                </a:lnTo>
                <a:lnTo>
                  <a:pt x="26669" y="10450"/>
                </a:lnTo>
                <a:lnTo>
                  <a:pt x="29717" y="10014"/>
                </a:lnTo>
                <a:lnTo>
                  <a:pt x="35051" y="9906"/>
                </a:lnTo>
                <a:lnTo>
                  <a:pt x="35051" y="10123"/>
                </a:lnTo>
                <a:lnTo>
                  <a:pt x="38861" y="11212"/>
                </a:lnTo>
                <a:lnTo>
                  <a:pt x="38861" y="10668"/>
                </a:lnTo>
                <a:lnTo>
                  <a:pt x="42671" y="12573"/>
                </a:lnTo>
                <a:lnTo>
                  <a:pt x="42671" y="12192"/>
                </a:lnTo>
                <a:lnTo>
                  <a:pt x="47243" y="15240"/>
                </a:lnTo>
                <a:lnTo>
                  <a:pt x="47243" y="15849"/>
                </a:lnTo>
                <a:lnTo>
                  <a:pt x="49529" y="17678"/>
                </a:lnTo>
                <a:lnTo>
                  <a:pt x="49529" y="17526"/>
                </a:lnTo>
                <a:lnTo>
                  <a:pt x="50291" y="18288"/>
                </a:lnTo>
                <a:lnTo>
                  <a:pt x="50291" y="19050"/>
                </a:lnTo>
                <a:lnTo>
                  <a:pt x="51815" y="22098"/>
                </a:lnTo>
                <a:lnTo>
                  <a:pt x="51815" y="21336"/>
                </a:lnTo>
                <a:lnTo>
                  <a:pt x="53339" y="25908"/>
                </a:lnTo>
                <a:lnTo>
                  <a:pt x="53339" y="25146"/>
                </a:lnTo>
                <a:lnTo>
                  <a:pt x="54101" y="29718"/>
                </a:lnTo>
                <a:lnTo>
                  <a:pt x="54101" y="51816"/>
                </a:lnTo>
                <a:lnTo>
                  <a:pt x="54863" y="51054"/>
                </a:lnTo>
                <a:lnTo>
                  <a:pt x="55625" y="51054"/>
                </a:lnTo>
                <a:lnTo>
                  <a:pt x="55625" y="50292"/>
                </a:lnTo>
                <a:lnTo>
                  <a:pt x="58673" y="46482"/>
                </a:lnTo>
                <a:lnTo>
                  <a:pt x="59435" y="45720"/>
                </a:lnTo>
                <a:lnTo>
                  <a:pt x="61721" y="41148"/>
                </a:lnTo>
                <a:lnTo>
                  <a:pt x="61721" y="40386"/>
                </a:lnTo>
                <a:lnTo>
                  <a:pt x="63245" y="35814"/>
                </a:lnTo>
                <a:close/>
              </a:path>
              <a:path w="63500" h="60325">
                <a:moveTo>
                  <a:pt x="12191" y="39624"/>
                </a:moveTo>
                <a:lnTo>
                  <a:pt x="10667" y="35052"/>
                </a:lnTo>
                <a:lnTo>
                  <a:pt x="10667" y="35814"/>
                </a:lnTo>
                <a:lnTo>
                  <a:pt x="9905" y="30480"/>
                </a:lnTo>
                <a:lnTo>
                  <a:pt x="9905" y="51816"/>
                </a:lnTo>
                <a:lnTo>
                  <a:pt x="10667" y="52578"/>
                </a:lnTo>
                <a:lnTo>
                  <a:pt x="11429" y="52578"/>
                </a:lnTo>
                <a:lnTo>
                  <a:pt x="11429" y="38862"/>
                </a:lnTo>
                <a:lnTo>
                  <a:pt x="12191" y="39624"/>
                </a:lnTo>
                <a:close/>
              </a:path>
              <a:path w="63500" h="60325">
                <a:moveTo>
                  <a:pt x="11429" y="22860"/>
                </a:moveTo>
                <a:lnTo>
                  <a:pt x="10667" y="23622"/>
                </a:lnTo>
                <a:lnTo>
                  <a:pt x="10667" y="25146"/>
                </a:lnTo>
                <a:lnTo>
                  <a:pt x="11429" y="22860"/>
                </a:lnTo>
                <a:close/>
              </a:path>
              <a:path w="63500" h="60325">
                <a:moveTo>
                  <a:pt x="14477" y="42672"/>
                </a:moveTo>
                <a:lnTo>
                  <a:pt x="11429" y="38862"/>
                </a:lnTo>
                <a:lnTo>
                  <a:pt x="11429" y="52578"/>
                </a:lnTo>
                <a:lnTo>
                  <a:pt x="13715" y="54406"/>
                </a:lnTo>
                <a:lnTo>
                  <a:pt x="13715" y="41910"/>
                </a:lnTo>
                <a:lnTo>
                  <a:pt x="14477" y="42672"/>
                </a:lnTo>
                <a:close/>
              </a:path>
              <a:path w="63500" h="60325">
                <a:moveTo>
                  <a:pt x="12953" y="19050"/>
                </a:moveTo>
                <a:lnTo>
                  <a:pt x="12191" y="19812"/>
                </a:lnTo>
                <a:lnTo>
                  <a:pt x="12191" y="20574"/>
                </a:lnTo>
                <a:lnTo>
                  <a:pt x="12953" y="19050"/>
                </a:lnTo>
                <a:close/>
              </a:path>
              <a:path w="63500" h="60325">
                <a:moveTo>
                  <a:pt x="17525" y="57041"/>
                </a:moveTo>
                <a:lnTo>
                  <a:pt x="17525" y="45720"/>
                </a:lnTo>
                <a:lnTo>
                  <a:pt x="13715" y="41910"/>
                </a:lnTo>
                <a:lnTo>
                  <a:pt x="13715" y="54406"/>
                </a:lnTo>
                <a:lnTo>
                  <a:pt x="15239" y="55626"/>
                </a:lnTo>
                <a:lnTo>
                  <a:pt x="15239" y="56388"/>
                </a:lnTo>
                <a:lnTo>
                  <a:pt x="16001" y="56388"/>
                </a:lnTo>
                <a:lnTo>
                  <a:pt x="17525" y="57041"/>
                </a:lnTo>
                <a:close/>
              </a:path>
              <a:path w="63500" h="60325">
                <a:moveTo>
                  <a:pt x="20573" y="48006"/>
                </a:moveTo>
                <a:lnTo>
                  <a:pt x="16763" y="44958"/>
                </a:lnTo>
                <a:lnTo>
                  <a:pt x="17525" y="45720"/>
                </a:lnTo>
                <a:lnTo>
                  <a:pt x="17525" y="57041"/>
                </a:lnTo>
                <a:lnTo>
                  <a:pt x="19811" y="58020"/>
                </a:lnTo>
                <a:lnTo>
                  <a:pt x="19811" y="48006"/>
                </a:lnTo>
                <a:lnTo>
                  <a:pt x="20573" y="48006"/>
                </a:lnTo>
                <a:close/>
              </a:path>
              <a:path w="63500" h="60325">
                <a:moveTo>
                  <a:pt x="19049" y="13716"/>
                </a:moveTo>
                <a:lnTo>
                  <a:pt x="18287" y="13716"/>
                </a:lnTo>
                <a:lnTo>
                  <a:pt x="18287" y="14325"/>
                </a:lnTo>
                <a:lnTo>
                  <a:pt x="19049" y="13716"/>
                </a:lnTo>
                <a:close/>
              </a:path>
              <a:path w="63500" h="60325">
                <a:moveTo>
                  <a:pt x="25145" y="49530"/>
                </a:moveTo>
                <a:lnTo>
                  <a:pt x="19811" y="48006"/>
                </a:lnTo>
                <a:lnTo>
                  <a:pt x="19811" y="58020"/>
                </a:lnTo>
                <a:lnTo>
                  <a:pt x="21335" y="58674"/>
                </a:lnTo>
                <a:lnTo>
                  <a:pt x="22097" y="58674"/>
                </a:lnTo>
                <a:lnTo>
                  <a:pt x="24383" y="59327"/>
                </a:lnTo>
                <a:lnTo>
                  <a:pt x="24383" y="49530"/>
                </a:lnTo>
                <a:lnTo>
                  <a:pt x="25145" y="49530"/>
                </a:lnTo>
                <a:close/>
              </a:path>
              <a:path w="63500" h="60325">
                <a:moveTo>
                  <a:pt x="22097" y="11865"/>
                </a:moveTo>
                <a:lnTo>
                  <a:pt x="22097" y="11430"/>
                </a:lnTo>
                <a:lnTo>
                  <a:pt x="21335" y="12192"/>
                </a:lnTo>
                <a:lnTo>
                  <a:pt x="22097" y="11865"/>
                </a:lnTo>
                <a:close/>
              </a:path>
              <a:path w="63500" h="60325">
                <a:moveTo>
                  <a:pt x="29717" y="51054"/>
                </a:moveTo>
                <a:lnTo>
                  <a:pt x="24383" y="49530"/>
                </a:lnTo>
                <a:lnTo>
                  <a:pt x="24383" y="59327"/>
                </a:lnTo>
                <a:lnTo>
                  <a:pt x="27431" y="60198"/>
                </a:lnTo>
                <a:lnTo>
                  <a:pt x="28193" y="60198"/>
                </a:lnTo>
                <a:lnTo>
                  <a:pt x="28193" y="51054"/>
                </a:lnTo>
                <a:lnTo>
                  <a:pt x="29717" y="51054"/>
                </a:lnTo>
                <a:close/>
              </a:path>
              <a:path w="63500" h="60325">
                <a:moveTo>
                  <a:pt x="26669" y="10450"/>
                </a:moveTo>
                <a:lnTo>
                  <a:pt x="26669" y="9906"/>
                </a:lnTo>
                <a:lnTo>
                  <a:pt x="25145" y="10668"/>
                </a:lnTo>
                <a:lnTo>
                  <a:pt x="26669" y="10450"/>
                </a:lnTo>
                <a:close/>
              </a:path>
              <a:path w="63500" h="60325">
                <a:moveTo>
                  <a:pt x="34289" y="60198"/>
                </a:moveTo>
                <a:lnTo>
                  <a:pt x="34289" y="51054"/>
                </a:lnTo>
                <a:lnTo>
                  <a:pt x="28193" y="51054"/>
                </a:lnTo>
                <a:lnTo>
                  <a:pt x="28193" y="60198"/>
                </a:lnTo>
                <a:lnTo>
                  <a:pt x="34289" y="60198"/>
                </a:lnTo>
                <a:close/>
              </a:path>
              <a:path w="63500" h="60325">
                <a:moveTo>
                  <a:pt x="30479" y="9906"/>
                </a:moveTo>
                <a:lnTo>
                  <a:pt x="29717" y="9906"/>
                </a:lnTo>
                <a:lnTo>
                  <a:pt x="30479" y="9906"/>
                </a:lnTo>
                <a:close/>
              </a:path>
              <a:path w="63500" h="60325">
                <a:moveTo>
                  <a:pt x="38099" y="59653"/>
                </a:moveTo>
                <a:lnTo>
                  <a:pt x="38099" y="50292"/>
                </a:lnTo>
                <a:lnTo>
                  <a:pt x="32765" y="51054"/>
                </a:lnTo>
                <a:lnTo>
                  <a:pt x="34289" y="51054"/>
                </a:lnTo>
                <a:lnTo>
                  <a:pt x="34289" y="60198"/>
                </a:lnTo>
                <a:lnTo>
                  <a:pt x="38099" y="59653"/>
                </a:lnTo>
                <a:close/>
              </a:path>
              <a:path w="63500" h="60325">
                <a:moveTo>
                  <a:pt x="35051" y="10123"/>
                </a:moveTo>
                <a:lnTo>
                  <a:pt x="35051" y="9906"/>
                </a:lnTo>
                <a:lnTo>
                  <a:pt x="34289" y="9906"/>
                </a:lnTo>
                <a:lnTo>
                  <a:pt x="35051" y="10123"/>
                </a:lnTo>
                <a:close/>
              </a:path>
              <a:path w="63500" h="60325">
                <a:moveTo>
                  <a:pt x="41909" y="48768"/>
                </a:moveTo>
                <a:lnTo>
                  <a:pt x="37337" y="50292"/>
                </a:lnTo>
                <a:lnTo>
                  <a:pt x="38099" y="50292"/>
                </a:lnTo>
                <a:lnTo>
                  <a:pt x="38099" y="59653"/>
                </a:lnTo>
                <a:lnTo>
                  <a:pt x="38861" y="59544"/>
                </a:lnTo>
                <a:lnTo>
                  <a:pt x="40385" y="59436"/>
                </a:lnTo>
                <a:lnTo>
                  <a:pt x="41147" y="59218"/>
                </a:lnTo>
                <a:lnTo>
                  <a:pt x="41147" y="49530"/>
                </a:lnTo>
                <a:lnTo>
                  <a:pt x="41909" y="48768"/>
                </a:lnTo>
                <a:close/>
              </a:path>
              <a:path w="63500" h="60325">
                <a:moveTo>
                  <a:pt x="39623" y="11430"/>
                </a:moveTo>
                <a:lnTo>
                  <a:pt x="38861" y="10668"/>
                </a:lnTo>
                <a:lnTo>
                  <a:pt x="38861" y="11212"/>
                </a:lnTo>
                <a:lnTo>
                  <a:pt x="39623" y="11430"/>
                </a:lnTo>
                <a:close/>
              </a:path>
              <a:path w="63500" h="60325">
                <a:moveTo>
                  <a:pt x="45719" y="46482"/>
                </a:moveTo>
                <a:lnTo>
                  <a:pt x="41147" y="49530"/>
                </a:lnTo>
                <a:lnTo>
                  <a:pt x="41147" y="59218"/>
                </a:lnTo>
                <a:lnTo>
                  <a:pt x="44957" y="58129"/>
                </a:lnTo>
                <a:lnTo>
                  <a:pt x="44957" y="47244"/>
                </a:lnTo>
                <a:lnTo>
                  <a:pt x="45719" y="46482"/>
                </a:lnTo>
                <a:close/>
              </a:path>
              <a:path w="63500" h="60325">
                <a:moveTo>
                  <a:pt x="43433" y="12954"/>
                </a:moveTo>
                <a:lnTo>
                  <a:pt x="42671" y="12192"/>
                </a:lnTo>
                <a:lnTo>
                  <a:pt x="42671" y="12573"/>
                </a:lnTo>
                <a:lnTo>
                  <a:pt x="43433" y="12954"/>
                </a:lnTo>
                <a:close/>
              </a:path>
              <a:path w="63500" h="60325">
                <a:moveTo>
                  <a:pt x="48223" y="44631"/>
                </a:moveTo>
                <a:lnTo>
                  <a:pt x="44957" y="47244"/>
                </a:lnTo>
                <a:lnTo>
                  <a:pt x="44957" y="58129"/>
                </a:lnTo>
                <a:lnTo>
                  <a:pt x="45719" y="57912"/>
                </a:lnTo>
                <a:lnTo>
                  <a:pt x="46481" y="57150"/>
                </a:lnTo>
                <a:lnTo>
                  <a:pt x="48005" y="56235"/>
                </a:lnTo>
                <a:lnTo>
                  <a:pt x="48005" y="44958"/>
                </a:lnTo>
                <a:lnTo>
                  <a:pt x="48223" y="44631"/>
                </a:lnTo>
                <a:close/>
              </a:path>
              <a:path w="63500" h="60325">
                <a:moveTo>
                  <a:pt x="47243" y="15849"/>
                </a:moveTo>
                <a:lnTo>
                  <a:pt x="47243" y="15240"/>
                </a:lnTo>
                <a:lnTo>
                  <a:pt x="46481" y="15240"/>
                </a:lnTo>
                <a:lnTo>
                  <a:pt x="47243" y="15849"/>
                </a:lnTo>
                <a:close/>
              </a:path>
              <a:path w="63500" h="60325">
                <a:moveTo>
                  <a:pt x="48767" y="44196"/>
                </a:moveTo>
                <a:lnTo>
                  <a:pt x="48223" y="44631"/>
                </a:lnTo>
                <a:lnTo>
                  <a:pt x="48005" y="44958"/>
                </a:lnTo>
                <a:lnTo>
                  <a:pt x="48767" y="44196"/>
                </a:lnTo>
                <a:close/>
              </a:path>
              <a:path w="63500" h="60325">
                <a:moveTo>
                  <a:pt x="48767" y="55778"/>
                </a:moveTo>
                <a:lnTo>
                  <a:pt x="48767" y="44196"/>
                </a:lnTo>
                <a:lnTo>
                  <a:pt x="48005" y="44958"/>
                </a:lnTo>
                <a:lnTo>
                  <a:pt x="48005" y="56235"/>
                </a:lnTo>
                <a:lnTo>
                  <a:pt x="48767" y="55778"/>
                </a:lnTo>
                <a:close/>
              </a:path>
              <a:path w="63500" h="60325">
                <a:moveTo>
                  <a:pt x="53339" y="52578"/>
                </a:moveTo>
                <a:lnTo>
                  <a:pt x="53339" y="37338"/>
                </a:lnTo>
                <a:lnTo>
                  <a:pt x="51053" y="41910"/>
                </a:lnTo>
                <a:lnTo>
                  <a:pt x="51053" y="40386"/>
                </a:lnTo>
                <a:lnTo>
                  <a:pt x="48223" y="44631"/>
                </a:lnTo>
                <a:lnTo>
                  <a:pt x="48767" y="44196"/>
                </a:lnTo>
                <a:lnTo>
                  <a:pt x="48767" y="55778"/>
                </a:lnTo>
                <a:lnTo>
                  <a:pt x="50291" y="54864"/>
                </a:lnTo>
                <a:lnTo>
                  <a:pt x="51053" y="54864"/>
                </a:lnTo>
                <a:lnTo>
                  <a:pt x="53339" y="52578"/>
                </a:lnTo>
                <a:close/>
              </a:path>
              <a:path w="63500" h="60325">
                <a:moveTo>
                  <a:pt x="50291" y="18288"/>
                </a:moveTo>
                <a:lnTo>
                  <a:pt x="49529" y="17526"/>
                </a:lnTo>
                <a:lnTo>
                  <a:pt x="49656" y="17780"/>
                </a:lnTo>
                <a:lnTo>
                  <a:pt x="50291" y="18288"/>
                </a:lnTo>
                <a:close/>
              </a:path>
              <a:path w="63500" h="60325">
                <a:moveTo>
                  <a:pt x="49656" y="17780"/>
                </a:moveTo>
                <a:lnTo>
                  <a:pt x="49529" y="17526"/>
                </a:lnTo>
                <a:lnTo>
                  <a:pt x="49529" y="17678"/>
                </a:lnTo>
                <a:close/>
              </a:path>
              <a:path w="63500" h="60325">
                <a:moveTo>
                  <a:pt x="50291" y="19050"/>
                </a:moveTo>
                <a:lnTo>
                  <a:pt x="50291" y="18288"/>
                </a:lnTo>
                <a:lnTo>
                  <a:pt x="49656" y="17780"/>
                </a:lnTo>
                <a:lnTo>
                  <a:pt x="50291" y="19050"/>
                </a:lnTo>
                <a:close/>
              </a:path>
              <a:path w="63500" h="60325">
                <a:moveTo>
                  <a:pt x="54101" y="51816"/>
                </a:moveTo>
                <a:lnTo>
                  <a:pt x="54101" y="32766"/>
                </a:lnTo>
                <a:lnTo>
                  <a:pt x="52577" y="38100"/>
                </a:lnTo>
                <a:lnTo>
                  <a:pt x="53339" y="37338"/>
                </a:lnTo>
                <a:lnTo>
                  <a:pt x="53339" y="52578"/>
                </a:lnTo>
                <a:lnTo>
                  <a:pt x="54101" y="518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F9764F84-3519-4A2C-94C6-D2188F9853D7}"/>
              </a:ext>
            </a:extLst>
          </p:cNvPr>
          <p:cNvSpPr/>
          <p:nvPr/>
        </p:nvSpPr>
        <p:spPr>
          <a:xfrm>
            <a:off x="5621136" y="1207796"/>
            <a:ext cx="0" cy="4123765"/>
          </a:xfrm>
          <a:custGeom>
            <a:avLst/>
            <a:gdLst/>
            <a:ahLst/>
            <a:cxnLst/>
            <a:rect l="l" t="t" r="r" b="b"/>
            <a:pathLst>
              <a:path h="3505200">
                <a:moveTo>
                  <a:pt x="0" y="0"/>
                </a:moveTo>
                <a:lnTo>
                  <a:pt x="0" y="3505200"/>
                </a:lnTo>
              </a:path>
            </a:pathLst>
          </a:custGeom>
          <a:ln w="381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923AB76E-6643-413C-956B-939C422ECC44}"/>
              </a:ext>
            </a:extLst>
          </p:cNvPr>
          <p:cNvSpPr/>
          <p:nvPr/>
        </p:nvSpPr>
        <p:spPr>
          <a:xfrm>
            <a:off x="5617883" y="5269627"/>
            <a:ext cx="4303059" cy="0"/>
          </a:xfrm>
          <a:custGeom>
            <a:avLst/>
            <a:gdLst/>
            <a:ahLst/>
            <a:cxnLst/>
            <a:rect l="l" t="t" r="r" b="b"/>
            <a:pathLst>
              <a:path w="3657600">
                <a:moveTo>
                  <a:pt x="0" y="0"/>
                </a:moveTo>
                <a:lnTo>
                  <a:pt x="3657600" y="0"/>
                </a:lnTo>
              </a:path>
            </a:pathLst>
          </a:custGeom>
          <a:ln w="381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6914C87E-E1D3-42B2-962A-24E51B5B8077}"/>
              </a:ext>
            </a:extLst>
          </p:cNvPr>
          <p:cNvSpPr/>
          <p:nvPr/>
        </p:nvSpPr>
        <p:spPr>
          <a:xfrm>
            <a:off x="7123952" y="4646580"/>
            <a:ext cx="70971" cy="56029"/>
          </a:xfrm>
          <a:custGeom>
            <a:avLst/>
            <a:gdLst/>
            <a:ahLst/>
            <a:cxnLst/>
            <a:rect l="l" t="t" r="r" b="b"/>
            <a:pathLst>
              <a:path w="60325" h="47625">
                <a:moveTo>
                  <a:pt x="60198" y="23622"/>
                </a:moveTo>
                <a:lnTo>
                  <a:pt x="57792" y="14466"/>
                </a:lnTo>
                <a:lnTo>
                  <a:pt x="51244" y="6953"/>
                </a:lnTo>
                <a:lnTo>
                  <a:pt x="41552" y="1869"/>
                </a:lnTo>
                <a:lnTo>
                  <a:pt x="29718" y="0"/>
                </a:lnTo>
                <a:lnTo>
                  <a:pt x="18002" y="1869"/>
                </a:lnTo>
                <a:lnTo>
                  <a:pt x="8572" y="6953"/>
                </a:lnTo>
                <a:lnTo>
                  <a:pt x="2285" y="14466"/>
                </a:lnTo>
                <a:lnTo>
                  <a:pt x="0" y="23622"/>
                </a:lnTo>
                <a:lnTo>
                  <a:pt x="2286" y="32777"/>
                </a:lnTo>
                <a:lnTo>
                  <a:pt x="8572" y="40290"/>
                </a:lnTo>
                <a:lnTo>
                  <a:pt x="18002" y="45374"/>
                </a:lnTo>
                <a:lnTo>
                  <a:pt x="29718" y="47244"/>
                </a:lnTo>
                <a:lnTo>
                  <a:pt x="41552" y="45374"/>
                </a:lnTo>
                <a:lnTo>
                  <a:pt x="51244" y="40290"/>
                </a:lnTo>
                <a:lnTo>
                  <a:pt x="57792" y="32777"/>
                </a:lnTo>
                <a:lnTo>
                  <a:pt x="60198" y="236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2314273A-6FB6-41B9-B09B-1F94A009376B}"/>
              </a:ext>
            </a:extLst>
          </p:cNvPr>
          <p:cNvSpPr/>
          <p:nvPr/>
        </p:nvSpPr>
        <p:spPr>
          <a:xfrm>
            <a:off x="7117679" y="4640305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64008" y="45720"/>
                </a:moveTo>
                <a:lnTo>
                  <a:pt x="64008" y="12192"/>
                </a:lnTo>
                <a:lnTo>
                  <a:pt x="63246" y="12192"/>
                </a:lnTo>
                <a:lnTo>
                  <a:pt x="60198" y="8382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763" y="4572"/>
                </a:lnTo>
                <a:lnTo>
                  <a:pt x="16001" y="4572"/>
                </a:lnTo>
                <a:lnTo>
                  <a:pt x="16001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6095" y="12954"/>
                </a:lnTo>
                <a:lnTo>
                  <a:pt x="3809" y="16764"/>
                </a:lnTo>
                <a:lnTo>
                  <a:pt x="3047" y="16764"/>
                </a:lnTo>
                <a:lnTo>
                  <a:pt x="3047" y="17526"/>
                </a:lnTo>
                <a:lnTo>
                  <a:pt x="2285" y="20574"/>
                </a:lnTo>
                <a:lnTo>
                  <a:pt x="761" y="22860"/>
                </a:lnTo>
                <a:lnTo>
                  <a:pt x="761" y="25908"/>
                </a:lnTo>
                <a:lnTo>
                  <a:pt x="0" y="28956"/>
                </a:lnTo>
                <a:lnTo>
                  <a:pt x="2286" y="38100"/>
                </a:lnTo>
                <a:lnTo>
                  <a:pt x="3048" y="40386"/>
                </a:lnTo>
                <a:lnTo>
                  <a:pt x="3810" y="41148"/>
                </a:lnTo>
                <a:lnTo>
                  <a:pt x="6096" y="44958"/>
                </a:lnTo>
                <a:lnTo>
                  <a:pt x="9906" y="48768"/>
                </a:lnTo>
                <a:lnTo>
                  <a:pt x="9906" y="26670"/>
                </a:lnTo>
                <a:lnTo>
                  <a:pt x="10668" y="25146"/>
                </a:lnTo>
                <a:lnTo>
                  <a:pt x="10668" y="23622"/>
                </a:lnTo>
                <a:lnTo>
                  <a:pt x="11430" y="21336"/>
                </a:lnTo>
                <a:lnTo>
                  <a:pt x="11430" y="22098"/>
                </a:lnTo>
                <a:lnTo>
                  <a:pt x="13716" y="19240"/>
                </a:lnTo>
                <a:lnTo>
                  <a:pt x="13716" y="19050"/>
                </a:lnTo>
                <a:lnTo>
                  <a:pt x="17526" y="15240"/>
                </a:lnTo>
                <a:lnTo>
                  <a:pt x="17526" y="15494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3340" y="15494"/>
                </a:lnTo>
                <a:lnTo>
                  <a:pt x="53340" y="15240"/>
                </a:lnTo>
                <a:lnTo>
                  <a:pt x="57150" y="19050"/>
                </a:lnTo>
                <a:lnTo>
                  <a:pt x="57150" y="19240"/>
                </a:lnTo>
                <a:lnTo>
                  <a:pt x="59436" y="22098"/>
                </a:lnTo>
                <a:lnTo>
                  <a:pt x="59436" y="23622"/>
                </a:lnTo>
                <a:lnTo>
                  <a:pt x="60198" y="25908"/>
                </a:lnTo>
                <a:lnTo>
                  <a:pt x="60198" y="25146"/>
                </a:lnTo>
                <a:lnTo>
                  <a:pt x="60960" y="27432"/>
                </a:lnTo>
                <a:lnTo>
                  <a:pt x="60960" y="48577"/>
                </a:lnTo>
                <a:lnTo>
                  <a:pt x="63246" y="45720"/>
                </a:lnTo>
                <a:lnTo>
                  <a:pt x="64008" y="45720"/>
                </a:lnTo>
                <a:close/>
              </a:path>
              <a:path w="70485" h="57150">
                <a:moveTo>
                  <a:pt x="14139" y="39200"/>
                </a:moveTo>
                <a:lnTo>
                  <a:pt x="11430" y="35814"/>
                </a:lnTo>
                <a:lnTo>
                  <a:pt x="10668" y="34290"/>
                </a:lnTo>
                <a:lnTo>
                  <a:pt x="9906" y="32004"/>
                </a:lnTo>
                <a:lnTo>
                  <a:pt x="9906" y="48768"/>
                </a:lnTo>
                <a:lnTo>
                  <a:pt x="10668" y="49530"/>
                </a:lnTo>
                <a:lnTo>
                  <a:pt x="11430" y="49530"/>
                </a:lnTo>
                <a:lnTo>
                  <a:pt x="13716" y="51054"/>
                </a:lnTo>
                <a:lnTo>
                  <a:pt x="13716" y="38862"/>
                </a:lnTo>
                <a:lnTo>
                  <a:pt x="14139" y="39200"/>
                </a:lnTo>
                <a:close/>
              </a:path>
              <a:path w="70485" h="57150">
                <a:moveTo>
                  <a:pt x="14478" y="18288"/>
                </a:moveTo>
                <a:lnTo>
                  <a:pt x="13716" y="19050"/>
                </a:lnTo>
                <a:lnTo>
                  <a:pt x="13716" y="19240"/>
                </a:lnTo>
                <a:lnTo>
                  <a:pt x="14478" y="18288"/>
                </a:lnTo>
                <a:close/>
              </a:path>
              <a:path w="70485" h="57150">
                <a:moveTo>
                  <a:pt x="14478" y="39624"/>
                </a:moveTo>
                <a:lnTo>
                  <a:pt x="14139" y="39200"/>
                </a:lnTo>
                <a:lnTo>
                  <a:pt x="13716" y="38862"/>
                </a:lnTo>
                <a:lnTo>
                  <a:pt x="14478" y="39624"/>
                </a:lnTo>
                <a:close/>
              </a:path>
              <a:path w="70485" h="57150">
                <a:moveTo>
                  <a:pt x="14478" y="51562"/>
                </a:moveTo>
                <a:lnTo>
                  <a:pt x="14478" y="39624"/>
                </a:lnTo>
                <a:lnTo>
                  <a:pt x="13716" y="38862"/>
                </a:lnTo>
                <a:lnTo>
                  <a:pt x="13716" y="51054"/>
                </a:lnTo>
                <a:lnTo>
                  <a:pt x="14478" y="51562"/>
                </a:lnTo>
                <a:close/>
              </a:path>
              <a:path w="70485" h="57150">
                <a:moveTo>
                  <a:pt x="17526" y="41910"/>
                </a:moveTo>
                <a:lnTo>
                  <a:pt x="14139" y="39200"/>
                </a:lnTo>
                <a:lnTo>
                  <a:pt x="14478" y="39624"/>
                </a:lnTo>
                <a:lnTo>
                  <a:pt x="14478" y="51562"/>
                </a:lnTo>
                <a:lnTo>
                  <a:pt x="16002" y="52578"/>
                </a:lnTo>
                <a:lnTo>
                  <a:pt x="16763" y="53340"/>
                </a:lnTo>
                <a:lnTo>
                  <a:pt x="16763" y="41910"/>
                </a:lnTo>
                <a:lnTo>
                  <a:pt x="17526" y="41910"/>
                </a:lnTo>
                <a:close/>
              </a:path>
              <a:path w="70485" h="57150">
                <a:moveTo>
                  <a:pt x="17526" y="15494"/>
                </a:moveTo>
                <a:lnTo>
                  <a:pt x="17526" y="15240"/>
                </a:lnTo>
                <a:lnTo>
                  <a:pt x="16763" y="16002"/>
                </a:lnTo>
                <a:lnTo>
                  <a:pt x="17526" y="15494"/>
                </a:lnTo>
                <a:close/>
              </a:path>
              <a:path w="70485" h="57150">
                <a:moveTo>
                  <a:pt x="21336" y="54864"/>
                </a:moveTo>
                <a:lnTo>
                  <a:pt x="21336" y="44958"/>
                </a:lnTo>
                <a:lnTo>
                  <a:pt x="16763" y="41910"/>
                </a:lnTo>
                <a:lnTo>
                  <a:pt x="16763" y="53340"/>
                </a:lnTo>
                <a:lnTo>
                  <a:pt x="21336" y="54864"/>
                </a:lnTo>
                <a:close/>
              </a:path>
              <a:path w="70485" h="57150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57150">
                <a:moveTo>
                  <a:pt x="25146" y="46482"/>
                </a:moveTo>
                <a:lnTo>
                  <a:pt x="20574" y="44196"/>
                </a:lnTo>
                <a:lnTo>
                  <a:pt x="21336" y="44958"/>
                </a:lnTo>
                <a:lnTo>
                  <a:pt x="21336" y="54864"/>
                </a:lnTo>
                <a:lnTo>
                  <a:pt x="22098" y="55626"/>
                </a:lnTo>
                <a:lnTo>
                  <a:pt x="24384" y="56197"/>
                </a:lnTo>
                <a:lnTo>
                  <a:pt x="24384" y="46482"/>
                </a:lnTo>
                <a:lnTo>
                  <a:pt x="25146" y="46482"/>
                </a:lnTo>
                <a:close/>
              </a:path>
              <a:path w="70485" h="57150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57150">
                <a:moveTo>
                  <a:pt x="35814" y="57150"/>
                </a:moveTo>
                <a:lnTo>
                  <a:pt x="35814" y="48006"/>
                </a:lnTo>
                <a:lnTo>
                  <a:pt x="35052" y="48006"/>
                </a:lnTo>
                <a:lnTo>
                  <a:pt x="29718" y="47244"/>
                </a:lnTo>
                <a:lnTo>
                  <a:pt x="24384" y="46482"/>
                </a:lnTo>
                <a:lnTo>
                  <a:pt x="24384" y="56197"/>
                </a:lnTo>
                <a:lnTo>
                  <a:pt x="28194" y="57150"/>
                </a:lnTo>
                <a:lnTo>
                  <a:pt x="35814" y="57150"/>
                </a:lnTo>
                <a:close/>
              </a:path>
              <a:path w="70485" h="57150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57150">
                <a:moveTo>
                  <a:pt x="30480" y="47244"/>
                </a:moveTo>
                <a:lnTo>
                  <a:pt x="29718" y="47148"/>
                </a:lnTo>
                <a:lnTo>
                  <a:pt x="30480" y="47244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7150"/>
                </a:moveTo>
                <a:lnTo>
                  <a:pt x="41148" y="47244"/>
                </a:lnTo>
                <a:lnTo>
                  <a:pt x="35433" y="47958"/>
                </a:lnTo>
                <a:lnTo>
                  <a:pt x="35814" y="48006"/>
                </a:lnTo>
                <a:lnTo>
                  <a:pt x="35814" y="57150"/>
                </a:lnTo>
                <a:lnTo>
                  <a:pt x="41148" y="57150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56279"/>
                </a:moveTo>
                <a:lnTo>
                  <a:pt x="45720" y="46482"/>
                </a:lnTo>
                <a:lnTo>
                  <a:pt x="40386" y="47244"/>
                </a:lnTo>
                <a:lnTo>
                  <a:pt x="41148" y="47244"/>
                </a:lnTo>
                <a:lnTo>
                  <a:pt x="41148" y="57150"/>
                </a:lnTo>
                <a:lnTo>
                  <a:pt x="42672" y="57150"/>
                </a:lnTo>
                <a:lnTo>
                  <a:pt x="45720" y="56279"/>
                </a:lnTo>
                <a:close/>
              </a:path>
              <a:path w="70485" h="57150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57150">
                <a:moveTo>
                  <a:pt x="50292" y="44196"/>
                </a:moveTo>
                <a:lnTo>
                  <a:pt x="44958" y="46482"/>
                </a:lnTo>
                <a:lnTo>
                  <a:pt x="45720" y="46482"/>
                </a:lnTo>
                <a:lnTo>
                  <a:pt x="45720" y="56279"/>
                </a:lnTo>
                <a:lnTo>
                  <a:pt x="48006" y="55626"/>
                </a:lnTo>
                <a:lnTo>
                  <a:pt x="48768" y="55626"/>
                </a:lnTo>
                <a:lnTo>
                  <a:pt x="48768" y="54864"/>
                </a:lnTo>
                <a:lnTo>
                  <a:pt x="49530" y="54646"/>
                </a:lnTo>
                <a:lnTo>
                  <a:pt x="49530" y="44958"/>
                </a:lnTo>
                <a:lnTo>
                  <a:pt x="50292" y="44196"/>
                </a:lnTo>
                <a:close/>
              </a:path>
              <a:path w="70485" h="57150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57150">
                <a:moveTo>
                  <a:pt x="54102" y="41910"/>
                </a:moveTo>
                <a:lnTo>
                  <a:pt x="49530" y="44958"/>
                </a:lnTo>
                <a:lnTo>
                  <a:pt x="49530" y="54646"/>
                </a:lnTo>
                <a:lnTo>
                  <a:pt x="53340" y="53557"/>
                </a:lnTo>
                <a:lnTo>
                  <a:pt x="53340" y="42672"/>
                </a:lnTo>
                <a:lnTo>
                  <a:pt x="54102" y="41910"/>
                </a:lnTo>
                <a:close/>
              </a:path>
              <a:path w="70485" h="57150">
                <a:moveTo>
                  <a:pt x="54102" y="16002"/>
                </a:moveTo>
                <a:lnTo>
                  <a:pt x="53340" y="15240"/>
                </a:lnTo>
                <a:lnTo>
                  <a:pt x="53340" y="15494"/>
                </a:lnTo>
                <a:lnTo>
                  <a:pt x="54102" y="16002"/>
                </a:lnTo>
                <a:close/>
              </a:path>
              <a:path w="70485" h="57150">
                <a:moveTo>
                  <a:pt x="57150" y="51054"/>
                </a:moveTo>
                <a:lnTo>
                  <a:pt x="57150" y="38862"/>
                </a:lnTo>
                <a:lnTo>
                  <a:pt x="53340" y="42672"/>
                </a:lnTo>
                <a:lnTo>
                  <a:pt x="53340" y="53557"/>
                </a:lnTo>
                <a:lnTo>
                  <a:pt x="54102" y="53340"/>
                </a:lnTo>
                <a:lnTo>
                  <a:pt x="54102" y="52578"/>
                </a:lnTo>
                <a:lnTo>
                  <a:pt x="54864" y="52578"/>
                </a:lnTo>
                <a:lnTo>
                  <a:pt x="57150" y="51054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50"/>
                </a:lnTo>
                <a:lnTo>
                  <a:pt x="56388" y="18288"/>
                </a:lnTo>
                <a:lnTo>
                  <a:pt x="57150" y="19240"/>
                </a:lnTo>
                <a:close/>
              </a:path>
              <a:path w="70485" h="57150">
                <a:moveTo>
                  <a:pt x="59436" y="49530"/>
                </a:moveTo>
                <a:lnTo>
                  <a:pt x="59436" y="35814"/>
                </a:lnTo>
                <a:lnTo>
                  <a:pt x="56388" y="39624"/>
                </a:lnTo>
                <a:lnTo>
                  <a:pt x="57150" y="38862"/>
                </a:lnTo>
                <a:lnTo>
                  <a:pt x="57150" y="51054"/>
                </a:lnTo>
                <a:lnTo>
                  <a:pt x="59436" y="49530"/>
                </a:lnTo>
                <a:close/>
              </a:path>
              <a:path w="70485" h="57150">
                <a:moveTo>
                  <a:pt x="59436" y="23622"/>
                </a:moveTo>
                <a:lnTo>
                  <a:pt x="59436" y="22098"/>
                </a:lnTo>
                <a:lnTo>
                  <a:pt x="58674" y="21336"/>
                </a:lnTo>
                <a:lnTo>
                  <a:pt x="59436" y="23622"/>
                </a:lnTo>
                <a:close/>
              </a:path>
              <a:path w="70485" h="57150">
                <a:moveTo>
                  <a:pt x="60960" y="48577"/>
                </a:moveTo>
                <a:lnTo>
                  <a:pt x="60960" y="28956"/>
                </a:lnTo>
                <a:lnTo>
                  <a:pt x="60198" y="31242"/>
                </a:lnTo>
                <a:lnTo>
                  <a:pt x="60198" y="32004"/>
                </a:lnTo>
                <a:lnTo>
                  <a:pt x="58674" y="36576"/>
                </a:lnTo>
                <a:lnTo>
                  <a:pt x="59436" y="35814"/>
                </a:lnTo>
                <a:lnTo>
                  <a:pt x="59436" y="49530"/>
                </a:lnTo>
                <a:lnTo>
                  <a:pt x="60198" y="49530"/>
                </a:lnTo>
                <a:lnTo>
                  <a:pt x="60960" y="48577"/>
                </a:lnTo>
                <a:close/>
              </a:path>
              <a:path w="70485" h="57150">
                <a:moveTo>
                  <a:pt x="67056" y="41148"/>
                </a:moveTo>
                <a:lnTo>
                  <a:pt x="67056" y="16764"/>
                </a:lnTo>
                <a:lnTo>
                  <a:pt x="64008" y="12954"/>
                </a:lnTo>
                <a:lnTo>
                  <a:pt x="64008" y="44958"/>
                </a:lnTo>
                <a:lnTo>
                  <a:pt x="67056" y="41148"/>
                </a:lnTo>
                <a:close/>
              </a:path>
              <a:path w="70485" h="57150">
                <a:moveTo>
                  <a:pt x="69342" y="35052"/>
                </a:moveTo>
                <a:lnTo>
                  <a:pt x="69342" y="22098"/>
                </a:lnTo>
                <a:lnTo>
                  <a:pt x="67818" y="17526"/>
                </a:lnTo>
                <a:lnTo>
                  <a:pt x="67056" y="17526"/>
                </a:lnTo>
                <a:lnTo>
                  <a:pt x="67056" y="40386"/>
                </a:lnTo>
                <a:lnTo>
                  <a:pt x="67818" y="39624"/>
                </a:lnTo>
                <a:lnTo>
                  <a:pt x="69342" y="35052"/>
                </a:lnTo>
                <a:close/>
              </a:path>
              <a:path w="70485" h="57150">
                <a:moveTo>
                  <a:pt x="70104" y="31242"/>
                </a:moveTo>
                <a:lnTo>
                  <a:pt x="70104" y="25146"/>
                </a:lnTo>
                <a:lnTo>
                  <a:pt x="69342" y="22860"/>
                </a:lnTo>
                <a:lnTo>
                  <a:pt x="69342" y="34290"/>
                </a:lnTo>
                <a:lnTo>
                  <a:pt x="70104" y="31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1413D38A-2A3A-47A0-9866-1AE679C6DB4C}"/>
              </a:ext>
            </a:extLst>
          </p:cNvPr>
          <p:cNvSpPr/>
          <p:nvPr/>
        </p:nvSpPr>
        <p:spPr>
          <a:xfrm>
            <a:off x="7855473" y="2036955"/>
            <a:ext cx="70971" cy="56776"/>
          </a:xfrm>
          <a:custGeom>
            <a:avLst/>
            <a:gdLst/>
            <a:ahLst/>
            <a:cxnLst/>
            <a:rect l="l" t="t" r="r" b="b"/>
            <a:pathLst>
              <a:path w="60325" h="48260">
                <a:moveTo>
                  <a:pt x="60198" y="23622"/>
                </a:moveTo>
                <a:lnTo>
                  <a:pt x="57912" y="14466"/>
                </a:lnTo>
                <a:lnTo>
                  <a:pt x="51625" y="6953"/>
                </a:lnTo>
                <a:lnTo>
                  <a:pt x="42195" y="1869"/>
                </a:lnTo>
                <a:lnTo>
                  <a:pt x="30480" y="0"/>
                </a:lnTo>
                <a:lnTo>
                  <a:pt x="18645" y="1869"/>
                </a:lnTo>
                <a:lnTo>
                  <a:pt x="8953" y="6953"/>
                </a:lnTo>
                <a:lnTo>
                  <a:pt x="2405" y="14466"/>
                </a:lnTo>
                <a:lnTo>
                  <a:pt x="0" y="23622"/>
                </a:lnTo>
                <a:lnTo>
                  <a:pt x="2405" y="33218"/>
                </a:lnTo>
                <a:lnTo>
                  <a:pt x="8953" y="40957"/>
                </a:lnTo>
                <a:lnTo>
                  <a:pt x="18645" y="46124"/>
                </a:lnTo>
                <a:lnTo>
                  <a:pt x="30480" y="48006"/>
                </a:lnTo>
                <a:lnTo>
                  <a:pt x="42195" y="46124"/>
                </a:lnTo>
                <a:lnTo>
                  <a:pt x="51625" y="40957"/>
                </a:lnTo>
                <a:lnTo>
                  <a:pt x="57912" y="33218"/>
                </a:lnTo>
                <a:lnTo>
                  <a:pt x="6019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3">
            <a:extLst>
              <a:ext uri="{FF2B5EF4-FFF2-40B4-BE49-F238E27FC236}">
                <a16:creationId xmlns:a16="http://schemas.microsoft.com/office/drawing/2014/main" id="{77F881A6-2A22-47B3-9579-8244D21EEDE3}"/>
              </a:ext>
            </a:extLst>
          </p:cNvPr>
          <p:cNvSpPr/>
          <p:nvPr/>
        </p:nvSpPr>
        <p:spPr>
          <a:xfrm>
            <a:off x="7850094" y="2031575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1523" y="19811"/>
                </a:lnTo>
                <a:lnTo>
                  <a:pt x="0" y="25907"/>
                </a:lnTo>
                <a:lnTo>
                  <a:pt x="0" y="32003"/>
                </a:lnTo>
                <a:lnTo>
                  <a:pt x="762" y="35051"/>
                </a:lnTo>
                <a:lnTo>
                  <a:pt x="1524" y="37337"/>
                </a:lnTo>
                <a:lnTo>
                  <a:pt x="3048" y="39623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191"/>
                </a:lnTo>
                <a:lnTo>
                  <a:pt x="63246" y="12191"/>
                </a:lnTo>
                <a:lnTo>
                  <a:pt x="59436" y="8381"/>
                </a:lnTo>
                <a:lnTo>
                  <a:pt x="59436" y="7619"/>
                </a:lnTo>
                <a:lnTo>
                  <a:pt x="58674" y="7619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1910" y="761"/>
                </a:lnTo>
                <a:lnTo>
                  <a:pt x="40386" y="666"/>
                </a:lnTo>
                <a:lnTo>
                  <a:pt x="35052" y="0"/>
                </a:lnTo>
                <a:lnTo>
                  <a:pt x="34290" y="0"/>
                </a:lnTo>
                <a:lnTo>
                  <a:pt x="28956" y="666"/>
                </a:lnTo>
                <a:lnTo>
                  <a:pt x="27432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5239" y="4571"/>
                </a:lnTo>
                <a:lnTo>
                  <a:pt x="10667" y="7619"/>
                </a:lnTo>
                <a:lnTo>
                  <a:pt x="10667" y="8381"/>
                </a:lnTo>
                <a:lnTo>
                  <a:pt x="6857" y="11429"/>
                </a:lnTo>
                <a:lnTo>
                  <a:pt x="6095" y="12191"/>
                </a:lnTo>
                <a:lnTo>
                  <a:pt x="3047" y="16763"/>
                </a:lnTo>
                <a:lnTo>
                  <a:pt x="3048" y="40385"/>
                </a:lnTo>
                <a:lnTo>
                  <a:pt x="6096" y="44195"/>
                </a:lnTo>
                <a:lnTo>
                  <a:pt x="6096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4383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764" y="15239"/>
                </a:lnTo>
                <a:lnTo>
                  <a:pt x="16764" y="15493"/>
                </a:lnTo>
                <a:lnTo>
                  <a:pt x="19812" y="13461"/>
                </a:lnTo>
                <a:lnTo>
                  <a:pt x="19812" y="12953"/>
                </a:lnTo>
                <a:lnTo>
                  <a:pt x="25146" y="10667"/>
                </a:lnTo>
                <a:lnTo>
                  <a:pt x="25146" y="11212"/>
                </a:lnTo>
                <a:lnTo>
                  <a:pt x="28956" y="10123"/>
                </a:lnTo>
                <a:lnTo>
                  <a:pt x="28956" y="9905"/>
                </a:lnTo>
                <a:lnTo>
                  <a:pt x="34290" y="9239"/>
                </a:lnTo>
                <a:lnTo>
                  <a:pt x="40386" y="9905"/>
                </a:lnTo>
                <a:lnTo>
                  <a:pt x="40386" y="10096"/>
                </a:lnTo>
                <a:lnTo>
                  <a:pt x="44958" y="11239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563"/>
                </a:lnTo>
                <a:lnTo>
                  <a:pt x="53340" y="16001"/>
                </a:lnTo>
                <a:lnTo>
                  <a:pt x="53340" y="15239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097"/>
                </a:lnTo>
                <a:lnTo>
                  <a:pt x="58674" y="21335"/>
                </a:lnTo>
                <a:lnTo>
                  <a:pt x="60198" y="25145"/>
                </a:lnTo>
                <a:lnTo>
                  <a:pt x="60198" y="48005"/>
                </a:lnTo>
                <a:lnTo>
                  <a:pt x="63246" y="44957"/>
                </a:lnTo>
                <a:lnTo>
                  <a:pt x="64008" y="44957"/>
                </a:lnTo>
                <a:lnTo>
                  <a:pt x="64008" y="44195"/>
                </a:lnTo>
                <a:lnTo>
                  <a:pt x="67056" y="40385"/>
                </a:lnTo>
                <a:close/>
              </a:path>
              <a:path w="70485" h="57150">
                <a:moveTo>
                  <a:pt x="13716" y="38861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0668" y="49529"/>
                </a:lnTo>
                <a:lnTo>
                  <a:pt x="11430" y="49529"/>
                </a:lnTo>
                <a:lnTo>
                  <a:pt x="12954" y="50749"/>
                </a:lnTo>
                <a:lnTo>
                  <a:pt x="12954" y="38099"/>
                </a:lnTo>
                <a:lnTo>
                  <a:pt x="13716" y="38861"/>
                </a:lnTo>
                <a:close/>
              </a:path>
              <a:path w="7048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70485" h="57150">
                <a:moveTo>
                  <a:pt x="16764" y="52904"/>
                </a:moveTo>
                <a:lnTo>
                  <a:pt x="16764" y="41909"/>
                </a:lnTo>
                <a:lnTo>
                  <a:pt x="12954" y="38099"/>
                </a:lnTo>
                <a:lnTo>
                  <a:pt x="12954" y="50749"/>
                </a:lnTo>
                <a:lnTo>
                  <a:pt x="15240" y="52577"/>
                </a:lnTo>
                <a:lnTo>
                  <a:pt x="16002" y="52577"/>
                </a:lnTo>
                <a:lnTo>
                  <a:pt x="16764" y="52904"/>
                </a:lnTo>
                <a:close/>
              </a:path>
              <a:path w="70485" h="57150">
                <a:moveTo>
                  <a:pt x="16764" y="15493"/>
                </a:moveTo>
                <a:lnTo>
                  <a:pt x="16764" y="15239"/>
                </a:lnTo>
                <a:lnTo>
                  <a:pt x="16002" y="16001"/>
                </a:lnTo>
                <a:lnTo>
                  <a:pt x="16764" y="15493"/>
                </a:lnTo>
                <a:close/>
              </a:path>
              <a:path w="70485" h="57150">
                <a:moveTo>
                  <a:pt x="20574" y="44195"/>
                </a:moveTo>
                <a:lnTo>
                  <a:pt x="16002" y="41147"/>
                </a:lnTo>
                <a:lnTo>
                  <a:pt x="16764" y="41909"/>
                </a:lnTo>
                <a:lnTo>
                  <a:pt x="16764" y="52904"/>
                </a:lnTo>
                <a:lnTo>
                  <a:pt x="19812" y="54210"/>
                </a:lnTo>
                <a:lnTo>
                  <a:pt x="19812" y="44195"/>
                </a:lnTo>
                <a:lnTo>
                  <a:pt x="20574" y="44195"/>
                </a:lnTo>
                <a:close/>
              </a:path>
              <a:path w="70485" h="57150">
                <a:moveTo>
                  <a:pt x="20574" y="12953"/>
                </a:moveTo>
                <a:lnTo>
                  <a:pt x="19812" y="12953"/>
                </a:lnTo>
                <a:lnTo>
                  <a:pt x="19812" y="13461"/>
                </a:lnTo>
                <a:lnTo>
                  <a:pt x="20574" y="12953"/>
                </a:lnTo>
                <a:close/>
              </a:path>
              <a:path w="70485" h="57150">
                <a:moveTo>
                  <a:pt x="25146" y="55734"/>
                </a:moveTo>
                <a:lnTo>
                  <a:pt x="25146" y="46481"/>
                </a:lnTo>
                <a:lnTo>
                  <a:pt x="19812" y="44195"/>
                </a:lnTo>
                <a:lnTo>
                  <a:pt x="19812" y="54210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734"/>
                </a:lnTo>
                <a:close/>
              </a:path>
              <a:path w="70485" h="57150">
                <a:moveTo>
                  <a:pt x="25146" y="11212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12"/>
                </a:lnTo>
                <a:close/>
              </a:path>
              <a:path w="70485" h="57150">
                <a:moveTo>
                  <a:pt x="29718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734"/>
                </a:lnTo>
                <a:lnTo>
                  <a:pt x="27432" y="56387"/>
                </a:lnTo>
                <a:lnTo>
                  <a:pt x="28956" y="56483"/>
                </a:lnTo>
                <a:lnTo>
                  <a:pt x="28956" y="47243"/>
                </a:lnTo>
                <a:lnTo>
                  <a:pt x="29718" y="47243"/>
                </a:lnTo>
                <a:close/>
              </a:path>
              <a:path w="70485" h="57150">
                <a:moveTo>
                  <a:pt x="29718" y="9905"/>
                </a:moveTo>
                <a:lnTo>
                  <a:pt x="28956" y="9905"/>
                </a:lnTo>
                <a:lnTo>
                  <a:pt x="28956" y="10123"/>
                </a:lnTo>
                <a:lnTo>
                  <a:pt x="29718" y="9905"/>
                </a:lnTo>
                <a:close/>
              </a:path>
              <a:path w="70485" h="57150">
                <a:moveTo>
                  <a:pt x="40386" y="56483"/>
                </a:moveTo>
                <a:lnTo>
                  <a:pt x="40386" y="47243"/>
                </a:lnTo>
                <a:lnTo>
                  <a:pt x="28956" y="47243"/>
                </a:lnTo>
                <a:lnTo>
                  <a:pt x="28956" y="56483"/>
                </a:lnTo>
                <a:lnTo>
                  <a:pt x="34290" y="57149"/>
                </a:lnTo>
                <a:lnTo>
                  <a:pt x="35052" y="57149"/>
                </a:lnTo>
                <a:lnTo>
                  <a:pt x="40386" y="56483"/>
                </a:lnTo>
                <a:close/>
              </a:path>
              <a:path w="70485" h="57150">
                <a:moveTo>
                  <a:pt x="34671" y="9191"/>
                </a:moveTo>
                <a:lnTo>
                  <a:pt x="34290" y="9143"/>
                </a:lnTo>
                <a:lnTo>
                  <a:pt x="34671" y="9191"/>
                </a:lnTo>
                <a:close/>
              </a:path>
              <a:path w="70485" h="57150">
                <a:moveTo>
                  <a:pt x="35052" y="9239"/>
                </a:moveTo>
                <a:lnTo>
                  <a:pt x="34671" y="9191"/>
                </a:lnTo>
                <a:lnTo>
                  <a:pt x="35052" y="9239"/>
                </a:lnTo>
                <a:close/>
              </a:path>
              <a:path w="70485" h="57150">
                <a:moveTo>
                  <a:pt x="40386" y="10096"/>
                </a:moveTo>
                <a:lnTo>
                  <a:pt x="40386" y="9905"/>
                </a:lnTo>
                <a:lnTo>
                  <a:pt x="39624" y="9905"/>
                </a:lnTo>
                <a:lnTo>
                  <a:pt x="40386" y="10096"/>
                </a:lnTo>
                <a:close/>
              </a:path>
              <a:path w="70485" h="57150">
                <a:moveTo>
                  <a:pt x="45720" y="45719"/>
                </a:moveTo>
                <a:lnTo>
                  <a:pt x="39624" y="47243"/>
                </a:lnTo>
                <a:lnTo>
                  <a:pt x="40386" y="47243"/>
                </a:lnTo>
                <a:lnTo>
                  <a:pt x="40386" y="56483"/>
                </a:lnTo>
                <a:lnTo>
                  <a:pt x="41910" y="56387"/>
                </a:lnTo>
                <a:lnTo>
                  <a:pt x="44958" y="55625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39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625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563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563"/>
                </a:lnTo>
                <a:close/>
              </a:path>
              <a:path w="70485" h="57150">
                <a:moveTo>
                  <a:pt x="53775" y="41365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3775" y="41365"/>
                </a:lnTo>
                <a:close/>
              </a:path>
              <a:path w="70485" h="57150">
                <a:moveTo>
                  <a:pt x="54102" y="41147"/>
                </a:moveTo>
                <a:lnTo>
                  <a:pt x="53775" y="41365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52577"/>
                </a:moveTo>
                <a:lnTo>
                  <a:pt x="54102" y="41147"/>
                </a:ln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close/>
              </a:path>
              <a:path w="70485" h="57150">
                <a:moveTo>
                  <a:pt x="60198" y="48005"/>
                </a:moveTo>
                <a:lnTo>
                  <a:pt x="60198" y="31241"/>
                </a:lnTo>
                <a:lnTo>
                  <a:pt x="58674" y="35813"/>
                </a:lnTo>
                <a:lnTo>
                  <a:pt x="58674" y="35051"/>
                </a:lnTo>
                <a:lnTo>
                  <a:pt x="56388" y="38861"/>
                </a:lnTo>
                <a:lnTo>
                  <a:pt x="56388" y="38099"/>
                </a:lnTo>
                <a:lnTo>
                  <a:pt x="53775" y="41365"/>
                </a:lnTo>
                <a:lnTo>
                  <a:pt x="54102" y="41147"/>
                </a:lnTo>
                <a:lnTo>
                  <a:pt x="54102" y="52577"/>
                </a:lnTo>
                <a:lnTo>
                  <a:pt x="58674" y="49529"/>
                </a:lnTo>
                <a:lnTo>
                  <a:pt x="59436" y="49529"/>
                </a:lnTo>
                <a:lnTo>
                  <a:pt x="59436" y="48767"/>
                </a:lnTo>
                <a:lnTo>
                  <a:pt x="60198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8580" y="22097"/>
                </a:lnTo>
                <a:lnTo>
                  <a:pt x="67056" y="17525"/>
                </a:lnTo>
                <a:lnTo>
                  <a:pt x="67056" y="39623"/>
                </a:lnTo>
                <a:lnTo>
                  <a:pt x="68580" y="35051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8193"/>
                </a:lnTo>
                <a:lnTo>
                  <a:pt x="69342" y="25145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A4FEDD90-FF2A-4998-869D-68614683946E}"/>
              </a:ext>
            </a:extLst>
          </p:cNvPr>
          <p:cNvSpPr/>
          <p:nvPr/>
        </p:nvSpPr>
        <p:spPr>
          <a:xfrm>
            <a:off x="6760883" y="1859452"/>
            <a:ext cx="71717" cy="60512"/>
          </a:xfrm>
          <a:custGeom>
            <a:avLst/>
            <a:gdLst/>
            <a:ahLst/>
            <a:cxnLst/>
            <a:rect l="l" t="t" r="r" b="b"/>
            <a:pathLst>
              <a:path w="60960" h="51435">
                <a:moveTo>
                  <a:pt x="60960" y="25908"/>
                </a:moveTo>
                <a:lnTo>
                  <a:pt x="58554" y="15751"/>
                </a:lnTo>
                <a:lnTo>
                  <a:pt x="52006" y="7524"/>
                </a:lnTo>
                <a:lnTo>
                  <a:pt x="42314" y="2012"/>
                </a:lnTo>
                <a:lnTo>
                  <a:pt x="30480" y="0"/>
                </a:lnTo>
                <a:lnTo>
                  <a:pt x="18645" y="2012"/>
                </a:lnTo>
                <a:lnTo>
                  <a:pt x="8953" y="7524"/>
                </a:lnTo>
                <a:lnTo>
                  <a:pt x="2405" y="15751"/>
                </a:lnTo>
                <a:lnTo>
                  <a:pt x="0" y="25908"/>
                </a:lnTo>
                <a:lnTo>
                  <a:pt x="2405" y="35623"/>
                </a:lnTo>
                <a:lnTo>
                  <a:pt x="8953" y="43624"/>
                </a:lnTo>
                <a:lnTo>
                  <a:pt x="18645" y="49053"/>
                </a:lnTo>
                <a:lnTo>
                  <a:pt x="30480" y="51054"/>
                </a:lnTo>
                <a:lnTo>
                  <a:pt x="42314" y="49053"/>
                </a:lnTo>
                <a:lnTo>
                  <a:pt x="52006" y="43624"/>
                </a:lnTo>
                <a:lnTo>
                  <a:pt x="58554" y="35623"/>
                </a:lnTo>
                <a:lnTo>
                  <a:pt x="6096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B4552FAB-D180-4B8D-8A6E-EFB33F01E0DB}"/>
              </a:ext>
            </a:extLst>
          </p:cNvPr>
          <p:cNvSpPr/>
          <p:nvPr/>
        </p:nvSpPr>
        <p:spPr>
          <a:xfrm>
            <a:off x="6755505" y="1854073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09"/>
                </a:moveTo>
                <a:lnTo>
                  <a:pt x="3047" y="18287"/>
                </a:lnTo>
                <a:lnTo>
                  <a:pt x="1523" y="21335"/>
                </a:lnTo>
                <a:lnTo>
                  <a:pt x="0" y="27431"/>
                </a:lnTo>
                <a:lnTo>
                  <a:pt x="0" y="30479"/>
                </a:lnTo>
                <a:lnTo>
                  <a:pt x="762" y="33527"/>
                </a:lnTo>
                <a:lnTo>
                  <a:pt x="762" y="36575"/>
                </a:lnTo>
                <a:lnTo>
                  <a:pt x="2286" y="39623"/>
                </a:lnTo>
                <a:lnTo>
                  <a:pt x="3048" y="41909"/>
                </a:lnTo>
                <a:close/>
              </a:path>
              <a:path w="70485" h="60325">
                <a:moveTo>
                  <a:pt x="54102" y="16001"/>
                </a:move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6001" y="5333"/>
                </a:lnTo>
                <a:lnTo>
                  <a:pt x="15239" y="5333"/>
                </a:lnTo>
                <a:lnTo>
                  <a:pt x="11429" y="8381"/>
                </a:lnTo>
                <a:lnTo>
                  <a:pt x="10667" y="8381"/>
                </a:lnTo>
                <a:lnTo>
                  <a:pt x="10667" y="9143"/>
                </a:lnTo>
                <a:lnTo>
                  <a:pt x="6857" y="12953"/>
                </a:lnTo>
                <a:lnTo>
                  <a:pt x="6095" y="12953"/>
                </a:lnTo>
                <a:lnTo>
                  <a:pt x="6095" y="13715"/>
                </a:lnTo>
                <a:lnTo>
                  <a:pt x="3047" y="17525"/>
                </a:lnTo>
                <a:lnTo>
                  <a:pt x="3048" y="42671"/>
                </a:lnTo>
                <a:lnTo>
                  <a:pt x="6096" y="47243"/>
                </a:lnTo>
                <a:lnTo>
                  <a:pt x="9906" y="51053"/>
                </a:lnTo>
                <a:lnTo>
                  <a:pt x="9906" y="25907"/>
                </a:lnTo>
                <a:lnTo>
                  <a:pt x="10668" y="24383"/>
                </a:lnTo>
                <a:lnTo>
                  <a:pt x="11430" y="22097"/>
                </a:lnTo>
                <a:lnTo>
                  <a:pt x="11430" y="22859"/>
                </a:lnTo>
                <a:lnTo>
                  <a:pt x="13716" y="18287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1336" y="12953"/>
                </a:lnTo>
                <a:lnTo>
                  <a:pt x="21336" y="13334"/>
                </a:lnTo>
                <a:lnTo>
                  <a:pt x="24384" y="11810"/>
                </a:lnTo>
                <a:lnTo>
                  <a:pt x="24384" y="1142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5720" y="11429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3"/>
                </a:lnTo>
                <a:lnTo>
                  <a:pt x="53340" y="15493"/>
                </a:lnTo>
                <a:lnTo>
                  <a:pt x="53340" y="15239"/>
                </a:lnTo>
                <a:lnTo>
                  <a:pt x="54102" y="16001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7"/>
                </a:lnTo>
                <a:lnTo>
                  <a:pt x="13716" y="41147"/>
                </a:lnTo>
                <a:lnTo>
                  <a:pt x="13716" y="41909"/>
                </a:lnTo>
                <a:lnTo>
                  <a:pt x="11430" y="37337"/>
                </a:lnTo>
                <a:lnTo>
                  <a:pt x="11430" y="38099"/>
                </a:lnTo>
                <a:lnTo>
                  <a:pt x="9906" y="33527"/>
                </a:lnTo>
                <a:lnTo>
                  <a:pt x="9906" y="51053"/>
                </a:lnTo>
                <a:lnTo>
                  <a:pt x="10668" y="51815"/>
                </a:lnTo>
                <a:lnTo>
                  <a:pt x="11430" y="51815"/>
                </a:lnTo>
                <a:lnTo>
                  <a:pt x="15240" y="54863"/>
                </a:lnTo>
                <a:lnTo>
                  <a:pt x="16002" y="55625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60325">
                <a:moveTo>
                  <a:pt x="21336" y="47243"/>
                </a:moveTo>
                <a:lnTo>
                  <a:pt x="16763" y="44195"/>
                </a:lnTo>
                <a:lnTo>
                  <a:pt x="17526" y="44957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3"/>
                </a:lnTo>
                <a:lnTo>
                  <a:pt x="21336" y="47243"/>
                </a:lnTo>
                <a:close/>
              </a:path>
              <a:path w="70485" h="60325">
                <a:moveTo>
                  <a:pt x="21336" y="13334"/>
                </a:moveTo>
                <a:lnTo>
                  <a:pt x="21336" y="12953"/>
                </a:lnTo>
                <a:lnTo>
                  <a:pt x="20574" y="13715"/>
                </a:lnTo>
                <a:lnTo>
                  <a:pt x="21336" y="13334"/>
                </a:lnTo>
                <a:close/>
              </a:path>
              <a:path w="70485" h="60325">
                <a:moveTo>
                  <a:pt x="25146" y="58673"/>
                </a:moveTo>
                <a:lnTo>
                  <a:pt x="25146" y="49529"/>
                </a:lnTo>
                <a:lnTo>
                  <a:pt x="20574" y="47243"/>
                </a:lnTo>
                <a:lnTo>
                  <a:pt x="20574" y="57585"/>
                </a:lnTo>
                <a:lnTo>
                  <a:pt x="21336" y="57911"/>
                </a:lnTo>
                <a:lnTo>
                  <a:pt x="22098" y="57911"/>
                </a:lnTo>
                <a:lnTo>
                  <a:pt x="25146" y="58673"/>
                </a:lnTo>
                <a:close/>
              </a:path>
              <a:path w="70485" h="60325">
                <a:moveTo>
                  <a:pt x="25146" y="11429"/>
                </a:moveTo>
                <a:lnTo>
                  <a:pt x="24384" y="11429"/>
                </a:lnTo>
                <a:lnTo>
                  <a:pt x="24384" y="11810"/>
                </a:lnTo>
                <a:lnTo>
                  <a:pt x="25146" y="11429"/>
                </a:lnTo>
                <a:close/>
              </a:path>
              <a:path w="70485" h="60325">
                <a:moveTo>
                  <a:pt x="30480" y="50291"/>
                </a:moveTo>
                <a:lnTo>
                  <a:pt x="24384" y="48767"/>
                </a:lnTo>
                <a:lnTo>
                  <a:pt x="25146" y="49529"/>
                </a:lnTo>
                <a:lnTo>
                  <a:pt x="25146" y="58673"/>
                </a:lnTo>
                <a:lnTo>
                  <a:pt x="28194" y="59435"/>
                </a:lnTo>
                <a:lnTo>
                  <a:pt x="28956" y="60197"/>
                </a:lnTo>
                <a:lnTo>
                  <a:pt x="29718" y="60197"/>
                </a:lnTo>
                <a:lnTo>
                  <a:pt x="29718" y="50291"/>
                </a:lnTo>
                <a:lnTo>
                  <a:pt x="30480" y="50291"/>
                </a:lnTo>
                <a:close/>
              </a:path>
              <a:path w="70485" h="60325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60325">
                <a:moveTo>
                  <a:pt x="35814" y="60197"/>
                </a:moveTo>
                <a:lnTo>
                  <a:pt x="35814" y="51053"/>
                </a:lnTo>
                <a:lnTo>
                  <a:pt x="35052" y="51053"/>
                </a:lnTo>
                <a:lnTo>
                  <a:pt x="29718" y="50291"/>
                </a:lnTo>
                <a:lnTo>
                  <a:pt x="29718" y="60197"/>
                </a:lnTo>
                <a:lnTo>
                  <a:pt x="35814" y="60197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7"/>
                </a:moveTo>
                <a:lnTo>
                  <a:pt x="41148" y="50291"/>
                </a:lnTo>
                <a:lnTo>
                  <a:pt x="35433" y="51006"/>
                </a:lnTo>
                <a:lnTo>
                  <a:pt x="35814" y="51053"/>
                </a:lnTo>
                <a:lnTo>
                  <a:pt x="35814" y="60197"/>
                </a:lnTo>
                <a:lnTo>
                  <a:pt x="41148" y="60197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7"/>
                </a:moveTo>
                <a:lnTo>
                  <a:pt x="40386" y="50291"/>
                </a:lnTo>
                <a:lnTo>
                  <a:pt x="41148" y="50291"/>
                </a:lnTo>
                <a:lnTo>
                  <a:pt x="41148" y="60197"/>
                </a:lnTo>
                <a:lnTo>
                  <a:pt x="41910" y="60197"/>
                </a:lnTo>
                <a:lnTo>
                  <a:pt x="41910" y="59435"/>
                </a:lnTo>
                <a:lnTo>
                  <a:pt x="42672" y="59435"/>
                </a:lnTo>
                <a:lnTo>
                  <a:pt x="44958" y="58782"/>
                </a:lnTo>
                <a:lnTo>
                  <a:pt x="44958" y="49529"/>
                </a:lnTo>
                <a:lnTo>
                  <a:pt x="45720" y="48767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29"/>
                </a:lnTo>
                <a:lnTo>
                  <a:pt x="44958" y="11429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3"/>
                </a:lnTo>
                <a:lnTo>
                  <a:pt x="44958" y="49529"/>
                </a:lnTo>
                <a:lnTo>
                  <a:pt x="44958" y="58782"/>
                </a:lnTo>
                <a:lnTo>
                  <a:pt x="48006" y="57911"/>
                </a:lnTo>
                <a:lnTo>
                  <a:pt x="48768" y="57911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5"/>
                </a:moveTo>
                <a:lnTo>
                  <a:pt x="49530" y="12953"/>
                </a:lnTo>
                <a:lnTo>
                  <a:pt x="49530" y="13389"/>
                </a:lnTo>
                <a:lnTo>
                  <a:pt x="50292" y="13715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3"/>
                </a:lnTo>
                <a:lnTo>
                  <a:pt x="50292" y="47243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7"/>
                </a:lnTo>
                <a:lnTo>
                  <a:pt x="53775" y="44413"/>
                </a:lnTo>
                <a:close/>
              </a:path>
              <a:path w="70485" h="60325">
                <a:moveTo>
                  <a:pt x="54102" y="16001"/>
                </a:moveTo>
                <a:lnTo>
                  <a:pt x="53340" y="15239"/>
                </a:lnTo>
                <a:lnTo>
                  <a:pt x="53775" y="15784"/>
                </a:lnTo>
                <a:lnTo>
                  <a:pt x="54102" y="16001"/>
                </a:lnTo>
                <a:close/>
              </a:path>
              <a:path w="70485" h="60325">
                <a:moveTo>
                  <a:pt x="53775" y="15784"/>
                </a:moveTo>
                <a:lnTo>
                  <a:pt x="53340" y="15239"/>
                </a:lnTo>
                <a:lnTo>
                  <a:pt x="53340" y="15493"/>
                </a:lnTo>
                <a:lnTo>
                  <a:pt x="53775" y="15784"/>
                </a:lnTo>
                <a:close/>
              </a:path>
              <a:path w="70485" h="60325">
                <a:moveTo>
                  <a:pt x="54102" y="44195"/>
                </a:moveTo>
                <a:lnTo>
                  <a:pt x="53775" y="44413"/>
                </a:lnTo>
                <a:lnTo>
                  <a:pt x="53340" y="44957"/>
                </a:lnTo>
                <a:lnTo>
                  <a:pt x="54102" y="44195"/>
                </a:lnTo>
                <a:close/>
              </a:path>
              <a:path w="70485" h="60325">
                <a:moveTo>
                  <a:pt x="54102" y="55625"/>
                </a:moveTo>
                <a:lnTo>
                  <a:pt x="54102" y="44195"/>
                </a:lnTo>
                <a:lnTo>
                  <a:pt x="53340" y="44957"/>
                </a:lnTo>
                <a:lnTo>
                  <a:pt x="53340" y="55952"/>
                </a:lnTo>
                <a:lnTo>
                  <a:pt x="54102" y="55625"/>
                </a:lnTo>
                <a:close/>
              </a:path>
              <a:path w="70485" h="60325">
                <a:moveTo>
                  <a:pt x="67056" y="42671"/>
                </a:moveTo>
                <a:lnTo>
                  <a:pt x="67056" y="17525"/>
                </a:lnTo>
                <a:lnTo>
                  <a:pt x="64008" y="13715"/>
                </a:lnTo>
                <a:lnTo>
                  <a:pt x="64008" y="12953"/>
                </a:lnTo>
                <a:lnTo>
                  <a:pt x="63246" y="12953"/>
                </a:lnTo>
                <a:lnTo>
                  <a:pt x="60198" y="9143"/>
                </a:lnTo>
                <a:lnTo>
                  <a:pt x="59436" y="8381"/>
                </a:lnTo>
                <a:lnTo>
                  <a:pt x="54864" y="5333"/>
                </a:lnTo>
                <a:lnTo>
                  <a:pt x="54102" y="5333"/>
                </a:lnTo>
                <a:lnTo>
                  <a:pt x="54102" y="16001"/>
                </a:lnTo>
                <a:lnTo>
                  <a:pt x="53775" y="15784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859"/>
                </a:lnTo>
                <a:lnTo>
                  <a:pt x="58674" y="22097"/>
                </a:lnTo>
                <a:lnTo>
                  <a:pt x="60198" y="26669"/>
                </a:lnTo>
                <a:lnTo>
                  <a:pt x="60198" y="51815"/>
                </a:lnTo>
                <a:lnTo>
                  <a:pt x="63246" y="48005"/>
                </a:lnTo>
                <a:lnTo>
                  <a:pt x="64008" y="47243"/>
                </a:lnTo>
                <a:lnTo>
                  <a:pt x="67056" y="42671"/>
                </a:lnTo>
                <a:close/>
              </a:path>
              <a:path w="70485" h="60325">
                <a:moveTo>
                  <a:pt x="60198" y="51815"/>
                </a:moveTo>
                <a:lnTo>
                  <a:pt x="60198" y="33527"/>
                </a:lnTo>
                <a:lnTo>
                  <a:pt x="58674" y="38099"/>
                </a:lnTo>
                <a:lnTo>
                  <a:pt x="58674" y="37337"/>
                </a:lnTo>
                <a:lnTo>
                  <a:pt x="56388" y="41909"/>
                </a:lnTo>
                <a:lnTo>
                  <a:pt x="56388" y="41147"/>
                </a:lnTo>
                <a:lnTo>
                  <a:pt x="53775" y="44413"/>
                </a:lnTo>
                <a:lnTo>
                  <a:pt x="54102" y="44195"/>
                </a:lnTo>
                <a:lnTo>
                  <a:pt x="54102" y="55625"/>
                </a:lnTo>
                <a:lnTo>
                  <a:pt x="54864" y="54863"/>
                </a:lnTo>
                <a:lnTo>
                  <a:pt x="59436" y="51815"/>
                </a:lnTo>
                <a:lnTo>
                  <a:pt x="60198" y="51815"/>
                </a:lnTo>
                <a:close/>
              </a:path>
              <a:path w="70485" h="60325">
                <a:moveTo>
                  <a:pt x="69342" y="37337"/>
                </a:moveTo>
                <a:lnTo>
                  <a:pt x="69342" y="23621"/>
                </a:lnTo>
                <a:lnTo>
                  <a:pt x="67056" y="19049"/>
                </a:lnTo>
                <a:lnTo>
                  <a:pt x="67056" y="41909"/>
                </a:lnTo>
                <a:lnTo>
                  <a:pt x="69342" y="37337"/>
                </a:lnTo>
                <a:close/>
              </a:path>
              <a:path w="70485" h="60325">
                <a:moveTo>
                  <a:pt x="70104" y="32765"/>
                </a:moveTo>
                <a:lnTo>
                  <a:pt x="70104" y="26669"/>
                </a:lnTo>
                <a:lnTo>
                  <a:pt x="69342" y="24383"/>
                </a:lnTo>
                <a:lnTo>
                  <a:pt x="69342" y="36575"/>
                </a:lnTo>
                <a:lnTo>
                  <a:pt x="70104" y="32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87D84115-831A-4EBC-9899-003018703C7F}"/>
              </a:ext>
            </a:extLst>
          </p:cNvPr>
          <p:cNvSpPr/>
          <p:nvPr/>
        </p:nvSpPr>
        <p:spPr>
          <a:xfrm>
            <a:off x="6329680" y="2395544"/>
            <a:ext cx="82475" cy="806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48C69707-7FE7-452E-B97A-B4F691CAC82B}"/>
              </a:ext>
            </a:extLst>
          </p:cNvPr>
          <p:cNvSpPr/>
          <p:nvPr/>
        </p:nvSpPr>
        <p:spPr>
          <a:xfrm>
            <a:off x="8755530" y="3566333"/>
            <a:ext cx="71717" cy="60512"/>
          </a:xfrm>
          <a:custGeom>
            <a:avLst/>
            <a:gdLst/>
            <a:ahLst/>
            <a:cxnLst/>
            <a:rect l="l" t="t" r="r" b="b"/>
            <a:pathLst>
              <a:path w="60960" h="51435">
                <a:moveTo>
                  <a:pt x="60960" y="25908"/>
                </a:moveTo>
                <a:lnTo>
                  <a:pt x="58554" y="15751"/>
                </a:lnTo>
                <a:lnTo>
                  <a:pt x="52006" y="7524"/>
                </a:lnTo>
                <a:lnTo>
                  <a:pt x="42314" y="2012"/>
                </a:lnTo>
                <a:lnTo>
                  <a:pt x="30480" y="0"/>
                </a:lnTo>
                <a:lnTo>
                  <a:pt x="18645" y="2012"/>
                </a:lnTo>
                <a:lnTo>
                  <a:pt x="8953" y="7524"/>
                </a:lnTo>
                <a:lnTo>
                  <a:pt x="2405" y="15751"/>
                </a:lnTo>
                <a:lnTo>
                  <a:pt x="0" y="25908"/>
                </a:lnTo>
                <a:lnTo>
                  <a:pt x="2405" y="35623"/>
                </a:lnTo>
                <a:lnTo>
                  <a:pt x="8953" y="43624"/>
                </a:lnTo>
                <a:lnTo>
                  <a:pt x="18645" y="49053"/>
                </a:lnTo>
                <a:lnTo>
                  <a:pt x="30480" y="51054"/>
                </a:lnTo>
                <a:lnTo>
                  <a:pt x="42314" y="49053"/>
                </a:lnTo>
                <a:lnTo>
                  <a:pt x="52006" y="43624"/>
                </a:lnTo>
                <a:lnTo>
                  <a:pt x="58554" y="35623"/>
                </a:lnTo>
                <a:lnTo>
                  <a:pt x="60960" y="259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8AD1AFCC-585F-4597-941C-E54E2D9CD1B4}"/>
              </a:ext>
            </a:extLst>
          </p:cNvPr>
          <p:cNvSpPr/>
          <p:nvPr/>
        </p:nvSpPr>
        <p:spPr>
          <a:xfrm>
            <a:off x="8750151" y="3560955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10"/>
                </a:moveTo>
                <a:lnTo>
                  <a:pt x="3047" y="18288"/>
                </a:lnTo>
                <a:lnTo>
                  <a:pt x="1523" y="21336"/>
                </a:lnTo>
                <a:lnTo>
                  <a:pt x="0" y="27432"/>
                </a:lnTo>
                <a:lnTo>
                  <a:pt x="0" y="30480"/>
                </a:lnTo>
                <a:lnTo>
                  <a:pt x="762" y="33528"/>
                </a:lnTo>
                <a:lnTo>
                  <a:pt x="762" y="36576"/>
                </a:lnTo>
                <a:lnTo>
                  <a:pt x="2286" y="39624"/>
                </a:lnTo>
                <a:lnTo>
                  <a:pt x="3048" y="41910"/>
                </a:lnTo>
                <a:close/>
              </a:path>
              <a:path w="70485" h="60325">
                <a:moveTo>
                  <a:pt x="6096" y="47244"/>
                </a:moveTo>
                <a:lnTo>
                  <a:pt x="6095" y="13716"/>
                </a:lnTo>
                <a:lnTo>
                  <a:pt x="3047" y="17526"/>
                </a:lnTo>
                <a:lnTo>
                  <a:pt x="3048" y="42672"/>
                </a:lnTo>
                <a:lnTo>
                  <a:pt x="6096" y="47244"/>
                </a:lnTo>
                <a:close/>
              </a:path>
              <a:path w="70485" h="60325">
                <a:moveTo>
                  <a:pt x="54102" y="16002"/>
                </a:move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001" y="4572"/>
                </a:lnTo>
                <a:lnTo>
                  <a:pt x="16001" y="5334"/>
                </a:lnTo>
                <a:lnTo>
                  <a:pt x="15239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10667" y="9144"/>
                </a:lnTo>
                <a:lnTo>
                  <a:pt x="6857" y="12954"/>
                </a:lnTo>
                <a:lnTo>
                  <a:pt x="6095" y="12954"/>
                </a:lnTo>
                <a:lnTo>
                  <a:pt x="6096" y="48006"/>
                </a:lnTo>
                <a:lnTo>
                  <a:pt x="6858" y="48006"/>
                </a:lnTo>
                <a:lnTo>
                  <a:pt x="9906" y="51054"/>
                </a:lnTo>
                <a:lnTo>
                  <a:pt x="9906" y="25908"/>
                </a:lnTo>
                <a:lnTo>
                  <a:pt x="10668" y="24384"/>
                </a:lnTo>
                <a:lnTo>
                  <a:pt x="11430" y="22098"/>
                </a:lnTo>
                <a:lnTo>
                  <a:pt x="11430" y="22860"/>
                </a:lnTo>
                <a:lnTo>
                  <a:pt x="13716" y="19050"/>
                </a:lnTo>
                <a:lnTo>
                  <a:pt x="13716" y="19812"/>
                </a:lnTo>
                <a:lnTo>
                  <a:pt x="16763" y="16764"/>
                </a:lnTo>
                <a:lnTo>
                  <a:pt x="16763" y="16002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4102" y="16002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8"/>
                </a:lnTo>
                <a:lnTo>
                  <a:pt x="13716" y="41148"/>
                </a:lnTo>
                <a:lnTo>
                  <a:pt x="13716" y="41910"/>
                </a:lnTo>
                <a:lnTo>
                  <a:pt x="11430" y="37338"/>
                </a:lnTo>
                <a:lnTo>
                  <a:pt x="11430" y="38100"/>
                </a:lnTo>
                <a:lnTo>
                  <a:pt x="10668" y="35814"/>
                </a:lnTo>
                <a:lnTo>
                  <a:pt x="9906" y="34290"/>
                </a:lnTo>
                <a:lnTo>
                  <a:pt x="9906" y="51054"/>
                </a:lnTo>
                <a:lnTo>
                  <a:pt x="11430" y="52578"/>
                </a:lnTo>
                <a:lnTo>
                  <a:pt x="15240" y="55626"/>
                </a:lnTo>
                <a:lnTo>
                  <a:pt x="16002" y="55626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6002"/>
                </a:moveTo>
                <a:lnTo>
                  <a:pt x="16763" y="16002"/>
                </a:lnTo>
                <a:lnTo>
                  <a:pt x="16763" y="16764"/>
                </a:lnTo>
                <a:lnTo>
                  <a:pt x="17526" y="16002"/>
                </a:lnTo>
                <a:close/>
              </a:path>
              <a:path w="70485" h="60325">
                <a:moveTo>
                  <a:pt x="21336" y="47244"/>
                </a:moveTo>
                <a:lnTo>
                  <a:pt x="16763" y="44196"/>
                </a:lnTo>
                <a:lnTo>
                  <a:pt x="17526" y="44958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4"/>
                </a:lnTo>
                <a:lnTo>
                  <a:pt x="21336" y="47244"/>
                </a:lnTo>
                <a:close/>
              </a:path>
              <a:path w="70485" h="60325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60325">
                <a:moveTo>
                  <a:pt x="25146" y="59436"/>
                </a:moveTo>
                <a:lnTo>
                  <a:pt x="25146" y="49530"/>
                </a:lnTo>
                <a:lnTo>
                  <a:pt x="20574" y="47244"/>
                </a:lnTo>
                <a:lnTo>
                  <a:pt x="20574" y="57585"/>
                </a:lnTo>
                <a:lnTo>
                  <a:pt x="21336" y="57912"/>
                </a:lnTo>
                <a:lnTo>
                  <a:pt x="22098" y="57912"/>
                </a:lnTo>
                <a:lnTo>
                  <a:pt x="22098" y="58674"/>
                </a:lnTo>
                <a:lnTo>
                  <a:pt x="25146" y="59436"/>
                </a:lnTo>
                <a:close/>
              </a:path>
              <a:path w="70485" h="60325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60325">
                <a:moveTo>
                  <a:pt x="30480" y="50292"/>
                </a:moveTo>
                <a:lnTo>
                  <a:pt x="24384" y="48768"/>
                </a:lnTo>
                <a:lnTo>
                  <a:pt x="25146" y="49530"/>
                </a:lnTo>
                <a:lnTo>
                  <a:pt x="25146" y="59436"/>
                </a:lnTo>
                <a:lnTo>
                  <a:pt x="28194" y="60198"/>
                </a:lnTo>
                <a:lnTo>
                  <a:pt x="29718" y="60198"/>
                </a:lnTo>
                <a:lnTo>
                  <a:pt x="29718" y="50292"/>
                </a:lnTo>
                <a:lnTo>
                  <a:pt x="30480" y="50292"/>
                </a:lnTo>
                <a:close/>
              </a:path>
              <a:path w="70485" h="60325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60325">
                <a:moveTo>
                  <a:pt x="35814" y="60198"/>
                </a:moveTo>
                <a:lnTo>
                  <a:pt x="35814" y="51054"/>
                </a:lnTo>
                <a:lnTo>
                  <a:pt x="35052" y="51054"/>
                </a:lnTo>
                <a:lnTo>
                  <a:pt x="29718" y="50292"/>
                </a:lnTo>
                <a:lnTo>
                  <a:pt x="29718" y="60198"/>
                </a:lnTo>
                <a:lnTo>
                  <a:pt x="35814" y="60198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8"/>
                </a:moveTo>
                <a:lnTo>
                  <a:pt x="41148" y="50292"/>
                </a:lnTo>
                <a:lnTo>
                  <a:pt x="35433" y="51006"/>
                </a:lnTo>
                <a:lnTo>
                  <a:pt x="35814" y="51054"/>
                </a:lnTo>
                <a:lnTo>
                  <a:pt x="35814" y="60198"/>
                </a:lnTo>
                <a:lnTo>
                  <a:pt x="41148" y="60198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8"/>
                </a:moveTo>
                <a:lnTo>
                  <a:pt x="40386" y="50292"/>
                </a:lnTo>
                <a:lnTo>
                  <a:pt x="41148" y="50292"/>
                </a:lnTo>
                <a:lnTo>
                  <a:pt x="41148" y="60198"/>
                </a:lnTo>
                <a:lnTo>
                  <a:pt x="42672" y="60198"/>
                </a:lnTo>
                <a:lnTo>
                  <a:pt x="44958" y="59544"/>
                </a:lnTo>
                <a:lnTo>
                  <a:pt x="44958" y="49530"/>
                </a:lnTo>
                <a:lnTo>
                  <a:pt x="45720" y="48768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4"/>
                </a:lnTo>
                <a:lnTo>
                  <a:pt x="44958" y="49530"/>
                </a:lnTo>
                <a:lnTo>
                  <a:pt x="44958" y="59544"/>
                </a:lnTo>
                <a:lnTo>
                  <a:pt x="48006" y="58674"/>
                </a:lnTo>
                <a:lnTo>
                  <a:pt x="48006" y="57912"/>
                </a:lnTo>
                <a:lnTo>
                  <a:pt x="48768" y="57912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4"/>
                </a:lnTo>
                <a:lnTo>
                  <a:pt x="50292" y="47244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8"/>
                </a:lnTo>
                <a:lnTo>
                  <a:pt x="53775" y="44413"/>
                </a:lnTo>
                <a:close/>
              </a:path>
              <a:path w="70485" h="60325">
                <a:moveTo>
                  <a:pt x="64008" y="48006"/>
                </a:moveTo>
                <a:lnTo>
                  <a:pt x="64008" y="12954"/>
                </a:lnTo>
                <a:lnTo>
                  <a:pt x="63246" y="12954"/>
                </a:lnTo>
                <a:lnTo>
                  <a:pt x="60198" y="9144"/>
                </a:lnTo>
                <a:lnTo>
                  <a:pt x="59436" y="9144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5334"/>
                </a:lnTo>
                <a:lnTo>
                  <a:pt x="54102" y="16002"/>
                </a:lnTo>
                <a:lnTo>
                  <a:pt x="53340" y="16002"/>
                </a:lnTo>
                <a:lnTo>
                  <a:pt x="56388" y="19812"/>
                </a:lnTo>
                <a:lnTo>
                  <a:pt x="56388" y="19050"/>
                </a:lnTo>
                <a:lnTo>
                  <a:pt x="58674" y="22860"/>
                </a:lnTo>
                <a:lnTo>
                  <a:pt x="58674" y="22098"/>
                </a:lnTo>
                <a:lnTo>
                  <a:pt x="60198" y="26670"/>
                </a:lnTo>
                <a:lnTo>
                  <a:pt x="60198" y="51816"/>
                </a:lnTo>
                <a:lnTo>
                  <a:pt x="63246" y="48006"/>
                </a:lnTo>
                <a:lnTo>
                  <a:pt x="64008" y="48006"/>
                </a:lnTo>
                <a:close/>
              </a:path>
              <a:path w="70485" h="60325">
                <a:moveTo>
                  <a:pt x="54102" y="44196"/>
                </a:moveTo>
                <a:lnTo>
                  <a:pt x="53775" y="44413"/>
                </a:lnTo>
                <a:lnTo>
                  <a:pt x="53340" y="44958"/>
                </a:lnTo>
                <a:lnTo>
                  <a:pt x="54102" y="44196"/>
                </a:lnTo>
                <a:close/>
              </a:path>
              <a:path w="70485" h="60325">
                <a:moveTo>
                  <a:pt x="54102" y="55626"/>
                </a:moveTo>
                <a:lnTo>
                  <a:pt x="54102" y="44196"/>
                </a:lnTo>
                <a:lnTo>
                  <a:pt x="53340" y="44958"/>
                </a:lnTo>
                <a:lnTo>
                  <a:pt x="53340" y="55952"/>
                </a:lnTo>
                <a:lnTo>
                  <a:pt x="54102" y="55626"/>
                </a:lnTo>
                <a:close/>
              </a:path>
              <a:path w="70485" h="60325">
                <a:moveTo>
                  <a:pt x="60198" y="51816"/>
                </a:moveTo>
                <a:lnTo>
                  <a:pt x="60198" y="33528"/>
                </a:lnTo>
                <a:lnTo>
                  <a:pt x="58674" y="38862"/>
                </a:lnTo>
                <a:lnTo>
                  <a:pt x="58674" y="37338"/>
                </a:lnTo>
                <a:lnTo>
                  <a:pt x="56388" y="41910"/>
                </a:lnTo>
                <a:lnTo>
                  <a:pt x="56388" y="41148"/>
                </a:lnTo>
                <a:lnTo>
                  <a:pt x="53775" y="44413"/>
                </a:lnTo>
                <a:lnTo>
                  <a:pt x="54102" y="44196"/>
                </a:lnTo>
                <a:lnTo>
                  <a:pt x="54102" y="55626"/>
                </a:lnTo>
                <a:lnTo>
                  <a:pt x="54864" y="55626"/>
                </a:lnTo>
                <a:lnTo>
                  <a:pt x="59436" y="52578"/>
                </a:lnTo>
                <a:lnTo>
                  <a:pt x="59436" y="51816"/>
                </a:lnTo>
                <a:lnTo>
                  <a:pt x="60198" y="51816"/>
                </a:lnTo>
                <a:close/>
              </a:path>
              <a:path w="70485" h="60325">
                <a:moveTo>
                  <a:pt x="67056" y="42672"/>
                </a:moveTo>
                <a:lnTo>
                  <a:pt x="67056" y="17526"/>
                </a:lnTo>
                <a:lnTo>
                  <a:pt x="64008" y="13716"/>
                </a:lnTo>
                <a:lnTo>
                  <a:pt x="64008" y="47244"/>
                </a:lnTo>
                <a:lnTo>
                  <a:pt x="67056" y="42672"/>
                </a:lnTo>
                <a:close/>
              </a:path>
              <a:path w="70485" h="60325">
                <a:moveTo>
                  <a:pt x="69342" y="37338"/>
                </a:moveTo>
                <a:lnTo>
                  <a:pt x="69342" y="23622"/>
                </a:lnTo>
                <a:lnTo>
                  <a:pt x="67056" y="19050"/>
                </a:lnTo>
                <a:lnTo>
                  <a:pt x="67056" y="41910"/>
                </a:lnTo>
                <a:lnTo>
                  <a:pt x="69342" y="37338"/>
                </a:lnTo>
                <a:close/>
              </a:path>
              <a:path w="70485" h="60325">
                <a:moveTo>
                  <a:pt x="70104" y="33528"/>
                </a:moveTo>
                <a:lnTo>
                  <a:pt x="70104" y="26670"/>
                </a:lnTo>
                <a:lnTo>
                  <a:pt x="69342" y="24384"/>
                </a:lnTo>
                <a:lnTo>
                  <a:pt x="69342" y="36576"/>
                </a:lnTo>
                <a:lnTo>
                  <a:pt x="7010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19">
            <a:extLst>
              <a:ext uri="{FF2B5EF4-FFF2-40B4-BE49-F238E27FC236}">
                <a16:creationId xmlns:a16="http://schemas.microsoft.com/office/drawing/2014/main" id="{5FF9D97B-073E-495C-A52C-529B6E5762DA}"/>
              </a:ext>
            </a:extLst>
          </p:cNvPr>
          <p:cNvSpPr/>
          <p:nvPr/>
        </p:nvSpPr>
        <p:spPr>
          <a:xfrm>
            <a:off x="9807985" y="2518471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906"/>
                </a:moveTo>
                <a:lnTo>
                  <a:pt x="18288" y="15906"/>
                </a:lnTo>
                <a:lnTo>
                  <a:pt x="18288" y="5238"/>
                </a:lnTo>
                <a:lnTo>
                  <a:pt x="12954" y="8286"/>
                </a:lnTo>
                <a:lnTo>
                  <a:pt x="12954" y="9048"/>
                </a:lnTo>
                <a:lnTo>
                  <a:pt x="8382" y="12858"/>
                </a:lnTo>
                <a:lnTo>
                  <a:pt x="7620" y="12858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1524" y="24288"/>
                </a:lnTo>
                <a:lnTo>
                  <a:pt x="0" y="28860"/>
                </a:lnTo>
                <a:lnTo>
                  <a:pt x="0" y="35718"/>
                </a:lnTo>
                <a:lnTo>
                  <a:pt x="1524" y="41814"/>
                </a:lnTo>
                <a:lnTo>
                  <a:pt x="4572" y="47910"/>
                </a:lnTo>
                <a:lnTo>
                  <a:pt x="6096" y="50196"/>
                </a:lnTo>
                <a:lnTo>
                  <a:pt x="7620" y="51720"/>
                </a:lnTo>
                <a:lnTo>
                  <a:pt x="7620" y="52482"/>
                </a:lnTo>
                <a:lnTo>
                  <a:pt x="8382" y="52482"/>
                </a:lnTo>
                <a:lnTo>
                  <a:pt x="9906" y="53701"/>
                </a:lnTo>
                <a:lnTo>
                  <a:pt x="9906" y="31146"/>
                </a:lnTo>
                <a:lnTo>
                  <a:pt x="10668" y="26574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8954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62229">
                <a:moveTo>
                  <a:pt x="18288" y="58578"/>
                </a:moveTo>
                <a:lnTo>
                  <a:pt x="18288" y="48672"/>
                </a:lnTo>
                <a:lnTo>
                  <a:pt x="14478" y="44862"/>
                </a:lnTo>
                <a:lnTo>
                  <a:pt x="14478" y="45624"/>
                </a:lnTo>
                <a:lnTo>
                  <a:pt x="12954" y="44100"/>
                </a:lnTo>
                <a:lnTo>
                  <a:pt x="12192" y="41814"/>
                </a:lnTo>
                <a:lnTo>
                  <a:pt x="10668" y="40290"/>
                </a:lnTo>
                <a:lnTo>
                  <a:pt x="10668" y="38766"/>
                </a:lnTo>
                <a:lnTo>
                  <a:pt x="9906" y="36480"/>
                </a:lnTo>
                <a:lnTo>
                  <a:pt x="9906" y="53701"/>
                </a:lnTo>
                <a:lnTo>
                  <a:pt x="12192" y="55530"/>
                </a:lnTo>
                <a:lnTo>
                  <a:pt x="12192" y="56292"/>
                </a:lnTo>
                <a:lnTo>
                  <a:pt x="12954" y="56292"/>
                </a:lnTo>
                <a:lnTo>
                  <a:pt x="17526" y="58578"/>
                </a:lnTo>
                <a:lnTo>
                  <a:pt x="18288" y="58578"/>
                </a:lnTo>
                <a:close/>
              </a:path>
              <a:path w="68579" h="62229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62229">
                <a:moveTo>
                  <a:pt x="22098" y="50196"/>
                </a:moveTo>
                <a:lnTo>
                  <a:pt x="17526" y="47910"/>
                </a:lnTo>
                <a:lnTo>
                  <a:pt x="18288" y="48672"/>
                </a:lnTo>
                <a:lnTo>
                  <a:pt x="18288" y="59340"/>
                </a:lnTo>
                <a:lnTo>
                  <a:pt x="19050" y="59340"/>
                </a:lnTo>
                <a:lnTo>
                  <a:pt x="21336" y="60102"/>
                </a:lnTo>
                <a:lnTo>
                  <a:pt x="21336" y="50196"/>
                </a:lnTo>
                <a:lnTo>
                  <a:pt x="22098" y="50196"/>
                </a:lnTo>
                <a:close/>
              </a:path>
              <a:path w="68579" h="62229">
                <a:moveTo>
                  <a:pt x="60960" y="48672"/>
                </a:moveTo>
                <a:lnTo>
                  <a:pt x="60960" y="8286"/>
                </a:lnTo>
                <a:lnTo>
                  <a:pt x="56388" y="5238"/>
                </a:lnTo>
                <a:lnTo>
                  <a:pt x="55626" y="5238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146" y="2190"/>
                </a:lnTo>
                <a:lnTo>
                  <a:pt x="24384" y="2190"/>
                </a:lnTo>
                <a:lnTo>
                  <a:pt x="19050" y="4476"/>
                </a:lnTo>
                <a:lnTo>
                  <a:pt x="18288" y="4476"/>
                </a:lnTo>
                <a:lnTo>
                  <a:pt x="18288" y="15906"/>
                </a:lnTo>
                <a:lnTo>
                  <a:pt x="23622" y="12858"/>
                </a:lnTo>
                <a:lnTo>
                  <a:pt x="23622" y="13185"/>
                </a:lnTo>
                <a:lnTo>
                  <a:pt x="28194" y="10572"/>
                </a:lnTo>
                <a:lnTo>
                  <a:pt x="28194" y="11144"/>
                </a:lnTo>
                <a:lnTo>
                  <a:pt x="32766" y="10001"/>
                </a:lnTo>
                <a:lnTo>
                  <a:pt x="32766" y="9810"/>
                </a:lnTo>
                <a:lnTo>
                  <a:pt x="37338" y="9239"/>
                </a:lnTo>
                <a:lnTo>
                  <a:pt x="37338" y="9048"/>
                </a:lnTo>
                <a:lnTo>
                  <a:pt x="38862" y="9048"/>
                </a:lnTo>
                <a:lnTo>
                  <a:pt x="38862" y="9239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987"/>
                </a:lnTo>
                <a:lnTo>
                  <a:pt x="50292" y="12967"/>
                </a:lnTo>
                <a:lnTo>
                  <a:pt x="51816" y="13620"/>
                </a:lnTo>
                <a:lnTo>
                  <a:pt x="51816" y="13874"/>
                </a:lnTo>
                <a:lnTo>
                  <a:pt x="54102" y="15398"/>
                </a:lnTo>
                <a:lnTo>
                  <a:pt x="54102" y="15144"/>
                </a:lnTo>
                <a:lnTo>
                  <a:pt x="54864" y="15906"/>
                </a:lnTo>
                <a:lnTo>
                  <a:pt x="54864" y="16097"/>
                </a:lnTo>
                <a:lnTo>
                  <a:pt x="57150" y="18954"/>
                </a:lnTo>
                <a:lnTo>
                  <a:pt x="57150" y="20097"/>
                </a:lnTo>
                <a:lnTo>
                  <a:pt x="57912" y="21240"/>
                </a:lnTo>
                <a:lnTo>
                  <a:pt x="58674" y="22764"/>
                </a:lnTo>
                <a:lnTo>
                  <a:pt x="59436" y="25050"/>
                </a:lnTo>
                <a:lnTo>
                  <a:pt x="59436" y="49434"/>
                </a:lnTo>
                <a:lnTo>
                  <a:pt x="60198" y="48672"/>
                </a:lnTo>
                <a:lnTo>
                  <a:pt x="60960" y="48672"/>
                </a:lnTo>
                <a:close/>
              </a:path>
              <a:path w="68579" h="62229">
                <a:moveTo>
                  <a:pt x="26670" y="61150"/>
                </a:moveTo>
                <a:lnTo>
                  <a:pt x="26670" y="51720"/>
                </a:lnTo>
                <a:lnTo>
                  <a:pt x="21336" y="50196"/>
                </a:lnTo>
                <a:lnTo>
                  <a:pt x="21336" y="60102"/>
                </a:lnTo>
                <a:lnTo>
                  <a:pt x="23622" y="60864"/>
                </a:lnTo>
                <a:lnTo>
                  <a:pt x="25146" y="60960"/>
                </a:lnTo>
                <a:lnTo>
                  <a:pt x="26670" y="61150"/>
                </a:lnTo>
                <a:close/>
              </a:path>
              <a:path w="68579" h="62229">
                <a:moveTo>
                  <a:pt x="23622" y="13185"/>
                </a:moveTo>
                <a:lnTo>
                  <a:pt x="23622" y="12858"/>
                </a:lnTo>
                <a:lnTo>
                  <a:pt x="22860" y="13620"/>
                </a:lnTo>
                <a:lnTo>
                  <a:pt x="23622" y="13185"/>
                </a:lnTo>
                <a:close/>
              </a:path>
              <a:path w="68579" h="62229">
                <a:moveTo>
                  <a:pt x="36576" y="60960"/>
                </a:moveTo>
                <a:lnTo>
                  <a:pt x="36576" y="51720"/>
                </a:lnTo>
                <a:lnTo>
                  <a:pt x="30480" y="51720"/>
                </a:lnTo>
                <a:lnTo>
                  <a:pt x="25908" y="50958"/>
                </a:lnTo>
                <a:lnTo>
                  <a:pt x="26670" y="51720"/>
                </a:lnTo>
                <a:lnTo>
                  <a:pt x="26670" y="61150"/>
                </a:lnTo>
                <a:lnTo>
                  <a:pt x="30480" y="61626"/>
                </a:lnTo>
                <a:lnTo>
                  <a:pt x="32004" y="61531"/>
                </a:lnTo>
                <a:lnTo>
                  <a:pt x="36576" y="60960"/>
                </a:lnTo>
                <a:close/>
              </a:path>
              <a:path w="68579" h="62229">
                <a:moveTo>
                  <a:pt x="28194" y="11144"/>
                </a:moveTo>
                <a:lnTo>
                  <a:pt x="28194" y="10572"/>
                </a:lnTo>
                <a:lnTo>
                  <a:pt x="27432" y="11334"/>
                </a:lnTo>
                <a:lnTo>
                  <a:pt x="28194" y="11144"/>
                </a:lnTo>
                <a:close/>
              </a:path>
              <a:path w="68579" h="62229">
                <a:moveTo>
                  <a:pt x="31242" y="51720"/>
                </a:moveTo>
                <a:lnTo>
                  <a:pt x="30480" y="51611"/>
                </a:lnTo>
                <a:lnTo>
                  <a:pt x="31242" y="51720"/>
                </a:lnTo>
                <a:close/>
              </a:path>
              <a:path w="68579" h="62229">
                <a:moveTo>
                  <a:pt x="33528" y="9810"/>
                </a:moveTo>
                <a:lnTo>
                  <a:pt x="32766" y="9810"/>
                </a:lnTo>
                <a:lnTo>
                  <a:pt x="32766" y="10001"/>
                </a:lnTo>
                <a:lnTo>
                  <a:pt x="33528" y="9810"/>
                </a:lnTo>
                <a:close/>
              </a:path>
              <a:path w="68579" h="62229">
                <a:moveTo>
                  <a:pt x="41148" y="59993"/>
                </a:moveTo>
                <a:lnTo>
                  <a:pt x="41148" y="50196"/>
                </a:lnTo>
                <a:lnTo>
                  <a:pt x="35814" y="51720"/>
                </a:lnTo>
                <a:lnTo>
                  <a:pt x="36576" y="51720"/>
                </a:lnTo>
                <a:lnTo>
                  <a:pt x="36576" y="60960"/>
                </a:lnTo>
                <a:lnTo>
                  <a:pt x="38100" y="60864"/>
                </a:lnTo>
                <a:lnTo>
                  <a:pt x="41148" y="59993"/>
                </a:lnTo>
                <a:close/>
              </a:path>
              <a:path w="68579" h="62229">
                <a:moveTo>
                  <a:pt x="38100" y="9144"/>
                </a:moveTo>
                <a:lnTo>
                  <a:pt x="37338" y="9048"/>
                </a:lnTo>
                <a:lnTo>
                  <a:pt x="37338" y="9239"/>
                </a:lnTo>
                <a:lnTo>
                  <a:pt x="38100" y="9144"/>
                </a:lnTo>
                <a:close/>
              </a:path>
              <a:path w="68579" h="62229">
                <a:moveTo>
                  <a:pt x="38862" y="9239"/>
                </a:moveTo>
                <a:lnTo>
                  <a:pt x="38862" y="9048"/>
                </a:lnTo>
                <a:lnTo>
                  <a:pt x="38100" y="9144"/>
                </a:lnTo>
                <a:lnTo>
                  <a:pt x="38862" y="9239"/>
                </a:lnTo>
                <a:close/>
              </a:path>
              <a:path w="68579" h="62229">
                <a:moveTo>
                  <a:pt x="46482" y="58197"/>
                </a:moveTo>
                <a:lnTo>
                  <a:pt x="46482" y="47910"/>
                </a:lnTo>
                <a:lnTo>
                  <a:pt x="40386" y="50196"/>
                </a:lnTo>
                <a:lnTo>
                  <a:pt x="41148" y="50196"/>
                </a:lnTo>
                <a:lnTo>
                  <a:pt x="41148" y="59993"/>
                </a:lnTo>
                <a:lnTo>
                  <a:pt x="43434" y="59340"/>
                </a:lnTo>
                <a:lnTo>
                  <a:pt x="44196" y="59340"/>
                </a:lnTo>
                <a:lnTo>
                  <a:pt x="46482" y="58197"/>
                </a:lnTo>
                <a:close/>
              </a:path>
              <a:path w="68579" h="62229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62229">
                <a:moveTo>
                  <a:pt x="50292" y="44862"/>
                </a:moveTo>
                <a:lnTo>
                  <a:pt x="45720" y="47910"/>
                </a:lnTo>
                <a:lnTo>
                  <a:pt x="46482" y="47910"/>
                </a:lnTo>
                <a:lnTo>
                  <a:pt x="46482" y="58197"/>
                </a:lnTo>
                <a:lnTo>
                  <a:pt x="49530" y="56673"/>
                </a:lnTo>
                <a:lnTo>
                  <a:pt x="49530" y="45624"/>
                </a:lnTo>
                <a:lnTo>
                  <a:pt x="50292" y="44862"/>
                </a:lnTo>
                <a:close/>
              </a:path>
              <a:path w="68579" h="62229">
                <a:moveTo>
                  <a:pt x="48006" y="11987"/>
                </a:moveTo>
                <a:lnTo>
                  <a:pt x="48006" y="11334"/>
                </a:lnTo>
                <a:lnTo>
                  <a:pt x="46482" y="11334"/>
                </a:lnTo>
                <a:lnTo>
                  <a:pt x="48006" y="11987"/>
                </a:lnTo>
                <a:close/>
              </a:path>
              <a:path w="68579" h="62229">
                <a:moveTo>
                  <a:pt x="53530" y="42291"/>
                </a:moveTo>
                <a:lnTo>
                  <a:pt x="49530" y="45624"/>
                </a:lnTo>
                <a:lnTo>
                  <a:pt x="49530" y="56673"/>
                </a:lnTo>
                <a:lnTo>
                  <a:pt x="50292" y="56292"/>
                </a:lnTo>
                <a:lnTo>
                  <a:pt x="51054" y="56292"/>
                </a:lnTo>
                <a:lnTo>
                  <a:pt x="53340" y="54768"/>
                </a:lnTo>
                <a:lnTo>
                  <a:pt x="53340" y="42576"/>
                </a:lnTo>
                <a:lnTo>
                  <a:pt x="53530" y="42291"/>
                </a:lnTo>
                <a:close/>
              </a:path>
              <a:path w="68579" h="62229">
                <a:moveTo>
                  <a:pt x="51816" y="13620"/>
                </a:moveTo>
                <a:lnTo>
                  <a:pt x="50292" y="12858"/>
                </a:lnTo>
                <a:lnTo>
                  <a:pt x="50749" y="13163"/>
                </a:lnTo>
                <a:lnTo>
                  <a:pt x="51816" y="13620"/>
                </a:lnTo>
                <a:close/>
              </a:path>
              <a:path w="68579" h="62229">
                <a:moveTo>
                  <a:pt x="50749" y="13163"/>
                </a:moveTo>
                <a:lnTo>
                  <a:pt x="50292" y="12858"/>
                </a:lnTo>
                <a:lnTo>
                  <a:pt x="50749" y="13163"/>
                </a:lnTo>
                <a:close/>
              </a:path>
              <a:path w="68579" h="62229">
                <a:moveTo>
                  <a:pt x="51816" y="13874"/>
                </a:moveTo>
                <a:lnTo>
                  <a:pt x="51816" y="13620"/>
                </a:lnTo>
                <a:lnTo>
                  <a:pt x="50749" y="13163"/>
                </a:lnTo>
                <a:lnTo>
                  <a:pt x="51816" y="13874"/>
                </a:lnTo>
                <a:close/>
              </a:path>
              <a:path w="68579" h="62229">
                <a:moveTo>
                  <a:pt x="54102" y="41814"/>
                </a:moveTo>
                <a:lnTo>
                  <a:pt x="53530" y="42291"/>
                </a:lnTo>
                <a:lnTo>
                  <a:pt x="53340" y="42576"/>
                </a:lnTo>
                <a:lnTo>
                  <a:pt x="54102" y="41814"/>
                </a:lnTo>
                <a:close/>
              </a:path>
              <a:path w="68579" h="62229">
                <a:moveTo>
                  <a:pt x="54102" y="54260"/>
                </a:moveTo>
                <a:lnTo>
                  <a:pt x="54102" y="41814"/>
                </a:lnTo>
                <a:lnTo>
                  <a:pt x="53340" y="42576"/>
                </a:lnTo>
                <a:lnTo>
                  <a:pt x="53340" y="54768"/>
                </a:lnTo>
                <a:lnTo>
                  <a:pt x="54102" y="54260"/>
                </a:lnTo>
                <a:close/>
              </a:path>
              <a:path w="68579" h="62229">
                <a:moveTo>
                  <a:pt x="58674" y="50196"/>
                </a:moveTo>
                <a:lnTo>
                  <a:pt x="58674" y="34194"/>
                </a:lnTo>
                <a:lnTo>
                  <a:pt x="56388" y="38766"/>
                </a:lnTo>
                <a:lnTo>
                  <a:pt x="56388" y="38004"/>
                </a:lnTo>
                <a:lnTo>
                  <a:pt x="53530" y="42291"/>
                </a:lnTo>
                <a:lnTo>
                  <a:pt x="54102" y="41814"/>
                </a:lnTo>
                <a:lnTo>
                  <a:pt x="54102" y="54260"/>
                </a:lnTo>
                <a:lnTo>
                  <a:pt x="55626" y="53244"/>
                </a:lnTo>
                <a:lnTo>
                  <a:pt x="58674" y="50196"/>
                </a:lnTo>
                <a:close/>
              </a:path>
              <a:path w="68579" h="62229">
                <a:moveTo>
                  <a:pt x="54864" y="15906"/>
                </a:moveTo>
                <a:lnTo>
                  <a:pt x="54102" y="15144"/>
                </a:lnTo>
                <a:lnTo>
                  <a:pt x="54537" y="15689"/>
                </a:lnTo>
                <a:lnTo>
                  <a:pt x="54864" y="15906"/>
                </a:lnTo>
                <a:close/>
              </a:path>
              <a:path w="68579" h="62229">
                <a:moveTo>
                  <a:pt x="54537" y="15689"/>
                </a:moveTo>
                <a:lnTo>
                  <a:pt x="54102" y="15144"/>
                </a:lnTo>
                <a:lnTo>
                  <a:pt x="54102" y="15398"/>
                </a:lnTo>
                <a:lnTo>
                  <a:pt x="54537" y="15689"/>
                </a:lnTo>
                <a:close/>
              </a:path>
              <a:path w="68579" h="62229">
                <a:moveTo>
                  <a:pt x="54864" y="16097"/>
                </a:moveTo>
                <a:lnTo>
                  <a:pt x="54864" y="15906"/>
                </a:lnTo>
                <a:lnTo>
                  <a:pt x="54537" y="15689"/>
                </a:lnTo>
                <a:lnTo>
                  <a:pt x="54864" y="16097"/>
                </a:lnTo>
                <a:close/>
              </a:path>
              <a:path w="68579" h="62229">
                <a:moveTo>
                  <a:pt x="57150" y="20097"/>
                </a:moveTo>
                <a:lnTo>
                  <a:pt x="57150" y="18954"/>
                </a:lnTo>
                <a:lnTo>
                  <a:pt x="56388" y="18954"/>
                </a:lnTo>
                <a:lnTo>
                  <a:pt x="57150" y="20097"/>
                </a:lnTo>
                <a:close/>
              </a:path>
              <a:path w="68579" h="62229">
                <a:moveTo>
                  <a:pt x="59436" y="49434"/>
                </a:moveTo>
                <a:lnTo>
                  <a:pt x="59436" y="29622"/>
                </a:lnTo>
                <a:lnTo>
                  <a:pt x="57912" y="34956"/>
                </a:lnTo>
                <a:lnTo>
                  <a:pt x="58674" y="34194"/>
                </a:lnTo>
                <a:lnTo>
                  <a:pt x="58674" y="50196"/>
                </a:lnTo>
                <a:lnTo>
                  <a:pt x="59436" y="49434"/>
                </a:lnTo>
                <a:close/>
              </a:path>
              <a:path w="68579" h="62229">
                <a:moveTo>
                  <a:pt x="68580" y="31908"/>
                </a:moveTo>
                <a:lnTo>
                  <a:pt x="68580" y="22002"/>
                </a:lnTo>
                <a:lnTo>
                  <a:pt x="67818" y="18954"/>
                </a:lnTo>
                <a:lnTo>
                  <a:pt x="66294" y="15906"/>
                </a:lnTo>
                <a:lnTo>
                  <a:pt x="61722" y="9048"/>
                </a:lnTo>
                <a:lnTo>
                  <a:pt x="60960" y="9048"/>
                </a:lnTo>
                <a:lnTo>
                  <a:pt x="60960" y="47910"/>
                </a:lnTo>
                <a:lnTo>
                  <a:pt x="64008" y="43338"/>
                </a:lnTo>
                <a:lnTo>
                  <a:pt x="64770" y="43338"/>
                </a:lnTo>
                <a:lnTo>
                  <a:pt x="64770" y="42576"/>
                </a:lnTo>
                <a:lnTo>
                  <a:pt x="67056" y="38004"/>
                </a:lnTo>
                <a:lnTo>
                  <a:pt x="67056" y="37242"/>
                </a:lnTo>
                <a:lnTo>
                  <a:pt x="68580" y="31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0">
            <a:extLst>
              <a:ext uri="{FF2B5EF4-FFF2-40B4-BE49-F238E27FC236}">
                <a16:creationId xmlns:a16="http://schemas.microsoft.com/office/drawing/2014/main" id="{477C058E-EA20-4308-86F1-D9E8A85E61C2}"/>
              </a:ext>
            </a:extLst>
          </p:cNvPr>
          <p:cNvSpPr/>
          <p:nvPr/>
        </p:nvSpPr>
        <p:spPr>
          <a:xfrm>
            <a:off x="8981189" y="4072377"/>
            <a:ext cx="69476" cy="61257"/>
          </a:xfrm>
          <a:custGeom>
            <a:avLst/>
            <a:gdLst/>
            <a:ahLst/>
            <a:cxnLst/>
            <a:rect l="l" t="t" r="r" b="b"/>
            <a:pathLst>
              <a:path w="59054" h="52070">
                <a:moveTo>
                  <a:pt x="58662" y="26348"/>
                </a:moveTo>
                <a:lnTo>
                  <a:pt x="58126" y="16394"/>
                </a:lnTo>
                <a:lnTo>
                  <a:pt x="52613" y="7596"/>
                </a:lnTo>
                <a:lnTo>
                  <a:pt x="43743" y="2012"/>
                </a:lnTo>
                <a:lnTo>
                  <a:pt x="32730" y="0"/>
                </a:lnTo>
                <a:lnTo>
                  <a:pt x="20788" y="1916"/>
                </a:lnTo>
                <a:lnTo>
                  <a:pt x="10620" y="7584"/>
                </a:lnTo>
                <a:lnTo>
                  <a:pt x="3452" y="15823"/>
                </a:lnTo>
                <a:lnTo>
                  <a:pt x="0" y="25491"/>
                </a:lnTo>
                <a:lnTo>
                  <a:pt x="976" y="35444"/>
                </a:lnTo>
                <a:lnTo>
                  <a:pt x="6048" y="43922"/>
                </a:lnTo>
                <a:lnTo>
                  <a:pt x="14692" y="49541"/>
                </a:lnTo>
                <a:lnTo>
                  <a:pt x="25622" y="51732"/>
                </a:lnTo>
                <a:lnTo>
                  <a:pt x="37552" y="49922"/>
                </a:lnTo>
                <a:lnTo>
                  <a:pt x="47732" y="44255"/>
                </a:lnTo>
                <a:lnTo>
                  <a:pt x="54983" y="36016"/>
                </a:lnTo>
                <a:lnTo>
                  <a:pt x="58662" y="263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A7F6965D-7AAE-48C0-B138-3FB9F146FFF1}"/>
              </a:ext>
            </a:extLst>
          </p:cNvPr>
          <p:cNvSpPr/>
          <p:nvPr/>
        </p:nvSpPr>
        <p:spPr>
          <a:xfrm>
            <a:off x="8975164" y="4066693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893"/>
                </a:moveTo>
                <a:lnTo>
                  <a:pt x="18288" y="15893"/>
                </a:lnTo>
                <a:lnTo>
                  <a:pt x="18288" y="5225"/>
                </a:lnTo>
                <a:lnTo>
                  <a:pt x="12954" y="8273"/>
                </a:lnTo>
                <a:lnTo>
                  <a:pt x="8382" y="12845"/>
                </a:lnTo>
                <a:lnTo>
                  <a:pt x="7620" y="12845"/>
                </a:lnTo>
                <a:lnTo>
                  <a:pt x="7620" y="13607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4275"/>
                </a:lnTo>
                <a:lnTo>
                  <a:pt x="0" y="28847"/>
                </a:lnTo>
                <a:lnTo>
                  <a:pt x="0" y="35705"/>
                </a:lnTo>
                <a:lnTo>
                  <a:pt x="2286" y="44849"/>
                </a:lnTo>
                <a:lnTo>
                  <a:pt x="3810" y="47897"/>
                </a:lnTo>
                <a:lnTo>
                  <a:pt x="6096" y="50183"/>
                </a:lnTo>
                <a:lnTo>
                  <a:pt x="7620" y="52469"/>
                </a:lnTo>
                <a:lnTo>
                  <a:pt x="8382" y="52469"/>
                </a:lnTo>
                <a:lnTo>
                  <a:pt x="9144" y="53078"/>
                </a:lnTo>
                <a:lnTo>
                  <a:pt x="9144" y="31133"/>
                </a:lnTo>
                <a:lnTo>
                  <a:pt x="10668" y="26561"/>
                </a:lnTo>
                <a:lnTo>
                  <a:pt x="10668" y="27323"/>
                </a:lnTo>
                <a:lnTo>
                  <a:pt x="12192" y="24275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close/>
              </a:path>
              <a:path w="68579" h="62229">
                <a:moveTo>
                  <a:pt x="9906" y="30371"/>
                </a:moveTo>
                <a:lnTo>
                  <a:pt x="9144" y="31133"/>
                </a:lnTo>
                <a:lnTo>
                  <a:pt x="9144" y="32657"/>
                </a:lnTo>
                <a:lnTo>
                  <a:pt x="9906" y="30371"/>
                </a:lnTo>
                <a:close/>
              </a:path>
              <a:path w="68579" h="62229">
                <a:moveTo>
                  <a:pt x="18288" y="58565"/>
                </a:moveTo>
                <a:lnTo>
                  <a:pt x="18288" y="48659"/>
                </a:lnTo>
                <a:lnTo>
                  <a:pt x="14478" y="44849"/>
                </a:lnTo>
                <a:lnTo>
                  <a:pt x="14478" y="45611"/>
                </a:lnTo>
                <a:lnTo>
                  <a:pt x="12954" y="44087"/>
                </a:lnTo>
                <a:lnTo>
                  <a:pt x="12192" y="41801"/>
                </a:lnTo>
                <a:lnTo>
                  <a:pt x="10668" y="40277"/>
                </a:lnTo>
                <a:lnTo>
                  <a:pt x="9906" y="38753"/>
                </a:lnTo>
                <a:lnTo>
                  <a:pt x="9906" y="36467"/>
                </a:lnTo>
                <a:lnTo>
                  <a:pt x="9144" y="34943"/>
                </a:lnTo>
                <a:lnTo>
                  <a:pt x="9144" y="53078"/>
                </a:lnTo>
                <a:lnTo>
                  <a:pt x="12192" y="55517"/>
                </a:lnTo>
                <a:lnTo>
                  <a:pt x="12192" y="56279"/>
                </a:lnTo>
                <a:lnTo>
                  <a:pt x="12954" y="56279"/>
                </a:lnTo>
                <a:lnTo>
                  <a:pt x="17526" y="58565"/>
                </a:lnTo>
                <a:lnTo>
                  <a:pt x="18288" y="58565"/>
                </a:lnTo>
                <a:close/>
              </a:path>
              <a:path w="68579" h="62229">
                <a:moveTo>
                  <a:pt x="12954" y="22751"/>
                </a:moveTo>
                <a:lnTo>
                  <a:pt x="12192" y="23513"/>
                </a:lnTo>
                <a:lnTo>
                  <a:pt x="12192" y="24275"/>
                </a:lnTo>
                <a:lnTo>
                  <a:pt x="12954" y="22751"/>
                </a:lnTo>
                <a:close/>
              </a:path>
              <a:path w="68579" h="62229">
                <a:moveTo>
                  <a:pt x="22098" y="50183"/>
                </a:moveTo>
                <a:lnTo>
                  <a:pt x="17526" y="47897"/>
                </a:lnTo>
                <a:lnTo>
                  <a:pt x="18288" y="48659"/>
                </a:lnTo>
                <a:lnTo>
                  <a:pt x="18288" y="59327"/>
                </a:lnTo>
                <a:lnTo>
                  <a:pt x="21336" y="60198"/>
                </a:lnTo>
                <a:lnTo>
                  <a:pt x="21336" y="50183"/>
                </a:lnTo>
                <a:lnTo>
                  <a:pt x="22098" y="50183"/>
                </a:lnTo>
                <a:close/>
              </a:path>
              <a:path w="68579" h="62229">
                <a:moveTo>
                  <a:pt x="60960" y="48659"/>
                </a:moveTo>
                <a:lnTo>
                  <a:pt x="60960" y="9035"/>
                </a:lnTo>
                <a:lnTo>
                  <a:pt x="60198" y="9035"/>
                </a:lnTo>
                <a:lnTo>
                  <a:pt x="56388" y="5225"/>
                </a:lnTo>
                <a:lnTo>
                  <a:pt x="55626" y="5225"/>
                </a:lnTo>
                <a:lnTo>
                  <a:pt x="51054" y="2939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4463"/>
                </a:lnTo>
                <a:lnTo>
                  <a:pt x="18288" y="4463"/>
                </a:lnTo>
                <a:lnTo>
                  <a:pt x="18288" y="15893"/>
                </a:lnTo>
                <a:lnTo>
                  <a:pt x="23622" y="12845"/>
                </a:lnTo>
                <a:lnTo>
                  <a:pt x="23622" y="13280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232"/>
                </a:lnTo>
                <a:lnTo>
                  <a:pt x="47244" y="11321"/>
                </a:lnTo>
                <a:lnTo>
                  <a:pt x="47244" y="11702"/>
                </a:lnTo>
                <a:lnTo>
                  <a:pt x="50292" y="13226"/>
                </a:lnTo>
                <a:lnTo>
                  <a:pt x="50292" y="12845"/>
                </a:lnTo>
                <a:lnTo>
                  <a:pt x="54102" y="15385"/>
                </a:lnTo>
                <a:lnTo>
                  <a:pt x="54102" y="15131"/>
                </a:lnTo>
                <a:lnTo>
                  <a:pt x="54864" y="15893"/>
                </a:lnTo>
                <a:lnTo>
                  <a:pt x="54864" y="16274"/>
                </a:lnTo>
                <a:lnTo>
                  <a:pt x="57150" y="19703"/>
                </a:lnTo>
                <a:lnTo>
                  <a:pt x="57150" y="20084"/>
                </a:lnTo>
                <a:lnTo>
                  <a:pt x="57912" y="21227"/>
                </a:lnTo>
                <a:lnTo>
                  <a:pt x="58674" y="22751"/>
                </a:lnTo>
                <a:lnTo>
                  <a:pt x="58674" y="25037"/>
                </a:lnTo>
                <a:lnTo>
                  <a:pt x="59436" y="26561"/>
                </a:lnTo>
                <a:lnTo>
                  <a:pt x="59436" y="49421"/>
                </a:lnTo>
                <a:lnTo>
                  <a:pt x="60198" y="48659"/>
                </a:lnTo>
                <a:lnTo>
                  <a:pt x="60960" y="48659"/>
                </a:lnTo>
                <a:close/>
              </a:path>
              <a:path w="68579" h="62229">
                <a:moveTo>
                  <a:pt x="26670" y="61136"/>
                </a:moveTo>
                <a:lnTo>
                  <a:pt x="26670" y="51707"/>
                </a:lnTo>
                <a:lnTo>
                  <a:pt x="21336" y="50183"/>
                </a:lnTo>
                <a:lnTo>
                  <a:pt x="21336" y="60198"/>
                </a:lnTo>
                <a:lnTo>
                  <a:pt x="23622" y="60851"/>
                </a:lnTo>
                <a:lnTo>
                  <a:pt x="25146" y="60946"/>
                </a:lnTo>
                <a:lnTo>
                  <a:pt x="26670" y="61136"/>
                </a:lnTo>
                <a:close/>
              </a:path>
              <a:path w="68579" h="62229">
                <a:moveTo>
                  <a:pt x="23622" y="13280"/>
                </a:moveTo>
                <a:lnTo>
                  <a:pt x="23622" y="12845"/>
                </a:lnTo>
                <a:lnTo>
                  <a:pt x="22860" y="13607"/>
                </a:lnTo>
                <a:lnTo>
                  <a:pt x="23622" y="13280"/>
                </a:lnTo>
                <a:close/>
              </a:path>
              <a:path w="68579" h="62229">
                <a:moveTo>
                  <a:pt x="36576" y="60851"/>
                </a:moveTo>
                <a:lnTo>
                  <a:pt x="36576" y="51707"/>
                </a:lnTo>
                <a:lnTo>
                  <a:pt x="30480" y="51707"/>
                </a:lnTo>
                <a:lnTo>
                  <a:pt x="25908" y="50945"/>
                </a:lnTo>
                <a:lnTo>
                  <a:pt x="26670" y="51707"/>
                </a:lnTo>
                <a:lnTo>
                  <a:pt x="26670" y="61136"/>
                </a:lnTo>
                <a:lnTo>
                  <a:pt x="30480" y="61613"/>
                </a:lnTo>
                <a:lnTo>
                  <a:pt x="32004" y="61504"/>
                </a:lnTo>
                <a:lnTo>
                  <a:pt x="36576" y="60851"/>
                </a:lnTo>
                <a:close/>
              </a:path>
              <a:path w="68579" h="62229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62229">
                <a:moveTo>
                  <a:pt x="31242" y="51707"/>
                </a:moveTo>
                <a:lnTo>
                  <a:pt x="30480" y="51598"/>
                </a:lnTo>
                <a:lnTo>
                  <a:pt x="31242" y="51707"/>
                </a:lnTo>
                <a:close/>
              </a:path>
              <a:path w="68579" h="62229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62229">
                <a:moveTo>
                  <a:pt x="41148" y="59898"/>
                </a:moveTo>
                <a:lnTo>
                  <a:pt x="41148" y="50183"/>
                </a:lnTo>
                <a:lnTo>
                  <a:pt x="35052" y="51707"/>
                </a:lnTo>
                <a:lnTo>
                  <a:pt x="36576" y="51707"/>
                </a:lnTo>
                <a:lnTo>
                  <a:pt x="36576" y="60851"/>
                </a:lnTo>
                <a:lnTo>
                  <a:pt x="37338" y="60851"/>
                </a:lnTo>
                <a:lnTo>
                  <a:pt x="41148" y="59898"/>
                </a:lnTo>
                <a:close/>
              </a:path>
              <a:path w="68579" h="62229">
                <a:moveTo>
                  <a:pt x="46482" y="47897"/>
                </a:moveTo>
                <a:lnTo>
                  <a:pt x="40386" y="50183"/>
                </a:lnTo>
                <a:lnTo>
                  <a:pt x="41148" y="50183"/>
                </a:lnTo>
                <a:lnTo>
                  <a:pt x="41148" y="59898"/>
                </a:lnTo>
                <a:lnTo>
                  <a:pt x="43434" y="59327"/>
                </a:lnTo>
                <a:lnTo>
                  <a:pt x="44196" y="59327"/>
                </a:lnTo>
                <a:lnTo>
                  <a:pt x="45720" y="58565"/>
                </a:lnTo>
                <a:lnTo>
                  <a:pt x="45720" y="48659"/>
                </a:lnTo>
                <a:lnTo>
                  <a:pt x="46482" y="47897"/>
                </a:lnTo>
                <a:close/>
              </a:path>
              <a:path w="68579" h="62229">
                <a:moveTo>
                  <a:pt x="43434" y="10232"/>
                </a:moveTo>
                <a:lnTo>
                  <a:pt x="43434" y="9797"/>
                </a:lnTo>
                <a:lnTo>
                  <a:pt x="41910" y="9797"/>
                </a:lnTo>
                <a:lnTo>
                  <a:pt x="43434" y="10232"/>
                </a:lnTo>
                <a:close/>
              </a:path>
              <a:path w="68579" h="62229">
                <a:moveTo>
                  <a:pt x="50292" y="44849"/>
                </a:moveTo>
                <a:lnTo>
                  <a:pt x="45720" y="48659"/>
                </a:lnTo>
                <a:lnTo>
                  <a:pt x="45720" y="58565"/>
                </a:lnTo>
                <a:lnTo>
                  <a:pt x="49530" y="56660"/>
                </a:lnTo>
                <a:lnTo>
                  <a:pt x="49530" y="45611"/>
                </a:lnTo>
                <a:lnTo>
                  <a:pt x="50292" y="44849"/>
                </a:lnTo>
                <a:close/>
              </a:path>
              <a:path w="68579" h="62229">
                <a:moveTo>
                  <a:pt x="47244" y="11702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702"/>
                </a:lnTo>
                <a:close/>
              </a:path>
              <a:path w="68579" h="62229">
                <a:moveTo>
                  <a:pt x="53530" y="42277"/>
                </a:moveTo>
                <a:lnTo>
                  <a:pt x="49530" y="45611"/>
                </a:lnTo>
                <a:lnTo>
                  <a:pt x="49530" y="56660"/>
                </a:lnTo>
                <a:lnTo>
                  <a:pt x="50292" y="56279"/>
                </a:lnTo>
                <a:lnTo>
                  <a:pt x="51054" y="56279"/>
                </a:lnTo>
                <a:lnTo>
                  <a:pt x="53340" y="54755"/>
                </a:lnTo>
                <a:lnTo>
                  <a:pt x="53340" y="42563"/>
                </a:lnTo>
                <a:lnTo>
                  <a:pt x="53530" y="42277"/>
                </a:lnTo>
                <a:close/>
              </a:path>
              <a:path w="68579" h="62229">
                <a:moveTo>
                  <a:pt x="51054" y="13607"/>
                </a:moveTo>
                <a:lnTo>
                  <a:pt x="50292" y="12845"/>
                </a:lnTo>
                <a:lnTo>
                  <a:pt x="50292" y="13226"/>
                </a:lnTo>
                <a:lnTo>
                  <a:pt x="51054" y="13607"/>
                </a:lnTo>
                <a:close/>
              </a:path>
              <a:path w="68579" h="62229">
                <a:moveTo>
                  <a:pt x="54102" y="41801"/>
                </a:moveTo>
                <a:lnTo>
                  <a:pt x="53530" y="42277"/>
                </a:lnTo>
                <a:lnTo>
                  <a:pt x="53340" y="42563"/>
                </a:lnTo>
                <a:lnTo>
                  <a:pt x="54102" y="41801"/>
                </a:lnTo>
                <a:close/>
              </a:path>
              <a:path w="68579" h="62229">
                <a:moveTo>
                  <a:pt x="54102" y="54247"/>
                </a:moveTo>
                <a:lnTo>
                  <a:pt x="54102" y="41801"/>
                </a:lnTo>
                <a:lnTo>
                  <a:pt x="53340" y="42563"/>
                </a:lnTo>
                <a:lnTo>
                  <a:pt x="53340" y="54755"/>
                </a:lnTo>
                <a:lnTo>
                  <a:pt x="54102" y="54247"/>
                </a:lnTo>
                <a:close/>
              </a:path>
              <a:path w="68579" h="62229">
                <a:moveTo>
                  <a:pt x="58674" y="50183"/>
                </a:moveTo>
                <a:lnTo>
                  <a:pt x="58674" y="34181"/>
                </a:lnTo>
                <a:lnTo>
                  <a:pt x="56388" y="38753"/>
                </a:lnTo>
                <a:lnTo>
                  <a:pt x="56388" y="37991"/>
                </a:lnTo>
                <a:lnTo>
                  <a:pt x="53530" y="42277"/>
                </a:lnTo>
                <a:lnTo>
                  <a:pt x="54102" y="41801"/>
                </a:lnTo>
                <a:lnTo>
                  <a:pt x="54102" y="54247"/>
                </a:lnTo>
                <a:lnTo>
                  <a:pt x="55626" y="53231"/>
                </a:lnTo>
                <a:lnTo>
                  <a:pt x="58674" y="50183"/>
                </a:lnTo>
                <a:close/>
              </a:path>
              <a:path w="68579" h="62229">
                <a:moveTo>
                  <a:pt x="54864" y="15893"/>
                </a:moveTo>
                <a:lnTo>
                  <a:pt x="54102" y="15131"/>
                </a:lnTo>
                <a:lnTo>
                  <a:pt x="54406" y="15588"/>
                </a:lnTo>
                <a:lnTo>
                  <a:pt x="54864" y="15893"/>
                </a:lnTo>
                <a:close/>
              </a:path>
              <a:path w="68579" h="62229">
                <a:moveTo>
                  <a:pt x="54406" y="15588"/>
                </a:moveTo>
                <a:lnTo>
                  <a:pt x="54102" y="15131"/>
                </a:lnTo>
                <a:lnTo>
                  <a:pt x="54102" y="15385"/>
                </a:lnTo>
                <a:lnTo>
                  <a:pt x="54406" y="15588"/>
                </a:lnTo>
                <a:close/>
              </a:path>
              <a:path w="68579" h="62229">
                <a:moveTo>
                  <a:pt x="54864" y="16274"/>
                </a:moveTo>
                <a:lnTo>
                  <a:pt x="54864" y="15893"/>
                </a:lnTo>
                <a:lnTo>
                  <a:pt x="54406" y="15588"/>
                </a:lnTo>
                <a:lnTo>
                  <a:pt x="54864" y="16274"/>
                </a:lnTo>
                <a:close/>
              </a:path>
              <a:path w="68579" h="62229">
                <a:moveTo>
                  <a:pt x="57150" y="20084"/>
                </a:moveTo>
                <a:lnTo>
                  <a:pt x="57150" y="19703"/>
                </a:lnTo>
                <a:lnTo>
                  <a:pt x="56388" y="18941"/>
                </a:lnTo>
                <a:lnTo>
                  <a:pt x="57150" y="20084"/>
                </a:lnTo>
                <a:close/>
              </a:path>
              <a:path w="68579" h="62229">
                <a:moveTo>
                  <a:pt x="59436" y="49421"/>
                </a:moveTo>
                <a:lnTo>
                  <a:pt x="59436" y="30371"/>
                </a:lnTo>
                <a:lnTo>
                  <a:pt x="57912" y="34943"/>
                </a:lnTo>
                <a:lnTo>
                  <a:pt x="58674" y="34181"/>
                </a:lnTo>
                <a:lnTo>
                  <a:pt x="58674" y="50183"/>
                </a:lnTo>
                <a:lnTo>
                  <a:pt x="59436" y="49421"/>
                </a:lnTo>
                <a:close/>
              </a:path>
              <a:path w="68579" h="62229">
                <a:moveTo>
                  <a:pt x="64770" y="43325"/>
                </a:moveTo>
                <a:lnTo>
                  <a:pt x="64770" y="13607"/>
                </a:lnTo>
                <a:lnTo>
                  <a:pt x="60960" y="9797"/>
                </a:lnTo>
                <a:lnTo>
                  <a:pt x="60960" y="47897"/>
                </a:lnTo>
                <a:lnTo>
                  <a:pt x="64008" y="44087"/>
                </a:lnTo>
                <a:lnTo>
                  <a:pt x="64008" y="43325"/>
                </a:lnTo>
                <a:lnTo>
                  <a:pt x="64770" y="43325"/>
                </a:lnTo>
                <a:close/>
              </a:path>
              <a:path w="68579" h="62229">
                <a:moveTo>
                  <a:pt x="68580" y="32657"/>
                </a:moveTo>
                <a:lnTo>
                  <a:pt x="68580" y="21989"/>
                </a:lnTo>
                <a:lnTo>
                  <a:pt x="67056" y="18941"/>
                </a:lnTo>
                <a:lnTo>
                  <a:pt x="66294" y="16655"/>
                </a:lnTo>
                <a:lnTo>
                  <a:pt x="64770" y="14369"/>
                </a:lnTo>
                <a:lnTo>
                  <a:pt x="64770" y="42563"/>
                </a:lnTo>
                <a:lnTo>
                  <a:pt x="67056" y="37991"/>
                </a:lnTo>
                <a:lnTo>
                  <a:pt x="67056" y="37229"/>
                </a:lnTo>
                <a:lnTo>
                  <a:pt x="68580" y="32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55C99AB5-AF5B-416B-9D31-646717D85D8B}"/>
              </a:ext>
            </a:extLst>
          </p:cNvPr>
          <p:cNvSpPr/>
          <p:nvPr/>
        </p:nvSpPr>
        <p:spPr>
          <a:xfrm>
            <a:off x="6420225" y="1856763"/>
            <a:ext cx="80681" cy="726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54EFA252-2BAF-4B7A-8368-DBF3B18E4CD3}"/>
              </a:ext>
            </a:extLst>
          </p:cNvPr>
          <p:cNvSpPr/>
          <p:nvPr/>
        </p:nvSpPr>
        <p:spPr>
          <a:xfrm>
            <a:off x="8293608" y="2942054"/>
            <a:ext cx="70224" cy="62005"/>
          </a:xfrm>
          <a:custGeom>
            <a:avLst/>
            <a:gdLst/>
            <a:ahLst/>
            <a:cxnLst/>
            <a:rect l="l" t="t" r="r" b="b"/>
            <a:pathLst>
              <a:path w="59689" h="52704">
                <a:moveTo>
                  <a:pt x="59078" y="26681"/>
                </a:moveTo>
                <a:lnTo>
                  <a:pt x="58114" y="16287"/>
                </a:lnTo>
                <a:lnTo>
                  <a:pt x="52613" y="7810"/>
                </a:lnTo>
                <a:lnTo>
                  <a:pt x="43826" y="2190"/>
                </a:lnTo>
                <a:lnTo>
                  <a:pt x="33039" y="0"/>
                </a:lnTo>
                <a:lnTo>
                  <a:pt x="21538" y="1809"/>
                </a:lnTo>
                <a:lnTo>
                  <a:pt x="10929" y="7489"/>
                </a:lnTo>
                <a:lnTo>
                  <a:pt x="3536" y="15811"/>
                </a:lnTo>
                <a:lnTo>
                  <a:pt x="0" y="25705"/>
                </a:lnTo>
                <a:lnTo>
                  <a:pt x="964" y="36099"/>
                </a:lnTo>
                <a:lnTo>
                  <a:pt x="6357" y="44576"/>
                </a:lnTo>
                <a:lnTo>
                  <a:pt x="14966" y="50196"/>
                </a:lnTo>
                <a:lnTo>
                  <a:pt x="25717" y="52387"/>
                </a:lnTo>
                <a:lnTo>
                  <a:pt x="37540" y="50577"/>
                </a:lnTo>
                <a:lnTo>
                  <a:pt x="48148" y="44898"/>
                </a:lnTo>
                <a:lnTo>
                  <a:pt x="55542" y="36575"/>
                </a:lnTo>
                <a:lnTo>
                  <a:pt x="59078" y="266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4">
            <a:extLst>
              <a:ext uri="{FF2B5EF4-FFF2-40B4-BE49-F238E27FC236}">
                <a16:creationId xmlns:a16="http://schemas.microsoft.com/office/drawing/2014/main" id="{F99D93EA-5FAF-4670-B66A-538D4E6741A1}"/>
              </a:ext>
            </a:extLst>
          </p:cNvPr>
          <p:cNvSpPr/>
          <p:nvPr/>
        </p:nvSpPr>
        <p:spPr>
          <a:xfrm>
            <a:off x="8287571" y="2937011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8382" y="51816"/>
                </a:moveTo>
                <a:lnTo>
                  <a:pt x="8382" y="12954"/>
                </a:lnTo>
                <a:lnTo>
                  <a:pt x="4572" y="17526"/>
                </a:lnTo>
                <a:lnTo>
                  <a:pt x="4572" y="18288"/>
                </a:lnTo>
                <a:lnTo>
                  <a:pt x="2286" y="22860"/>
                </a:lnTo>
                <a:lnTo>
                  <a:pt x="1524" y="23622"/>
                </a:lnTo>
                <a:lnTo>
                  <a:pt x="762" y="28956"/>
                </a:lnTo>
                <a:lnTo>
                  <a:pt x="0" y="29718"/>
                </a:lnTo>
                <a:lnTo>
                  <a:pt x="0" y="35814"/>
                </a:lnTo>
                <a:lnTo>
                  <a:pt x="1524" y="41910"/>
                </a:lnTo>
                <a:lnTo>
                  <a:pt x="3048" y="44958"/>
                </a:lnTo>
                <a:lnTo>
                  <a:pt x="4572" y="47244"/>
                </a:lnTo>
                <a:lnTo>
                  <a:pt x="6096" y="50292"/>
                </a:lnTo>
                <a:lnTo>
                  <a:pt x="7620" y="51816"/>
                </a:lnTo>
                <a:lnTo>
                  <a:pt x="8382" y="51816"/>
                </a:lnTo>
                <a:close/>
              </a:path>
              <a:path w="69850" h="60960">
                <a:moveTo>
                  <a:pt x="60960" y="48768"/>
                </a:moveTo>
                <a:lnTo>
                  <a:pt x="60960" y="8382"/>
                </a:lnTo>
                <a:lnTo>
                  <a:pt x="56388" y="5334"/>
                </a:lnTo>
                <a:lnTo>
                  <a:pt x="56388" y="4572"/>
                </a:lnTo>
                <a:lnTo>
                  <a:pt x="55626" y="4572"/>
                </a:lnTo>
                <a:lnTo>
                  <a:pt x="51054" y="2286"/>
                </a:lnTo>
                <a:lnTo>
                  <a:pt x="50292" y="2286"/>
                </a:lnTo>
                <a:lnTo>
                  <a:pt x="44958" y="762"/>
                </a:lnTo>
                <a:lnTo>
                  <a:pt x="44196" y="0"/>
                </a:lnTo>
                <a:lnTo>
                  <a:pt x="30886" y="88"/>
                </a:lnTo>
                <a:lnTo>
                  <a:pt x="25146" y="1524"/>
                </a:lnTo>
                <a:lnTo>
                  <a:pt x="24384" y="2286"/>
                </a:lnTo>
                <a:lnTo>
                  <a:pt x="19050" y="4572"/>
                </a:lnTo>
                <a:lnTo>
                  <a:pt x="18288" y="4572"/>
                </a:lnTo>
                <a:lnTo>
                  <a:pt x="13716" y="8382"/>
                </a:lnTo>
                <a:lnTo>
                  <a:pt x="12954" y="8382"/>
                </a:lnTo>
                <a:lnTo>
                  <a:pt x="8382" y="12192"/>
                </a:lnTo>
                <a:lnTo>
                  <a:pt x="8382" y="52578"/>
                </a:lnTo>
                <a:lnTo>
                  <a:pt x="9906" y="53797"/>
                </a:lnTo>
                <a:lnTo>
                  <a:pt x="9906" y="31242"/>
                </a:lnTo>
                <a:lnTo>
                  <a:pt x="10668" y="25908"/>
                </a:lnTo>
                <a:lnTo>
                  <a:pt x="10668" y="27432"/>
                </a:lnTo>
                <a:lnTo>
                  <a:pt x="12192" y="23876"/>
                </a:lnTo>
                <a:lnTo>
                  <a:pt x="12192" y="22860"/>
                </a:lnTo>
                <a:lnTo>
                  <a:pt x="15240" y="19812"/>
                </a:lnTo>
                <a:lnTo>
                  <a:pt x="15240" y="19050"/>
                </a:lnTo>
                <a:lnTo>
                  <a:pt x="19050" y="15240"/>
                </a:lnTo>
                <a:lnTo>
                  <a:pt x="19050" y="15566"/>
                </a:lnTo>
                <a:lnTo>
                  <a:pt x="22860" y="13389"/>
                </a:lnTo>
                <a:lnTo>
                  <a:pt x="22860" y="12954"/>
                </a:lnTo>
                <a:lnTo>
                  <a:pt x="27432" y="10994"/>
                </a:lnTo>
                <a:lnTo>
                  <a:pt x="27432" y="10668"/>
                </a:lnTo>
                <a:lnTo>
                  <a:pt x="32766" y="10001"/>
                </a:lnTo>
                <a:lnTo>
                  <a:pt x="38100" y="9239"/>
                </a:lnTo>
                <a:lnTo>
                  <a:pt x="43434" y="9906"/>
                </a:lnTo>
                <a:lnTo>
                  <a:pt x="43434" y="10123"/>
                </a:lnTo>
                <a:lnTo>
                  <a:pt x="47244" y="11212"/>
                </a:lnTo>
                <a:lnTo>
                  <a:pt x="47244" y="10668"/>
                </a:lnTo>
                <a:lnTo>
                  <a:pt x="51816" y="12954"/>
                </a:lnTo>
                <a:lnTo>
                  <a:pt x="51816" y="13563"/>
                </a:lnTo>
                <a:lnTo>
                  <a:pt x="54102" y="15392"/>
                </a:lnTo>
                <a:lnTo>
                  <a:pt x="54102" y="15240"/>
                </a:lnTo>
                <a:lnTo>
                  <a:pt x="54864" y="16002"/>
                </a:lnTo>
                <a:lnTo>
                  <a:pt x="54864" y="16192"/>
                </a:lnTo>
                <a:lnTo>
                  <a:pt x="57150" y="19050"/>
                </a:lnTo>
                <a:lnTo>
                  <a:pt x="57150" y="18288"/>
                </a:lnTo>
                <a:lnTo>
                  <a:pt x="58674" y="22860"/>
                </a:lnTo>
                <a:lnTo>
                  <a:pt x="59436" y="24384"/>
                </a:lnTo>
                <a:lnTo>
                  <a:pt x="59436" y="50038"/>
                </a:lnTo>
                <a:lnTo>
                  <a:pt x="60960" y="48768"/>
                </a:lnTo>
                <a:close/>
              </a:path>
              <a:path w="69850" h="60960">
                <a:moveTo>
                  <a:pt x="15240" y="57367"/>
                </a:moveTo>
                <a:lnTo>
                  <a:pt x="15240" y="45720"/>
                </a:lnTo>
                <a:lnTo>
                  <a:pt x="12954" y="43434"/>
                </a:lnTo>
                <a:lnTo>
                  <a:pt x="11430" y="40386"/>
                </a:lnTo>
                <a:lnTo>
                  <a:pt x="10668" y="38100"/>
                </a:lnTo>
                <a:lnTo>
                  <a:pt x="9906" y="36576"/>
                </a:lnTo>
                <a:lnTo>
                  <a:pt x="9906" y="53797"/>
                </a:lnTo>
                <a:lnTo>
                  <a:pt x="12192" y="55626"/>
                </a:lnTo>
                <a:lnTo>
                  <a:pt x="12954" y="55626"/>
                </a:lnTo>
                <a:lnTo>
                  <a:pt x="12954" y="56388"/>
                </a:lnTo>
                <a:lnTo>
                  <a:pt x="15240" y="57367"/>
                </a:lnTo>
                <a:close/>
              </a:path>
              <a:path w="69850" h="60960">
                <a:moveTo>
                  <a:pt x="12954" y="22098"/>
                </a:moveTo>
                <a:lnTo>
                  <a:pt x="12192" y="22860"/>
                </a:lnTo>
                <a:lnTo>
                  <a:pt x="12192" y="23876"/>
                </a:lnTo>
                <a:lnTo>
                  <a:pt x="12954" y="22098"/>
                </a:lnTo>
                <a:close/>
              </a:path>
              <a:path w="69850" h="60960">
                <a:moveTo>
                  <a:pt x="18288" y="48006"/>
                </a:moveTo>
                <a:lnTo>
                  <a:pt x="14478" y="44958"/>
                </a:lnTo>
                <a:lnTo>
                  <a:pt x="15240" y="45720"/>
                </a:lnTo>
                <a:lnTo>
                  <a:pt x="15240" y="57367"/>
                </a:lnTo>
                <a:lnTo>
                  <a:pt x="17526" y="58347"/>
                </a:lnTo>
                <a:lnTo>
                  <a:pt x="17526" y="48006"/>
                </a:lnTo>
                <a:lnTo>
                  <a:pt x="18288" y="48006"/>
                </a:lnTo>
                <a:close/>
              </a:path>
              <a:path w="69850" h="60960">
                <a:moveTo>
                  <a:pt x="16002" y="19050"/>
                </a:moveTo>
                <a:lnTo>
                  <a:pt x="15240" y="19050"/>
                </a:lnTo>
                <a:lnTo>
                  <a:pt x="15240" y="19812"/>
                </a:lnTo>
                <a:lnTo>
                  <a:pt x="16002" y="19050"/>
                </a:lnTo>
                <a:close/>
              </a:path>
              <a:path w="69850" h="60960">
                <a:moveTo>
                  <a:pt x="22098" y="59544"/>
                </a:moveTo>
                <a:lnTo>
                  <a:pt x="22098" y="50292"/>
                </a:lnTo>
                <a:lnTo>
                  <a:pt x="17526" y="48006"/>
                </a:lnTo>
                <a:lnTo>
                  <a:pt x="17526" y="58347"/>
                </a:lnTo>
                <a:lnTo>
                  <a:pt x="18288" y="58674"/>
                </a:lnTo>
                <a:lnTo>
                  <a:pt x="19050" y="58674"/>
                </a:lnTo>
                <a:lnTo>
                  <a:pt x="22098" y="59544"/>
                </a:lnTo>
                <a:close/>
              </a:path>
              <a:path w="69850" h="60960">
                <a:moveTo>
                  <a:pt x="19050" y="15566"/>
                </a:moveTo>
                <a:lnTo>
                  <a:pt x="19050" y="15240"/>
                </a:lnTo>
                <a:lnTo>
                  <a:pt x="18288" y="16002"/>
                </a:lnTo>
                <a:lnTo>
                  <a:pt x="19050" y="15566"/>
                </a:lnTo>
                <a:close/>
              </a:path>
              <a:path w="69850" h="60960">
                <a:moveTo>
                  <a:pt x="26670" y="51054"/>
                </a:moveTo>
                <a:lnTo>
                  <a:pt x="21336" y="49530"/>
                </a:lnTo>
                <a:lnTo>
                  <a:pt x="22098" y="50292"/>
                </a:lnTo>
                <a:lnTo>
                  <a:pt x="22098" y="59544"/>
                </a:lnTo>
                <a:lnTo>
                  <a:pt x="24384" y="60198"/>
                </a:lnTo>
                <a:lnTo>
                  <a:pt x="25908" y="60306"/>
                </a:lnTo>
                <a:lnTo>
                  <a:pt x="25908" y="51054"/>
                </a:lnTo>
                <a:lnTo>
                  <a:pt x="26670" y="51054"/>
                </a:lnTo>
                <a:close/>
              </a:path>
              <a:path w="69850" h="60960">
                <a:moveTo>
                  <a:pt x="23622" y="12954"/>
                </a:moveTo>
                <a:lnTo>
                  <a:pt x="22860" y="12954"/>
                </a:lnTo>
                <a:lnTo>
                  <a:pt x="22860" y="13389"/>
                </a:lnTo>
                <a:lnTo>
                  <a:pt x="23622" y="12954"/>
                </a:lnTo>
                <a:close/>
              </a:path>
              <a:path w="69850" h="60960">
                <a:moveTo>
                  <a:pt x="31242" y="60960"/>
                </a:moveTo>
                <a:lnTo>
                  <a:pt x="31242" y="51816"/>
                </a:lnTo>
                <a:lnTo>
                  <a:pt x="30480" y="51816"/>
                </a:lnTo>
                <a:lnTo>
                  <a:pt x="25908" y="51054"/>
                </a:lnTo>
                <a:lnTo>
                  <a:pt x="25908" y="60306"/>
                </a:lnTo>
                <a:lnTo>
                  <a:pt x="30480" y="60960"/>
                </a:lnTo>
                <a:lnTo>
                  <a:pt x="31242" y="60960"/>
                </a:lnTo>
                <a:close/>
              </a:path>
              <a:path w="69850" h="60960">
                <a:moveTo>
                  <a:pt x="28194" y="10668"/>
                </a:moveTo>
                <a:lnTo>
                  <a:pt x="27432" y="10668"/>
                </a:lnTo>
                <a:lnTo>
                  <a:pt x="27432" y="10994"/>
                </a:lnTo>
                <a:lnTo>
                  <a:pt x="28194" y="10668"/>
                </a:lnTo>
                <a:close/>
              </a:path>
              <a:path w="69850" h="60960">
                <a:moveTo>
                  <a:pt x="30886" y="51765"/>
                </a:moveTo>
                <a:lnTo>
                  <a:pt x="30480" y="51707"/>
                </a:lnTo>
                <a:lnTo>
                  <a:pt x="30886" y="51765"/>
                </a:lnTo>
                <a:close/>
              </a:path>
              <a:path w="69850" h="60960">
                <a:moveTo>
                  <a:pt x="36576" y="60960"/>
                </a:moveTo>
                <a:lnTo>
                  <a:pt x="36576" y="51054"/>
                </a:lnTo>
                <a:lnTo>
                  <a:pt x="30886" y="51765"/>
                </a:lnTo>
                <a:lnTo>
                  <a:pt x="31242" y="51816"/>
                </a:lnTo>
                <a:lnTo>
                  <a:pt x="31242" y="60960"/>
                </a:lnTo>
                <a:lnTo>
                  <a:pt x="36576" y="60960"/>
                </a:lnTo>
                <a:close/>
              </a:path>
              <a:path w="69850" h="60960">
                <a:moveTo>
                  <a:pt x="33528" y="9906"/>
                </a:moveTo>
                <a:lnTo>
                  <a:pt x="32766" y="9906"/>
                </a:lnTo>
                <a:lnTo>
                  <a:pt x="33528" y="9906"/>
                </a:lnTo>
                <a:close/>
              </a:path>
              <a:path w="69850" h="60960">
                <a:moveTo>
                  <a:pt x="41910" y="49530"/>
                </a:moveTo>
                <a:lnTo>
                  <a:pt x="35814" y="51054"/>
                </a:lnTo>
                <a:lnTo>
                  <a:pt x="36576" y="51054"/>
                </a:lnTo>
                <a:lnTo>
                  <a:pt x="36576" y="60960"/>
                </a:lnTo>
                <a:lnTo>
                  <a:pt x="38455" y="60871"/>
                </a:lnTo>
                <a:lnTo>
                  <a:pt x="41148" y="60198"/>
                </a:lnTo>
                <a:lnTo>
                  <a:pt x="41148" y="50292"/>
                </a:lnTo>
                <a:lnTo>
                  <a:pt x="41910" y="49530"/>
                </a:lnTo>
                <a:close/>
              </a:path>
              <a:path w="69850" h="60960">
                <a:moveTo>
                  <a:pt x="38455" y="9194"/>
                </a:moveTo>
                <a:lnTo>
                  <a:pt x="38100" y="9144"/>
                </a:lnTo>
                <a:lnTo>
                  <a:pt x="38455" y="9194"/>
                </a:lnTo>
                <a:close/>
              </a:path>
              <a:path w="69850" h="60960">
                <a:moveTo>
                  <a:pt x="38862" y="9252"/>
                </a:moveTo>
                <a:lnTo>
                  <a:pt x="38455" y="9194"/>
                </a:lnTo>
                <a:lnTo>
                  <a:pt x="38862" y="9252"/>
                </a:lnTo>
                <a:close/>
              </a:path>
              <a:path w="69850" h="60960">
                <a:moveTo>
                  <a:pt x="46482" y="58020"/>
                </a:moveTo>
                <a:lnTo>
                  <a:pt x="46482" y="48006"/>
                </a:lnTo>
                <a:lnTo>
                  <a:pt x="41148" y="50292"/>
                </a:lnTo>
                <a:lnTo>
                  <a:pt x="41148" y="60198"/>
                </a:lnTo>
                <a:lnTo>
                  <a:pt x="44196" y="59436"/>
                </a:lnTo>
                <a:lnTo>
                  <a:pt x="44196" y="58674"/>
                </a:lnTo>
                <a:lnTo>
                  <a:pt x="44958" y="58674"/>
                </a:lnTo>
                <a:lnTo>
                  <a:pt x="46482" y="58020"/>
                </a:lnTo>
                <a:close/>
              </a:path>
              <a:path w="69850" h="60960">
                <a:moveTo>
                  <a:pt x="43434" y="10123"/>
                </a:moveTo>
                <a:lnTo>
                  <a:pt x="43434" y="9906"/>
                </a:lnTo>
                <a:lnTo>
                  <a:pt x="42672" y="9906"/>
                </a:lnTo>
                <a:lnTo>
                  <a:pt x="43434" y="10123"/>
                </a:lnTo>
                <a:close/>
              </a:path>
              <a:path w="69850" h="60960">
                <a:moveTo>
                  <a:pt x="54102" y="53848"/>
                </a:moveTo>
                <a:lnTo>
                  <a:pt x="54102" y="41910"/>
                </a:lnTo>
                <a:lnTo>
                  <a:pt x="50292" y="45720"/>
                </a:lnTo>
                <a:lnTo>
                  <a:pt x="50292" y="44958"/>
                </a:lnTo>
                <a:lnTo>
                  <a:pt x="45720" y="48006"/>
                </a:lnTo>
                <a:lnTo>
                  <a:pt x="46482" y="48006"/>
                </a:lnTo>
                <a:lnTo>
                  <a:pt x="46482" y="58020"/>
                </a:lnTo>
                <a:lnTo>
                  <a:pt x="50292" y="56388"/>
                </a:lnTo>
                <a:lnTo>
                  <a:pt x="51054" y="56388"/>
                </a:lnTo>
                <a:lnTo>
                  <a:pt x="54102" y="53848"/>
                </a:lnTo>
                <a:close/>
              </a:path>
              <a:path w="69850" h="60960">
                <a:moveTo>
                  <a:pt x="48006" y="11430"/>
                </a:moveTo>
                <a:lnTo>
                  <a:pt x="47244" y="10668"/>
                </a:lnTo>
                <a:lnTo>
                  <a:pt x="47244" y="11212"/>
                </a:lnTo>
                <a:lnTo>
                  <a:pt x="48006" y="11430"/>
                </a:lnTo>
                <a:close/>
              </a:path>
              <a:path w="69850" h="60960">
                <a:moveTo>
                  <a:pt x="51816" y="13563"/>
                </a:moveTo>
                <a:lnTo>
                  <a:pt x="51816" y="12954"/>
                </a:lnTo>
                <a:lnTo>
                  <a:pt x="51054" y="12954"/>
                </a:lnTo>
                <a:lnTo>
                  <a:pt x="51816" y="13563"/>
                </a:lnTo>
                <a:close/>
              </a:path>
              <a:path w="69850" h="60960">
                <a:moveTo>
                  <a:pt x="58674" y="50673"/>
                </a:moveTo>
                <a:lnTo>
                  <a:pt x="58674" y="33528"/>
                </a:lnTo>
                <a:lnTo>
                  <a:pt x="56388" y="38862"/>
                </a:lnTo>
                <a:lnTo>
                  <a:pt x="56388" y="38100"/>
                </a:lnTo>
                <a:lnTo>
                  <a:pt x="53340" y="41910"/>
                </a:lnTo>
                <a:lnTo>
                  <a:pt x="54102" y="41910"/>
                </a:lnTo>
                <a:lnTo>
                  <a:pt x="54102" y="53848"/>
                </a:lnTo>
                <a:lnTo>
                  <a:pt x="55626" y="52578"/>
                </a:lnTo>
                <a:lnTo>
                  <a:pt x="56388" y="52578"/>
                </a:lnTo>
                <a:lnTo>
                  <a:pt x="58674" y="50673"/>
                </a:lnTo>
                <a:close/>
              </a:path>
              <a:path w="69850" h="60960">
                <a:moveTo>
                  <a:pt x="54864" y="16002"/>
                </a:moveTo>
                <a:lnTo>
                  <a:pt x="54102" y="15240"/>
                </a:lnTo>
                <a:lnTo>
                  <a:pt x="54440" y="15663"/>
                </a:lnTo>
                <a:lnTo>
                  <a:pt x="54864" y="16002"/>
                </a:lnTo>
                <a:close/>
              </a:path>
              <a:path w="69850" h="60960">
                <a:moveTo>
                  <a:pt x="54440" y="15663"/>
                </a:moveTo>
                <a:lnTo>
                  <a:pt x="54102" y="15240"/>
                </a:lnTo>
                <a:lnTo>
                  <a:pt x="54102" y="15392"/>
                </a:lnTo>
                <a:lnTo>
                  <a:pt x="54440" y="15663"/>
                </a:lnTo>
                <a:close/>
              </a:path>
              <a:path w="69850" h="60960">
                <a:moveTo>
                  <a:pt x="54864" y="16192"/>
                </a:moveTo>
                <a:lnTo>
                  <a:pt x="54864" y="16002"/>
                </a:lnTo>
                <a:lnTo>
                  <a:pt x="54440" y="15663"/>
                </a:lnTo>
                <a:lnTo>
                  <a:pt x="54864" y="16192"/>
                </a:lnTo>
                <a:close/>
              </a:path>
              <a:path w="69850" h="60960">
                <a:moveTo>
                  <a:pt x="59436" y="50038"/>
                </a:moveTo>
                <a:lnTo>
                  <a:pt x="59436" y="29718"/>
                </a:lnTo>
                <a:lnTo>
                  <a:pt x="57912" y="35052"/>
                </a:lnTo>
                <a:lnTo>
                  <a:pt x="58674" y="33528"/>
                </a:lnTo>
                <a:lnTo>
                  <a:pt x="58674" y="50673"/>
                </a:lnTo>
                <a:lnTo>
                  <a:pt x="59436" y="50038"/>
                </a:lnTo>
                <a:close/>
              </a:path>
              <a:path w="69850" h="60960">
                <a:moveTo>
                  <a:pt x="64770" y="43434"/>
                </a:moveTo>
                <a:lnTo>
                  <a:pt x="64770" y="12954"/>
                </a:lnTo>
                <a:lnTo>
                  <a:pt x="61722" y="9144"/>
                </a:lnTo>
                <a:lnTo>
                  <a:pt x="60960" y="9144"/>
                </a:lnTo>
                <a:lnTo>
                  <a:pt x="60960" y="48006"/>
                </a:lnTo>
                <a:lnTo>
                  <a:pt x="64770" y="43434"/>
                </a:lnTo>
                <a:close/>
              </a:path>
              <a:path w="69850" h="60960">
                <a:moveTo>
                  <a:pt x="68580" y="32004"/>
                </a:moveTo>
                <a:lnTo>
                  <a:pt x="68580" y="22098"/>
                </a:lnTo>
                <a:lnTo>
                  <a:pt x="67818" y="19050"/>
                </a:lnTo>
                <a:lnTo>
                  <a:pt x="66294" y="16002"/>
                </a:lnTo>
                <a:lnTo>
                  <a:pt x="64770" y="13716"/>
                </a:lnTo>
                <a:lnTo>
                  <a:pt x="64770" y="42672"/>
                </a:lnTo>
                <a:lnTo>
                  <a:pt x="67056" y="38100"/>
                </a:lnTo>
                <a:lnTo>
                  <a:pt x="67056" y="37338"/>
                </a:lnTo>
                <a:lnTo>
                  <a:pt x="67818" y="37338"/>
                </a:lnTo>
                <a:lnTo>
                  <a:pt x="68580" y="32004"/>
                </a:lnTo>
                <a:close/>
              </a:path>
              <a:path w="69850" h="60960">
                <a:moveTo>
                  <a:pt x="69342" y="25908"/>
                </a:moveTo>
                <a:lnTo>
                  <a:pt x="69342" y="25146"/>
                </a:lnTo>
                <a:lnTo>
                  <a:pt x="68580" y="25146"/>
                </a:lnTo>
                <a:lnTo>
                  <a:pt x="68580" y="31242"/>
                </a:lnTo>
                <a:lnTo>
                  <a:pt x="69342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25">
            <a:extLst>
              <a:ext uri="{FF2B5EF4-FFF2-40B4-BE49-F238E27FC236}">
                <a16:creationId xmlns:a16="http://schemas.microsoft.com/office/drawing/2014/main" id="{3B415BBA-6F21-439A-9814-FDEBA30E509F}"/>
              </a:ext>
            </a:extLst>
          </p:cNvPr>
          <p:cNvSpPr/>
          <p:nvPr/>
        </p:nvSpPr>
        <p:spPr>
          <a:xfrm>
            <a:off x="9647517" y="4008406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19050" y="15906"/>
                </a:moveTo>
                <a:lnTo>
                  <a:pt x="19050" y="5238"/>
                </a:lnTo>
                <a:lnTo>
                  <a:pt x="18288" y="5238"/>
                </a:lnTo>
                <a:lnTo>
                  <a:pt x="13716" y="8286"/>
                </a:lnTo>
                <a:lnTo>
                  <a:pt x="12954" y="8286"/>
                </a:lnTo>
                <a:lnTo>
                  <a:pt x="12954" y="9048"/>
                </a:lnTo>
                <a:lnTo>
                  <a:pt x="9144" y="12858"/>
                </a:lnTo>
                <a:lnTo>
                  <a:pt x="8382" y="12858"/>
                </a:lnTo>
                <a:lnTo>
                  <a:pt x="5334" y="17430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762" y="28098"/>
                </a:lnTo>
                <a:lnTo>
                  <a:pt x="0" y="28860"/>
                </a:lnTo>
                <a:lnTo>
                  <a:pt x="7620" y="50196"/>
                </a:lnTo>
                <a:lnTo>
                  <a:pt x="7620" y="50958"/>
                </a:lnTo>
                <a:lnTo>
                  <a:pt x="8382" y="50958"/>
                </a:lnTo>
                <a:lnTo>
                  <a:pt x="9144" y="51568"/>
                </a:lnTo>
                <a:lnTo>
                  <a:pt x="9144" y="33432"/>
                </a:lnTo>
                <a:lnTo>
                  <a:pt x="9906" y="31908"/>
                </a:lnTo>
                <a:lnTo>
                  <a:pt x="9906" y="31146"/>
                </a:lnTo>
                <a:lnTo>
                  <a:pt x="10668" y="25812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9869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59054">
                <a:moveTo>
                  <a:pt x="14260" y="43774"/>
                </a:moveTo>
                <a:lnTo>
                  <a:pt x="12954" y="41814"/>
                </a:lnTo>
                <a:lnTo>
                  <a:pt x="11430" y="40290"/>
                </a:lnTo>
                <a:lnTo>
                  <a:pt x="9906" y="37242"/>
                </a:lnTo>
                <a:lnTo>
                  <a:pt x="9906" y="35718"/>
                </a:lnTo>
                <a:lnTo>
                  <a:pt x="9144" y="33432"/>
                </a:lnTo>
                <a:lnTo>
                  <a:pt x="9144" y="51568"/>
                </a:lnTo>
                <a:lnTo>
                  <a:pt x="12192" y="54006"/>
                </a:lnTo>
                <a:lnTo>
                  <a:pt x="12954" y="54006"/>
                </a:lnTo>
                <a:lnTo>
                  <a:pt x="13716" y="54387"/>
                </a:lnTo>
                <a:lnTo>
                  <a:pt x="13716" y="43338"/>
                </a:lnTo>
                <a:lnTo>
                  <a:pt x="14260" y="43774"/>
                </a:lnTo>
                <a:close/>
              </a:path>
              <a:path w="68579" h="59054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59054">
                <a:moveTo>
                  <a:pt x="14478" y="44100"/>
                </a:moveTo>
                <a:lnTo>
                  <a:pt x="14260" y="43774"/>
                </a:lnTo>
                <a:lnTo>
                  <a:pt x="13716" y="43338"/>
                </a:lnTo>
                <a:lnTo>
                  <a:pt x="14478" y="44100"/>
                </a:lnTo>
                <a:close/>
              </a:path>
              <a:path w="68579" h="59054">
                <a:moveTo>
                  <a:pt x="14478" y="54768"/>
                </a:moveTo>
                <a:lnTo>
                  <a:pt x="14478" y="44100"/>
                </a:lnTo>
                <a:lnTo>
                  <a:pt x="13716" y="43338"/>
                </a:lnTo>
                <a:lnTo>
                  <a:pt x="13716" y="54387"/>
                </a:lnTo>
                <a:lnTo>
                  <a:pt x="14478" y="54768"/>
                </a:lnTo>
                <a:close/>
              </a:path>
              <a:path w="68579" h="59054">
                <a:moveTo>
                  <a:pt x="17526" y="56292"/>
                </a:moveTo>
                <a:lnTo>
                  <a:pt x="17526" y="46386"/>
                </a:lnTo>
                <a:lnTo>
                  <a:pt x="14260" y="43774"/>
                </a:lnTo>
                <a:lnTo>
                  <a:pt x="14478" y="44100"/>
                </a:lnTo>
                <a:lnTo>
                  <a:pt x="14478" y="54768"/>
                </a:lnTo>
                <a:lnTo>
                  <a:pt x="17526" y="56292"/>
                </a:lnTo>
                <a:close/>
              </a:path>
              <a:path w="68579" h="59054">
                <a:moveTo>
                  <a:pt x="16002" y="18954"/>
                </a:moveTo>
                <a:lnTo>
                  <a:pt x="15240" y="19716"/>
                </a:lnTo>
                <a:lnTo>
                  <a:pt x="15240" y="19869"/>
                </a:lnTo>
                <a:lnTo>
                  <a:pt x="16002" y="18954"/>
                </a:lnTo>
                <a:close/>
              </a:path>
              <a:path w="68579" h="59054">
                <a:moveTo>
                  <a:pt x="21336" y="47910"/>
                </a:moveTo>
                <a:lnTo>
                  <a:pt x="16764" y="45624"/>
                </a:lnTo>
                <a:lnTo>
                  <a:pt x="17526" y="46386"/>
                </a:lnTo>
                <a:lnTo>
                  <a:pt x="17526" y="56292"/>
                </a:lnTo>
                <a:lnTo>
                  <a:pt x="18288" y="57054"/>
                </a:lnTo>
                <a:lnTo>
                  <a:pt x="20574" y="57381"/>
                </a:lnTo>
                <a:lnTo>
                  <a:pt x="20574" y="47910"/>
                </a:lnTo>
                <a:lnTo>
                  <a:pt x="21336" y="47910"/>
                </a:lnTo>
                <a:close/>
              </a:path>
              <a:path w="68579" h="59054">
                <a:moveTo>
                  <a:pt x="68580" y="30384"/>
                </a:moveTo>
                <a:lnTo>
                  <a:pt x="68580" y="24288"/>
                </a:lnTo>
                <a:lnTo>
                  <a:pt x="67818" y="20478"/>
                </a:lnTo>
                <a:lnTo>
                  <a:pt x="67056" y="18192"/>
                </a:lnTo>
                <a:lnTo>
                  <a:pt x="66294" y="15144"/>
                </a:lnTo>
                <a:lnTo>
                  <a:pt x="64770" y="12858"/>
                </a:lnTo>
                <a:lnTo>
                  <a:pt x="64770" y="12096"/>
                </a:lnTo>
                <a:lnTo>
                  <a:pt x="61722" y="8286"/>
                </a:lnTo>
                <a:lnTo>
                  <a:pt x="60198" y="8286"/>
                </a:lnTo>
                <a:lnTo>
                  <a:pt x="56388" y="5238"/>
                </a:lnTo>
                <a:lnTo>
                  <a:pt x="56388" y="4476"/>
                </a:lnTo>
                <a:lnTo>
                  <a:pt x="55626" y="4476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908" y="2190"/>
                </a:lnTo>
                <a:lnTo>
                  <a:pt x="25146" y="2190"/>
                </a:lnTo>
                <a:lnTo>
                  <a:pt x="19050" y="4476"/>
                </a:lnTo>
                <a:lnTo>
                  <a:pt x="19050" y="16668"/>
                </a:lnTo>
                <a:lnTo>
                  <a:pt x="22860" y="14128"/>
                </a:lnTo>
                <a:lnTo>
                  <a:pt x="22860" y="13620"/>
                </a:lnTo>
                <a:lnTo>
                  <a:pt x="28194" y="11620"/>
                </a:lnTo>
                <a:lnTo>
                  <a:pt x="28194" y="11334"/>
                </a:lnTo>
                <a:lnTo>
                  <a:pt x="32766" y="10028"/>
                </a:lnTo>
                <a:lnTo>
                  <a:pt x="32766" y="9810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588"/>
                </a:lnTo>
                <a:lnTo>
                  <a:pt x="51816" y="12858"/>
                </a:lnTo>
                <a:lnTo>
                  <a:pt x="51816" y="13468"/>
                </a:lnTo>
                <a:lnTo>
                  <a:pt x="54102" y="15297"/>
                </a:lnTo>
                <a:lnTo>
                  <a:pt x="54102" y="15144"/>
                </a:lnTo>
                <a:lnTo>
                  <a:pt x="57150" y="18192"/>
                </a:lnTo>
                <a:lnTo>
                  <a:pt x="57150" y="18573"/>
                </a:lnTo>
                <a:lnTo>
                  <a:pt x="57912" y="19716"/>
                </a:lnTo>
                <a:lnTo>
                  <a:pt x="58674" y="21240"/>
                </a:lnTo>
                <a:lnTo>
                  <a:pt x="58674" y="23526"/>
                </a:lnTo>
                <a:lnTo>
                  <a:pt x="59340" y="24860"/>
                </a:lnTo>
                <a:lnTo>
                  <a:pt x="59436" y="24288"/>
                </a:lnTo>
                <a:lnTo>
                  <a:pt x="59436" y="47021"/>
                </a:lnTo>
                <a:lnTo>
                  <a:pt x="60198" y="46386"/>
                </a:lnTo>
                <a:lnTo>
                  <a:pt x="60198" y="45624"/>
                </a:lnTo>
                <a:lnTo>
                  <a:pt x="64008" y="41814"/>
                </a:lnTo>
                <a:lnTo>
                  <a:pt x="64008" y="41052"/>
                </a:lnTo>
                <a:lnTo>
                  <a:pt x="66294" y="36480"/>
                </a:lnTo>
                <a:lnTo>
                  <a:pt x="67056" y="35718"/>
                </a:lnTo>
                <a:lnTo>
                  <a:pt x="67056" y="34956"/>
                </a:lnTo>
                <a:lnTo>
                  <a:pt x="68580" y="30384"/>
                </a:lnTo>
                <a:close/>
              </a:path>
              <a:path w="68579" h="59054">
                <a:moveTo>
                  <a:pt x="30480" y="58578"/>
                </a:moveTo>
                <a:lnTo>
                  <a:pt x="30480" y="49434"/>
                </a:lnTo>
                <a:lnTo>
                  <a:pt x="29718" y="49434"/>
                </a:lnTo>
                <a:lnTo>
                  <a:pt x="25146" y="48672"/>
                </a:lnTo>
                <a:lnTo>
                  <a:pt x="20574" y="47910"/>
                </a:lnTo>
                <a:lnTo>
                  <a:pt x="20574" y="57381"/>
                </a:lnTo>
                <a:lnTo>
                  <a:pt x="23622" y="57816"/>
                </a:lnTo>
                <a:lnTo>
                  <a:pt x="24384" y="58578"/>
                </a:lnTo>
                <a:lnTo>
                  <a:pt x="30480" y="58578"/>
                </a:lnTo>
                <a:close/>
              </a:path>
              <a:path w="68579" h="59054">
                <a:moveTo>
                  <a:pt x="23622" y="13620"/>
                </a:moveTo>
                <a:lnTo>
                  <a:pt x="22860" y="13620"/>
                </a:lnTo>
                <a:lnTo>
                  <a:pt x="22860" y="14128"/>
                </a:lnTo>
                <a:lnTo>
                  <a:pt x="23622" y="13620"/>
                </a:lnTo>
                <a:close/>
              </a:path>
              <a:path w="68579" h="59054">
                <a:moveTo>
                  <a:pt x="25908" y="48672"/>
                </a:moveTo>
                <a:lnTo>
                  <a:pt x="25146" y="48563"/>
                </a:lnTo>
                <a:lnTo>
                  <a:pt x="25908" y="48672"/>
                </a:lnTo>
                <a:close/>
              </a:path>
              <a:path w="68579" h="59054">
                <a:moveTo>
                  <a:pt x="28956" y="11334"/>
                </a:moveTo>
                <a:lnTo>
                  <a:pt x="28194" y="11334"/>
                </a:lnTo>
                <a:lnTo>
                  <a:pt x="28194" y="11620"/>
                </a:lnTo>
                <a:lnTo>
                  <a:pt x="28956" y="11334"/>
                </a:lnTo>
                <a:close/>
              </a:path>
              <a:path w="68579" h="59054">
                <a:moveTo>
                  <a:pt x="30124" y="49383"/>
                </a:moveTo>
                <a:lnTo>
                  <a:pt x="29718" y="49325"/>
                </a:lnTo>
                <a:lnTo>
                  <a:pt x="30124" y="49383"/>
                </a:lnTo>
                <a:close/>
              </a:path>
              <a:path w="68579" h="59054">
                <a:moveTo>
                  <a:pt x="35814" y="58578"/>
                </a:moveTo>
                <a:lnTo>
                  <a:pt x="35814" y="48672"/>
                </a:lnTo>
                <a:lnTo>
                  <a:pt x="30124" y="49383"/>
                </a:lnTo>
                <a:lnTo>
                  <a:pt x="30480" y="49434"/>
                </a:lnTo>
                <a:lnTo>
                  <a:pt x="30480" y="58578"/>
                </a:lnTo>
                <a:lnTo>
                  <a:pt x="35814" y="58578"/>
                </a:lnTo>
                <a:close/>
              </a:path>
              <a:path w="68579" h="59054">
                <a:moveTo>
                  <a:pt x="33528" y="9810"/>
                </a:moveTo>
                <a:lnTo>
                  <a:pt x="32766" y="9810"/>
                </a:lnTo>
                <a:lnTo>
                  <a:pt x="32766" y="10028"/>
                </a:lnTo>
                <a:lnTo>
                  <a:pt x="33528" y="9810"/>
                </a:lnTo>
                <a:close/>
              </a:path>
              <a:path w="68579" h="59054">
                <a:moveTo>
                  <a:pt x="41148" y="47148"/>
                </a:moveTo>
                <a:lnTo>
                  <a:pt x="35052" y="48672"/>
                </a:lnTo>
                <a:lnTo>
                  <a:pt x="35814" y="48672"/>
                </a:lnTo>
                <a:lnTo>
                  <a:pt x="35814" y="58578"/>
                </a:lnTo>
                <a:lnTo>
                  <a:pt x="36576" y="58578"/>
                </a:lnTo>
                <a:lnTo>
                  <a:pt x="36576" y="57816"/>
                </a:lnTo>
                <a:lnTo>
                  <a:pt x="37338" y="57816"/>
                </a:lnTo>
                <a:lnTo>
                  <a:pt x="40386" y="57054"/>
                </a:lnTo>
                <a:lnTo>
                  <a:pt x="40386" y="47910"/>
                </a:lnTo>
                <a:lnTo>
                  <a:pt x="41148" y="47148"/>
                </a:lnTo>
                <a:close/>
              </a:path>
              <a:path w="68579" h="59054">
                <a:moveTo>
                  <a:pt x="45720" y="44862"/>
                </a:moveTo>
                <a:lnTo>
                  <a:pt x="40386" y="47910"/>
                </a:lnTo>
                <a:lnTo>
                  <a:pt x="40386" y="57054"/>
                </a:lnTo>
                <a:lnTo>
                  <a:pt x="43434" y="56292"/>
                </a:lnTo>
                <a:lnTo>
                  <a:pt x="44196" y="56292"/>
                </a:lnTo>
                <a:lnTo>
                  <a:pt x="44958" y="55966"/>
                </a:lnTo>
                <a:lnTo>
                  <a:pt x="44958" y="45624"/>
                </a:lnTo>
                <a:lnTo>
                  <a:pt x="45720" y="44862"/>
                </a:lnTo>
                <a:close/>
              </a:path>
              <a:path w="68579" h="59054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59054">
                <a:moveTo>
                  <a:pt x="50292" y="54006"/>
                </a:moveTo>
                <a:lnTo>
                  <a:pt x="50292" y="42576"/>
                </a:lnTo>
                <a:lnTo>
                  <a:pt x="44958" y="45624"/>
                </a:lnTo>
                <a:lnTo>
                  <a:pt x="44958" y="55966"/>
                </a:lnTo>
                <a:lnTo>
                  <a:pt x="49530" y="54006"/>
                </a:lnTo>
                <a:lnTo>
                  <a:pt x="50292" y="54006"/>
                </a:lnTo>
                <a:close/>
              </a:path>
              <a:path w="68579" h="59054">
                <a:moveTo>
                  <a:pt x="48006" y="11588"/>
                </a:moveTo>
                <a:lnTo>
                  <a:pt x="48006" y="11334"/>
                </a:lnTo>
                <a:lnTo>
                  <a:pt x="47244" y="11334"/>
                </a:lnTo>
                <a:lnTo>
                  <a:pt x="48006" y="11588"/>
                </a:lnTo>
                <a:close/>
              </a:path>
              <a:path w="68579" h="59054">
                <a:moveTo>
                  <a:pt x="53340" y="51212"/>
                </a:moveTo>
                <a:lnTo>
                  <a:pt x="53340" y="39528"/>
                </a:lnTo>
                <a:lnTo>
                  <a:pt x="49530" y="42576"/>
                </a:lnTo>
                <a:lnTo>
                  <a:pt x="50292" y="42576"/>
                </a:lnTo>
                <a:lnTo>
                  <a:pt x="50292" y="53244"/>
                </a:lnTo>
                <a:lnTo>
                  <a:pt x="53340" y="51212"/>
                </a:lnTo>
                <a:close/>
              </a:path>
              <a:path w="68579" h="59054">
                <a:moveTo>
                  <a:pt x="51816" y="13468"/>
                </a:moveTo>
                <a:lnTo>
                  <a:pt x="51816" y="12858"/>
                </a:lnTo>
                <a:lnTo>
                  <a:pt x="51054" y="12858"/>
                </a:lnTo>
                <a:lnTo>
                  <a:pt x="51816" y="13468"/>
                </a:lnTo>
                <a:close/>
              </a:path>
              <a:path w="68579" h="59054">
                <a:moveTo>
                  <a:pt x="56388" y="49561"/>
                </a:moveTo>
                <a:lnTo>
                  <a:pt x="56388" y="35718"/>
                </a:lnTo>
                <a:lnTo>
                  <a:pt x="52578" y="39528"/>
                </a:lnTo>
                <a:lnTo>
                  <a:pt x="53340" y="39528"/>
                </a:lnTo>
                <a:lnTo>
                  <a:pt x="53340" y="51212"/>
                </a:lnTo>
                <a:lnTo>
                  <a:pt x="54864" y="50196"/>
                </a:lnTo>
                <a:lnTo>
                  <a:pt x="55626" y="50196"/>
                </a:lnTo>
                <a:lnTo>
                  <a:pt x="56388" y="49561"/>
                </a:lnTo>
                <a:close/>
              </a:path>
              <a:path w="68579" h="59054">
                <a:moveTo>
                  <a:pt x="54864" y="15906"/>
                </a:moveTo>
                <a:lnTo>
                  <a:pt x="54102" y="15144"/>
                </a:lnTo>
                <a:lnTo>
                  <a:pt x="54102" y="15297"/>
                </a:lnTo>
                <a:lnTo>
                  <a:pt x="54864" y="15906"/>
                </a:lnTo>
                <a:close/>
              </a:path>
              <a:path w="68579" h="59054">
                <a:moveTo>
                  <a:pt x="59436" y="47021"/>
                </a:moveTo>
                <a:lnTo>
                  <a:pt x="59436" y="25050"/>
                </a:lnTo>
                <a:lnTo>
                  <a:pt x="59340" y="24860"/>
                </a:lnTo>
                <a:lnTo>
                  <a:pt x="58674" y="28860"/>
                </a:lnTo>
                <a:lnTo>
                  <a:pt x="58674" y="28098"/>
                </a:lnTo>
                <a:lnTo>
                  <a:pt x="57912" y="32670"/>
                </a:lnTo>
                <a:lnTo>
                  <a:pt x="57912" y="31908"/>
                </a:lnTo>
                <a:lnTo>
                  <a:pt x="55626" y="36480"/>
                </a:lnTo>
                <a:lnTo>
                  <a:pt x="56388" y="35718"/>
                </a:lnTo>
                <a:lnTo>
                  <a:pt x="56388" y="49561"/>
                </a:lnTo>
                <a:lnTo>
                  <a:pt x="59436" y="47021"/>
                </a:lnTo>
                <a:close/>
              </a:path>
              <a:path w="68579" h="59054">
                <a:moveTo>
                  <a:pt x="57150" y="18573"/>
                </a:moveTo>
                <a:lnTo>
                  <a:pt x="57150" y="18192"/>
                </a:lnTo>
                <a:lnTo>
                  <a:pt x="56388" y="17430"/>
                </a:lnTo>
                <a:lnTo>
                  <a:pt x="57150" y="18573"/>
                </a:lnTo>
                <a:close/>
              </a:path>
              <a:path w="68579" h="59054">
                <a:moveTo>
                  <a:pt x="59436" y="25050"/>
                </a:moveTo>
                <a:lnTo>
                  <a:pt x="59436" y="24288"/>
                </a:lnTo>
                <a:lnTo>
                  <a:pt x="59340" y="24860"/>
                </a:lnTo>
                <a:lnTo>
                  <a:pt x="59436" y="25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26">
            <a:extLst>
              <a:ext uri="{FF2B5EF4-FFF2-40B4-BE49-F238E27FC236}">
                <a16:creationId xmlns:a16="http://schemas.microsoft.com/office/drawing/2014/main" id="{1C2AE0F5-EF0D-4A66-906C-49E06BD5987F}"/>
              </a:ext>
            </a:extLst>
          </p:cNvPr>
          <p:cNvSpPr/>
          <p:nvPr/>
        </p:nvSpPr>
        <p:spPr>
          <a:xfrm>
            <a:off x="7289799" y="2321136"/>
            <a:ext cx="74407" cy="672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3" name="object 27">
            <a:extLst>
              <a:ext uri="{FF2B5EF4-FFF2-40B4-BE49-F238E27FC236}">
                <a16:creationId xmlns:a16="http://schemas.microsoft.com/office/drawing/2014/main" id="{6E994CD1-4979-447F-AF4E-66EE8B3E6971}"/>
              </a:ext>
            </a:extLst>
          </p:cNvPr>
          <p:cNvSpPr/>
          <p:nvPr/>
        </p:nvSpPr>
        <p:spPr>
          <a:xfrm>
            <a:off x="7607151" y="4891317"/>
            <a:ext cx="82475" cy="761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5" name="object 28">
            <a:extLst>
              <a:ext uri="{FF2B5EF4-FFF2-40B4-BE49-F238E27FC236}">
                <a16:creationId xmlns:a16="http://schemas.microsoft.com/office/drawing/2014/main" id="{C63BA7FF-68A6-4FCC-B468-F0AC1E451F4D}"/>
              </a:ext>
            </a:extLst>
          </p:cNvPr>
          <p:cNvSpPr/>
          <p:nvPr/>
        </p:nvSpPr>
        <p:spPr>
          <a:xfrm>
            <a:off x="7850094" y="1540308"/>
            <a:ext cx="74407" cy="672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29">
            <a:extLst>
              <a:ext uri="{FF2B5EF4-FFF2-40B4-BE49-F238E27FC236}">
                <a16:creationId xmlns:a16="http://schemas.microsoft.com/office/drawing/2014/main" id="{F4EA752A-2D86-4C2D-86CA-372D53A57551}"/>
              </a:ext>
            </a:extLst>
          </p:cNvPr>
          <p:cNvSpPr/>
          <p:nvPr/>
        </p:nvSpPr>
        <p:spPr>
          <a:xfrm>
            <a:off x="8984128" y="3596814"/>
            <a:ext cx="82280" cy="7978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89511DD5-6068-4142-90B7-0C5E47357386}"/>
              </a:ext>
            </a:extLst>
          </p:cNvPr>
          <p:cNvSpPr/>
          <p:nvPr/>
        </p:nvSpPr>
        <p:spPr>
          <a:xfrm>
            <a:off x="5189371" y="2610826"/>
            <a:ext cx="2866015" cy="14744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1" name="object 31">
            <a:extLst>
              <a:ext uri="{FF2B5EF4-FFF2-40B4-BE49-F238E27FC236}">
                <a16:creationId xmlns:a16="http://schemas.microsoft.com/office/drawing/2014/main" id="{F5F4B0CE-EB2F-460F-934C-D68E48970F69}"/>
              </a:ext>
            </a:extLst>
          </p:cNvPr>
          <p:cNvSpPr/>
          <p:nvPr/>
        </p:nvSpPr>
        <p:spPr>
          <a:xfrm>
            <a:off x="9351682" y="2683308"/>
            <a:ext cx="74407" cy="672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3" name="object 32">
            <a:extLst>
              <a:ext uri="{FF2B5EF4-FFF2-40B4-BE49-F238E27FC236}">
                <a16:creationId xmlns:a16="http://schemas.microsoft.com/office/drawing/2014/main" id="{33BF90FF-A8FA-4910-A10A-7ABD89A395D0}"/>
              </a:ext>
            </a:extLst>
          </p:cNvPr>
          <p:cNvSpPr/>
          <p:nvPr/>
        </p:nvSpPr>
        <p:spPr>
          <a:xfrm>
            <a:off x="6375400" y="1493692"/>
            <a:ext cx="70224" cy="56029"/>
          </a:xfrm>
          <a:custGeom>
            <a:avLst/>
            <a:gdLst/>
            <a:ahLst/>
            <a:cxnLst/>
            <a:rect l="l" t="t" r="r" b="b"/>
            <a:pathLst>
              <a:path w="59689" h="47625">
                <a:moveTo>
                  <a:pt x="59435" y="28194"/>
                </a:moveTo>
                <a:lnTo>
                  <a:pt x="58269" y="18645"/>
                </a:lnTo>
                <a:lnTo>
                  <a:pt x="52958" y="10096"/>
                </a:lnTo>
                <a:lnTo>
                  <a:pt x="44219" y="3548"/>
                </a:lnTo>
                <a:lnTo>
                  <a:pt x="32765" y="0"/>
                </a:lnTo>
                <a:lnTo>
                  <a:pt x="21109" y="202"/>
                </a:lnTo>
                <a:lnTo>
                  <a:pt x="10953" y="3905"/>
                </a:lnTo>
                <a:lnTo>
                  <a:pt x="3512" y="10608"/>
                </a:lnTo>
                <a:lnTo>
                  <a:pt x="0" y="19812"/>
                </a:lnTo>
                <a:lnTo>
                  <a:pt x="833" y="29241"/>
                </a:lnTo>
                <a:lnTo>
                  <a:pt x="6095" y="37528"/>
                </a:lnTo>
                <a:lnTo>
                  <a:pt x="14787" y="43815"/>
                </a:lnTo>
                <a:lnTo>
                  <a:pt x="25907" y="47244"/>
                </a:lnTo>
                <a:lnTo>
                  <a:pt x="37897" y="47053"/>
                </a:lnTo>
                <a:lnTo>
                  <a:pt x="48101" y="43434"/>
                </a:lnTo>
                <a:lnTo>
                  <a:pt x="55590" y="36957"/>
                </a:lnTo>
                <a:lnTo>
                  <a:pt x="59435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5" name="object 33">
            <a:extLst>
              <a:ext uri="{FF2B5EF4-FFF2-40B4-BE49-F238E27FC236}">
                <a16:creationId xmlns:a16="http://schemas.microsoft.com/office/drawing/2014/main" id="{616F3CCD-A8B2-4C03-B8D0-83717A5BB270}"/>
              </a:ext>
            </a:extLst>
          </p:cNvPr>
          <p:cNvSpPr/>
          <p:nvPr/>
        </p:nvSpPr>
        <p:spPr>
          <a:xfrm>
            <a:off x="6369124" y="1487419"/>
            <a:ext cx="82176" cy="68728"/>
          </a:xfrm>
          <a:custGeom>
            <a:avLst/>
            <a:gdLst/>
            <a:ahLst/>
            <a:cxnLst/>
            <a:rect l="l" t="t" r="r" b="b"/>
            <a:pathLst>
              <a:path w="69850" h="58419">
                <a:moveTo>
                  <a:pt x="4572" y="41148"/>
                </a:moveTo>
                <a:lnTo>
                  <a:pt x="4572" y="13716"/>
                </a:lnTo>
                <a:lnTo>
                  <a:pt x="2286" y="17526"/>
                </a:lnTo>
                <a:lnTo>
                  <a:pt x="2286" y="18288"/>
                </a:lnTo>
                <a:lnTo>
                  <a:pt x="1524" y="18288"/>
                </a:lnTo>
                <a:lnTo>
                  <a:pt x="0" y="24384"/>
                </a:lnTo>
                <a:lnTo>
                  <a:pt x="0" y="30480"/>
                </a:lnTo>
                <a:lnTo>
                  <a:pt x="1524" y="35052"/>
                </a:lnTo>
                <a:lnTo>
                  <a:pt x="1524" y="36576"/>
                </a:lnTo>
                <a:lnTo>
                  <a:pt x="3810" y="41148"/>
                </a:lnTo>
                <a:lnTo>
                  <a:pt x="4572" y="41148"/>
                </a:lnTo>
                <a:close/>
              </a:path>
              <a:path w="69850" h="58419">
                <a:moveTo>
                  <a:pt x="32004" y="10001"/>
                </a:moveTo>
                <a:lnTo>
                  <a:pt x="32004" y="762"/>
                </a:lnTo>
                <a:lnTo>
                  <a:pt x="25146" y="762"/>
                </a:lnTo>
                <a:lnTo>
                  <a:pt x="19812" y="2286"/>
                </a:lnTo>
                <a:lnTo>
                  <a:pt x="19050" y="3048"/>
                </a:lnTo>
                <a:lnTo>
                  <a:pt x="14478" y="5334"/>
                </a:lnTo>
                <a:lnTo>
                  <a:pt x="13716" y="5334"/>
                </a:lnTo>
                <a:lnTo>
                  <a:pt x="9144" y="8382"/>
                </a:lnTo>
                <a:lnTo>
                  <a:pt x="8382" y="9144"/>
                </a:lnTo>
                <a:lnTo>
                  <a:pt x="5334" y="12954"/>
                </a:lnTo>
                <a:lnTo>
                  <a:pt x="4572" y="12954"/>
                </a:lnTo>
                <a:lnTo>
                  <a:pt x="4572" y="41910"/>
                </a:lnTo>
                <a:lnTo>
                  <a:pt x="7620" y="45720"/>
                </a:lnTo>
                <a:lnTo>
                  <a:pt x="7620" y="46482"/>
                </a:lnTo>
                <a:lnTo>
                  <a:pt x="8382" y="46482"/>
                </a:lnTo>
                <a:lnTo>
                  <a:pt x="9906" y="47701"/>
                </a:lnTo>
                <a:lnTo>
                  <a:pt x="9906" y="23622"/>
                </a:lnTo>
                <a:lnTo>
                  <a:pt x="10668" y="21336"/>
                </a:lnTo>
                <a:lnTo>
                  <a:pt x="10668" y="22860"/>
                </a:lnTo>
                <a:lnTo>
                  <a:pt x="12192" y="19812"/>
                </a:lnTo>
                <a:lnTo>
                  <a:pt x="12192" y="19050"/>
                </a:lnTo>
                <a:lnTo>
                  <a:pt x="14478" y="16192"/>
                </a:lnTo>
                <a:lnTo>
                  <a:pt x="14478" y="16002"/>
                </a:lnTo>
                <a:lnTo>
                  <a:pt x="15240" y="15240"/>
                </a:lnTo>
                <a:lnTo>
                  <a:pt x="15240" y="15494"/>
                </a:lnTo>
                <a:lnTo>
                  <a:pt x="19050" y="12954"/>
                </a:lnTo>
                <a:lnTo>
                  <a:pt x="19050" y="13335"/>
                </a:lnTo>
                <a:lnTo>
                  <a:pt x="22098" y="11811"/>
                </a:lnTo>
                <a:lnTo>
                  <a:pt x="22098" y="11430"/>
                </a:lnTo>
                <a:lnTo>
                  <a:pt x="26670" y="10776"/>
                </a:lnTo>
                <a:lnTo>
                  <a:pt x="32004" y="10001"/>
                </a:lnTo>
                <a:close/>
              </a:path>
              <a:path w="69850" h="58419">
                <a:moveTo>
                  <a:pt x="12192" y="49530"/>
                </a:moveTo>
                <a:lnTo>
                  <a:pt x="12192" y="36576"/>
                </a:lnTo>
                <a:lnTo>
                  <a:pt x="10668" y="32004"/>
                </a:lnTo>
                <a:lnTo>
                  <a:pt x="10668" y="33528"/>
                </a:lnTo>
                <a:lnTo>
                  <a:pt x="9906" y="28194"/>
                </a:lnTo>
                <a:lnTo>
                  <a:pt x="9906" y="47701"/>
                </a:lnTo>
                <a:lnTo>
                  <a:pt x="12192" y="49530"/>
                </a:lnTo>
                <a:close/>
              </a:path>
              <a:path w="69850" h="58419">
                <a:moveTo>
                  <a:pt x="12954" y="18288"/>
                </a:moveTo>
                <a:lnTo>
                  <a:pt x="12192" y="19050"/>
                </a:lnTo>
                <a:lnTo>
                  <a:pt x="12192" y="19812"/>
                </a:lnTo>
                <a:lnTo>
                  <a:pt x="12954" y="18288"/>
                </a:lnTo>
                <a:close/>
              </a:path>
              <a:path w="69850" h="58419">
                <a:moveTo>
                  <a:pt x="15240" y="39624"/>
                </a:moveTo>
                <a:lnTo>
                  <a:pt x="12192" y="35814"/>
                </a:lnTo>
                <a:lnTo>
                  <a:pt x="12192" y="50292"/>
                </a:lnTo>
                <a:lnTo>
                  <a:pt x="12954" y="50292"/>
                </a:lnTo>
                <a:lnTo>
                  <a:pt x="14478" y="51308"/>
                </a:lnTo>
                <a:lnTo>
                  <a:pt x="14478" y="38862"/>
                </a:lnTo>
                <a:lnTo>
                  <a:pt x="15240" y="39624"/>
                </a:lnTo>
                <a:close/>
              </a:path>
              <a:path w="69850" h="58419">
                <a:moveTo>
                  <a:pt x="15240" y="15240"/>
                </a:moveTo>
                <a:lnTo>
                  <a:pt x="14478" y="16002"/>
                </a:lnTo>
                <a:lnTo>
                  <a:pt x="14804" y="15784"/>
                </a:lnTo>
                <a:lnTo>
                  <a:pt x="15240" y="15240"/>
                </a:lnTo>
                <a:close/>
              </a:path>
              <a:path w="69850" h="58419">
                <a:moveTo>
                  <a:pt x="14804" y="15784"/>
                </a:moveTo>
                <a:lnTo>
                  <a:pt x="14478" y="16002"/>
                </a:lnTo>
                <a:lnTo>
                  <a:pt x="14478" y="16192"/>
                </a:lnTo>
                <a:lnTo>
                  <a:pt x="14804" y="15784"/>
                </a:lnTo>
                <a:close/>
              </a:path>
              <a:path w="69850" h="58419">
                <a:moveTo>
                  <a:pt x="18288" y="53340"/>
                </a:moveTo>
                <a:lnTo>
                  <a:pt x="18288" y="42672"/>
                </a:lnTo>
                <a:lnTo>
                  <a:pt x="14478" y="38862"/>
                </a:lnTo>
                <a:lnTo>
                  <a:pt x="14478" y="51308"/>
                </a:lnTo>
                <a:lnTo>
                  <a:pt x="17526" y="53340"/>
                </a:lnTo>
                <a:lnTo>
                  <a:pt x="18288" y="53340"/>
                </a:lnTo>
                <a:close/>
              </a:path>
              <a:path w="69850" h="58419">
                <a:moveTo>
                  <a:pt x="15240" y="15494"/>
                </a:moveTo>
                <a:lnTo>
                  <a:pt x="15240" y="15240"/>
                </a:lnTo>
                <a:lnTo>
                  <a:pt x="14804" y="15784"/>
                </a:lnTo>
                <a:lnTo>
                  <a:pt x="15240" y="15494"/>
                </a:lnTo>
                <a:close/>
              </a:path>
              <a:path w="69850" h="58419">
                <a:moveTo>
                  <a:pt x="22860" y="44958"/>
                </a:moveTo>
                <a:lnTo>
                  <a:pt x="17526" y="41910"/>
                </a:lnTo>
                <a:lnTo>
                  <a:pt x="18288" y="42672"/>
                </a:lnTo>
                <a:lnTo>
                  <a:pt x="18288" y="53340"/>
                </a:lnTo>
                <a:lnTo>
                  <a:pt x="22098" y="54972"/>
                </a:lnTo>
                <a:lnTo>
                  <a:pt x="22098" y="44958"/>
                </a:lnTo>
                <a:lnTo>
                  <a:pt x="22860" y="44958"/>
                </a:lnTo>
                <a:close/>
              </a:path>
              <a:path w="69850" h="58419">
                <a:moveTo>
                  <a:pt x="19050" y="13335"/>
                </a:moveTo>
                <a:lnTo>
                  <a:pt x="19050" y="12954"/>
                </a:lnTo>
                <a:lnTo>
                  <a:pt x="18288" y="13716"/>
                </a:lnTo>
                <a:lnTo>
                  <a:pt x="19050" y="13335"/>
                </a:lnTo>
                <a:close/>
              </a:path>
              <a:path w="69850" h="58419">
                <a:moveTo>
                  <a:pt x="22860" y="11430"/>
                </a:moveTo>
                <a:lnTo>
                  <a:pt x="22098" y="11430"/>
                </a:lnTo>
                <a:lnTo>
                  <a:pt x="22098" y="11811"/>
                </a:lnTo>
                <a:lnTo>
                  <a:pt x="22860" y="11430"/>
                </a:lnTo>
                <a:close/>
              </a:path>
              <a:path w="69850" h="58419">
                <a:moveTo>
                  <a:pt x="27432" y="56388"/>
                </a:moveTo>
                <a:lnTo>
                  <a:pt x="27432" y="47244"/>
                </a:lnTo>
                <a:lnTo>
                  <a:pt x="22098" y="44958"/>
                </a:lnTo>
                <a:lnTo>
                  <a:pt x="22098" y="54972"/>
                </a:lnTo>
                <a:lnTo>
                  <a:pt x="23622" y="55626"/>
                </a:lnTo>
                <a:lnTo>
                  <a:pt x="24384" y="55626"/>
                </a:lnTo>
                <a:lnTo>
                  <a:pt x="27432" y="56388"/>
                </a:lnTo>
                <a:close/>
              </a:path>
              <a:path w="69850" h="58419">
                <a:moveTo>
                  <a:pt x="27432" y="10668"/>
                </a:moveTo>
                <a:lnTo>
                  <a:pt x="26670" y="10668"/>
                </a:lnTo>
                <a:lnTo>
                  <a:pt x="27432" y="10668"/>
                </a:lnTo>
                <a:close/>
              </a:path>
              <a:path w="69850" h="58419">
                <a:moveTo>
                  <a:pt x="32766" y="48006"/>
                </a:moveTo>
                <a:lnTo>
                  <a:pt x="26670" y="46482"/>
                </a:lnTo>
                <a:lnTo>
                  <a:pt x="27432" y="47244"/>
                </a:lnTo>
                <a:lnTo>
                  <a:pt x="27432" y="56388"/>
                </a:lnTo>
                <a:lnTo>
                  <a:pt x="30480" y="57150"/>
                </a:lnTo>
                <a:lnTo>
                  <a:pt x="32004" y="57245"/>
                </a:lnTo>
                <a:lnTo>
                  <a:pt x="32004" y="48006"/>
                </a:lnTo>
                <a:lnTo>
                  <a:pt x="32766" y="48006"/>
                </a:lnTo>
                <a:close/>
              </a:path>
              <a:path w="69850" h="58419">
                <a:moveTo>
                  <a:pt x="57912" y="22860"/>
                </a:moveTo>
                <a:lnTo>
                  <a:pt x="57150" y="21336"/>
                </a:lnTo>
                <a:lnTo>
                  <a:pt x="57150" y="7620"/>
                </a:lnTo>
                <a:lnTo>
                  <a:pt x="51816" y="5334"/>
                </a:lnTo>
                <a:lnTo>
                  <a:pt x="51816" y="4572"/>
                </a:lnTo>
                <a:lnTo>
                  <a:pt x="45720" y="2286"/>
                </a:lnTo>
                <a:lnTo>
                  <a:pt x="44958" y="2286"/>
                </a:lnTo>
                <a:lnTo>
                  <a:pt x="39624" y="762"/>
                </a:lnTo>
                <a:lnTo>
                  <a:pt x="32766" y="762"/>
                </a:lnTo>
                <a:lnTo>
                  <a:pt x="32004" y="0"/>
                </a:lnTo>
                <a:lnTo>
                  <a:pt x="32004" y="9906"/>
                </a:lnTo>
                <a:lnTo>
                  <a:pt x="37338" y="10572"/>
                </a:lnTo>
                <a:lnTo>
                  <a:pt x="37338" y="9906"/>
                </a:lnTo>
                <a:lnTo>
                  <a:pt x="43434" y="11430"/>
                </a:lnTo>
                <a:lnTo>
                  <a:pt x="43434" y="11756"/>
                </a:lnTo>
                <a:lnTo>
                  <a:pt x="47244" y="13389"/>
                </a:lnTo>
                <a:lnTo>
                  <a:pt x="47244" y="12954"/>
                </a:lnTo>
                <a:lnTo>
                  <a:pt x="51054" y="15494"/>
                </a:lnTo>
                <a:lnTo>
                  <a:pt x="51054" y="15240"/>
                </a:lnTo>
                <a:lnTo>
                  <a:pt x="54864" y="19050"/>
                </a:lnTo>
                <a:lnTo>
                  <a:pt x="54864" y="18287"/>
                </a:lnTo>
                <a:lnTo>
                  <a:pt x="57912" y="22860"/>
                </a:lnTo>
                <a:close/>
              </a:path>
              <a:path w="69850" h="58419">
                <a:moveTo>
                  <a:pt x="32385" y="9953"/>
                </a:moveTo>
                <a:lnTo>
                  <a:pt x="32004" y="9906"/>
                </a:lnTo>
                <a:lnTo>
                  <a:pt x="32385" y="9953"/>
                </a:lnTo>
                <a:close/>
              </a:path>
              <a:path w="69850" h="58419">
                <a:moveTo>
                  <a:pt x="42672" y="57258"/>
                </a:moveTo>
                <a:lnTo>
                  <a:pt x="42672" y="48006"/>
                </a:lnTo>
                <a:lnTo>
                  <a:pt x="32004" y="48006"/>
                </a:lnTo>
                <a:lnTo>
                  <a:pt x="32004" y="57245"/>
                </a:lnTo>
                <a:lnTo>
                  <a:pt x="37338" y="57912"/>
                </a:lnTo>
                <a:lnTo>
                  <a:pt x="38862" y="57803"/>
                </a:lnTo>
                <a:lnTo>
                  <a:pt x="42672" y="57258"/>
                </a:lnTo>
                <a:close/>
              </a:path>
              <a:path w="69850" h="58419">
                <a:moveTo>
                  <a:pt x="32766" y="10001"/>
                </a:moveTo>
                <a:lnTo>
                  <a:pt x="32385" y="9953"/>
                </a:lnTo>
                <a:lnTo>
                  <a:pt x="32766" y="10001"/>
                </a:lnTo>
                <a:close/>
              </a:path>
              <a:path w="69850" h="58419">
                <a:moveTo>
                  <a:pt x="38100" y="10668"/>
                </a:moveTo>
                <a:lnTo>
                  <a:pt x="37338" y="9906"/>
                </a:lnTo>
                <a:lnTo>
                  <a:pt x="37338" y="10572"/>
                </a:lnTo>
                <a:lnTo>
                  <a:pt x="38100" y="10668"/>
                </a:lnTo>
                <a:close/>
              </a:path>
              <a:path w="69850" h="58419">
                <a:moveTo>
                  <a:pt x="47244" y="56496"/>
                </a:moveTo>
                <a:lnTo>
                  <a:pt x="47244" y="46482"/>
                </a:lnTo>
                <a:lnTo>
                  <a:pt x="41910" y="48006"/>
                </a:lnTo>
                <a:lnTo>
                  <a:pt x="42672" y="48006"/>
                </a:lnTo>
                <a:lnTo>
                  <a:pt x="42672" y="57258"/>
                </a:lnTo>
                <a:lnTo>
                  <a:pt x="44958" y="57150"/>
                </a:lnTo>
                <a:lnTo>
                  <a:pt x="47244" y="56496"/>
                </a:lnTo>
                <a:close/>
              </a:path>
              <a:path w="69850" h="58419">
                <a:moveTo>
                  <a:pt x="43434" y="11756"/>
                </a:moveTo>
                <a:lnTo>
                  <a:pt x="43434" y="11430"/>
                </a:lnTo>
                <a:lnTo>
                  <a:pt x="42672" y="11430"/>
                </a:lnTo>
                <a:lnTo>
                  <a:pt x="43434" y="11756"/>
                </a:lnTo>
                <a:close/>
              </a:path>
              <a:path w="69850" h="58419">
                <a:moveTo>
                  <a:pt x="51816" y="44196"/>
                </a:moveTo>
                <a:lnTo>
                  <a:pt x="46482" y="46482"/>
                </a:lnTo>
                <a:lnTo>
                  <a:pt x="47244" y="46482"/>
                </a:lnTo>
                <a:lnTo>
                  <a:pt x="47244" y="56496"/>
                </a:lnTo>
                <a:lnTo>
                  <a:pt x="50292" y="55626"/>
                </a:lnTo>
                <a:lnTo>
                  <a:pt x="51054" y="55626"/>
                </a:lnTo>
                <a:lnTo>
                  <a:pt x="51054" y="44958"/>
                </a:lnTo>
                <a:lnTo>
                  <a:pt x="51816" y="44196"/>
                </a:lnTo>
                <a:close/>
              </a:path>
              <a:path w="69850" h="58419">
                <a:moveTo>
                  <a:pt x="48006" y="13716"/>
                </a:moveTo>
                <a:lnTo>
                  <a:pt x="47244" y="12954"/>
                </a:lnTo>
                <a:lnTo>
                  <a:pt x="47244" y="13389"/>
                </a:lnTo>
                <a:lnTo>
                  <a:pt x="48006" y="13716"/>
                </a:lnTo>
                <a:close/>
              </a:path>
              <a:path w="69850" h="58419">
                <a:moveTo>
                  <a:pt x="51816" y="16002"/>
                </a:moveTo>
                <a:lnTo>
                  <a:pt x="51054" y="15240"/>
                </a:lnTo>
                <a:lnTo>
                  <a:pt x="51054" y="15494"/>
                </a:lnTo>
                <a:lnTo>
                  <a:pt x="51816" y="16002"/>
                </a:lnTo>
                <a:close/>
              </a:path>
              <a:path w="69850" h="58419">
                <a:moveTo>
                  <a:pt x="54864" y="41910"/>
                </a:moveTo>
                <a:lnTo>
                  <a:pt x="51054" y="44958"/>
                </a:lnTo>
                <a:lnTo>
                  <a:pt x="51054" y="55626"/>
                </a:lnTo>
                <a:lnTo>
                  <a:pt x="54102" y="54102"/>
                </a:lnTo>
                <a:lnTo>
                  <a:pt x="54102" y="42672"/>
                </a:lnTo>
                <a:lnTo>
                  <a:pt x="54864" y="41910"/>
                </a:lnTo>
                <a:close/>
              </a:path>
              <a:path w="69850" h="58419">
                <a:moveTo>
                  <a:pt x="57912" y="51358"/>
                </a:moveTo>
                <a:lnTo>
                  <a:pt x="57912" y="38862"/>
                </a:lnTo>
                <a:lnTo>
                  <a:pt x="54102" y="42672"/>
                </a:lnTo>
                <a:lnTo>
                  <a:pt x="54102" y="54102"/>
                </a:lnTo>
                <a:lnTo>
                  <a:pt x="55626" y="53340"/>
                </a:lnTo>
                <a:lnTo>
                  <a:pt x="56388" y="52578"/>
                </a:lnTo>
                <a:lnTo>
                  <a:pt x="57912" y="51358"/>
                </a:lnTo>
                <a:close/>
              </a:path>
              <a:path w="69850" h="58419">
                <a:moveTo>
                  <a:pt x="69748" y="36537"/>
                </a:moveTo>
                <a:lnTo>
                  <a:pt x="69430" y="31762"/>
                </a:lnTo>
                <a:lnTo>
                  <a:pt x="69342" y="25146"/>
                </a:lnTo>
                <a:lnTo>
                  <a:pt x="68580" y="22860"/>
                </a:lnTo>
                <a:lnTo>
                  <a:pt x="68580" y="22098"/>
                </a:lnTo>
                <a:lnTo>
                  <a:pt x="67818" y="22098"/>
                </a:lnTo>
                <a:lnTo>
                  <a:pt x="65532" y="17526"/>
                </a:lnTo>
                <a:lnTo>
                  <a:pt x="65532" y="16764"/>
                </a:lnTo>
                <a:lnTo>
                  <a:pt x="62484" y="12954"/>
                </a:lnTo>
                <a:lnTo>
                  <a:pt x="57912" y="8382"/>
                </a:lnTo>
                <a:lnTo>
                  <a:pt x="57150" y="8382"/>
                </a:lnTo>
                <a:lnTo>
                  <a:pt x="57150" y="21336"/>
                </a:lnTo>
                <a:lnTo>
                  <a:pt x="59436" y="25908"/>
                </a:lnTo>
                <a:lnTo>
                  <a:pt x="59436" y="25146"/>
                </a:lnTo>
                <a:lnTo>
                  <a:pt x="60198" y="27432"/>
                </a:lnTo>
                <a:lnTo>
                  <a:pt x="60198" y="33340"/>
                </a:lnTo>
                <a:lnTo>
                  <a:pt x="60934" y="32346"/>
                </a:lnTo>
                <a:lnTo>
                  <a:pt x="60934" y="49530"/>
                </a:lnTo>
                <a:lnTo>
                  <a:pt x="60960" y="48768"/>
                </a:lnTo>
                <a:lnTo>
                  <a:pt x="64770" y="45720"/>
                </a:lnTo>
                <a:lnTo>
                  <a:pt x="64770" y="44958"/>
                </a:lnTo>
                <a:lnTo>
                  <a:pt x="66294" y="42672"/>
                </a:lnTo>
                <a:lnTo>
                  <a:pt x="69748" y="36537"/>
                </a:lnTo>
                <a:close/>
              </a:path>
              <a:path w="69850" h="58419">
                <a:moveTo>
                  <a:pt x="60934" y="49530"/>
                </a:moveTo>
                <a:lnTo>
                  <a:pt x="60934" y="32346"/>
                </a:lnTo>
                <a:lnTo>
                  <a:pt x="57912" y="38100"/>
                </a:lnTo>
                <a:lnTo>
                  <a:pt x="57150" y="39624"/>
                </a:lnTo>
                <a:lnTo>
                  <a:pt x="57912" y="38862"/>
                </a:lnTo>
                <a:lnTo>
                  <a:pt x="57912" y="51358"/>
                </a:lnTo>
                <a:lnTo>
                  <a:pt x="60096" y="49611"/>
                </a:lnTo>
                <a:lnTo>
                  <a:pt x="60934" y="49530"/>
                </a:lnTo>
                <a:close/>
              </a:path>
              <a:path w="69850" h="58419">
                <a:moveTo>
                  <a:pt x="60198" y="33340"/>
                </a:moveTo>
                <a:lnTo>
                  <a:pt x="60198" y="27432"/>
                </a:lnTo>
                <a:lnTo>
                  <a:pt x="60096" y="33477"/>
                </a:lnTo>
                <a:lnTo>
                  <a:pt x="60198" y="3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7" name="object 34">
            <a:extLst>
              <a:ext uri="{FF2B5EF4-FFF2-40B4-BE49-F238E27FC236}">
                <a16:creationId xmlns:a16="http://schemas.microsoft.com/office/drawing/2014/main" id="{1F7C7221-5AF0-4B6A-9FB2-058FEB9044AD}"/>
              </a:ext>
            </a:extLst>
          </p:cNvPr>
          <p:cNvSpPr/>
          <p:nvPr/>
        </p:nvSpPr>
        <p:spPr>
          <a:xfrm>
            <a:off x="8929446" y="2574837"/>
            <a:ext cx="74407" cy="672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9" name="object 35">
            <a:extLst>
              <a:ext uri="{FF2B5EF4-FFF2-40B4-BE49-F238E27FC236}">
                <a16:creationId xmlns:a16="http://schemas.microsoft.com/office/drawing/2014/main" id="{465F118B-DF9A-434C-B535-4726D439D9B8}"/>
              </a:ext>
            </a:extLst>
          </p:cNvPr>
          <p:cNvSpPr/>
          <p:nvPr/>
        </p:nvSpPr>
        <p:spPr>
          <a:xfrm>
            <a:off x="8773460" y="4274545"/>
            <a:ext cx="62753" cy="69476"/>
          </a:xfrm>
          <a:custGeom>
            <a:avLst/>
            <a:gdLst/>
            <a:ahLst/>
            <a:cxnLst/>
            <a:rect l="l" t="t" r="r" b="b"/>
            <a:pathLst>
              <a:path w="53339" h="59054">
                <a:moveTo>
                  <a:pt x="53339" y="33528"/>
                </a:moveTo>
                <a:lnTo>
                  <a:pt x="52875" y="21859"/>
                </a:lnTo>
                <a:lnTo>
                  <a:pt x="48482" y="11620"/>
                </a:lnTo>
                <a:lnTo>
                  <a:pt x="40802" y="3952"/>
                </a:lnTo>
                <a:lnTo>
                  <a:pt x="30479" y="0"/>
                </a:lnTo>
                <a:lnTo>
                  <a:pt x="19931" y="1047"/>
                </a:lnTo>
                <a:lnTo>
                  <a:pt x="10667" y="6096"/>
                </a:lnTo>
                <a:lnTo>
                  <a:pt x="3690" y="14573"/>
                </a:lnTo>
                <a:lnTo>
                  <a:pt x="0" y="25908"/>
                </a:lnTo>
                <a:lnTo>
                  <a:pt x="452" y="37457"/>
                </a:lnTo>
                <a:lnTo>
                  <a:pt x="4762" y="47434"/>
                </a:lnTo>
                <a:lnTo>
                  <a:pt x="12215" y="54840"/>
                </a:lnTo>
                <a:lnTo>
                  <a:pt x="22097" y="58674"/>
                </a:lnTo>
                <a:lnTo>
                  <a:pt x="32765" y="57959"/>
                </a:lnTo>
                <a:lnTo>
                  <a:pt x="42290" y="52958"/>
                </a:lnTo>
                <a:lnTo>
                  <a:pt x="49529" y="44529"/>
                </a:lnTo>
                <a:lnTo>
                  <a:pt x="53339" y="335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1" name="object 36">
            <a:extLst>
              <a:ext uri="{FF2B5EF4-FFF2-40B4-BE49-F238E27FC236}">
                <a16:creationId xmlns:a16="http://schemas.microsoft.com/office/drawing/2014/main" id="{093F8946-F66D-4359-BDC4-FD42119D3A80}"/>
              </a:ext>
            </a:extLst>
          </p:cNvPr>
          <p:cNvSpPr/>
          <p:nvPr/>
        </p:nvSpPr>
        <p:spPr>
          <a:xfrm>
            <a:off x="8767184" y="4269167"/>
            <a:ext cx="74705" cy="79935"/>
          </a:xfrm>
          <a:custGeom>
            <a:avLst/>
            <a:gdLst/>
            <a:ahLst/>
            <a:cxnLst/>
            <a:rect l="l" t="t" r="r" b="b"/>
            <a:pathLst>
              <a:path w="63500" h="67945">
                <a:moveTo>
                  <a:pt x="18573" y="14287"/>
                </a:moveTo>
                <a:lnTo>
                  <a:pt x="18287" y="14478"/>
                </a:lnTo>
                <a:lnTo>
                  <a:pt x="18287" y="3810"/>
                </a:lnTo>
                <a:lnTo>
                  <a:pt x="17525" y="3810"/>
                </a:lnTo>
                <a:lnTo>
                  <a:pt x="12953" y="6858"/>
                </a:lnTo>
                <a:lnTo>
                  <a:pt x="7619" y="12192"/>
                </a:lnTo>
                <a:lnTo>
                  <a:pt x="4571" y="16764"/>
                </a:lnTo>
                <a:lnTo>
                  <a:pt x="4571" y="17526"/>
                </a:lnTo>
                <a:lnTo>
                  <a:pt x="2285" y="22098"/>
                </a:lnTo>
                <a:lnTo>
                  <a:pt x="2285" y="22860"/>
                </a:lnTo>
                <a:lnTo>
                  <a:pt x="1523" y="22860"/>
                </a:lnTo>
                <a:lnTo>
                  <a:pt x="0" y="28956"/>
                </a:lnTo>
                <a:lnTo>
                  <a:pt x="0" y="36576"/>
                </a:lnTo>
                <a:lnTo>
                  <a:pt x="761" y="42672"/>
                </a:lnTo>
                <a:lnTo>
                  <a:pt x="761" y="43434"/>
                </a:lnTo>
                <a:lnTo>
                  <a:pt x="3047" y="48768"/>
                </a:lnTo>
                <a:lnTo>
                  <a:pt x="3047" y="49530"/>
                </a:lnTo>
                <a:lnTo>
                  <a:pt x="5333" y="54102"/>
                </a:lnTo>
                <a:lnTo>
                  <a:pt x="6095" y="54102"/>
                </a:lnTo>
                <a:lnTo>
                  <a:pt x="6095" y="54864"/>
                </a:lnTo>
                <a:lnTo>
                  <a:pt x="9143" y="57912"/>
                </a:lnTo>
                <a:lnTo>
                  <a:pt x="9143" y="35052"/>
                </a:lnTo>
                <a:lnTo>
                  <a:pt x="9239" y="35814"/>
                </a:lnTo>
                <a:lnTo>
                  <a:pt x="9905" y="30480"/>
                </a:lnTo>
                <a:lnTo>
                  <a:pt x="9905" y="31242"/>
                </a:lnTo>
                <a:lnTo>
                  <a:pt x="10667" y="25146"/>
                </a:lnTo>
                <a:lnTo>
                  <a:pt x="10667" y="26670"/>
                </a:lnTo>
                <a:lnTo>
                  <a:pt x="12953" y="21336"/>
                </a:lnTo>
                <a:lnTo>
                  <a:pt x="12953" y="22098"/>
                </a:lnTo>
                <a:lnTo>
                  <a:pt x="15239" y="18669"/>
                </a:lnTo>
                <a:lnTo>
                  <a:pt x="15239" y="18288"/>
                </a:lnTo>
                <a:lnTo>
                  <a:pt x="18573" y="14287"/>
                </a:lnTo>
                <a:close/>
              </a:path>
              <a:path w="63500" h="67945">
                <a:moveTo>
                  <a:pt x="9239" y="35814"/>
                </a:moveTo>
                <a:lnTo>
                  <a:pt x="9143" y="35052"/>
                </a:lnTo>
                <a:lnTo>
                  <a:pt x="9143" y="36576"/>
                </a:lnTo>
                <a:lnTo>
                  <a:pt x="9239" y="35814"/>
                </a:lnTo>
                <a:close/>
              </a:path>
              <a:path w="63500" h="67945">
                <a:moveTo>
                  <a:pt x="9905" y="58674"/>
                </a:moveTo>
                <a:lnTo>
                  <a:pt x="9905" y="41148"/>
                </a:lnTo>
                <a:lnTo>
                  <a:pt x="9239" y="35814"/>
                </a:lnTo>
                <a:lnTo>
                  <a:pt x="9143" y="36576"/>
                </a:lnTo>
                <a:lnTo>
                  <a:pt x="9143" y="57912"/>
                </a:lnTo>
                <a:lnTo>
                  <a:pt x="9905" y="58674"/>
                </a:lnTo>
                <a:close/>
              </a:path>
              <a:path w="63500" h="67945">
                <a:moveTo>
                  <a:pt x="16763" y="52577"/>
                </a:moveTo>
                <a:lnTo>
                  <a:pt x="13715" y="48768"/>
                </a:lnTo>
                <a:lnTo>
                  <a:pt x="13715" y="49530"/>
                </a:lnTo>
                <a:lnTo>
                  <a:pt x="11429" y="44958"/>
                </a:lnTo>
                <a:lnTo>
                  <a:pt x="11429" y="45720"/>
                </a:lnTo>
                <a:lnTo>
                  <a:pt x="9905" y="40386"/>
                </a:lnTo>
                <a:lnTo>
                  <a:pt x="9905" y="59436"/>
                </a:lnTo>
                <a:lnTo>
                  <a:pt x="14477" y="63246"/>
                </a:lnTo>
                <a:lnTo>
                  <a:pt x="15239" y="63246"/>
                </a:lnTo>
                <a:lnTo>
                  <a:pt x="16001" y="63681"/>
                </a:lnTo>
                <a:lnTo>
                  <a:pt x="16001" y="52577"/>
                </a:lnTo>
                <a:lnTo>
                  <a:pt x="16763" y="52577"/>
                </a:lnTo>
                <a:close/>
              </a:path>
              <a:path w="63500" h="67945">
                <a:moveTo>
                  <a:pt x="16001" y="17526"/>
                </a:moveTo>
                <a:lnTo>
                  <a:pt x="15239" y="18288"/>
                </a:lnTo>
                <a:lnTo>
                  <a:pt x="15239" y="18669"/>
                </a:lnTo>
                <a:lnTo>
                  <a:pt x="16001" y="17526"/>
                </a:lnTo>
                <a:close/>
              </a:path>
              <a:path w="63500" h="67945">
                <a:moveTo>
                  <a:pt x="20573" y="66294"/>
                </a:moveTo>
                <a:lnTo>
                  <a:pt x="20573" y="55626"/>
                </a:lnTo>
                <a:lnTo>
                  <a:pt x="16001" y="52577"/>
                </a:lnTo>
                <a:lnTo>
                  <a:pt x="16001" y="63681"/>
                </a:lnTo>
                <a:lnTo>
                  <a:pt x="20573" y="66294"/>
                </a:lnTo>
                <a:close/>
              </a:path>
              <a:path w="63500" h="67945">
                <a:moveTo>
                  <a:pt x="53339" y="27432"/>
                </a:moveTo>
                <a:lnTo>
                  <a:pt x="53339" y="8381"/>
                </a:lnTo>
                <a:lnTo>
                  <a:pt x="48767" y="5333"/>
                </a:lnTo>
                <a:lnTo>
                  <a:pt x="48767" y="4571"/>
                </a:lnTo>
                <a:lnTo>
                  <a:pt x="48005" y="4571"/>
                </a:lnTo>
                <a:lnTo>
                  <a:pt x="43433" y="2285"/>
                </a:lnTo>
                <a:lnTo>
                  <a:pt x="42671" y="1523"/>
                </a:lnTo>
                <a:lnTo>
                  <a:pt x="36575" y="0"/>
                </a:lnTo>
                <a:lnTo>
                  <a:pt x="29717" y="0"/>
                </a:lnTo>
                <a:lnTo>
                  <a:pt x="24383" y="762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8287" y="14478"/>
                </a:lnTo>
                <a:lnTo>
                  <a:pt x="19049" y="13716"/>
                </a:lnTo>
                <a:lnTo>
                  <a:pt x="19049" y="13970"/>
                </a:lnTo>
                <a:lnTo>
                  <a:pt x="22859" y="11430"/>
                </a:lnTo>
                <a:lnTo>
                  <a:pt x="22859" y="11811"/>
                </a:lnTo>
                <a:lnTo>
                  <a:pt x="26669" y="9906"/>
                </a:lnTo>
                <a:lnTo>
                  <a:pt x="26669" y="10450"/>
                </a:lnTo>
                <a:lnTo>
                  <a:pt x="30479" y="9361"/>
                </a:lnTo>
                <a:lnTo>
                  <a:pt x="30479" y="9144"/>
                </a:lnTo>
                <a:lnTo>
                  <a:pt x="33527" y="9144"/>
                </a:lnTo>
                <a:lnTo>
                  <a:pt x="35813" y="9906"/>
                </a:lnTo>
                <a:lnTo>
                  <a:pt x="37337" y="9906"/>
                </a:lnTo>
                <a:lnTo>
                  <a:pt x="39623" y="10668"/>
                </a:lnTo>
                <a:lnTo>
                  <a:pt x="39623" y="10994"/>
                </a:lnTo>
                <a:lnTo>
                  <a:pt x="42671" y="12300"/>
                </a:lnTo>
                <a:lnTo>
                  <a:pt x="44195" y="12954"/>
                </a:lnTo>
                <a:lnTo>
                  <a:pt x="44195" y="13462"/>
                </a:lnTo>
                <a:lnTo>
                  <a:pt x="46481" y="15367"/>
                </a:lnTo>
                <a:lnTo>
                  <a:pt x="46481" y="15240"/>
                </a:lnTo>
                <a:lnTo>
                  <a:pt x="50291" y="19050"/>
                </a:lnTo>
                <a:lnTo>
                  <a:pt x="50291" y="20066"/>
                </a:lnTo>
                <a:lnTo>
                  <a:pt x="51815" y="23622"/>
                </a:lnTo>
                <a:lnTo>
                  <a:pt x="51815" y="22098"/>
                </a:lnTo>
                <a:lnTo>
                  <a:pt x="53339" y="27432"/>
                </a:lnTo>
                <a:close/>
              </a:path>
              <a:path w="63500" h="67945">
                <a:moveTo>
                  <a:pt x="19049" y="13716"/>
                </a:moveTo>
                <a:lnTo>
                  <a:pt x="18287" y="14478"/>
                </a:lnTo>
                <a:lnTo>
                  <a:pt x="18573" y="14287"/>
                </a:lnTo>
                <a:lnTo>
                  <a:pt x="19049" y="13716"/>
                </a:lnTo>
                <a:close/>
              </a:path>
              <a:path w="63500" h="67945">
                <a:moveTo>
                  <a:pt x="19049" y="13970"/>
                </a:moveTo>
                <a:lnTo>
                  <a:pt x="19049" y="13716"/>
                </a:lnTo>
                <a:lnTo>
                  <a:pt x="18573" y="14287"/>
                </a:lnTo>
                <a:lnTo>
                  <a:pt x="19049" y="13970"/>
                </a:lnTo>
                <a:close/>
              </a:path>
              <a:path w="63500" h="67945">
                <a:moveTo>
                  <a:pt x="37337" y="67273"/>
                </a:moveTo>
                <a:lnTo>
                  <a:pt x="37337" y="57912"/>
                </a:lnTo>
                <a:lnTo>
                  <a:pt x="32003" y="58674"/>
                </a:lnTo>
                <a:lnTo>
                  <a:pt x="28193" y="58674"/>
                </a:lnTo>
                <a:lnTo>
                  <a:pt x="23621" y="57150"/>
                </a:lnTo>
                <a:lnTo>
                  <a:pt x="19811" y="54864"/>
                </a:lnTo>
                <a:lnTo>
                  <a:pt x="20573" y="55626"/>
                </a:lnTo>
                <a:lnTo>
                  <a:pt x="20573" y="66294"/>
                </a:lnTo>
                <a:lnTo>
                  <a:pt x="26669" y="67818"/>
                </a:lnTo>
                <a:lnTo>
                  <a:pt x="33527" y="67818"/>
                </a:lnTo>
                <a:lnTo>
                  <a:pt x="37337" y="67273"/>
                </a:lnTo>
                <a:close/>
              </a:path>
              <a:path w="63500" h="67945">
                <a:moveTo>
                  <a:pt x="22859" y="11811"/>
                </a:moveTo>
                <a:lnTo>
                  <a:pt x="22859" y="11430"/>
                </a:lnTo>
                <a:lnTo>
                  <a:pt x="22097" y="12192"/>
                </a:lnTo>
                <a:lnTo>
                  <a:pt x="22859" y="11811"/>
                </a:lnTo>
                <a:close/>
              </a:path>
              <a:path w="63500" h="67945">
                <a:moveTo>
                  <a:pt x="26669" y="10450"/>
                </a:moveTo>
                <a:lnTo>
                  <a:pt x="26669" y="9906"/>
                </a:lnTo>
                <a:lnTo>
                  <a:pt x="25907" y="10668"/>
                </a:lnTo>
                <a:lnTo>
                  <a:pt x="26669" y="10450"/>
                </a:lnTo>
                <a:close/>
              </a:path>
              <a:path w="63500" h="67945">
                <a:moveTo>
                  <a:pt x="31241" y="9144"/>
                </a:moveTo>
                <a:lnTo>
                  <a:pt x="30479" y="9144"/>
                </a:lnTo>
                <a:lnTo>
                  <a:pt x="30479" y="9361"/>
                </a:lnTo>
                <a:lnTo>
                  <a:pt x="31241" y="9144"/>
                </a:lnTo>
                <a:close/>
              </a:path>
              <a:path w="63500" h="67945">
                <a:moveTo>
                  <a:pt x="41147" y="55626"/>
                </a:moveTo>
                <a:lnTo>
                  <a:pt x="36575" y="57912"/>
                </a:lnTo>
                <a:lnTo>
                  <a:pt x="37337" y="57912"/>
                </a:lnTo>
                <a:lnTo>
                  <a:pt x="37337" y="67273"/>
                </a:lnTo>
                <a:lnTo>
                  <a:pt x="38861" y="67056"/>
                </a:lnTo>
                <a:lnTo>
                  <a:pt x="40385" y="67056"/>
                </a:lnTo>
                <a:lnTo>
                  <a:pt x="40385" y="56388"/>
                </a:lnTo>
                <a:lnTo>
                  <a:pt x="41147" y="55626"/>
                </a:lnTo>
                <a:close/>
              </a:path>
              <a:path w="63500" h="67945">
                <a:moveTo>
                  <a:pt x="39623" y="10994"/>
                </a:moveTo>
                <a:lnTo>
                  <a:pt x="39623" y="10668"/>
                </a:lnTo>
                <a:lnTo>
                  <a:pt x="38861" y="10668"/>
                </a:lnTo>
                <a:lnTo>
                  <a:pt x="39623" y="10994"/>
                </a:lnTo>
                <a:close/>
              </a:path>
              <a:path w="63500" h="67945">
                <a:moveTo>
                  <a:pt x="44957" y="53340"/>
                </a:moveTo>
                <a:lnTo>
                  <a:pt x="40385" y="56388"/>
                </a:lnTo>
                <a:lnTo>
                  <a:pt x="40385" y="67056"/>
                </a:lnTo>
                <a:lnTo>
                  <a:pt x="44195" y="65151"/>
                </a:lnTo>
                <a:lnTo>
                  <a:pt x="44195" y="54102"/>
                </a:lnTo>
                <a:lnTo>
                  <a:pt x="44957" y="53340"/>
                </a:lnTo>
                <a:close/>
              </a:path>
              <a:path w="63500" h="67945">
                <a:moveTo>
                  <a:pt x="44195" y="12954"/>
                </a:moveTo>
                <a:lnTo>
                  <a:pt x="42671" y="12192"/>
                </a:lnTo>
                <a:lnTo>
                  <a:pt x="42940" y="12416"/>
                </a:lnTo>
                <a:lnTo>
                  <a:pt x="44195" y="12954"/>
                </a:lnTo>
                <a:close/>
              </a:path>
              <a:path w="63500" h="67945">
                <a:moveTo>
                  <a:pt x="42940" y="12416"/>
                </a:moveTo>
                <a:lnTo>
                  <a:pt x="42671" y="12192"/>
                </a:lnTo>
                <a:lnTo>
                  <a:pt x="42940" y="12416"/>
                </a:lnTo>
                <a:close/>
              </a:path>
              <a:path w="63500" h="67945">
                <a:moveTo>
                  <a:pt x="44195" y="13462"/>
                </a:moveTo>
                <a:lnTo>
                  <a:pt x="44195" y="12954"/>
                </a:lnTo>
                <a:lnTo>
                  <a:pt x="42940" y="12416"/>
                </a:lnTo>
                <a:lnTo>
                  <a:pt x="44195" y="13462"/>
                </a:lnTo>
                <a:close/>
              </a:path>
              <a:path w="63500" h="67945">
                <a:moveTo>
                  <a:pt x="48005" y="62484"/>
                </a:moveTo>
                <a:lnTo>
                  <a:pt x="48005" y="50292"/>
                </a:lnTo>
                <a:lnTo>
                  <a:pt x="44195" y="54102"/>
                </a:lnTo>
                <a:lnTo>
                  <a:pt x="44195" y="65151"/>
                </a:lnTo>
                <a:lnTo>
                  <a:pt x="44957" y="64770"/>
                </a:lnTo>
                <a:lnTo>
                  <a:pt x="45719" y="64769"/>
                </a:lnTo>
                <a:lnTo>
                  <a:pt x="45719" y="64008"/>
                </a:lnTo>
                <a:lnTo>
                  <a:pt x="48005" y="62484"/>
                </a:lnTo>
                <a:close/>
              </a:path>
              <a:path w="63500" h="67945">
                <a:moveTo>
                  <a:pt x="47243" y="16001"/>
                </a:moveTo>
                <a:lnTo>
                  <a:pt x="46481" y="15240"/>
                </a:lnTo>
                <a:lnTo>
                  <a:pt x="46481" y="15367"/>
                </a:lnTo>
                <a:lnTo>
                  <a:pt x="47243" y="16001"/>
                </a:lnTo>
                <a:close/>
              </a:path>
              <a:path w="63500" h="67945">
                <a:moveTo>
                  <a:pt x="51053" y="60960"/>
                </a:moveTo>
                <a:lnTo>
                  <a:pt x="51053" y="46482"/>
                </a:lnTo>
                <a:lnTo>
                  <a:pt x="47243" y="51054"/>
                </a:lnTo>
                <a:lnTo>
                  <a:pt x="48005" y="50292"/>
                </a:lnTo>
                <a:lnTo>
                  <a:pt x="48005" y="62484"/>
                </a:lnTo>
                <a:lnTo>
                  <a:pt x="50291" y="60960"/>
                </a:lnTo>
                <a:lnTo>
                  <a:pt x="51053" y="60960"/>
                </a:lnTo>
                <a:close/>
              </a:path>
              <a:path w="63500" h="67945">
                <a:moveTo>
                  <a:pt x="50291" y="20066"/>
                </a:moveTo>
                <a:lnTo>
                  <a:pt x="50291" y="19050"/>
                </a:lnTo>
                <a:lnTo>
                  <a:pt x="49529" y="18288"/>
                </a:lnTo>
                <a:lnTo>
                  <a:pt x="50291" y="20066"/>
                </a:lnTo>
                <a:close/>
              </a:path>
              <a:path w="63500" h="67945">
                <a:moveTo>
                  <a:pt x="54101" y="57911"/>
                </a:moveTo>
                <a:lnTo>
                  <a:pt x="54101" y="36576"/>
                </a:lnTo>
                <a:lnTo>
                  <a:pt x="52577" y="42672"/>
                </a:lnTo>
                <a:lnTo>
                  <a:pt x="52577" y="41910"/>
                </a:lnTo>
                <a:lnTo>
                  <a:pt x="50291" y="47244"/>
                </a:lnTo>
                <a:lnTo>
                  <a:pt x="51053" y="46482"/>
                </a:lnTo>
                <a:lnTo>
                  <a:pt x="51053" y="60960"/>
                </a:lnTo>
                <a:lnTo>
                  <a:pt x="54101" y="57911"/>
                </a:lnTo>
                <a:close/>
              </a:path>
              <a:path w="63500" h="67945">
                <a:moveTo>
                  <a:pt x="63245" y="38862"/>
                </a:moveTo>
                <a:lnTo>
                  <a:pt x="63245" y="31242"/>
                </a:lnTo>
                <a:lnTo>
                  <a:pt x="62483" y="25908"/>
                </a:lnTo>
                <a:lnTo>
                  <a:pt x="62483" y="25145"/>
                </a:lnTo>
                <a:lnTo>
                  <a:pt x="60959" y="19811"/>
                </a:lnTo>
                <a:lnTo>
                  <a:pt x="60959" y="19049"/>
                </a:lnTo>
                <a:lnTo>
                  <a:pt x="60197" y="19049"/>
                </a:lnTo>
                <a:lnTo>
                  <a:pt x="60197" y="18287"/>
                </a:lnTo>
                <a:lnTo>
                  <a:pt x="57911" y="13716"/>
                </a:lnTo>
                <a:lnTo>
                  <a:pt x="57149" y="13716"/>
                </a:lnTo>
                <a:lnTo>
                  <a:pt x="57149" y="12954"/>
                </a:lnTo>
                <a:lnTo>
                  <a:pt x="54101" y="9143"/>
                </a:lnTo>
                <a:lnTo>
                  <a:pt x="53339" y="9143"/>
                </a:lnTo>
                <a:lnTo>
                  <a:pt x="53339" y="26670"/>
                </a:lnTo>
                <a:lnTo>
                  <a:pt x="54051" y="32359"/>
                </a:lnTo>
                <a:lnTo>
                  <a:pt x="54101" y="32004"/>
                </a:lnTo>
                <a:lnTo>
                  <a:pt x="54101" y="57911"/>
                </a:lnTo>
                <a:lnTo>
                  <a:pt x="54863" y="57150"/>
                </a:lnTo>
                <a:lnTo>
                  <a:pt x="54863" y="56388"/>
                </a:lnTo>
                <a:lnTo>
                  <a:pt x="55625" y="56388"/>
                </a:lnTo>
                <a:lnTo>
                  <a:pt x="58673" y="51816"/>
                </a:lnTo>
                <a:lnTo>
                  <a:pt x="58673" y="51053"/>
                </a:lnTo>
                <a:lnTo>
                  <a:pt x="61721" y="45720"/>
                </a:lnTo>
                <a:lnTo>
                  <a:pt x="61721" y="44958"/>
                </a:lnTo>
                <a:lnTo>
                  <a:pt x="63245" y="38862"/>
                </a:lnTo>
                <a:close/>
              </a:path>
              <a:path w="63500" h="67945">
                <a:moveTo>
                  <a:pt x="54101" y="36576"/>
                </a:moveTo>
                <a:lnTo>
                  <a:pt x="54101" y="32766"/>
                </a:lnTo>
                <a:lnTo>
                  <a:pt x="54051" y="32359"/>
                </a:lnTo>
                <a:lnTo>
                  <a:pt x="53339" y="37338"/>
                </a:lnTo>
                <a:lnTo>
                  <a:pt x="54101" y="36576"/>
                </a:lnTo>
                <a:close/>
              </a:path>
              <a:path w="63500" h="67945">
                <a:moveTo>
                  <a:pt x="54101" y="32766"/>
                </a:moveTo>
                <a:lnTo>
                  <a:pt x="54101" y="32004"/>
                </a:lnTo>
                <a:lnTo>
                  <a:pt x="54051" y="32359"/>
                </a:lnTo>
                <a:lnTo>
                  <a:pt x="54101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3" name="object 37">
            <a:extLst>
              <a:ext uri="{FF2B5EF4-FFF2-40B4-BE49-F238E27FC236}">
                <a16:creationId xmlns:a16="http://schemas.microsoft.com/office/drawing/2014/main" id="{48352346-FB32-4847-B9BB-90E4138CCE36}"/>
              </a:ext>
            </a:extLst>
          </p:cNvPr>
          <p:cNvSpPr/>
          <p:nvPr/>
        </p:nvSpPr>
        <p:spPr>
          <a:xfrm>
            <a:off x="8212269" y="4905660"/>
            <a:ext cx="74407" cy="6723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5" name="object 38">
            <a:extLst>
              <a:ext uri="{FF2B5EF4-FFF2-40B4-BE49-F238E27FC236}">
                <a16:creationId xmlns:a16="http://schemas.microsoft.com/office/drawing/2014/main" id="{AA9A1C9B-FE69-4DA5-B0DB-C71E7769B28A}"/>
              </a:ext>
            </a:extLst>
          </p:cNvPr>
          <p:cNvSpPr/>
          <p:nvPr/>
        </p:nvSpPr>
        <p:spPr>
          <a:xfrm>
            <a:off x="7853681" y="4457425"/>
            <a:ext cx="74407" cy="6723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7" name="object 39">
            <a:extLst>
              <a:ext uri="{FF2B5EF4-FFF2-40B4-BE49-F238E27FC236}">
                <a16:creationId xmlns:a16="http://schemas.microsoft.com/office/drawing/2014/main" id="{688CA371-212B-451D-9E32-1473F650CC5B}"/>
              </a:ext>
            </a:extLst>
          </p:cNvPr>
          <p:cNvSpPr/>
          <p:nvPr/>
        </p:nvSpPr>
        <p:spPr>
          <a:xfrm>
            <a:off x="7110506" y="1988544"/>
            <a:ext cx="74407" cy="7082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9" name="object 40">
            <a:extLst>
              <a:ext uri="{FF2B5EF4-FFF2-40B4-BE49-F238E27FC236}">
                <a16:creationId xmlns:a16="http://schemas.microsoft.com/office/drawing/2014/main" id="{AC8F76B0-6F3E-44D6-A7B6-5DBD191777DA}"/>
              </a:ext>
            </a:extLst>
          </p:cNvPr>
          <p:cNvSpPr/>
          <p:nvPr/>
        </p:nvSpPr>
        <p:spPr>
          <a:xfrm>
            <a:off x="7869818" y="3865614"/>
            <a:ext cx="69476" cy="59765"/>
          </a:xfrm>
          <a:custGeom>
            <a:avLst/>
            <a:gdLst/>
            <a:ahLst/>
            <a:cxnLst/>
            <a:rect l="l" t="t" r="r" b="b"/>
            <a:pathLst>
              <a:path w="59054" h="50800">
                <a:moveTo>
                  <a:pt x="58674" y="19931"/>
                </a:moveTo>
                <a:lnTo>
                  <a:pt x="54709" y="10620"/>
                </a:lnTo>
                <a:lnTo>
                  <a:pt x="46958" y="3738"/>
                </a:lnTo>
                <a:lnTo>
                  <a:pt x="36492" y="0"/>
                </a:lnTo>
                <a:lnTo>
                  <a:pt x="24384" y="119"/>
                </a:lnTo>
                <a:lnTo>
                  <a:pt x="13394" y="4238"/>
                </a:lnTo>
                <a:lnTo>
                  <a:pt x="5048" y="11358"/>
                </a:lnTo>
                <a:lnTo>
                  <a:pt x="273" y="20478"/>
                </a:lnTo>
                <a:lnTo>
                  <a:pt x="0" y="30599"/>
                </a:lnTo>
                <a:lnTo>
                  <a:pt x="3952" y="39909"/>
                </a:lnTo>
                <a:lnTo>
                  <a:pt x="11620" y="46791"/>
                </a:lnTo>
                <a:lnTo>
                  <a:pt x="21859" y="50530"/>
                </a:lnTo>
                <a:lnTo>
                  <a:pt x="33528" y="50411"/>
                </a:lnTo>
                <a:lnTo>
                  <a:pt x="44958" y="46291"/>
                </a:lnTo>
                <a:lnTo>
                  <a:pt x="53530" y="39171"/>
                </a:lnTo>
                <a:lnTo>
                  <a:pt x="58388" y="30051"/>
                </a:lnTo>
                <a:lnTo>
                  <a:pt x="58674" y="1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1" name="object 41">
            <a:extLst>
              <a:ext uri="{FF2B5EF4-FFF2-40B4-BE49-F238E27FC236}">
                <a16:creationId xmlns:a16="http://schemas.microsoft.com/office/drawing/2014/main" id="{888A5ADC-9D9D-46CB-AD01-926C9A48DD66}"/>
              </a:ext>
            </a:extLst>
          </p:cNvPr>
          <p:cNvSpPr/>
          <p:nvPr/>
        </p:nvSpPr>
        <p:spPr>
          <a:xfrm>
            <a:off x="7863540" y="3859478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60197" y="28194"/>
                </a:moveTo>
                <a:lnTo>
                  <a:pt x="60197" y="8382"/>
                </a:lnTo>
                <a:lnTo>
                  <a:pt x="59435" y="8382"/>
                </a:lnTo>
                <a:lnTo>
                  <a:pt x="54863" y="5334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3433" y="762"/>
                </a:lnTo>
                <a:lnTo>
                  <a:pt x="41909" y="666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859" y="3048"/>
                </a:lnTo>
                <a:lnTo>
                  <a:pt x="22097" y="3048"/>
                </a:lnTo>
                <a:lnTo>
                  <a:pt x="16763" y="5334"/>
                </a:lnTo>
                <a:lnTo>
                  <a:pt x="16001" y="5334"/>
                </a:lnTo>
                <a:lnTo>
                  <a:pt x="16001" y="6096"/>
                </a:lnTo>
                <a:lnTo>
                  <a:pt x="11429" y="9144"/>
                </a:lnTo>
                <a:lnTo>
                  <a:pt x="6095" y="14478"/>
                </a:lnTo>
                <a:lnTo>
                  <a:pt x="3809" y="18288"/>
                </a:lnTo>
                <a:lnTo>
                  <a:pt x="3047" y="19050"/>
                </a:lnTo>
                <a:lnTo>
                  <a:pt x="761" y="24384"/>
                </a:lnTo>
                <a:lnTo>
                  <a:pt x="761" y="25146"/>
                </a:lnTo>
                <a:lnTo>
                  <a:pt x="0" y="29718"/>
                </a:lnTo>
                <a:lnTo>
                  <a:pt x="0" y="37338"/>
                </a:lnTo>
                <a:lnTo>
                  <a:pt x="761" y="40386"/>
                </a:lnTo>
                <a:lnTo>
                  <a:pt x="2285" y="42672"/>
                </a:lnTo>
                <a:lnTo>
                  <a:pt x="2285" y="43434"/>
                </a:lnTo>
                <a:lnTo>
                  <a:pt x="5333" y="48006"/>
                </a:lnTo>
                <a:lnTo>
                  <a:pt x="5333" y="48768"/>
                </a:lnTo>
                <a:lnTo>
                  <a:pt x="9143" y="52578"/>
                </a:lnTo>
                <a:lnTo>
                  <a:pt x="9143" y="32004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4384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256"/>
                </a:lnTo>
                <a:lnTo>
                  <a:pt x="20573" y="14224"/>
                </a:lnTo>
                <a:lnTo>
                  <a:pt x="20573" y="13716"/>
                </a:lnTo>
                <a:lnTo>
                  <a:pt x="25907" y="11430"/>
                </a:lnTo>
                <a:lnTo>
                  <a:pt x="25907" y="11906"/>
                </a:lnTo>
                <a:lnTo>
                  <a:pt x="31241" y="9906"/>
                </a:lnTo>
                <a:lnTo>
                  <a:pt x="31241" y="10572"/>
                </a:lnTo>
                <a:lnTo>
                  <a:pt x="35813" y="10001"/>
                </a:lnTo>
                <a:lnTo>
                  <a:pt x="41909" y="9906"/>
                </a:lnTo>
                <a:lnTo>
                  <a:pt x="41909" y="10123"/>
                </a:lnTo>
                <a:lnTo>
                  <a:pt x="46481" y="11430"/>
                </a:lnTo>
                <a:lnTo>
                  <a:pt x="46481" y="11811"/>
                </a:lnTo>
                <a:lnTo>
                  <a:pt x="49529" y="13335"/>
                </a:lnTo>
                <a:lnTo>
                  <a:pt x="49529" y="12954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911" y="20574"/>
                </a:lnTo>
                <a:lnTo>
                  <a:pt x="58673" y="22098"/>
                </a:lnTo>
                <a:lnTo>
                  <a:pt x="59435" y="24384"/>
                </a:lnTo>
                <a:lnTo>
                  <a:pt x="59435" y="26670"/>
                </a:lnTo>
                <a:lnTo>
                  <a:pt x="60197" y="28194"/>
                </a:lnTo>
                <a:close/>
              </a:path>
              <a:path w="69850" h="60960">
                <a:moveTo>
                  <a:pt x="9905" y="52578"/>
                </a:moveTo>
                <a:lnTo>
                  <a:pt x="9905" y="35052"/>
                </a:lnTo>
                <a:lnTo>
                  <a:pt x="9143" y="32766"/>
                </a:lnTo>
                <a:lnTo>
                  <a:pt x="9143" y="52578"/>
                </a:lnTo>
                <a:lnTo>
                  <a:pt x="9905" y="52578"/>
                </a:lnTo>
                <a:close/>
              </a:path>
              <a:path w="69850" h="60960">
                <a:moveTo>
                  <a:pt x="15566" y="45175"/>
                </a:moveTo>
                <a:lnTo>
                  <a:pt x="12953" y="41910"/>
                </a:lnTo>
                <a:lnTo>
                  <a:pt x="12953" y="42672"/>
                </a:lnTo>
                <a:lnTo>
                  <a:pt x="10667" y="38862"/>
                </a:lnTo>
                <a:lnTo>
                  <a:pt x="9905" y="36576"/>
                </a:lnTo>
                <a:lnTo>
                  <a:pt x="9905" y="53340"/>
                </a:lnTo>
                <a:lnTo>
                  <a:pt x="14477" y="56388"/>
                </a:lnTo>
                <a:lnTo>
                  <a:pt x="15239" y="56388"/>
                </a:lnTo>
                <a:lnTo>
                  <a:pt x="15239" y="44958"/>
                </a:lnTo>
                <a:lnTo>
                  <a:pt x="15566" y="45175"/>
                </a:lnTo>
                <a:close/>
              </a:path>
              <a:path w="69850" h="60960">
                <a:moveTo>
                  <a:pt x="12191" y="22860"/>
                </a:moveTo>
                <a:lnTo>
                  <a:pt x="11429" y="23622"/>
                </a:lnTo>
                <a:lnTo>
                  <a:pt x="11429" y="24384"/>
                </a:lnTo>
                <a:lnTo>
                  <a:pt x="12191" y="22860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6001" y="45720"/>
                </a:moveTo>
                <a:lnTo>
                  <a:pt x="15566" y="45175"/>
                </a:lnTo>
                <a:lnTo>
                  <a:pt x="15239" y="44958"/>
                </a:lnTo>
                <a:lnTo>
                  <a:pt x="16001" y="45720"/>
                </a:lnTo>
                <a:close/>
              </a:path>
              <a:path w="69850" h="60960">
                <a:moveTo>
                  <a:pt x="16001" y="56769"/>
                </a:moveTo>
                <a:lnTo>
                  <a:pt x="16001" y="45720"/>
                </a:lnTo>
                <a:lnTo>
                  <a:pt x="15239" y="44958"/>
                </a:lnTo>
                <a:lnTo>
                  <a:pt x="15239" y="56388"/>
                </a:lnTo>
                <a:lnTo>
                  <a:pt x="16001" y="56769"/>
                </a:lnTo>
                <a:close/>
              </a:path>
              <a:path w="69850" h="60960">
                <a:moveTo>
                  <a:pt x="19811" y="48006"/>
                </a:moveTo>
                <a:lnTo>
                  <a:pt x="15566" y="45175"/>
                </a:lnTo>
                <a:lnTo>
                  <a:pt x="16001" y="45720"/>
                </a:lnTo>
                <a:lnTo>
                  <a:pt x="16001" y="56769"/>
                </a:lnTo>
                <a:lnTo>
                  <a:pt x="19049" y="58293"/>
                </a:lnTo>
                <a:lnTo>
                  <a:pt x="19049" y="48006"/>
                </a:lnTo>
                <a:lnTo>
                  <a:pt x="19811" y="48006"/>
                </a:lnTo>
                <a:close/>
              </a:path>
              <a:path w="69850" h="60960">
                <a:moveTo>
                  <a:pt x="17525" y="16256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256"/>
                </a:lnTo>
                <a:close/>
              </a:path>
              <a:path w="69850" h="60960">
                <a:moveTo>
                  <a:pt x="23621" y="59544"/>
                </a:moveTo>
                <a:lnTo>
                  <a:pt x="23621" y="50292"/>
                </a:lnTo>
                <a:lnTo>
                  <a:pt x="19049" y="48006"/>
                </a:lnTo>
                <a:lnTo>
                  <a:pt x="19049" y="58293"/>
                </a:lnTo>
                <a:lnTo>
                  <a:pt x="19811" y="58674"/>
                </a:lnTo>
                <a:lnTo>
                  <a:pt x="20573" y="58674"/>
                </a:lnTo>
                <a:lnTo>
                  <a:pt x="23621" y="59544"/>
                </a:lnTo>
                <a:close/>
              </a:path>
              <a:path w="69850" h="60960">
                <a:moveTo>
                  <a:pt x="21335" y="13716"/>
                </a:moveTo>
                <a:lnTo>
                  <a:pt x="20573" y="13716"/>
                </a:lnTo>
                <a:lnTo>
                  <a:pt x="20573" y="14224"/>
                </a:lnTo>
                <a:lnTo>
                  <a:pt x="21335" y="13716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3621" y="50292"/>
                </a:lnTo>
                <a:lnTo>
                  <a:pt x="23621" y="59544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906"/>
                </a:moveTo>
                <a:lnTo>
                  <a:pt x="25907" y="11430"/>
                </a:lnTo>
                <a:lnTo>
                  <a:pt x="25145" y="12192"/>
                </a:lnTo>
                <a:lnTo>
                  <a:pt x="25907" y="11906"/>
                </a:lnTo>
                <a:close/>
              </a:path>
              <a:path w="69850" h="60960">
                <a:moveTo>
                  <a:pt x="38861" y="60293"/>
                </a:moveTo>
                <a:lnTo>
                  <a:pt x="38861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lnTo>
                  <a:pt x="38861" y="60293"/>
                </a:lnTo>
                <a:close/>
              </a:path>
              <a:path w="69850" h="60960">
                <a:moveTo>
                  <a:pt x="31241" y="10572"/>
                </a:moveTo>
                <a:lnTo>
                  <a:pt x="31241" y="9906"/>
                </a:lnTo>
                <a:lnTo>
                  <a:pt x="30479" y="10668"/>
                </a:lnTo>
                <a:lnTo>
                  <a:pt x="31241" y="10572"/>
                </a:lnTo>
                <a:close/>
              </a:path>
              <a:path w="69850" h="60960">
                <a:moveTo>
                  <a:pt x="36575" y="9906"/>
                </a:moveTo>
                <a:lnTo>
                  <a:pt x="35813" y="9906"/>
                </a:lnTo>
                <a:lnTo>
                  <a:pt x="36575" y="9906"/>
                </a:lnTo>
                <a:close/>
              </a:path>
              <a:path w="69850" h="60960">
                <a:moveTo>
                  <a:pt x="44195" y="59245"/>
                </a:moveTo>
                <a:lnTo>
                  <a:pt x="44195" y="49530"/>
                </a:lnTo>
                <a:lnTo>
                  <a:pt x="38099" y="51054"/>
                </a:lnTo>
                <a:lnTo>
                  <a:pt x="38861" y="51054"/>
                </a:lnTo>
                <a:lnTo>
                  <a:pt x="38861" y="60293"/>
                </a:lnTo>
                <a:lnTo>
                  <a:pt x="40385" y="60198"/>
                </a:lnTo>
                <a:lnTo>
                  <a:pt x="44195" y="59245"/>
                </a:lnTo>
                <a:close/>
              </a:path>
              <a:path w="69850" h="60960">
                <a:moveTo>
                  <a:pt x="41909" y="10123"/>
                </a:moveTo>
                <a:lnTo>
                  <a:pt x="41909" y="9906"/>
                </a:lnTo>
                <a:lnTo>
                  <a:pt x="41147" y="9906"/>
                </a:lnTo>
                <a:lnTo>
                  <a:pt x="41909" y="10123"/>
                </a:lnTo>
                <a:close/>
              </a:path>
              <a:path w="69850" h="60960">
                <a:moveTo>
                  <a:pt x="48767" y="57258"/>
                </a:moveTo>
                <a:lnTo>
                  <a:pt x="48767" y="47244"/>
                </a:lnTo>
                <a:lnTo>
                  <a:pt x="43433" y="49530"/>
                </a:lnTo>
                <a:lnTo>
                  <a:pt x="44195" y="49530"/>
                </a:lnTo>
                <a:lnTo>
                  <a:pt x="44195" y="59245"/>
                </a:lnTo>
                <a:lnTo>
                  <a:pt x="46481" y="58674"/>
                </a:lnTo>
                <a:lnTo>
                  <a:pt x="47243" y="58674"/>
                </a:lnTo>
                <a:lnTo>
                  <a:pt x="47243" y="57912"/>
                </a:lnTo>
                <a:lnTo>
                  <a:pt x="48767" y="57258"/>
                </a:lnTo>
                <a:close/>
              </a:path>
              <a:path w="69850" h="60960">
                <a:moveTo>
                  <a:pt x="46481" y="11811"/>
                </a:moveTo>
                <a:lnTo>
                  <a:pt x="46481" y="11430"/>
                </a:lnTo>
                <a:lnTo>
                  <a:pt x="45719" y="11430"/>
                </a:lnTo>
                <a:lnTo>
                  <a:pt x="46481" y="11811"/>
                </a:lnTo>
                <a:close/>
              </a:path>
              <a:path w="69850" h="60960">
                <a:moveTo>
                  <a:pt x="52577" y="44196"/>
                </a:moveTo>
                <a:lnTo>
                  <a:pt x="48005" y="47244"/>
                </a:lnTo>
                <a:lnTo>
                  <a:pt x="48767" y="47244"/>
                </a:lnTo>
                <a:lnTo>
                  <a:pt x="48767" y="57258"/>
                </a:lnTo>
                <a:lnTo>
                  <a:pt x="51815" y="55952"/>
                </a:lnTo>
                <a:lnTo>
                  <a:pt x="51815" y="44958"/>
                </a:lnTo>
                <a:lnTo>
                  <a:pt x="52577" y="44196"/>
                </a:lnTo>
                <a:close/>
              </a:path>
              <a:path w="69850" h="60960">
                <a:moveTo>
                  <a:pt x="50291" y="13716"/>
                </a:moveTo>
                <a:lnTo>
                  <a:pt x="49529" y="12954"/>
                </a:lnTo>
                <a:lnTo>
                  <a:pt x="49529" y="13335"/>
                </a:lnTo>
                <a:lnTo>
                  <a:pt x="50291" y="13716"/>
                </a:lnTo>
                <a:close/>
              </a:path>
              <a:path w="69850" h="60960">
                <a:moveTo>
                  <a:pt x="55625" y="53721"/>
                </a:moveTo>
                <a:lnTo>
                  <a:pt x="55625" y="41148"/>
                </a:lnTo>
                <a:lnTo>
                  <a:pt x="51815" y="44958"/>
                </a:lnTo>
                <a:lnTo>
                  <a:pt x="51815" y="55952"/>
                </a:lnTo>
                <a:lnTo>
                  <a:pt x="52577" y="55626"/>
                </a:lnTo>
                <a:lnTo>
                  <a:pt x="53339" y="55626"/>
                </a:lnTo>
                <a:lnTo>
                  <a:pt x="55625" y="53721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910"/>
                </a:lnTo>
                <a:lnTo>
                  <a:pt x="55625" y="41148"/>
                </a:lnTo>
                <a:lnTo>
                  <a:pt x="55625" y="53721"/>
                </a:lnTo>
                <a:lnTo>
                  <a:pt x="57911" y="51816"/>
                </a:lnTo>
                <a:close/>
              </a:path>
              <a:path w="69850" h="60960">
                <a:moveTo>
                  <a:pt x="69710" y="27686"/>
                </a:moveTo>
                <a:lnTo>
                  <a:pt x="68491" y="20345"/>
                </a:lnTo>
                <a:lnTo>
                  <a:pt x="65531" y="15240"/>
                </a:lnTo>
                <a:lnTo>
                  <a:pt x="64007" y="12954"/>
                </a:lnTo>
                <a:lnTo>
                  <a:pt x="60197" y="9144"/>
                </a:lnTo>
                <a:lnTo>
                  <a:pt x="60197" y="30480"/>
                </a:lnTo>
                <a:lnTo>
                  <a:pt x="59435" y="32004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816"/>
                </a:lnTo>
                <a:lnTo>
                  <a:pt x="58673" y="51816"/>
                </a:lnTo>
                <a:lnTo>
                  <a:pt x="62483" y="48006"/>
                </a:lnTo>
                <a:lnTo>
                  <a:pt x="62483" y="47244"/>
                </a:lnTo>
                <a:lnTo>
                  <a:pt x="65531" y="42672"/>
                </a:lnTo>
                <a:lnTo>
                  <a:pt x="66293" y="42672"/>
                </a:lnTo>
                <a:lnTo>
                  <a:pt x="66293" y="41910"/>
                </a:lnTo>
                <a:lnTo>
                  <a:pt x="67817" y="37338"/>
                </a:lnTo>
                <a:lnTo>
                  <a:pt x="68579" y="36576"/>
                </a:lnTo>
                <a:lnTo>
                  <a:pt x="69341" y="33528"/>
                </a:lnTo>
                <a:lnTo>
                  <a:pt x="69710" y="2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3" name="object 42">
            <a:extLst>
              <a:ext uri="{FF2B5EF4-FFF2-40B4-BE49-F238E27FC236}">
                <a16:creationId xmlns:a16="http://schemas.microsoft.com/office/drawing/2014/main" id="{B852C5FA-CA1F-4D92-83E3-F0E1880B47A7}"/>
              </a:ext>
            </a:extLst>
          </p:cNvPr>
          <p:cNvSpPr/>
          <p:nvPr/>
        </p:nvSpPr>
        <p:spPr>
          <a:xfrm>
            <a:off x="6067736" y="2321045"/>
            <a:ext cx="81579" cy="8126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5" name="object 43">
            <a:extLst>
              <a:ext uri="{FF2B5EF4-FFF2-40B4-BE49-F238E27FC236}">
                <a16:creationId xmlns:a16="http://schemas.microsoft.com/office/drawing/2014/main" id="{DA2AD605-0FAA-47D7-BDA8-7DA1B6D37F8D}"/>
              </a:ext>
            </a:extLst>
          </p:cNvPr>
          <p:cNvSpPr/>
          <p:nvPr/>
        </p:nvSpPr>
        <p:spPr>
          <a:xfrm>
            <a:off x="7374069" y="4662718"/>
            <a:ext cx="83431" cy="7709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7" name="object 44">
            <a:extLst>
              <a:ext uri="{FF2B5EF4-FFF2-40B4-BE49-F238E27FC236}">
                <a16:creationId xmlns:a16="http://schemas.microsoft.com/office/drawing/2014/main" id="{1ED405E0-2A46-4240-9DCC-DEC2834508A9}"/>
              </a:ext>
            </a:extLst>
          </p:cNvPr>
          <p:cNvSpPr/>
          <p:nvPr/>
        </p:nvSpPr>
        <p:spPr>
          <a:xfrm>
            <a:off x="8984128" y="4327170"/>
            <a:ext cx="70224" cy="59765"/>
          </a:xfrm>
          <a:custGeom>
            <a:avLst/>
            <a:gdLst/>
            <a:ahLst/>
            <a:cxnLst/>
            <a:rect l="l" t="t" r="r" b="b"/>
            <a:pathLst>
              <a:path w="59689" h="50800">
                <a:moveTo>
                  <a:pt x="59436" y="20038"/>
                </a:moveTo>
                <a:lnTo>
                  <a:pt x="55471" y="10406"/>
                </a:lnTo>
                <a:lnTo>
                  <a:pt x="47720" y="3559"/>
                </a:lnTo>
                <a:lnTo>
                  <a:pt x="37254" y="0"/>
                </a:lnTo>
                <a:lnTo>
                  <a:pt x="25146" y="226"/>
                </a:lnTo>
                <a:lnTo>
                  <a:pt x="14144" y="4345"/>
                </a:lnTo>
                <a:lnTo>
                  <a:pt x="5715" y="11465"/>
                </a:lnTo>
                <a:lnTo>
                  <a:pt x="714" y="20585"/>
                </a:lnTo>
                <a:lnTo>
                  <a:pt x="0" y="30706"/>
                </a:lnTo>
                <a:lnTo>
                  <a:pt x="4393" y="39909"/>
                </a:lnTo>
                <a:lnTo>
                  <a:pt x="12287" y="46612"/>
                </a:lnTo>
                <a:lnTo>
                  <a:pt x="22609" y="50315"/>
                </a:lnTo>
                <a:lnTo>
                  <a:pt x="34290" y="50518"/>
                </a:lnTo>
                <a:lnTo>
                  <a:pt x="45612" y="46398"/>
                </a:lnTo>
                <a:lnTo>
                  <a:pt x="54006" y="39278"/>
                </a:lnTo>
                <a:lnTo>
                  <a:pt x="58828" y="30158"/>
                </a:lnTo>
                <a:lnTo>
                  <a:pt x="59436" y="200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9" name="object 45">
            <a:extLst>
              <a:ext uri="{FF2B5EF4-FFF2-40B4-BE49-F238E27FC236}">
                <a16:creationId xmlns:a16="http://schemas.microsoft.com/office/drawing/2014/main" id="{1760B7C6-5815-4D0E-9B88-9FD3973D8828}"/>
              </a:ext>
            </a:extLst>
          </p:cNvPr>
          <p:cNvSpPr/>
          <p:nvPr/>
        </p:nvSpPr>
        <p:spPr>
          <a:xfrm>
            <a:off x="8978751" y="4321160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11429" y="22860"/>
                </a:moveTo>
                <a:lnTo>
                  <a:pt x="11429" y="9144"/>
                </a:lnTo>
                <a:lnTo>
                  <a:pt x="10667" y="9144"/>
                </a:lnTo>
                <a:lnTo>
                  <a:pt x="6095" y="13716"/>
                </a:lnTo>
                <a:lnTo>
                  <a:pt x="3047" y="18288"/>
                </a:lnTo>
                <a:lnTo>
                  <a:pt x="3047" y="19050"/>
                </a:lnTo>
                <a:lnTo>
                  <a:pt x="761" y="23622"/>
                </a:lnTo>
                <a:lnTo>
                  <a:pt x="761" y="24384"/>
                </a:lnTo>
                <a:lnTo>
                  <a:pt x="0" y="29718"/>
                </a:lnTo>
                <a:lnTo>
                  <a:pt x="0" y="36576"/>
                </a:lnTo>
                <a:lnTo>
                  <a:pt x="1523" y="42672"/>
                </a:lnTo>
                <a:lnTo>
                  <a:pt x="2285" y="42672"/>
                </a:lnTo>
                <a:lnTo>
                  <a:pt x="2285" y="43434"/>
                </a:lnTo>
                <a:lnTo>
                  <a:pt x="4571" y="47244"/>
                </a:lnTo>
                <a:lnTo>
                  <a:pt x="9143" y="51816"/>
                </a:lnTo>
                <a:lnTo>
                  <a:pt x="9143" y="31242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2860"/>
                </a:lnTo>
                <a:close/>
              </a:path>
              <a:path w="69850" h="60960">
                <a:moveTo>
                  <a:pt x="12953" y="42672"/>
                </a:moveTo>
                <a:lnTo>
                  <a:pt x="10667" y="38100"/>
                </a:lnTo>
                <a:lnTo>
                  <a:pt x="10667" y="38862"/>
                </a:lnTo>
                <a:lnTo>
                  <a:pt x="9143" y="34290"/>
                </a:lnTo>
                <a:lnTo>
                  <a:pt x="9143" y="52578"/>
                </a:lnTo>
                <a:lnTo>
                  <a:pt x="9905" y="52578"/>
                </a:lnTo>
                <a:lnTo>
                  <a:pt x="12191" y="54406"/>
                </a:lnTo>
                <a:lnTo>
                  <a:pt x="12191" y="41910"/>
                </a:lnTo>
                <a:lnTo>
                  <a:pt x="12953" y="42672"/>
                </a:lnTo>
                <a:close/>
              </a:path>
              <a:path w="69850" h="60960">
                <a:moveTo>
                  <a:pt x="59435" y="24384"/>
                </a:moveTo>
                <a:lnTo>
                  <a:pt x="59435" y="7620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8005" y="1524"/>
                </a:lnTo>
                <a:lnTo>
                  <a:pt x="42671" y="762"/>
                </a:lnTo>
                <a:lnTo>
                  <a:pt x="41147" y="653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097" y="2286"/>
                </a:lnTo>
                <a:lnTo>
                  <a:pt x="16763" y="5334"/>
                </a:lnTo>
                <a:lnTo>
                  <a:pt x="16001" y="5334"/>
                </a:lnTo>
                <a:lnTo>
                  <a:pt x="11429" y="8382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129"/>
                </a:lnTo>
                <a:lnTo>
                  <a:pt x="21335" y="12954"/>
                </a:lnTo>
                <a:lnTo>
                  <a:pt x="21335" y="13389"/>
                </a:lnTo>
                <a:lnTo>
                  <a:pt x="25145" y="11756"/>
                </a:lnTo>
                <a:lnTo>
                  <a:pt x="25145" y="11430"/>
                </a:lnTo>
                <a:lnTo>
                  <a:pt x="30479" y="10096"/>
                </a:lnTo>
                <a:lnTo>
                  <a:pt x="30479" y="9906"/>
                </a:lnTo>
                <a:lnTo>
                  <a:pt x="35813" y="9239"/>
                </a:lnTo>
                <a:lnTo>
                  <a:pt x="41147" y="9906"/>
                </a:lnTo>
                <a:lnTo>
                  <a:pt x="41147" y="10123"/>
                </a:lnTo>
                <a:lnTo>
                  <a:pt x="44957" y="11212"/>
                </a:lnTo>
                <a:lnTo>
                  <a:pt x="44957" y="10668"/>
                </a:lnTo>
                <a:lnTo>
                  <a:pt x="50291" y="12954"/>
                </a:lnTo>
                <a:lnTo>
                  <a:pt x="50291" y="13462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149" y="20574"/>
                </a:lnTo>
                <a:lnTo>
                  <a:pt x="58673" y="22098"/>
                </a:lnTo>
                <a:lnTo>
                  <a:pt x="59435" y="24384"/>
                </a:lnTo>
                <a:close/>
              </a:path>
              <a:path w="69850" h="60960">
                <a:moveTo>
                  <a:pt x="16001" y="57041"/>
                </a:moveTo>
                <a:lnTo>
                  <a:pt x="16001" y="45720"/>
                </a:lnTo>
                <a:lnTo>
                  <a:pt x="12191" y="41910"/>
                </a:lnTo>
                <a:lnTo>
                  <a:pt x="12191" y="54406"/>
                </a:lnTo>
                <a:lnTo>
                  <a:pt x="13715" y="55626"/>
                </a:lnTo>
                <a:lnTo>
                  <a:pt x="14477" y="55626"/>
                </a:lnTo>
                <a:lnTo>
                  <a:pt x="14477" y="56388"/>
                </a:lnTo>
                <a:lnTo>
                  <a:pt x="16001" y="57041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9354" y="47701"/>
                </a:moveTo>
                <a:lnTo>
                  <a:pt x="15239" y="44958"/>
                </a:lnTo>
                <a:lnTo>
                  <a:pt x="16001" y="45720"/>
                </a:lnTo>
                <a:lnTo>
                  <a:pt x="16001" y="57041"/>
                </a:lnTo>
                <a:lnTo>
                  <a:pt x="18287" y="58020"/>
                </a:lnTo>
                <a:lnTo>
                  <a:pt x="18287" y="47244"/>
                </a:lnTo>
                <a:lnTo>
                  <a:pt x="19354" y="47701"/>
                </a:lnTo>
                <a:close/>
              </a:path>
              <a:path w="69850" h="60960">
                <a:moveTo>
                  <a:pt x="17525" y="16129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129"/>
                </a:lnTo>
                <a:close/>
              </a:path>
              <a:path w="69850" h="60960">
                <a:moveTo>
                  <a:pt x="19811" y="48006"/>
                </a:moveTo>
                <a:lnTo>
                  <a:pt x="19354" y="47701"/>
                </a:lnTo>
                <a:lnTo>
                  <a:pt x="18287" y="47244"/>
                </a:lnTo>
                <a:lnTo>
                  <a:pt x="19811" y="48006"/>
                </a:lnTo>
                <a:close/>
              </a:path>
              <a:path w="69850" h="60960">
                <a:moveTo>
                  <a:pt x="19811" y="58674"/>
                </a:moveTo>
                <a:lnTo>
                  <a:pt x="19811" y="48006"/>
                </a:lnTo>
                <a:lnTo>
                  <a:pt x="18287" y="47244"/>
                </a:lnTo>
                <a:lnTo>
                  <a:pt x="18287" y="58020"/>
                </a:lnTo>
                <a:lnTo>
                  <a:pt x="19811" y="58674"/>
                </a:lnTo>
                <a:close/>
              </a:path>
              <a:path w="69850" h="60960">
                <a:moveTo>
                  <a:pt x="23621" y="49530"/>
                </a:moveTo>
                <a:lnTo>
                  <a:pt x="19354" y="47701"/>
                </a:lnTo>
                <a:lnTo>
                  <a:pt x="19811" y="48006"/>
                </a:lnTo>
                <a:lnTo>
                  <a:pt x="19811" y="58674"/>
                </a:lnTo>
                <a:lnTo>
                  <a:pt x="20573" y="58674"/>
                </a:lnTo>
                <a:lnTo>
                  <a:pt x="22859" y="59327"/>
                </a:lnTo>
                <a:lnTo>
                  <a:pt x="22859" y="49530"/>
                </a:lnTo>
                <a:lnTo>
                  <a:pt x="23621" y="49530"/>
                </a:lnTo>
                <a:close/>
              </a:path>
              <a:path w="69850" h="60960">
                <a:moveTo>
                  <a:pt x="21335" y="13389"/>
                </a:moveTo>
                <a:lnTo>
                  <a:pt x="21335" y="12954"/>
                </a:lnTo>
                <a:lnTo>
                  <a:pt x="20573" y="13716"/>
                </a:lnTo>
                <a:lnTo>
                  <a:pt x="21335" y="13389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2859" y="59327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430"/>
                </a:moveTo>
                <a:lnTo>
                  <a:pt x="25145" y="11430"/>
                </a:lnTo>
                <a:lnTo>
                  <a:pt x="25145" y="11756"/>
                </a:lnTo>
                <a:lnTo>
                  <a:pt x="25907" y="11430"/>
                </a:lnTo>
                <a:close/>
              </a:path>
              <a:path w="69850" h="60960">
                <a:moveTo>
                  <a:pt x="33527" y="60960"/>
                </a:moveTo>
                <a:lnTo>
                  <a:pt x="33527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close/>
              </a:path>
              <a:path w="69850" h="60960">
                <a:moveTo>
                  <a:pt x="31241" y="9906"/>
                </a:moveTo>
                <a:lnTo>
                  <a:pt x="30479" y="9906"/>
                </a:lnTo>
                <a:lnTo>
                  <a:pt x="30479" y="10096"/>
                </a:lnTo>
                <a:lnTo>
                  <a:pt x="31241" y="9906"/>
                </a:lnTo>
                <a:close/>
              </a:path>
              <a:path w="69850" h="60960">
                <a:moveTo>
                  <a:pt x="43433" y="48768"/>
                </a:moveTo>
                <a:lnTo>
                  <a:pt x="38099" y="51054"/>
                </a:lnTo>
                <a:lnTo>
                  <a:pt x="38099" y="50387"/>
                </a:lnTo>
                <a:lnTo>
                  <a:pt x="32765" y="51054"/>
                </a:lnTo>
                <a:lnTo>
                  <a:pt x="33527" y="51054"/>
                </a:lnTo>
                <a:lnTo>
                  <a:pt x="33527" y="60960"/>
                </a:lnTo>
                <a:lnTo>
                  <a:pt x="38099" y="60388"/>
                </a:lnTo>
                <a:lnTo>
                  <a:pt x="38099" y="51054"/>
                </a:lnTo>
                <a:lnTo>
                  <a:pt x="38861" y="50292"/>
                </a:lnTo>
                <a:lnTo>
                  <a:pt x="38861" y="60293"/>
                </a:lnTo>
                <a:lnTo>
                  <a:pt x="40385" y="60198"/>
                </a:lnTo>
                <a:lnTo>
                  <a:pt x="42671" y="59340"/>
                </a:lnTo>
                <a:lnTo>
                  <a:pt x="42671" y="49530"/>
                </a:lnTo>
                <a:lnTo>
                  <a:pt x="43433" y="48768"/>
                </a:lnTo>
                <a:close/>
              </a:path>
              <a:path w="69850" h="60960">
                <a:moveTo>
                  <a:pt x="36169" y="9194"/>
                </a:moveTo>
                <a:lnTo>
                  <a:pt x="35813" y="9144"/>
                </a:lnTo>
                <a:lnTo>
                  <a:pt x="36169" y="9194"/>
                </a:lnTo>
                <a:close/>
              </a:path>
              <a:path w="69850" h="60960">
                <a:moveTo>
                  <a:pt x="36575" y="9252"/>
                </a:moveTo>
                <a:lnTo>
                  <a:pt x="36169" y="9194"/>
                </a:lnTo>
                <a:lnTo>
                  <a:pt x="36575" y="9252"/>
                </a:lnTo>
                <a:close/>
              </a:path>
              <a:path w="69850" h="60960">
                <a:moveTo>
                  <a:pt x="41147" y="10123"/>
                </a:moveTo>
                <a:lnTo>
                  <a:pt x="41147" y="9906"/>
                </a:lnTo>
                <a:lnTo>
                  <a:pt x="40385" y="9906"/>
                </a:lnTo>
                <a:lnTo>
                  <a:pt x="41147" y="10123"/>
                </a:lnTo>
                <a:close/>
              </a:path>
              <a:path w="69850" h="60960">
                <a:moveTo>
                  <a:pt x="48005" y="57585"/>
                </a:moveTo>
                <a:lnTo>
                  <a:pt x="48005" y="47244"/>
                </a:lnTo>
                <a:lnTo>
                  <a:pt x="42671" y="49530"/>
                </a:lnTo>
                <a:lnTo>
                  <a:pt x="42671" y="59340"/>
                </a:lnTo>
                <a:lnTo>
                  <a:pt x="46481" y="57912"/>
                </a:lnTo>
                <a:lnTo>
                  <a:pt x="47243" y="57912"/>
                </a:lnTo>
                <a:lnTo>
                  <a:pt x="48005" y="57585"/>
                </a:lnTo>
                <a:close/>
              </a:path>
              <a:path w="69850" h="60960">
                <a:moveTo>
                  <a:pt x="45719" y="11430"/>
                </a:moveTo>
                <a:lnTo>
                  <a:pt x="44957" y="10668"/>
                </a:lnTo>
                <a:lnTo>
                  <a:pt x="44957" y="11212"/>
                </a:lnTo>
                <a:lnTo>
                  <a:pt x="45719" y="11430"/>
                </a:lnTo>
                <a:close/>
              </a:path>
              <a:path w="69850" h="60960">
                <a:moveTo>
                  <a:pt x="55625" y="53122"/>
                </a:moveTo>
                <a:lnTo>
                  <a:pt x="55625" y="40386"/>
                </a:lnTo>
                <a:lnTo>
                  <a:pt x="51815" y="44958"/>
                </a:lnTo>
                <a:lnTo>
                  <a:pt x="51815" y="44196"/>
                </a:lnTo>
                <a:lnTo>
                  <a:pt x="47243" y="47244"/>
                </a:lnTo>
                <a:lnTo>
                  <a:pt x="48005" y="47244"/>
                </a:lnTo>
                <a:lnTo>
                  <a:pt x="48005" y="57585"/>
                </a:lnTo>
                <a:lnTo>
                  <a:pt x="52577" y="55626"/>
                </a:lnTo>
                <a:lnTo>
                  <a:pt x="52577" y="54864"/>
                </a:lnTo>
                <a:lnTo>
                  <a:pt x="55625" y="53122"/>
                </a:lnTo>
                <a:close/>
              </a:path>
              <a:path w="69850" h="60960">
                <a:moveTo>
                  <a:pt x="50291" y="13462"/>
                </a:moveTo>
                <a:lnTo>
                  <a:pt x="50291" y="12954"/>
                </a:lnTo>
                <a:lnTo>
                  <a:pt x="49529" y="12954"/>
                </a:lnTo>
                <a:lnTo>
                  <a:pt x="50291" y="13462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148"/>
                </a:lnTo>
                <a:lnTo>
                  <a:pt x="55625" y="40386"/>
                </a:lnTo>
                <a:lnTo>
                  <a:pt x="55625" y="53122"/>
                </a:lnTo>
                <a:lnTo>
                  <a:pt x="57911" y="51816"/>
                </a:lnTo>
                <a:close/>
              </a:path>
              <a:path w="69850" h="60960">
                <a:moveTo>
                  <a:pt x="69341" y="29718"/>
                </a:moveTo>
                <a:lnTo>
                  <a:pt x="69341" y="26670"/>
                </a:lnTo>
                <a:lnTo>
                  <a:pt x="67055" y="17526"/>
                </a:lnTo>
                <a:lnTo>
                  <a:pt x="64007" y="12954"/>
                </a:lnTo>
                <a:lnTo>
                  <a:pt x="64007" y="12192"/>
                </a:lnTo>
                <a:lnTo>
                  <a:pt x="63245" y="12192"/>
                </a:lnTo>
                <a:lnTo>
                  <a:pt x="60197" y="8382"/>
                </a:lnTo>
                <a:lnTo>
                  <a:pt x="59435" y="8382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054"/>
                </a:lnTo>
                <a:lnTo>
                  <a:pt x="61721" y="47244"/>
                </a:lnTo>
                <a:lnTo>
                  <a:pt x="62483" y="47244"/>
                </a:lnTo>
                <a:lnTo>
                  <a:pt x="62483" y="46482"/>
                </a:lnTo>
                <a:lnTo>
                  <a:pt x="65531" y="42672"/>
                </a:lnTo>
                <a:lnTo>
                  <a:pt x="65531" y="41910"/>
                </a:lnTo>
                <a:lnTo>
                  <a:pt x="66293" y="41910"/>
                </a:lnTo>
                <a:lnTo>
                  <a:pt x="67817" y="36576"/>
                </a:lnTo>
                <a:lnTo>
                  <a:pt x="68579" y="35814"/>
                </a:lnTo>
                <a:lnTo>
                  <a:pt x="68579" y="32766"/>
                </a:lnTo>
                <a:lnTo>
                  <a:pt x="69341" y="29718"/>
                </a:lnTo>
                <a:close/>
              </a:path>
              <a:path w="69850" h="60960">
                <a:moveTo>
                  <a:pt x="59435" y="33528"/>
                </a:moveTo>
                <a:lnTo>
                  <a:pt x="59435" y="32004"/>
                </a:lnTo>
                <a:lnTo>
                  <a:pt x="58673" y="34290"/>
                </a:lnTo>
                <a:lnTo>
                  <a:pt x="59435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1" name="object 46">
            <a:extLst>
              <a:ext uri="{FF2B5EF4-FFF2-40B4-BE49-F238E27FC236}">
                <a16:creationId xmlns:a16="http://schemas.microsoft.com/office/drawing/2014/main" id="{E26E434A-2E64-4C5C-97D6-616E644D5DF5}"/>
              </a:ext>
            </a:extLst>
          </p:cNvPr>
          <p:cNvSpPr txBox="1"/>
          <p:nvPr/>
        </p:nvSpPr>
        <p:spPr>
          <a:xfrm>
            <a:off x="3045311" y="3087019"/>
            <a:ext cx="2123888" cy="2471160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 marR="5977">
              <a:spcBef>
                <a:spcPts val="112"/>
              </a:spcBef>
            </a:pPr>
            <a:r>
              <a:rPr sz="2353" spc="-47" dirty="0">
                <a:solidFill>
                  <a:srgbClr val="FF0000"/>
                </a:solidFill>
                <a:latin typeface="Tahoma"/>
                <a:cs typeface="Tahoma"/>
              </a:rPr>
              <a:t>w, </a:t>
            </a:r>
            <a:r>
              <a:rPr sz="2353" spc="-5" dirty="0">
                <a:solidFill>
                  <a:srgbClr val="FF0000"/>
                </a:solidFill>
                <a:latin typeface="Tahoma"/>
                <a:cs typeface="Tahoma"/>
              </a:rPr>
              <a:t>b </a:t>
            </a:r>
            <a:r>
              <a:rPr sz="2353" spc="-12" dirty="0">
                <a:solidFill>
                  <a:srgbClr val="00CC00"/>
                </a:solidFill>
                <a:latin typeface="Tahoma"/>
                <a:cs typeface="Tahoma"/>
              </a:rPr>
              <a:t>depends  </a:t>
            </a:r>
            <a:r>
              <a:rPr sz="2353" spc="-5" dirty="0">
                <a:solidFill>
                  <a:srgbClr val="00CC00"/>
                </a:solidFill>
                <a:latin typeface="Tahoma"/>
                <a:cs typeface="Tahoma"/>
              </a:rPr>
              <a:t>only on </a:t>
            </a:r>
            <a:r>
              <a:rPr sz="2353" spc="-12" dirty="0">
                <a:solidFill>
                  <a:srgbClr val="00CC00"/>
                </a:solidFill>
                <a:latin typeface="Tahoma"/>
                <a:cs typeface="Tahoma"/>
              </a:rPr>
              <a:t>Support  </a:t>
            </a:r>
            <a:r>
              <a:rPr sz="2353" spc="-24" dirty="0">
                <a:solidFill>
                  <a:srgbClr val="00CC00"/>
                </a:solidFill>
                <a:latin typeface="Tahoma"/>
                <a:cs typeface="Tahoma"/>
              </a:rPr>
              <a:t>Vectors </a:t>
            </a:r>
            <a:r>
              <a:rPr sz="2353" spc="-5" dirty="0">
                <a:solidFill>
                  <a:srgbClr val="00CC00"/>
                </a:solidFill>
                <a:latin typeface="Tahoma"/>
                <a:cs typeface="Tahoma"/>
              </a:rPr>
              <a:t>via  active  </a:t>
            </a:r>
            <a:r>
              <a:rPr sz="2353" spc="-12" dirty="0">
                <a:solidFill>
                  <a:srgbClr val="00CC00"/>
                </a:solidFill>
                <a:latin typeface="Tahoma"/>
                <a:cs typeface="Tahoma"/>
              </a:rPr>
              <a:t>constraints</a:t>
            </a:r>
            <a:endParaRPr sz="2353" dirty="0">
              <a:latin typeface="Tahoma"/>
              <a:cs typeface="Tahoma"/>
            </a:endParaRPr>
          </a:p>
          <a:p>
            <a:pPr marL="66490">
              <a:spcBef>
                <a:spcPts val="2529"/>
              </a:spcBef>
            </a:pPr>
            <a:r>
              <a:rPr sz="2117" i="1" spc="-5" dirty="0">
                <a:latin typeface="Times New Roman"/>
                <a:cs typeface="Times New Roman"/>
              </a:rPr>
              <a:t>y</a:t>
            </a:r>
            <a:r>
              <a:rPr sz="2117" i="1" spc="-8" baseline="-20833" dirty="0">
                <a:latin typeface="Times New Roman"/>
                <a:cs typeface="Times New Roman"/>
              </a:rPr>
              <a:t>i</a:t>
            </a:r>
            <a:r>
              <a:rPr sz="2117" spc="-5" dirty="0">
                <a:latin typeface="Times New Roman"/>
                <a:cs typeface="Times New Roman"/>
              </a:rPr>
              <a:t>(w</a:t>
            </a:r>
            <a:r>
              <a:rPr sz="2117" spc="-8" baseline="25462" dirty="0">
                <a:latin typeface="Times New Roman"/>
                <a:cs typeface="Times New Roman"/>
              </a:rPr>
              <a:t>T</a:t>
            </a:r>
            <a:r>
              <a:rPr sz="2117" spc="-5" dirty="0">
                <a:latin typeface="Times New Roman"/>
                <a:cs typeface="Times New Roman"/>
              </a:rPr>
              <a:t>x</a:t>
            </a:r>
            <a:r>
              <a:rPr sz="2117" spc="-8" baseline="-20833" dirty="0">
                <a:latin typeface="Times New Roman"/>
                <a:cs typeface="Times New Roman"/>
              </a:rPr>
              <a:t>k</a:t>
            </a:r>
            <a:r>
              <a:rPr sz="2117" spc="-5" dirty="0">
                <a:latin typeface="Times New Roman"/>
                <a:cs typeface="Times New Roman"/>
              </a:rPr>
              <a:t>+</a:t>
            </a:r>
            <a:r>
              <a:rPr sz="2117" i="1" spc="-5" dirty="0">
                <a:latin typeface="Times New Roman"/>
                <a:cs typeface="Times New Roman"/>
              </a:rPr>
              <a:t>b</a:t>
            </a:r>
            <a:r>
              <a:rPr sz="2117" spc="-5" dirty="0">
                <a:latin typeface="Times New Roman"/>
                <a:cs typeface="Times New Roman"/>
              </a:rPr>
              <a:t>)-1=0</a:t>
            </a:r>
            <a:endParaRPr sz="2117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94516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8389-41BA-402F-B379-DE5CD61C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83" dirty="0"/>
              <a:t>The </a:t>
            </a:r>
            <a:r>
              <a:rPr lang="en-US" spc="5" dirty="0"/>
              <a:t>Optimization </a:t>
            </a:r>
            <a:r>
              <a:rPr lang="en-US" spc="-41" dirty="0"/>
              <a:t>Problem </a:t>
            </a:r>
            <a:r>
              <a:rPr lang="en-US" spc="-35" dirty="0"/>
              <a:t>Solution</a:t>
            </a:r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85A62A8-40EF-48F1-B7F2-E6A9259CD517}"/>
              </a:ext>
            </a:extLst>
          </p:cNvPr>
          <p:cNvSpPr/>
          <p:nvPr/>
        </p:nvSpPr>
        <p:spPr>
          <a:xfrm>
            <a:off x="2397402" y="1976117"/>
            <a:ext cx="6935884" cy="1194515"/>
          </a:xfrm>
          <a:custGeom>
            <a:avLst/>
            <a:gdLst/>
            <a:ahLst/>
            <a:cxnLst/>
            <a:rect l="l" t="t" r="r" b="b"/>
            <a:pathLst>
              <a:path w="5778500" h="609600">
                <a:moveTo>
                  <a:pt x="5778246" y="609600"/>
                </a:moveTo>
                <a:lnTo>
                  <a:pt x="5778246" y="0"/>
                </a:lnTo>
                <a:lnTo>
                  <a:pt x="0" y="0"/>
                </a:lnTo>
                <a:lnTo>
                  <a:pt x="0" y="609600"/>
                </a:lnTo>
                <a:lnTo>
                  <a:pt x="12191" y="609600"/>
                </a:lnTo>
                <a:lnTo>
                  <a:pt x="12192" y="25146"/>
                </a:lnTo>
                <a:lnTo>
                  <a:pt x="25145" y="12192"/>
                </a:lnTo>
                <a:lnTo>
                  <a:pt x="25145" y="25146"/>
                </a:lnTo>
                <a:lnTo>
                  <a:pt x="5753100" y="25146"/>
                </a:lnTo>
                <a:lnTo>
                  <a:pt x="5753100" y="12192"/>
                </a:lnTo>
                <a:lnTo>
                  <a:pt x="5765292" y="25146"/>
                </a:lnTo>
                <a:lnTo>
                  <a:pt x="5765292" y="609600"/>
                </a:lnTo>
                <a:lnTo>
                  <a:pt x="5778246" y="609600"/>
                </a:lnTo>
                <a:close/>
              </a:path>
              <a:path w="5778500" h="609600">
                <a:moveTo>
                  <a:pt x="25145" y="25146"/>
                </a:moveTo>
                <a:lnTo>
                  <a:pt x="25145" y="12192"/>
                </a:lnTo>
                <a:lnTo>
                  <a:pt x="12192" y="25146"/>
                </a:lnTo>
                <a:lnTo>
                  <a:pt x="25145" y="25146"/>
                </a:lnTo>
                <a:close/>
              </a:path>
              <a:path w="5778500" h="609600">
                <a:moveTo>
                  <a:pt x="25145" y="583692"/>
                </a:moveTo>
                <a:lnTo>
                  <a:pt x="25145" y="25146"/>
                </a:lnTo>
                <a:lnTo>
                  <a:pt x="12192" y="25146"/>
                </a:lnTo>
                <a:lnTo>
                  <a:pt x="12192" y="583692"/>
                </a:lnTo>
                <a:lnTo>
                  <a:pt x="25145" y="583692"/>
                </a:lnTo>
                <a:close/>
              </a:path>
              <a:path w="5778500" h="609600">
                <a:moveTo>
                  <a:pt x="5765292" y="583692"/>
                </a:moveTo>
                <a:lnTo>
                  <a:pt x="12192" y="583692"/>
                </a:lnTo>
                <a:lnTo>
                  <a:pt x="25145" y="596646"/>
                </a:lnTo>
                <a:lnTo>
                  <a:pt x="25146" y="609600"/>
                </a:lnTo>
                <a:lnTo>
                  <a:pt x="5753100" y="609600"/>
                </a:lnTo>
                <a:lnTo>
                  <a:pt x="5753100" y="596646"/>
                </a:lnTo>
                <a:lnTo>
                  <a:pt x="5765292" y="583692"/>
                </a:lnTo>
                <a:close/>
              </a:path>
              <a:path w="5778500" h="609600">
                <a:moveTo>
                  <a:pt x="25146" y="609600"/>
                </a:moveTo>
                <a:lnTo>
                  <a:pt x="25145" y="596646"/>
                </a:lnTo>
                <a:lnTo>
                  <a:pt x="12192" y="583692"/>
                </a:lnTo>
                <a:lnTo>
                  <a:pt x="12191" y="609600"/>
                </a:lnTo>
                <a:lnTo>
                  <a:pt x="25146" y="609600"/>
                </a:lnTo>
                <a:close/>
              </a:path>
              <a:path w="5778500" h="609600">
                <a:moveTo>
                  <a:pt x="5765292" y="25146"/>
                </a:moveTo>
                <a:lnTo>
                  <a:pt x="5753100" y="12192"/>
                </a:lnTo>
                <a:lnTo>
                  <a:pt x="5753100" y="25146"/>
                </a:lnTo>
                <a:lnTo>
                  <a:pt x="5765292" y="25146"/>
                </a:lnTo>
                <a:close/>
              </a:path>
              <a:path w="5778500" h="609600">
                <a:moveTo>
                  <a:pt x="5765292" y="583692"/>
                </a:moveTo>
                <a:lnTo>
                  <a:pt x="5765292" y="25146"/>
                </a:lnTo>
                <a:lnTo>
                  <a:pt x="5753100" y="25146"/>
                </a:lnTo>
                <a:lnTo>
                  <a:pt x="5753100" y="583692"/>
                </a:lnTo>
                <a:lnTo>
                  <a:pt x="5765292" y="583692"/>
                </a:lnTo>
                <a:close/>
              </a:path>
              <a:path w="5778500" h="609600">
                <a:moveTo>
                  <a:pt x="5765292" y="609600"/>
                </a:moveTo>
                <a:lnTo>
                  <a:pt x="5765292" y="583692"/>
                </a:lnTo>
                <a:lnTo>
                  <a:pt x="5753100" y="596646"/>
                </a:lnTo>
                <a:lnTo>
                  <a:pt x="5753100" y="609600"/>
                </a:lnTo>
                <a:lnTo>
                  <a:pt x="5765292" y="60960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A6A8DC03-4DC0-4934-A969-5D1837E23DAA}"/>
              </a:ext>
            </a:extLst>
          </p:cNvPr>
          <p:cNvSpPr/>
          <p:nvPr/>
        </p:nvSpPr>
        <p:spPr>
          <a:xfrm>
            <a:off x="6197195" y="2294785"/>
            <a:ext cx="691776" cy="602128"/>
          </a:xfrm>
          <a:custGeom>
            <a:avLst/>
            <a:gdLst/>
            <a:ahLst/>
            <a:cxnLst/>
            <a:rect l="l" t="t" r="r" b="b"/>
            <a:pathLst>
              <a:path w="588010" h="511810">
                <a:moveTo>
                  <a:pt x="587502" y="507492"/>
                </a:moveTo>
                <a:lnTo>
                  <a:pt x="587502" y="3810"/>
                </a:lnTo>
                <a:lnTo>
                  <a:pt x="583692" y="0"/>
                </a:lnTo>
                <a:lnTo>
                  <a:pt x="3809" y="0"/>
                </a:lnTo>
                <a:lnTo>
                  <a:pt x="0" y="3810"/>
                </a:lnTo>
                <a:lnTo>
                  <a:pt x="0" y="507492"/>
                </a:lnTo>
                <a:lnTo>
                  <a:pt x="3810" y="511302"/>
                </a:lnTo>
                <a:lnTo>
                  <a:pt x="7620" y="511302"/>
                </a:lnTo>
                <a:lnTo>
                  <a:pt x="7620" y="16002"/>
                </a:lnTo>
                <a:lnTo>
                  <a:pt x="16001" y="7620"/>
                </a:lnTo>
                <a:lnTo>
                  <a:pt x="16001" y="16002"/>
                </a:lnTo>
                <a:lnTo>
                  <a:pt x="571500" y="16002"/>
                </a:lnTo>
                <a:lnTo>
                  <a:pt x="571500" y="7620"/>
                </a:lnTo>
                <a:lnTo>
                  <a:pt x="579120" y="16002"/>
                </a:lnTo>
                <a:lnTo>
                  <a:pt x="579120" y="511302"/>
                </a:lnTo>
                <a:lnTo>
                  <a:pt x="583692" y="511302"/>
                </a:lnTo>
                <a:lnTo>
                  <a:pt x="587502" y="507492"/>
                </a:lnTo>
                <a:close/>
              </a:path>
              <a:path w="588010" h="511810">
                <a:moveTo>
                  <a:pt x="16001" y="16002"/>
                </a:moveTo>
                <a:lnTo>
                  <a:pt x="16001" y="7620"/>
                </a:lnTo>
                <a:lnTo>
                  <a:pt x="7620" y="16002"/>
                </a:lnTo>
                <a:lnTo>
                  <a:pt x="16001" y="16002"/>
                </a:lnTo>
                <a:close/>
              </a:path>
              <a:path w="588010" h="511810">
                <a:moveTo>
                  <a:pt x="16001" y="495300"/>
                </a:moveTo>
                <a:lnTo>
                  <a:pt x="16001" y="16002"/>
                </a:lnTo>
                <a:lnTo>
                  <a:pt x="7620" y="16002"/>
                </a:lnTo>
                <a:lnTo>
                  <a:pt x="7620" y="495300"/>
                </a:lnTo>
                <a:lnTo>
                  <a:pt x="16001" y="495300"/>
                </a:lnTo>
                <a:close/>
              </a:path>
              <a:path w="588010" h="511810">
                <a:moveTo>
                  <a:pt x="579120" y="495300"/>
                </a:moveTo>
                <a:lnTo>
                  <a:pt x="7620" y="495300"/>
                </a:lnTo>
                <a:lnTo>
                  <a:pt x="16001" y="502920"/>
                </a:lnTo>
                <a:lnTo>
                  <a:pt x="16002" y="511302"/>
                </a:lnTo>
                <a:lnTo>
                  <a:pt x="571500" y="511302"/>
                </a:lnTo>
                <a:lnTo>
                  <a:pt x="571500" y="502920"/>
                </a:lnTo>
                <a:lnTo>
                  <a:pt x="579120" y="495300"/>
                </a:lnTo>
                <a:close/>
              </a:path>
              <a:path w="588010" h="511810">
                <a:moveTo>
                  <a:pt x="16002" y="511302"/>
                </a:moveTo>
                <a:lnTo>
                  <a:pt x="16001" y="502920"/>
                </a:lnTo>
                <a:lnTo>
                  <a:pt x="7620" y="495300"/>
                </a:lnTo>
                <a:lnTo>
                  <a:pt x="7620" y="511302"/>
                </a:lnTo>
                <a:lnTo>
                  <a:pt x="16002" y="511302"/>
                </a:lnTo>
                <a:close/>
              </a:path>
              <a:path w="588010" h="511810">
                <a:moveTo>
                  <a:pt x="579120" y="16002"/>
                </a:moveTo>
                <a:lnTo>
                  <a:pt x="571500" y="7620"/>
                </a:lnTo>
                <a:lnTo>
                  <a:pt x="571500" y="16002"/>
                </a:lnTo>
                <a:lnTo>
                  <a:pt x="579120" y="16002"/>
                </a:lnTo>
                <a:close/>
              </a:path>
              <a:path w="588010" h="511810">
                <a:moveTo>
                  <a:pt x="579120" y="495300"/>
                </a:moveTo>
                <a:lnTo>
                  <a:pt x="579120" y="16002"/>
                </a:lnTo>
                <a:lnTo>
                  <a:pt x="571500" y="16002"/>
                </a:lnTo>
                <a:lnTo>
                  <a:pt x="571500" y="495300"/>
                </a:lnTo>
                <a:lnTo>
                  <a:pt x="579120" y="495300"/>
                </a:lnTo>
                <a:close/>
              </a:path>
              <a:path w="588010" h="511810">
                <a:moveTo>
                  <a:pt x="579120" y="511302"/>
                </a:moveTo>
                <a:lnTo>
                  <a:pt x="579120" y="495300"/>
                </a:lnTo>
                <a:lnTo>
                  <a:pt x="571500" y="502920"/>
                </a:lnTo>
                <a:lnTo>
                  <a:pt x="571500" y="511302"/>
                </a:lnTo>
                <a:lnTo>
                  <a:pt x="579120" y="5113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64DC37E-8988-45F3-9D05-F05161DDEDCA}"/>
                  </a:ext>
                </a:extLst>
              </p:cNvPr>
              <p:cNvSpPr/>
              <p:nvPr/>
            </p:nvSpPr>
            <p:spPr>
              <a:xfrm>
                <a:off x="2944029" y="1976117"/>
                <a:ext cx="5096059" cy="110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𝑆𝑉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64DC37E-8988-45F3-9D05-F05161DDED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4029" y="1976117"/>
                <a:ext cx="5096059" cy="11009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66D7219-B2AB-45B2-AB18-9D781F2491C4}"/>
              </a:ext>
            </a:extLst>
          </p:cNvPr>
          <p:cNvSpPr txBox="1"/>
          <p:nvPr/>
        </p:nvSpPr>
        <p:spPr>
          <a:xfrm>
            <a:off x="2369947" y="14684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8364" indent="-403423">
              <a:spcBef>
                <a:spcPts val="1571"/>
              </a:spcBef>
              <a:buClr>
                <a:srgbClr val="0070C0"/>
              </a:buClr>
              <a:buSzPct val="64285"/>
              <a:buFont typeface="Wingdings" panose="05000000000000000000" pitchFamily="2" charset="2"/>
              <a:buChar char="Ø"/>
              <a:tabLst>
                <a:tab pos="418364" algn="l"/>
              </a:tabLst>
            </a:pPr>
            <a:r>
              <a:rPr lang="en-US" sz="2400" spc="-188" dirty="0">
                <a:latin typeface="Arial"/>
                <a:cs typeface="Arial"/>
              </a:rPr>
              <a:t>To </a:t>
            </a:r>
            <a:r>
              <a:rPr lang="en-US" sz="2400" dirty="0">
                <a:latin typeface="Arial"/>
                <a:cs typeface="Arial"/>
              </a:rPr>
              <a:t>classify the new test point x, </a:t>
            </a:r>
            <a:r>
              <a:rPr lang="en-US" sz="2400" spc="-5" dirty="0">
                <a:latin typeface="Arial"/>
                <a:cs typeface="Arial"/>
              </a:rPr>
              <a:t>we</a:t>
            </a:r>
            <a:r>
              <a:rPr lang="en-US" sz="2400" spc="59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use</a:t>
            </a: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CCADD318-7627-42D3-9965-D69D15C6A8DD}"/>
              </a:ext>
            </a:extLst>
          </p:cNvPr>
          <p:cNvSpPr/>
          <p:nvPr/>
        </p:nvSpPr>
        <p:spPr>
          <a:xfrm>
            <a:off x="1812284" y="4019162"/>
            <a:ext cx="8546353" cy="2310653"/>
          </a:xfrm>
          <a:custGeom>
            <a:avLst/>
            <a:gdLst/>
            <a:ahLst/>
            <a:cxnLst/>
            <a:rect l="l" t="t" r="r" b="b"/>
            <a:pathLst>
              <a:path w="7264400" h="1964054">
                <a:moveTo>
                  <a:pt x="7264146" y="1963674"/>
                </a:moveTo>
                <a:lnTo>
                  <a:pt x="7264146" y="0"/>
                </a:lnTo>
                <a:lnTo>
                  <a:pt x="0" y="0"/>
                </a:lnTo>
                <a:lnTo>
                  <a:pt x="0" y="1963674"/>
                </a:lnTo>
                <a:lnTo>
                  <a:pt x="12192" y="1963674"/>
                </a:lnTo>
                <a:lnTo>
                  <a:pt x="12192" y="25146"/>
                </a:lnTo>
                <a:lnTo>
                  <a:pt x="25146" y="12192"/>
                </a:lnTo>
                <a:lnTo>
                  <a:pt x="25146" y="25146"/>
                </a:lnTo>
                <a:lnTo>
                  <a:pt x="7239000" y="25145"/>
                </a:lnTo>
                <a:lnTo>
                  <a:pt x="7239000" y="12191"/>
                </a:lnTo>
                <a:lnTo>
                  <a:pt x="7251192" y="25145"/>
                </a:lnTo>
                <a:lnTo>
                  <a:pt x="7251192" y="1963674"/>
                </a:lnTo>
                <a:lnTo>
                  <a:pt x="7264146" y="1963674"/>
                </a:lnTo>
                <a:close/>
              </a:path>
              <a:path w="7264400" h="1964054">
                <a:moveTo>
                  <a:pt x="25146" y="25146"/>
                </a:moveTo>
                <a:lnTo>
                  <a:pt x="25146" y="12192"/>
                </a:lnTo>
                <a:lnTo>
                  <a:pt x="12192" y="25146"/>
                </a:lnTo>
                <a:lnTo>
                  <a:pt x="25146" y="25146"/>
                </a:lnTo>
                <a:close/>
              </a:path>
              <a:path w="7264400" h="1964054">
                <a:moveTo>
                  <a:pt x="25146" y="1938528"/>
                </a:moveTo>
                <a:lnTo>
                  <a:pt x="25146" y="25146"/>
                </a:lnTo>
                <a:lnTo>
                  <a:pt x="12192" y="25146"/>
                </a:lnTo>
                <a:lnTo>
                  <a:pt x="12192" y="1938528"/>
                </a:lnTo>
                <a:lnTo>
                  <a:pt x="25146" y="1938528"/>
                </a:lnTo>
                <a:close/>
              </a:path>
              <a:path w="7264400" h="1964054">
                <a:moveTo>
                  <a:pt x="7251192" y="1938527"/>
                </a:moveTo>
                <a:lnTo>
                  <a:pt x="12192" y="1938528"/>
                </a:lnTo>
                <a:lnTo>
                  <a:pt x="25146" y="1950720"/>
                </a:lnTo>
                <a:lnTo>
                  <a:pt x="25145" y="1963674"/>
                </a:lnTo>
                <a:lnTo>
                  <a:pt x="7239000" y="1963674"/>
                </a:lnTo>
                <a:lnTo>
                  <a:pt x="7239000" y="1950719"/>
                </a:lnTo>
                <a:lnTo>
                  <a:pt x="7251192" y="1938527"/>
                </a:lnTo>
                <a:close/>
              </a:path>
              <a:path w="7264400" h="1964054">
                <a:moveTo>
                  <a:pt x="25145" y="1963674"/>
                </a:moveTo>
                <a:lnTo>
                  <a:pt x="25146" y="1950720"/>
                </a:lnTo>
                <a:lnTo>
                  <a:pt x="12192" y="1938528"/>
                </a:lnTo>
                <a:lnTo>
                  <a:pt x="12192" y="1963674"/>
                </a:lnTo>
                <a:lnTo>
                  <a:pt x="25145" y="1963674"/>
                </a:lnTo>
                <a:close/>
              </a:path>
              <a:path w="7264400" h="1964054">
                <a:moveTo>
                  <a:pt x="7251192" y="25145"/>
                </a:moveTo>
                <a:lnTo>
                  <a:pt x="7239000" y="12191"/>
                </a:lnTo>
                <a:lnTo>
                  <a:pt x="7239000" y="25145"/>
                </a:lnTo>
                <a:lnTo>
                  <a:pt x="7251192" y="25145"/>
                </a:lnTo>
                <a:close/>
              </a:path>
              <a:path w="7264400" h="1964054">
                <a:moveTo>
                  <a:pt x="7251192" y="1938527"/>
                </a:moveTo>
                <a:lnTo>
                  <a:pt x="7251192" y="25145"/>
                </a:lnTo>
                <a:lnTo>
                  <a:pt x="7239000" y="25145"/>
                </a:lnTo>
                <a:lnTo>
                  <a:pt x="7239000" y="1938527"/>
                </a:lnTo>
                <a:lnTo>
                  <a:pt x="7251192" y="1938527"/>
                </a:lnTo>
                <a:close/>
              </a:path>
              <a:path w="7264400" h="1964054">
                <a:moveTo>
                  <a:pt x="7251192" y="1963674"/>
                </a:moveTo>
                <a:lnTo>
                  <a:pt x="7251192" y="1938527"/>
                </a:lnTo>
                <a:lnTo>
                  <a:pt x="7239000" y="1950719"/>
                </a:lnTo>
                <a:lnTo>
                  <a:pt x="7239000" y="1963674"/>
                </a:lnTo>
                <a:lnTo>
                  <a:pt x="7251192" y="196367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106A9371-CCC6-49DD-A8DC-C118EC6E459C}"/>
              </a:ext>
            </a:extLst>
          </p:cNvPr>
          <p:cNvSpPr txBox="1"/>
          <p:nvPr/>
        </p:nvSpPr>
        <p:spPr>
          <a:xfrm>
            <a:off x="5196185" y="4718424"/>
            <a:ext cx="1714500" cy="352184"/>
          </a:xfrm>
          <a:prstGeom prst="rect">
            <a:avLst/>
          </a:prstGeom>
        </p:spPr>
        <p:txBody>
          <a:bodyPr vert="horz" wrap="square" lIns="0" tIns="17181" rIns="0" bIns="0" rtlCol="0">
            <a:spAutoFit/>
          </a:bodyPr>
          <a:lstStyle/>
          <a:p>
            <a:pPr marL="14941">
              <a:spcBef>
                <a:spcPts val="135"/>
              </a:spcBef>
              <a:tabLst>
                <a:tab pos="322739" algn="l"/>
                <a:tab pos="585711" algn="l"/>
                <a:tab pos="847936" algn="l"/>
                <a:tab pos="1134068" algn="l"/>
                <a:tab pos="1605475" algn="l"/>
              </a:tabLst>
            </a:pPr>
            <a:r>
              <a:rPr sz="2176" b="1" i="1" dirty="0">
                <a:latin typeface="Times New Roman"/>
                <a:cs typeface="Times New Roman"/>
              </a:rPr>
              <a:t>i	j	i	j	</a:t>
            </a:r>
            <a:r>
              <a:rPr sz="2176" b="1" dirty="0">
                <a:latin typeface="Times New Roman"/>
                <a:cs typeface="Times New Roman"/>
              </a:rPr>
              <a:t>i	</a:t>
            </a:r>
            <a:r>
              <a:rPr sz="2176" b="1" spc="5" dirty="0">
                <a:latin typeface="Times New Roman"/>
                <a:cs typeface="Times New Roman"/>
              </a:rPr>
              <a:t>j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409687B5-A55F-4A8E-9C6C-5B243E1B463E}"/>
              </a:ext>
            </a:extLst>
          </p:cNvPr>
          <p:cNvSpPr txBox="1"/>
          <p:nvPr/>
        </p:nvSpPr>
        <p:spPr>
          <a:xfrm>
            <a:off x="1938808" y="4291545"/>
            <a:ext cx="8439389" cy="593723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  <a:tabLst>
                <a:tab pos="5189965" algn="l"/>
              </a:tabLst>
            </a:pPr>
            <a:r>
              <a:rPr sz="3295" b="1" spc="-5" dirty="0">
                <a:latin typeface="Times New Roman"/>
                <a:cs typeface="Times New Roman"/>
              </a:rPr>
              <a:t>Q(</a:t>
            </a:r>
            <a:r>
              <a:rPr sz="3765" b="1" spc="-5" dirty="0">
                <a:latin typeface="Times New Roman"/>
                <a:cs typeface="Times New Roman"/>
              </a:rPr>
              <a:t>α</a:t>
            </a:r>
            <a:r>
              <a:rPr sz="3295" b="1" spc="-5" dirty="0">
                <a:latin typeface="Times New Roman"/>
                <a:cs typeface="Times New Roman"/>
              </a:rPr>
              <a:t>)</a:t>
            </a:r>
            <a:r>
              <a:rPr sz="3295" b="1" spc="12" dirty="0">
                <a:latin typeface="Times New Roman"/>
                <a:cs typeface="Times New Roman"/>
              </a:rPr>
              <a:t> </a:t>
            </a:r>
            <a:r>
              <a:rPr sz="3295" b="1" spc="-5" dirty="0">
                <a:latin typeface="Times New Roman"/>
                <a:cs typeface="Times New Roman"/>
              </a:rPr>
              <a:t>=</a:t>
            </a:r>
            <a:r>
              <a:rPr sz="3765" b="1" spc="-5" dirty="0">
                <a:latin typeface="Times New Roman"/>
                <a:cs typeface="Times New Roman"/>
              </a:rPr>
              <a:t>Σ</a:t>
            </a:r>
            <a:r>
              <a:rPr sz="3295" b="1" i="1" spc="-5" dirty="0">
                <a:latin typeface="Times New Roman"/>
                <a:cs typeface="Times New Roman"/>
              </a:rPr>
              <a:t>α</a:t>
            </a:r>
            <a:r>
              <a:rPr sz="3265" b="1" i="1" spc="-8" baseline="-21021" dirty="0">
                <a:latin typeface="Times New Roman"/>
                <a:cs typeface="Times New Roman"/>
              </a:rPr>
              <a:t>i</a:t>
            </a:r>
            <a:r>
              <a:rPr sz="3265" b="1" i="1" spc="283" baseline="-21021" dirty="0">
                <a:latin typeface="Times New Roman"/>
                <a:cs typeface="Times New Roman"/>
              </a:rPr>
              <a:t> </a:t>
            </a:r>
            <a:r>
              <a:rPr sz="3295" b="1" dirty="0">
                <a:latin typeface="Times New Roman"/>
                <a:cs typeface="Times New Roman"/>
              </a:rPr>
              <a:t>- </a:t>
            </a:r>
            <a:r>
              <a:rPr sz="3295" b="1" spc="-5" dirty="0">
                <a:latin typeface="Times New Roman"/>
                <a:cs typeface="Times New Roman"/>
              </a:rPr>
              <a:t>½</a:t>
            </a:r>
            <a:r>
              <a:rPr sz="3765" b="1" spc="-5" dirty="0">
                <a:latin typeface="Times New Roman"/>
                <a:cs typeface="Times New Roman"/>
              </a:rPr>
              <a:t>ΣΣ</a:t>
            </a:r>
            <a:r>
              <a:rPr sz="3295" b="1" i="1" spc="-5" dirty="0">
                <a:latin typeface="Times New Roman"/>
                <a:cs typeface="Times New Roman"/>
              </a:rPr>
              <a:t>α</a:t>
            </a:r>
            <a:r>
              <a:rPr sz="3295" b="1" i="1" spc="-217" dirty="0">
                <a:latin typeface="Times New Roman"/>
                <a:cs typeface="Times New Roman"/>
              </a:rPr>
              <a:t> </a:t>
            </a:r>
            <a:r>
              <a:rPr sz="3295" b="1" i="1" dirty="0">
                <a:latin typeface="Times New Roman"/>
                <a:cs typeface="Times New Roman"/>
              </a:rPr>
              <a:t>α</a:t>
            </a:r>
            <a:r>
              <a:rPr sz="3295" b="1" i="1" spc="-224" dirty="0">
                <a:latin typeface="Times New Roman"/>
                <a:cs typeface="Times New Roman"/>
              </a:rPr>
              <a:t> </a:t>
            </a:r>
            <a:r>
              <a:rPr sz="3295" b="1" i="1" dirty="0">
                <a:latin typeface="Times New Roman"/>
                <a:cs typeface="Times New Roman"/>
              </a:rPr>
              <a:t>y</a:t>
            </a:r>
            <a:r>
              <a:rPr sz="3295" b="1" i="1" spc="-217" dirty="0">
                <a:latin typeface="Times New Roman"/>
                <a:cs typeface="Times New Roman"/>
              </a:rPr>
              <a:t> </a:t>
            </a:r>
            <a:r>
              <a:rPr sz="3295" b="1" i="1" dirty="0">
                <a:latin typeface="Times New Roman"/>
                <a:cs typeface="Times New Roman"/>
              </a:rPr>
              <a:t>y</a:t>
            </a:r>
            <a:r>
              <a:rPr sz="3295" b="1" i="1" spc="-217" dirty="0">
                <a:latin typeface="Times New Roman"/>
                <a:cs typeface="Times New Roman"/>
              </a:rPr>
              <a:t> </a:t>
            </a:r>
            <a:r>
              <a:rPr sz="3295" b="1" dirty="0">
                <a:latin typeface="Times New Roman"/>
                <a:cs typeface="Times New Roman"/>
              </a:rPr>
              <a:t>x</a:t>
            </a:r>
            <a:r>
              <a:rPr sz="3295" b="1" spc="-229" dirty="0">
                <a:latin typeface="Times New Roman"/>
                <a:cs typeface="Times New Roman"/>
              </a:rPr>
              <a:t> </a:t>
            </a:r>
            <a:r>
              <a:rPr sz="3265" b="1" baseline="25525" dirty="0">
                <a:latin typeface="Times New Roman"/>
                <a:cs typeface="Times New Roman"/>
              </a:rPr>
              <a:t>T</a:t>
            </a:r>
            <a:r>
              <a:rPr sz="3295" b="1" dirty="0">
                <a:latin typeface="Times New Roman"/>
                <a:cs typeface="Times New Roman"/>
              </a:rPr>
              <a:t>x	is maximized</a:t>
            </a:r>
            <a:r>
              <a:rPr sz="3295" b="1" spc="-129" dirty="0">
                <a:latin typeface="Times New Roman"/>
                <a:cs typeface="Times New Roman"/>
              </a:rPr>
              <a:t> </a:t>
            </a:r>
            <a:r>
              <a:rPr sz="3295" b="1" dirty="0">
                <a:latin typeface="Times New Roman"/>
                <a:cs typeface="Times New Roman"/>
              </a:rPr>
              <a:t>and</a:t>
            </a: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8BE0C96C-A5BC-4D34-B99B-C5C6E3EFEAA3}"/>
              </a:ext>
            </a:extLst>
          </p:cNvPr>
          <p:cNvSpPr txBox="1"/>
          <p:nvPr/>
        </p:nvSpPr>
        <p:spPr>
          <a:xfrm>
            <a:off x="1945335" y="4995702"/>
            <a:ext cx="3263888" cy="1100785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743344" indent="-728403">
              <a:spcBef>
                <a:spcPts val="112"/>
              </a:spcBef>
              <a:buSzPct val="87500"/>
              <a:buAutoNum type="arabicParenBoth"/>
              <a:tabLst>
                <a:tab pos="743344" algn="l"/>
                <a:tab pos="744092" algn="l"/>
              </a:tabLst>
            </a:pPr>
            <a:r>
              <a:rPr sz="3765" b="1" spc="-5" dirty="0">
                <a:latin typeface="Times New Roman"/>
                <a:cs typeface="Times New Roman"/>
              </a:rPr>
              <a:t>Σ</a:t>
            </a:r>
            <a:r>
              <a:rPr sz="3295" b="1" i="1" spc="-5" dirty="0">
                <a:latin typeface="Times New Roman"/>
                <a:cs typeface="Times New Roman"/>
              </a:rPr>
              <a:t>α</a:t>
            </a:r>
            <a:r>
              <a:rPr sz="3265" b="1" i="1" spc="-8" baseline="-21021" dirty="0">
                <a:latin typeface="Times New Roman"/>
                <a:cs typeface="Times New Roman"/>
              </a:rPr>
              <a:t>i</a:t>
            </a:r>
            <a:r>
              <a:rPr lang="en-US" sz="3265" b="1" i="1" spc="-8" baseline="-21021" dirty="0">
                <a:latin typeface="Times New Roman"/>
                <a:cs typeface="Times New Roman"/>
              </a:rPr>
              <a:t> </a:t>
            </a:r>
            <a:r>
              <a:rPr sz="3295" b="1" i="1" spc="-5" dirty="0">
                <a:latin typeface="Times New Roman"/>
                <a:cs typeface="Times New Roman"/>
              </a:rPr>
              <a:t>y</a:t>
            </a:r>
            <a:r>
              <a:rPr sz="3265" b="1" i="1" spc="-8" baseline="-21021" dirty="0">
                <a:latin typeface="Times New Roman"/>
                <a:cs typeface="Times New Roman"/>
              </a:rPr>
              <a:t>i </a:t>
            </a:r>
            <a:r>
              <a:rPr sz="3295" b="1" dirty="0">
                <a:latin typeface="Times New Roman"/>
                <a:cs typeface="Times New Roman"/>
              </a:rPr>
              <a:t>=</a:t>
            </a:r>
            <a:r>
              <a:rPr sz="3295" b="1" spc="-205" dirty="0">
                <a:latin typeface="Times New Roman"/>
                <a:cs typeface="Times New Roman"/>
              </a:rPr>
              <a:t> </a:t>
            </a:r>
            <a:r>
              <a:rPr sz="3295" b="1" dirty="0">
                <a:latin typeface="Times New Roman"/>
                <a:cs typeface="Times New Roman"/>
              </a:rPr>
              <a:t>0</a:t>
            </a:r>
            <a:endParaRPr sz="3295" dirty="0">
              <a:latin typeface="Times New Roman"/>
              <a:cs typeface="Times New Roman"/>
            </a:endParaRPr>
          </a:p>
          <a:p>
            <a:pPr marL="608870" indent="-593929">
              <a:spcBef>
                <a:spcPts val="17"/>
              </a:spcBef>
              <a:buFont typeface="Times New Roman"/>
              <a:buAutoNum type="arabicParenBoth"/>
              <a:tabLst>
                <a:tab pos="609617" algn="l"/>
              </a:tabLst>
            </a:pPr>
            <a:r>
              <a:rPr sz="3295" b="1" i="1" dirty="0">
                <a:latin typeface="Times New Roman"/>
                <a:cs typeface="Times New Roman"/>
              </a:rPr>
              <a:t>α</a:t>
            </a:r>
            <a:r>
              <a:rPr sz="3265" b="1" i="1" baseline="-21021" dirty="0">
                <a:latin typeface="Times New Roman"/>
                <a:cs typeface="Times New Roman"/>
              </a:rPr>
              <a:t>i </a:t>
            </a:r>
            <a:r>
              <a:rPr sz="3295" b="1" dirty="0">
                <a:latin typeface="Times New Roman"/>
                <a:cs typeface="Times New Roman"/>
              </a:rPr>
              <a:t>≥ 0 for all</a:t>
            </a:r>
            <a:r>
              <a:rPr sz="3295" b="1" spc="-205" dirty="0">
                <a:latin typeface="Times New Roman"/>
                <a:cs typeface="Times New Roman"/>
              </a:rPr>
              <a:t> </a:t>
            </a:r>
            <a:r>
              <a:rPr sz="3295" b="1" i="1" dirty="0">
                <a:latin typeface="Times New Roman"/>
                <a:cs typeface="Times New Roman"/>
              </a:rPr>
              <a:t>α</a:t>
            </a:r>
            <a:r>
              <a:rPr sz="3265" b="1" i="1" baseline="-21021" dirty="0">
                <a:latin typeface="Times New Roman"/>
                <a:cs typeface="Times New Roman"/>
              </a:rPr>
              <a:t>i</a:t>
            </a:r>
            <a:endParaRPr sz="3265" baseline="-21021" dirty="0">
              <a:latin typeface="Times New Roman"/>
              <a:cs typeface="Times New Roman"/>
            </a:endParaRPr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619E7453-A786-45B5-896D-ED1EC04DE086}"/>
              </a:ext>
            </a:extLst>
          </p:cNvPr>
          <p:cNvSpPr/>
          <p:nvPr/>
        </p:nvSpPr>
        <p:spPr>
          <a:xfrm>
            <a:off x="6191021" y="4363980"/>
            <a:ext cx="691776" cy="602128"/>
          </a:xfrm>
          <a:custGeom>
            <a:avLst/>
            <a:gdLst/>
            <a:ahLst/>
            <a:cxnLst/>
            <a:rect l="l" t="t" r="r" b="b"/>
            <a:pathLst>
              <a:path w="588010" h="511810">
                <a:moveTo>
                  <a:pt x="587502" y="507492"/>
                </a:moveTo>
                <a:lnTo>
                  <a:pt x="587502" y="3810"/>
                </a:lnTo>
                <a:lnTo>
                  <a:pt x="583692" y="0"/>
                </a:lnTo>
                <a:lnTo>
                  <a:pt x="3809" y="0"/>
                </a:lnTo>
                <a:lnTo>
                  <a:pt x="0" y="3810"/>
                </a:lnTo>
                <a:lnTo>
                  <a:pt x="0" y="507492"/>
                </a:lnTo>
                <a:lnTo>
                  <a:pt x="3810" y="511302"/>
                </a:lnTo>
                <a:lnTo>
                  <a:pt x="7620" y="511302"/>
                </a:lnTo>
                <a:lnTo>
                  <a:pt x="7620" y="16002"/>
                </a:lnTo>
                <a:lnTo>
                  <a:pt x="16001" y="7620"/>
                </a:lnTo>
                <a:lnTo>
                  <a:pt x="16001" y="16002"/>
                </a:lnTo>
                <a:lnTo>
                  <a:pt x="571500" y="16002"/>
                </a:lnTo>
                <a:lnTo>
                  <a:pt x="571500" y="7620"/>
                </a:lnTo>
                <a:lnTo>
                  <a:pt x="579120" y="16002"/>
                </a:lnTo>
                <a:lnTo>
                  <a:pt x="579120" y="511302"/>
                </a:lnTo>
                <a:lnTo>
                  <a:pt x="583692" y="511302"/>
                </a:lnTo>
                <a:lnTo>
                  <a:pt x="587502" y="507492"/>
                </a:lnTo>
                <a:close/>
              </a:path>
              <a:path w="588010" h="511810">
                <a:moveTo>
                  <a:pt x="16001" y="16002"/>
                </a:moveTo>
                <a:lnTo>
                  <a:pt x="16001" y="7620"/>
                </a:lnTo>
                <a:lnTo>
                  <a:pt x="7620" y="16002"/>
                </a:lnTo>
                <a:lnTo>
                  <a:pt x="16001" y="16002"/>
                </a:lnTo>
                <a:close/>
              </a:path>
              <a:path w="588010" h="511810">
                <a:moveTo>
                  <a:pt x="16001" y="495300"/>
                </a:moveTo>
                <a:lnTo>
                  <a:pt x="16001" y="16002"/>
                </a:lnTo>
                <a:lnTo>
                  <a:pt x="7620" y="16002"/>
                </a:lnTo>
                <a:lnTo>
                  <a:pt x="7620" y="495300"/>
                </a:lnTo>
                <a:lnTo>
                  <a:pt x="16001" y="495300"/>
                </a:lnTo>
                <a:close/>
              </a:path>
              <a:path w="588010" h="511810">
                <a:moveTo>
                  <a:pt x="579120" y="495300"/>
                </a:moveTo>
                <a:lnTo>
                  <a:pt x="7620" y="495300"/>
                </a:lnTo>
                <a:lnTo>
                  <a:pt x="16001" y="502920"/>
                </a:lnTo>
                <a:lnTo>
                  <a:pt x="16002" y="511302"/>
                </a:lnTo>
                <a:lnTo>
                  <a:pt x="571500" y="511302"/>
                </a:lnTo>
                <a:lnTo>
                  <a:pt x="571500" y="502920"/>
                </a:lnTo>
                <a:lnTo>
                  <a:pt x="579120" y="495300"/>
                </a:lnTo>
                <a:close/>
              </a:path>
              <a:path w="588010" h="511810">
                <a:moveTo>
                  <a:pt x="16002" y="511302"/>
                </a:moveTo>
                <a:lnTo>
                  <a:pt x="16001" y="502920"/>
                </a:lnTo>
                <a:lnTo>
                  <a:pt x="7620" y="495300"/>
                </a:lnTo>
                <a:lnTo>
                  <a:pt x="7620" y="511302"/>
                </a:lnTo>
                <a:lnTo>
                  <a:pt x="16002" y="511302"/>
                </a:lnTo>
                <a:close/>
              </a:path>
              <a:path w="588010" h="511810">
                <a:moveTo>
                  <a:pt x="579120" y="16002"/>
                </a:moveTo>
                <a:lnTo>
                  <a:pt x="571500" y="7620"/>
                </a:lnTo>
                <a:lnTo>
                  <a:pt x="571500" y="16002"/>
                </a:lnTo>
                <a:lnTo>
                  <a:pt x="579120" y="16002"/>
                </a:lnTo>
                <a:close/>
              </a:path>
              <a:path w="588010" h="511810">
                <a:moveTo>
                  <a:pt x="579120" y="495300"/>
                </a:moveTo>
                <a:lnTo>
                  <a:pt x="579120" y="16002"/>
                </a:lnTo>
                <a:lnTo>
                  <a:pt x="571500" y="16002"/>
                </a:lnTo>
                <a:lnTo>
                  <a:pt x="571500" y="495300"/>
                </a:lnTo>
                <a:lnTo>
                  <a:pt x="579120" y="495300"/>
                </a:lnTo>
                <a:close/>
              </a:path>
              <a:path w="588010" h="511810">
                <a:moveTo>
                  <a:pt x="579120" y="511302"/>
                </a:moveTo>
                <a:lnTo>
                  <a:pt x="579120" y="495300"/>
                </a:lnTo>
                <a:lnTo>
                  <a:pt x="571500" y="502920"/>
                </a:lnTo>
                <a:lnTo>
                  <a:pt x="571500" y="511302"/>
                </a:lnTo>
                <a:lnTo>
                  <a:pt x="579120" y="5113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EC3E1A-58A2-4000-A2D1-9ACA7B800BE8}"/>
              </a:ext>
            </a:extLst>
          </p:cNvPr>
          <p:cNvSpPr txBox="1"/>
          <p:nvPr/>
        </p:nvSpPr>
        <p:spPr>
          <a:xfrm>
            <a:off x="1509325" y="354178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3190">
              <a:spcBef>
                <a:spcPts val="1395"/>
              </a:spcBef>
            </a:pPr>
            <a:r>
              <a:rPr lang="en-US" sz="2400" b="1" dirty="0">
                <a:latin typeface="Times New Roman"/>
                <a:cs typeface="Times New Roman"/>
              </a:rPr>
              <a:t>Find </a:t>
            </a:r>
            <a:r>
              <a:rPr lang="en-US" sz="2400" b="1" i="1" dirty="0">
                <a:latin typeface="Times New Roman"/>
                <a:cs typeface="Times New Roman"/>
              </a:rPr>
              <a:t>α</a:t>
            </a:r>
            <a:r>
              <a:rPr lang="en-US" sz="2400" b="1" i="1" baseline="-21021" dirty="0">
                <a:latin typeface="Times New Roman"/>
                <a:cs typeface="Times New Roman"/>
              </a:rPr>
              <a:t>1</a:t>
            </a:r>
            <a:r>
              <a:rPr lang="en-US" sz="2400" b="1" i="1" dirty="0">
                <a:latin typeface="Times New Roman"/>
                <a:cs typeface="Times New Roman"/>
              </a:rPr>
              <a:t>…α</a:t>
            </a:r>
            <a:r>
              <a:rPr lang="en-US" sz="2400" b="1" i="1" baseline="-21021" dirty="0">
                <a:latin typeface="Times New Roman"/>
                <a:cs typeface="Times New Roman"/>
              </a:rPr>
              <a:t>N </a:t>
            </a:r>
            <a:r>
              <a:rPr lang="en-US" sz="2400" b="1" dirty="0">
                <a:latin typeface="Times New Roman"/>
                <a:cs typeface="Times New Roman"/>
              </a:rPr>
              <a:t>such</a:t>
            </a:r>
            <a:r>
              <a:rPr lang="en-US" sz="2400" b="1" spc="-19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that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51382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CCC9C-53F2-4DCC-8DF0-5DFFCDAB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2" dirty="0"/>
              <a:t>Dataset </a:t>
            </a:r>
            <a:r>
              <a:rPr lang="en-US" spc="-53" dirty="0"/>
              <a:t>with</a:t>
            </a:r>
            <a:r>
              <a:rPr lang="en-US" spc="-65" dirty="0"/>
              <a:t> </a:t>
            </a:r>
            <a:r>
              <a:rPr lang="en-US" spc="65" dirty="0"/>
              <a:t>noise</a:t>
            </a:r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C1C1374-FB5B-4A8A-8E2A-4C08DB181F79}"/>
              </a:ext>
            </a:extLst>
          </p:cNvPr>
          <p:cNvSpPr txBox="1"/>
          <p:nvPr/>
        </p:nvSpPr>
        <p:spPr>
          <a:xfrm>
            <a:off x="6240659" y="886002"/>
            <a:ext cx="5597540" cy="268761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472130" marR="5977" indent="-457189">
              <a:spcBef>
                <a:spcPts val="117"/>
              </a:spcBef>
              <a:buClr>
                <a:srgbClr val="0070C0"/>
              </a:buClr>
              <a:buSzPct val="64285"/>
              <a:buFont typeface="Wingdings" panose="05000000000000000000" pitchFamily="2" charset="2"/>
              <a:buChar char="Ø"/>
              <a:tabLst>
                <a:tab pos="418364" algn="l"/>
              </a:tabLst>
            </a:pPr>
            <a:r>
              <a:rPr sz="3295" dirty="0">
                <a:latin typeface="Calibri" panose="020F0502020204030204" pitchFamily="34" charset="0"/>
                <a:cs typeface="Calibri" panose="020F0502020204030204" pitchFamily="34" charset="0"/>
              </a:rPr>
              <a:t>Hard Margin: </a:t>
            </a:r>
            <a:r>
              <a:rPr sz="2824" spc="-5" dirty="0">
                <a:latin typeface="Calibri" panose="020F0502020204030204" pitchFamily="34" charset="0"/>
                <a:cs typeface="Calibri" panose="020F0502020204030204" pitchFamily="34" charset="0"/>
              </a:rPr>
              <a:t>So far </a:t>
            </a:r>
            <a:r>
              <a:rPr sz="2824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2824" spc="-5" dirty="0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sz="2824" spc="-18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24" spc="-5" dirty="0">
                <a:latin typeface="Calibri" panose="020F0502020204030204" pitchFamily="34" charset="0"/>
                <a:cs typeface="Calibri" panose="020F0502020204030204" pitchFamily="34" charset="0"/>
              </a:rPr>
              <a:t>data  points </a:t>
            </a:r>
            <a:r>
              <a:rPr sz="2824" spc="-17" dirty="0">
                <a:latin typeface="Calibri" panose="020F0502020204030204" pitchFamily="34" charset="0"/>
                <a:cs typeface="Calibri" panose="020F0502020204030204" pitchFamily="34" charset="0"/>
              </a:rPr>
              <a:t>are </a:t>
            </a:r>
            <a:r>
              <a:rPr sz="2824" dirty="0">
                <a:latin typeface="Calibri" panose="020F0502020204030204" pitchFamily="34" charset="0"/>
                <a:cs typeface="Calibri" panose="020F0502020204030204" pitchFamily="34" charset="0"/>
              </a:rPr>
              <a:t>classified</a:t>
            </a:r>
            <a:r>
              <a:rPr sz="2824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24" spc="-5" dirty="0">
                <a:latin typeface="Calibri" panose="020F0502020204030204" pitchFamily="34" charset="0"/>
                <a:cs typeface="Calibri" panose="020F0502020204030204" pitchFamily="34" charset="0"/>
              </a:rPr>
              <a:t>correctly</a:t>
            </a:r>
            <a:endParaRPr sz="282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33307">
              <a:spcBef>
                <a:spcPts val="1259"/>
              </a:spcBef>
              <a:buClr>
                <a:srgbClr val="0070C0"/>
              </a:buClr>
            </a:pPr>
            <a:r>
              <a:rPr sz="2824" dirty="0">
                <a:latin typeface="Calibri" panose="020F0502020204030204" pitchFamily="34" charset="0"/>
                <a:cs typeface="Calibri" panose="020F0502020204030204" pitchFamily="34" charset="0"/>
              </a:rPr>
              <a:t>- No training</a:t>
            </a:r>
            <a:r>
              <a:rPr sz="2824" spc="-2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24" spc="-12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endParaRPr sz="282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72130" marR="440777" indent="-457189">
              <a:spcBef>
                <a:spcPts val="888"/>
              </a:spcBef>
              <a:buClr>
                <a:srgbClr val="0070C0"/>
              </a:buClr>
              <a:buSzPct val="64285"/>
              <a:buFont typeface="Wingdings" panose="05000000000000000000" pitchFamily="2" charset="2"/>
              <a:buChar char="Ø"/>
              <a:tabLst>
                <a:tab pos="418364" algn="l"/>
              </a:tabLst>
            </a:pPr>
            <a:r>
              <a:rPr sz="3295" dirty="0">
                <a:latin typeface="Calibri" panose="020F0502020204030204" pitchFamily="34" charset="0"/>
                <a:cs typeface="Calibri" panose="020F0502020204030204" pitchFamily="34" charset="0"/>
              </a:rPr>
              <a:t>What if the training set</a:t>
            </a:r>
            <a:r>
              <a:rPr sz="3295" spc="-14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95" dirty="0">
                <a:latin typeface="Calibri" panose="020F0502020204030204" pitchFamily="34" charset="0"/>
                <a:cs typeface="Calibri" panose="020F0502020204030204" pitchFamily="34" charset="0"/>
              </a:rPr>
              <a:t>is  noisy?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4C72877-D3DA-49B0-A66B-9D43108698A6}"/>
              </a:ext>
            </a:extLst>
          </p:cNvPr>
          <p:cNvSpPr/>
          <p:nvPr/>
        </p:nvSpPr>
        <p:spPr>
          <a:xfrm>
            <a:off x="1448032" y="2141530"/>
            <a:ext cx="0" cy="4123765"/>
          </a:xfrm>
          <a:custGeom>
            <a:avLst/>
            <a:gdLst/>
            <a:ahLst/>
            <a:cxnLst/>
            <a:rect l="l" t="t" r="r" b="b"/>
            <a:pathLst>
              <a:path h="3505200">
                <a:moveTo>
                  <a:pt x="0" y="0"/>
                </a:moveTo>
                <a:lnTo>
                  <a:pt x="0" y="350520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EDC8DC83-9259-46A0-AE2B-7E7401187834}"/>
              </a:ext>
            </a:extLst>
          </p:cNvPr>
          <p:cNvSpPr/>
          <p:nvPr/>
        </p:nvSpPr>
        <p:spPr>
          <a:xfrm>
            <a:off x="1430389" y="6240323"/>
            <a:ext cx="4303059" cy="0"/>
          </a:xfrm>
          <a:custGeom>
            <a:avLst/>
            <a:gdLst/>
            <a:ahLst/>
            <a:cxnLst/>
            <a:rect l="l" t="t" r="r" b="b"/>
            <a:pathLst>
              <a:path w="3657600">
                <a:moveTo>
                  <a:pt x="0" y="0"/>
                </a:moveTo>
                <a:lnTo>
                  <a:pt x="3657600" y="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4941B8A8-CF55-4324-AF97-1DD280BCA0C7}"/>
              </a:ext>
            </a:extLst>
          </p:cNvPr>
          <p:cNvSpPr/>
          <p:nvPr/>
        </p:nvSpPr>
        <p:spPr>
          <a:xfrm>
            <a:off x="3165469" y="5611000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64008" y="45720"/>
                </a:moveTo>
                <a:lnTo>
                  <a:pt x="64008" y="12192"/>
                </a:lnTo>
                <a:lnTo>
                  <a:pt x="63246" y="12192"/>
                </a:lnTo>
                <a:lnTo>
                  <a:pt x="60198" y="8382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763" y="4572"/>
                </a:lnTo>
                <a:lnTo>
                  <a:pt x="16001" y="4572"/>
                </a:lnTo>
                <a:lnTo>
                  <a:pt x="16001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6095" y="12954"/>
                </a:lnTo>
                <a:lnTo>
                  <a:pt x="3809" y="16764"/>
                </a:lnTo>
                <a:lnTo>
                  <a:pt x="3047" y="16764"/>
                </a:lnTo>
                <a:lnTo>
                  <a:pt x="3047" y="17526"/>
                </a:lnTo>
                <a:lnTo>
                  <a:pt x="2285" y="20574"/>
                </a:lnTo>
                <a:lnTo>
                  <a:pt x="761" y="22860"/>
                </a:lnTo>
                <a:lnTo>
                  <a:pt x="761" y="25908"/>
                </a:lnTo>
                <a:lnTo>
                  <a:pt x="0" y="28956"/>
                </a:lnTo>
                <a:lnTo>
                  <a:pt x="2286" y="38100"/>
                </a:lnTo>
                <a:lnTo>
                  <a:pt x="3048" y="40386"/>
                </a:lnTo>
                <a:lnTo>
                  <a:pt x="3810" y="41148"/>
                </a:lnTo>
                <a:lnTo>
                  <a:pt x="6096" y="44958"/>
                </a:lnTo>
                <a:lnTo>
                  <a:pt x="9906" y="48768"/>
                </a:lnTo>
                <a:lnTo>
                  <a:pt x="9906" y="26670"/>
                </a:lnTo>
                <a:lnTo>
                  <a:pt x="10668" y="25146"/>
                </a:lnTo>
                <a:lnTo>
                  <a:pt x="10668" y="23622"/>
                </a:lnTo>
                <a:lnTo>
                  <a:pt x="11430" y="21336"/>
                </a:lnTo>
                <a:lnTo>
                  <a:pt x="11430" y="22098"/>
                </a:lnTo>
                <a:lnTo>
                  <a:pt x="13716" y="19240"/>
                </a:lnTo>
                <a:lnTo>
                  <a:pt x="13716" y="19050"/>
                </a:lnTo>
                <a:lnTo>
                  <a:pt x="17526" y="15240"/>
                </a:lnTo>
                <a:lnTo>
                  <a:pt x="17526" y="15494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3340" y="15494"/>
                </a:lnTo>
                <a:lnTo>
                  <a:pt x="53340" y="15240"/>
                </a:lnTo>
                <a:lnTo>
                  <a:pt x="57150" y="19050"/>
                </a:lnTo>
                <a:lnTo>
                  <a:pt x="57150" y="19240"/>
                </a:lnTo>
                <a:lnTo>
                  <a:pt x="59436" y="22098"/>
                </a:lnTo>
                <a:lnTo>
                  <a:pt x="59436" y="23622"/>
                </a:lnTo>
                <a:lnTo>
                  <a:pt x="60198" y="25908"/>
                </a:lnTo>
                <a:lnTo>
                  <a:pt x="60198" y="25146"/>
                </a:lnTo>
                <a:lnTo>
                  <a:pt x="60960" y="27432"/>
                </a:lnTo>
                <a:lnTo>
                  <a:pt x="60960" y="48577"/>
                </a:lnTo>
                <a:lnTo>
                  <a:pt x="63246" y="45720"/>
                </a:lnTo>
                <a:lnTo>
                  <a:pt x="64008" y="45720"/>
                </a:lnTo>
                <a:close/>
              </a:path>
              <a:path w="70485" h="57150">
                <a:moveTo>
                  <a:pt x="14139" y="39200"/>
                </a:moveTo>
                <a:lnTo>
                  <a:pt x="11430" y="35814"/>
                </a:lnTo>
                <a:lnTo>
                  <a:pt x="10668" y="34290"/>
                </a:lnTo>
                <a:lnTo>
                  <a:pt x="9906" y="32004"/>
                </a:lnTo>
                <a:lnTo>
                  <a:pt x="9906" y="48768"/>
                </a:lnTo>
                <a:lnTo>
                  <a:pt x="10668" y="49530"/>
                </a:lnTo>
                <a:lnTo>
                  <a:pt x="11430" y="49530"/>
                </a:lnTo>
                <a:lnTo>
                  <a:pt x="13716" y="51054"/>
                </a:lnTo>
                <a:lnTo>
                  <a:pt x="13716" y="38862"/>
                </a:lnTo>
                <a:lnTo>
                  <a:pt x="14139" y="39200"/>
                </a:lnTo>
                <a:close/>
              </a:path>
              <a:path w="70485" h="57150">
                <a:moveTo>
                  <a:pt x="14478" y="18288"/>
                </a:moveTo>
                <a:lnTo>
                  <a:pt x="13716" y="19050"/>
                </a:lnTo>
                <a:lnTo>
                  <a:pt x="13716" y="19240"/>
                </a:lnTo>
                <a:lnTo>
                  <a:pt x="14478" y="18288"/>
                </a:lnTo>
                <a:close/>
              </a:path>
              <a:path w="70485" h="57150">
                <a:moveTo>
                  <a:pt x="14478" y="39624"/>
                </a:moveTo>
                <a:lnTo>
                  <a:pt x="14139" y="39200"/>
                </a:lnTo>
                <a:lnTo>
                  <a:pt x="13716" y="38862"/>
                </a:lnTo>
                <a:lnTo>
                  <a:pt x="14478" y="39624"/>
                </a:lnTo>
                <a:close/>
              </a:path>
              <a:path w="70485" h="57150">
                <a:moveTo>
                  <a:pt x="14478" y="51562"/>
                </a:moveTo>
                <a:lnTo>
                  <a:pt x="14478" y="39624"/>
                </a:lnTo>
                <a:lnTo>
                  <a:pt x="13716" y="38862"/>
                </a:lnTo>
                <a:lnTo>
                  <a:pt x="13716" y="51054"/>
                </a:lnTo>
                <a:lnTo>
                  <a:pt x="14478" y="51562"/>
                </a:lnTo>
                <a:close/>
              </a:path>
              <a:path w="70485" h="57150">
                <a:moveTo>
                  <a:pt x="17526" y="41910"/>
                </a:moveTo>
                <a:lnTo>
                  <a:pt x="14139" y="39200"/>
                </a:lnTo>
                <a:lnTo>
                  <a:pt x="14478" y="39624"/>
                </a:lnTo>
                <a:lnTo>
                  <a:pt x="14478" y="51562"/>
                </a:lnTo>
                <a:lnTo>
                  <a:pt x="16002" y="52578"/>
                </a:lnTo>
                <a:lnTo>
                  <a:pt x="16763" y="53340"/>
                </a:lnTo>
                <a:lnTo>
                  <a:pt x="16763" y="41910"/>
                </a:lnTo>
                <a:lnTo>
                  <a:pt x="17526" y="41910"/>
                </a:lnTo>
                <a:close/>
              </a:path>
              <a:path w="70485" h="57150">
                <a:moveTo>
                  <a:pt x="17526" y="15494"/>
                </a:moveTo>
                <a:lnTo>
                  <a:pt x="17526" y="15240"/>
                </a:lnTo>
                <a:lnTo>
                  <a:pt x="16763" y="16002"/>
                </a:lnTo>
                <a:lnTo>
                  <a:pt x="17526" y="15494"/>
                </a:lnTo>
                <a:close/>
              </a:path>
              <a:path w="70485" h="57150">
                <a:moveTo>
                  <a:pt x="21336" y="54864"/>
                </a:moveTo>
                <a:lnTo>
                  <a:pt x="21336" y="44958"/>
                </a:lnTo>
                <a:lnTo>
                  <a:pt x="16763" y="41910"/>
                </a:lnTo>
                <a:lnTo>
                  <a:pt x="16763" y="53340"/>
                </a:lnTo>
                <a:lnTo>
                  <a:pt x="21336" y="54864"/>
                </a:lnTo>
                <a:close/>
              </a:path>
              <a:path w="70485" h="57150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57150">
                <a:moveTo>
                  <a:pt x="25146" y="46482"/>
                </a:moveTo>
                <a:lnTo>
                  <a:pt x="20574" y="44196"/>
                </a:lnTo>
                <a:lnTo>
                  <a:pt x="21336" y="44958"/>
                </a:lnTo>
                <a:lnTo>
                  <a:pt x="21336" y="54864"/>
                </a:lnTo>
                <a:lnTo>
                  <a:pt x="22098" y="55626"/>
                </a:lnTo>
                <a:lnTo>
                  <a:pt x="24384" y="56197"/>
                </a:lnTo>
                <a:lnTo>
                  <a:pt x="24384" y="46482"/>
                </a:lnTo>
                <a:lnTo>
                  <a:pt x="25146" y="46482"/>
                </a:lnTo>
                <a:close/>
              </a:path>
              <a:path w="70485" h="57150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57150">
                <a:moveTo>
                  <a:pt x="35814" y="57150"/>
                </a:moveTo>
                <a:lnTo>
                  <a:pt x="35814" y="48006"/>
                </a:lnTo>
                <a:lnTo>
                  <a:pt x="35052" y="48006"/>
                </a:lnTo>
                <a:lnTo>
                  <a:pt x="29718" y="47244"/>
                </a:lnTo>
                <a:lnTo>
                  <a:pt x="24384" y="46482"/>
                </a:lnTo>
                <a:lnTo>
                  <a:pt x="24384" y="56197"/>
                </a:lnTo>
                <a:lnTo>
                  <a:pt x="28194" y="57150"/>
                </a:lnTo>
                <a:lnTo>
                  <a:pt x="35814" y="57150"/>
                </a:lnTo>
                <a:close/>
              </a:path>
              <a:path w="70485" h="57150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57150">
                <a:moveTo>
                  <a:pt x="30480" y="47244"/>
                </a:moveTo>
                <a:lnTo>
                  <a:pt x="29718" y="47148"/>
                </a:lnTo>
                <a:lnTo>
                  <a:pt x="30480" y="47244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7150"/>
                </a:moveTo>
                <a:lnTo>
                  <a:pt x="41148" y="47244"/>
                </a:lnTo>
                <a:lnTo>
                  <a:pt x="35433" y="47958"/>
                </a:lnTo>
                <a:lnTo>
                  <a:pt x="35814" y="48006"/>
                </a:lnTo>
                <a:lnTo>
                  <a:pt x="35814" y="57150"/>
                </a:lnTo>
                <a:lnTo>
                  <a:pt x="41148" y="57150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56279"/>
                </a:moveTo>
                <a:lnTo>
                  <a:pt x="45720" y="46482"/>
                </a:lnTo>
                <a:lnTo>
                  <a:pt x="40386" y="47244"/>
                </a:lnTo>
                <a:lnTo>
                  <a:pt x="41148" y="47244"/>
                </a:lnTo>
                <a:lnTo>
                  <a:pt x="41148" y="57150"/>
                </a:lnTo>
                <a:lnTo>
                  <a:pt x="42672" y="57150"/>
                </a:lnTo>
                <a:lnTo>
                  <a:pt x="45720" y="56279"/>
                </a:lnTo>
                <a:close/>
              </a:path>
              <a:path w="70485" h="57150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57150">
                <a:moveTo>
                  <a:pt x="50292" y="44196"/>
                </a:moveTo>
                <a:lnTo>
                  <a:pt x="44958" y="46482"/>
                </a:lnTo>
                <a:lnTo>
                  <a:pt x="45720" y="46482"/>
                </a:lnTo>
                <a:lnTo>
                  <a:pt x="45720" y="56279"/>
                </a:lnTo>
                <a:lnTo>
                  <a:pt x="48006" y="55626"/>
                </a:lnTo>
                <a:lnTo>
                  <a:pt x="48768" y="55626"/>
                </a:lnTo>
                <a:lnTo>
                  <a:pt x="48768" y="54864"/>
                </a:lnTo>
                <a:lnTo>
                  <a:pt x="49530" y="54646"/>
                </a:lnTo>
                <a:lnTo>
                  <a:pt x="49530" y="44958"/>
                </a:lnTo>
                <a:lnTo>
                  <a:pt x="50292" y="44196"/>
                </a:lnTo>
                <a:close/>
              </a:path>
              <a:path w="70485" h="57150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57150">
                <a:moveTo>
                  <a:pt x="54102" y="41910"/>
                </a:moveTo>
                <a:lnTo>
                  <a:pt x="49530" y="44958"/>
                </a:lnTo>
                <a:lnTo>
                  <a:pt x="49530" y="54646"/>
                </a:lnTo>
                <a:lnTo>
                  <a:pt x="53340" y="53557"/>
                </a:lnTo>
                <a:lnTo>
                  <a:pt x="53340" y="42672"/>
                </a:lnTo>
                <a:lnTo>
                  <a:pt x="54102" y="41910"/>
                </a:lnTo>
                <a:close/>
              </a:path>
              <a:path w="70485" h="57150">
                <a:moveTo>
                  <a:pt x="54102" y="16002"/>
                </a:moveTo>
                <a:lnTo>
                  <a:pt x="53340" y="15240"/>
                </a:lnTo>
                <a:lnTo>
                  <a:pt x="53340" y="15494"/>
                </a:lnTo>
                <a:lnTo>
                  <a:pt x="54102" y="16002"/>
                </a:lnTo>
                <a:close/>
              </a:path>
              <a:path w="70485" h="57150">
                <a:moveTo>
                  <a:pt x="57150" y="51054"/>
                </a:moveTo>
                <a:lnTo>
                  <a:pt x="57150" y="38862"/>
                </a:lnTo>
                <a:lnTo>
                  <a:pt x="53340" y="42672"/>
                </a:lnTo>
                <a:lnTo>
                  <a:pt x="53340" y="53557"/>
                </a:lnTo>
                <a:lnTo>
                  <a:pt x="54102" y="53340"/>
                </a:lnTo>
                <a:lnTo>
                  <a:pt x="54102" y="52578"/>
                </a:lnTo>
                <a:lnTo>
                  <a:pt x="54864" y="52578"/>
                </a:lnTo>
                <a:lnTo>
                  <a:pt x="57150" y="51054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50"/>
                </a:lnTo>
                <a:lnTo>
                  <a:pt x="56388" y="18288"/>
                </a:lnTo>
                <a:lnTo>
                  <a:pt x="57150" y="19240"/>
                </a:lnTo>
                <a:close/>
              </a:path>
              <a:path w="70485" h="57150">
                <a:moveTo>
                  <a:pt x="59436" y="49530"/>
                </a:moveTo>
                <a:lnTo>
                  <a:pt x="59436" y="35814"/>
                </a:lnTo>
                <a:lnTo>
                  <a:pt x="56388" y="39624"/>
                </a:lnTo>
                <a:lnTo>
                  <a:pt x="57150" y="38862"/>
                </a:lnTo>
                <a:lnTo>
                  <a:pt x="57150" y="51054"/>
                </a:lnTo>
                <a:lnTo>
                  <a:pt x="59436" y="49530"/>
                </a:lnTo>
                <a:close/>
              </a:path>
              <a:path w="70485" h="57150">
                <a:moveTo>
                  <a:pt x="59436" y="23622"/>
                </a:moveTo>
                <a:lnTo>
                  <a:pt x="59436" y="22098"/>
                </a:lnTo>
                <a:lnTo>
                  <a:pt x="58674" y="21336"/>
                </a:lnTo>
                <a:lnTo>
                  <a:pt x="59436" y="23622"/>
                </a:lnTo>
                <a:close/>
              </a:path>
              <a:path w="70485" h="57150">
                <a:moveTo>
                  <a:pt x="60960" y="48577"/>
                </a:moveTo>
                <a:lnTo>
                  <a:pt x="60960" y="28956"/>
                </a:lnTo>
                <a:lnTo>
                  <a:pt x="60198" y="31242"/>
                </a:lnTo>
                <a:lnTo>
                  <a:pt x="60198" y="32004"/>
                </a:lnTo>
                <a:lnTo>
                  <a:pt x="58674" y="36576"/>
                </a:lnTo>
                <a:lnTo>
                  <a:pt x="59436" y="35814"/>
                </a:lnTo>
                <a:lnTo>
                  <a:pt x="59436" y="49530"/>
                </a:lnTo>
                <a:lnTo>
                  <a:pt x="60198" y="49530"/>
                </a:lnTo>
                <a:lnTo>
                  <a:pt x="60960" y="48577"/>
                </a:lnTo>
                <a:close/>
              </a:path>
              <a:path w="70485" h="57150">
                <a:moveTo>
                  <a:pt x="67056" y="41148"/>
                </a:moveTo>
                <a:lnTo>
                  <a:pt x="67056" y="16764"/>
                </a:lnTo>
                <a:lnTo>
                  <a:pt x="64008" y="12954"/>
                </a:lnTo>
                <a:lnTo>
                  <a:pt x="64008" y="44958"/>
                </a:lnTo>
                <a:lnTo>
                  <a:pt x="67056" y="41148"/>
                </a:lnTo>
                <a:close/>
              </a:path>
              <a:path w="70485" h="57150">
                <a:moveTo>
                  <a:pt x="69342" y="35052"/>
                </a:moveTo>
                <a:lnTo>
                  <a:pt x="69342" y="22098"/>
                </a:lnTo>
                <a:lnTo>
                  <a:pt x="67818" y="17526"/>
                </a:lnTo>
                <a:lnTo>
                  <a:pt x="67056" y="17526"/>
                </a:lnTo>
                <a:lnTo>
                  <a:pt x="67056" y="40386"/>
                </a:lnTo>
                <a:lnTo>
                  <a:pt x="67818" y="39624"/>
                </a:lnTo>
                <a:lnTo>
                  <a:pt x="69342" y="35052"/>
                </a:lnTo>
                <a:close/>
              </a:path>
              <a:path w="70485" h="57150">
                <a:moveTo>
                  <a:pt x="70104" y="31242"/>
                </a:moveTo>
                <a:lnTo>
                  <a:pt x="70104" y="25146"/>
                </a:lnTo>
                <a:lnTo>
                  <a:pt x="69342" y="22860"/>
                </a:lnTo>
                <a:lnTo>
                  <a:pt x="69342" y="34290"/>
                </a:lnTo>
                <a:lnTo>
                  <a:pt x="70104" y="31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3356E7F6-DF73-48A0-B5AE-BC1A38AF0905}"/>
              </a:ext>
            </a:extLst>
          </p:cNvPr>
          <p:cNvSpPr/>
          <p:nvPr/>
        </p:nvSpPr>
        <p:spPr>
          <a:xfrm>
            <a:off x="1716771" y="4283364"/>
            <a:ext cx="82176" cy="67235"/>
          </a:xfrm>
          <a:custGeom>
            <a:avLst/>
            <a:gdLst/>
            <a:ahLst/>
            <a:cxnLst/>
            <a:rect l="l" t="t" r="r" b="b"/>
            <a:pathLst>
              <a:path w="69850" h="57150">
                <a:moveTo>
                  <a:pt x="6096" y="44926"/>
                </a:moveTo>
                <a:lnTo>
                  <a:pt x="6095" y="12922"/>
                </a:lnTo>
                <a:lnTo>
                  <a:pt x="3047" y="16732"/>
                </a:lnTo>
                <a:lnTo>
                  <a:pt x="3047" y="17494"/>
                </a:lnTo>
                <a:lnTo>
                  <a:pt x="2285" y="17494"/>
                </a:lnTo>
                <a:lnTo>
                  <a:pt x="1523" y="19780"/>
                </a:lnTo>
                <a:lnTo>
                  <a:pt x="0" y="25876"/>
                </a:lnTo>
                <a:lnTo>
                  <a:pt x="0" y="31972"/>
                </a:lnTo>
                <a:lnTo>
                  <a:pt x="1524" y="38068"/>
                </a:lnTo>
                <a:lnTo>
                  <a:pt x="2286" y="39592"/>
                </a:lnTo>
                <a:lnTo>
                  <a:pt x="3048" y="40354"/>
                </a:lnTo>
                <a:lnTo>
                  <a:pt x="6096" y="44926"/>
                </a:lnTo>
                <a:close/>
              </a:path>
              <a:path w="69850" h="57150">
                <a:moveTo>
                  <a:pt x="11430" y="21304"/>
                </a:moveTo>
                <a:lnTo>
                  <a:pt x="10668" y="22066"/>
                </a:lnTo>
                <a:lnTo>
                  <a:pt x="10667" y="8350"/>
                </a:lnTo>
                <a:lnTo>
                  <a:pt x="9905" y="8350"/>
                </a:lnTo>
                <a:lnTo>
                  <a:pt x="6095" y="12160"/>
                </a:lnTo>
                <a:lnTo>
                  <a:pt x="6096" y="45688"/>
                </a:lnTo>
                <a:lnTo>
                  <a:pt x="9144" y="48127"/>
                </a:lnTo>
                <a:lnTo>
                  <a:pt x="9144" y="26638"/>
                </a:lnTo>
                <a:lnTo>
                  <a:pt x="9906" y="25114"/>
                </a:lnTo>
                <a:lnTo>
                  <a:pt x="10668" y="22828"/>
                </a:lnTo>
                <a:lnTo>
                  <a:pt x="11430" y="21304"/>
                </a:lnTo>
                <a:close/>
              </a:path>
              <a:path w="69850" h="57150">
                <a:moveTo>
                  <a:pt x="11430" y="35782"/>
                </a:moveTo>
                <a:lnTo>
                  <a:pt x="9906" y="33496"/>
                </a:lnTo>
                <a:lnTo>
                  <a:pt x="9906" y="31972"/>
                </a:lnTo>
                <a:lnTo>
                  <a:pt x="9144" y="30448"/>
                </a:lnTo>
                <a:lnTo>
                  <a:pt x="9144" y="48127"/>
                </a:lnTo>
                <a:lnTo>
                  <a:pt x="9906" y="48736"/>
                </a:lnTo>
                <a:lnTo>
                  <a:pt x="10668" y="49498"/>
                </a:lnTo>
                <a:lnTo>
                  <a:pt x="10668" y="35020"/>
                </a:lnTo>
                <a:lnTo>
                  <a:pt x="11430" y="35782"/>
                </a:lnTo>
                <a:close/>
              </a:path>
              <a:path w="69850" h="57150">
                <a:moveTo>
                  <a:pt x="58674" y="22066"/>
                </a:moveTo>
                <a:lnTo>
                  <a:pt x="58674" y="7588"/>
                </a:lnTo>
                <a:lnTo>
                  <a:pt x="54102" y="4540"/>
                </a:lnTo>
                <a:lnTo>
                  <a:pt x="53339" y="4540"/>
                </a:lnTo>
                <a:lnTo>
                  <a:pt x="48006" y="2254"/>
                </a:lnTo>
                <a:lnTo>
                  <a:pt x="41910" y="730"/>
                </a:lnTo>
                <a:lnTo>
                  <a:pt x="35052" y="0"/>
                </a:lnTo>
                <a:lnTo>
                  <a:pt x="34290" y="0"/>
                </a:lnTo>
                <a:lnTo>
                  <a:pt x="27432" y="730"/>
                </a:lnTo>
                <a:lnTo>
                  <a:pt x="22097" y="2254"/>
                </a:lnTo>
                <a:lnTo>
                  <a:pt x="21336" y="2254"/>
                </a:lnTo>
                <a:lnTo>
                  <a:pt x="16001" y="4540"/>
                </a:lnTo>
                <a:lnTo>
                  <a:pt x="15239" y="4540"/>
                </a:lnTo>
                <a:lnTo>
                  <a:pt x="10667" y="7588"/>
                </a:lnTo>
                <a:lnTo>
                  <a:pt x="10668" y="22066"/>
                </a:lnTo>
                <a:lnTo>
                  <a:pt x="12954" y="19209"/>
                </a:lnTo>
                <a:lnTo>
                  <a:pt x="12954" y="19018"/>
                </a:lnTo>
                <a:lnTo>
                  <a:pt x="16764" y="15208"/>
                </a:lnTo>
                <a:lnTo>
                  <a:pt x="16764" y="15462"/>
                </a:lnTo>
                <a:lnTo>
                  <a:pt x="19812" y="13430"/>
                </a:lnTo>
                <a:lnTo>
                  <a:pt x="19812" y="12922"/>
                </a:lnTo>
                <a:lnTo>
                  <a:pt x="24384" y="11616"/>
                </a:lnTo>
                <a:lnTo>
                  <a:pt x="24384" y="11398"/>
                </a:lnTo>
                <a:lnTo>
                  <a:pt x="28956" y="10092"/>
                </a:lnTo>
                <a:lnTo>
                  <a:pt x="28956" y="9874"/>
                </a:lnTo>
                <a:lnTo>
                  <a:pt x="40386" y="9874"/>
                </a:lnTo>
                <a:lnTo>
                  <a:pt x="40386" y="10065"/>
                </a:lnTo>
                <a:lnTo>
                  <a:pt x="45720" y="11398"/>
                </a:lnTo>
                <a:lnTo>
                  <a:pt x="45720" y="11652"/>
                </a:lnTo>
                <a:lnTo>
                  <a:pt x="49530" y="12922"/>
                </a:lnTo>
                <a:lnTo>
                  <a:pt x="49530" y="13430"/>
                </a:lnTo>
                <a:lnTo>
                  <a:pt x="52577" y="15462"/>
                </a:lnTo>
                <a:lnTo>
                  <a:pt x="52577" y="15208"/>
                </a:lnTo>
                <a:lnTo>
                  <a:pt x="56388" y="19018"/>
                </a:lnTo>
                <a:lnTo>
                  <a:pt x="56388" y="19209"/>
                </a:lnTo>
                <a:lnTo>
                  <a:pt x="58674" y="22066"/>
                </a:lnTo>
                <a:close/>
              </a:path>
              <a:path w="69850" h="57150">
                <a:moveTo>
                  <a:pt x="13498" y="39266"/>
                </a:moveTo>
                <a:lnTo>
                  <a:pt x="10668" y="35020"/>
                </a:lnTo>
                <a:lnTo>
                  <a:pt x="10668" y="49498"/>
                </a:lnTo>
                <a:lnTo>
                  <a:pt x="12954" y="51022"/>
                </a:lnTo>
                <a:lnTo>
                  <a:pt x="12954" y="38830"/>
                </a:lnTo>
                <a:lnTo>
                  <a:pt x="13498" y="39266"/>
                </a:lnTo>
                <a:close/>
              </a:path>
              <a:path w="69850" h="57150">
                <a:moveTo>
                  <a:pt x="13716" y="18256"/>
                </a:moveTo>
                <a:lnTo>
                  <a:pt x="12954" y="19018"/>
                </a:lnTo>
                <a:lnTo>
                  <a:pt x="12954" y="19209"/>
                </a:lnTo>
                <a:lnTo>
                  <a:pt x="13716" y="18256"/>
                </a:lnTo>
                <a:close/>
              </a:path>
              <a:path w="69850" h="57150">
                <a:moveTo>
                  <a:pt x="13716" y="39592"/>
                </a:moveTo>
                <a:lnTo>
                  <a:pt x="13498" y="39266"/>
                </a:lnTo>
                <a:lnTo>
                  <a:pt x="12954" y="38830"/>
                </a:lnTo>
                <a:lnTo>
                  <a:pt x="13716" y="39592"/>
                </a:lnTo>
                <a:close/>
              </a:path>
              <a:path w="69850" h="57150">
                <a:moveTo>
                  <a:pt x="13716" y="51530"/>
                </a:moveTo>
                <a:lnTo>
                  <a:pt x="13716" y="39592"/>
                </a:lnTo>
                <a:lnTo>
                  <a:pt x="12954" y="38830"/>
                </a:lnTo>
                <a:lnTo>
                  <a:pt x="12954" y="51022"/>
                </a:lnTo>
                <a:lnTo>
                  <a:pt x="13716" y="51530"/>
                </a:lnTo>
                <a:close/>
              </a:path>
              <a:path w="69850" h="57150">
                <a:moveTo>
                  <a:pt x="16764" y="41878"/>
                </a:moveTo>
                <a:lnTo>
                  <a:pt x="13498" y="39266"/>
                </a:lnTo>
                <a:lnTo>
                  <a:pt x="13716" y="39592"/>
                </a:lnTo>
                <a:lnTo>
                  <a:pt x="13716" y="51530"/>
                </a:lnTo>
                <a:lnTo>
                  <a:pt x="15240" y="52546"/>
                </a:lnTo>
                <a:lnTo>
                  <a:pt x="16002" y="52546"/>
                </a:lnTo>
                <a:lnTo>
                  <a:pt x="16002" y="41878"/>
                </a:lnTo>
                <a:lnTo>
                  <a:pt x="16764" y="41878"/>
                </a:lnTo>
                <a:close/>
              </a:path>
              <a:path w="69850" h="57150">
                <a:moveTo>
                  <a:pt x="16764" y="15462"/>
                </a:moveTo>
                <a:lnTo>
                  <a:pt x="16764" y="15208"/>
                </a:lnTo>
                <a:lnTo>
                  <a:pt x="16002" y="15970"/>
                </a:lnTo>
                <a:lnTo>
                  <a:pt x="16764" y="15462"/>
                </a:lnTo>
                <a:close/>
              </a:path>
              <a:path w="69850" h="57150">
                <a:moveTo>
                  <a:pt x="20574" y="44164"/>
                </a:moveTo>
                <a:lnTo>
                  <a:pt x="16002" y="41878"/>
                </a:lnTo>
                <a:lnTo>
                  <a:pt x="16002" y="52546"/>
                </a:lnTo>
                <a:lnTo>
                  <a:pt x="19812" y="54179"/>
                </a:lnTo>
                <a:lnTo>
                  <a:pt x="19812" y="44164"/>
                </a:lnTo>
                <a:lnTo>
                  <a:pt x="20574" y="44164"/>
                </a:lnTo>
                <a:close/>
              </a:path>
              <a:path w="69850" h="57150">
                <a:moveTo>
                  <a:pt x="20574" y="12922"/>
                </a:moveTo>
                <a:lnTo>
                  <a:pt x="19812" y="12922"/>
                </a:lnTo>
                <a:lnTo>
                  <a:pt x="19812" y="13430"/>
                </a:lnTo>
                <a:lnTo>
                  <a:pt x="20574" y="12922"/>
                </a:lnTo>
                <a:close/>
              </a:path>
              <a:path w="69850" h="57150">
                <a:moveTo>
                  <a:pt x="25146" y="56030"/>
                </a:moveTo>
                <a:lnTo>
                  <a:pt x="25146" y="46450"/>
                </a:lnTo>
                <a:lnTo>
                  <a:pt x="19812" y="44164"/>
                </a:lnTo>
                <a:lnTo>
                  <a:pt x="19812" y="54179"/>
                </a:lnTo>
                <a:lnTo>
                  <a:pt x="21336" y="54832"/>
                </a:lnTo>
                <a:lnTo>
                  <a:pt x="22098" y="55594"/>
                </a:lnTo>
                <a:lnTo>
                  <a:pt x="25146" y="56030"/>
                </a:lnTo>
                <a:close/>
              </a:path>
              <a:path w="69850" h="57150">
                <a:moveTo>
                  <a:pt x="25146" y="11398"/>
                </a:moveTo>
                <a:lnTo>
                  <a:pt x="24384" y="11398"/>
                </a:lnTo>
                <a:lnTo>
                  <a:pt x="24384" y="11616"/>
                </a:lnTo>
                <a:lnTo>
                  <a:pt x="25146" y="11398"/>
                </a:lnTo>
                <a:close/>
              </a:path>
              <a:path w="69850" h="57150">
                <a:moveTo>
                  <a:pt x="29718" y="47212"/>
                </a:moveTo>
                <a:lnTo>
                  <a:pt x="24384" y="45688"/>
                </a:lnTo>
                <a:lnTo>
                  <a:pt x="25146" y="46450"/>
                </a:lnTo>
                <a:lnTo>
                  <a:pt x="25146" y="56030"/>
                </a:lnTo>
                <a:lnTo>
                  <a:pt x="27432" y="56356"/>
                </a:lnTo>
                <a:lnTo>
                  <a:pt x="28956" y="56519"/>
                </a:lnTo>
                <a:lnTo>
                  <a:pt x="28956" y="47212"/>
                </a:lnTo>
                <a:lnTo>
                  <a:pt x="29718" y="47212"/>
                </a:lnTo>
                <a:close/>
              </a:path>
              <a:path w="69850" h="57150">
                <a:moveTo>
                  <a:pt x="29718" y="9874"/>
                </a:moveTo>
                <a:lnTo>
                  <a:pt x="28956" y="9874"/>
                </a:lnTo>
                <a:lnTo>
                  <a:pt x="28956" y="10092"/>
                </a:lnTo>
                <a:lnTo>
                  <a:pt x="29718" y="9874"/>
                </a:lnTo>
                <a:close/>
              </a:path>
              <a:path w="69850" h="57150">
                <a:moveTo>
                  <a:pt x="35052" y="57087"/>
                </a:moveTo>
                <a:lnTo>
                  <a:pt x="35052" y="47974"/>
                </a:lnTo>
                <a:lnTo>
                  <a:pt x="34290" y="47974"/>
                </a:lnTo>
                <a:lnTo>
                  <a:pt x="28956" y="47212"/>
                </a:lnTo>
                <a:lnTo>
                  <a:pt x="28956" y="56519"/>
                </a:lnTo>
                <a:lnTo>
                  <a:pt x="34290" y="57087"/>
                </a:lnTo>
                <a:lnTo>
                  <a:pt x="35052" y="57087"/>
                </a:lnTo>
                <a:close/>
              </a:path>
              <a:path w="69850" h="57150">
                <a:moveTo>
                  <a:pt x="34671" y="47927"/>
                </a:moveTo>
                <a:lnTo>
                  <a:pt x="34290" y="47879"/>
                </a:lnTo>
                <a:lnTo>
                  <a:pt x="34671" y="47927"/>
                </a:lnTo>
                <a:close/>
              </a:path>
              <a:path w="69850" h="57150">
                <a:moveTo>
                  <a:pt x="40386" y="56519"/>
                </a:moveTo>
                <a:lnTo>
                  <a:pt x="40386" y="47212"/>
                </a:lnTo>
                <a:lnTo>
                  <a:pt x="34671" y="47927"/>
                </a:lnTo>
                <a:lnTo>
                  <a:pt x="35052" y="47974"/>
                </a:lnTo>
                <a:lnTo>
                  <a:pt x="35052" y="57087"/>
                </a:lnTo>
                <a:lnTo>
                  <a:pt x="40386" y="56519"/>
                </a:lnTo>
                <a:close/>
              </a:path>
              <a:path w="69850" h="57150">
                <a:moveTo>
                  <a:pt x="40386" y="10065"/>
                </a:moveTo>
                <a:lnTo>
                  <a:pt x="40386" y="9874"/>
                </a:lnTo>
                <a:lnTo>
                  <a:pt x="39624" y="9874"/>
                </a:lnTo>
                <a:lnTo>
                  <a:pt x="40386" y="10065"/>
                </a:lnTo>
                <a:close/>
              </a:path>
              <a:path w="69850" h="57150">
                <a:moveTo>
                  <a:pt x="45720" y="45688"/>
                </a:moveTo>
                <a:lnTo>
                  <a:pt x="39624" y="47212"/>
                </a:lnTo>
                <a:lnTo>
                  <a:pt x="40386" y="47212"/>
                </a:lnTo>
                <a:lnTo>
                  <a:pt x="40386" y="56519"/>
                </a:lnTo>
                <a:lnTo>
                  <a:pt x="41910" y="56356"/>
                </a:lnTo>
                <a:lnTo>
                  <a:pt x="44958" y="55975"/>
                </a:lnTo>
                <a:lnTo>
                  <a:pt x="44958" y="46450"/>
                </a:lnTo>
                <a:lnTo>
                  <a:pt x="45720" y="45688"/>
                </a:lnTo>
                <a:close/>
              </a:path>
              <a:path w="69850" h="57150">
                <a:moveTo>
                  <a:pt x="45720" y="11652"/>
                </a:moveTo>
                <a:lnTo>
                  <a:pt x="45720" y="11398"/>
                </a:lnTo>
                <a:lnTo>
                  <a:pt x="44958" y="11398"/>
                </a:lnTo>
                <a:lnTo>
                  <a:pt x="45720" y="11652"/>
                </a:lnTo>
                <a:close/>
              </a:path>
              <a:path w="69850" h="57150">
                <a:moveTo>
                  <a:pt x="49530" y="54179"/>
                </a:moveTo>
                <a:lnTo>
                  <a:pt x="49530" y="44164"/>
                </a:lnTo>
                <a:lnTo>
                  <a:pt x="44958" y="46450"/>
                </a:lnTo>
                <a:lnTo>
                  <a:pt x="44958" y="55975"/>
                </a:lnTo>
                <a:lnTo>
                  <a:pt x="48006" y="55594"/>
                </a:lnTo>
                <a:lnTo>
                  <a:pt x="48006" y="54832"/>
                </a:lnTo>
                <a:lnTo>
                  <a:pt x="49530" y="54179"/>
                </a:lnTo>
                <a:close/>
              </a:path>
              <a:path w="69850" h="57150">
                <a:moveTo>
                  <a:pt x="49530" y="13430"/>
                </a:moveTo>
                <a:lnTo>
                  <a:pt x="49530" y="12922"/>
                </a:lnTo>
                <a:lnTo>
                  <a:pt x="48768" y="12922"/>
                </a:lnTo>
                <a:lnTo>
                  <a:pt x="49530" y="13430"/>
                </a:lnTo>
                <a:close/>
              </a:path>
              <a:path w="69850" h="57150">
                <a:moveTo>
                  <a:pt x="53339" y="52546"/>
                </a:moveTo>
                <a:lnTo>
                  <a:pt x="53339" y="41878"/>
                </a:lnTo>
                <a:lnTo>
                  <a:pt x="48768" y="44164"/>
                </a:lnTo>
                <a:lnTo>
                  <a:pt x="49530" y="44164"/>
                </a:lnTo>
                <a:lnTo>
                  <a:pt x="49530" y="54179"/>
                </a:lnTo>
                <a:lnTo>
                  <a:pt x="53339" y="52546"/>
                </a:lnTo>
                <a:close/>
              </a:path>
              <a:path w="69850" h="57150">
                <a:moveTo>
                  <a:pt x="53339" y="15970"/>
                </a:moveTo>
                <a:lnTo>
                  <a:pt x="52577" y="15208"/>
                </a:lnTo>
                <a:lnTo>
                  <a:pt x="52577" y="15462"/>
                </a:lnTo>
                <a:lnTo>
                  <a:pt x="53339" y="15970"/>
                </a:lnTo>
                <a:close/>
              </a:path>
              <a:path w="69850" h="57150">
                <a:moveTo>
                  <a:pt x="55843" y="39266"/>
                </a:moveTo>
                <a:lnTo>
                  <a:pt x="52577" y="41878"/>
                </a:lnTo>
                <a:lnTo>
                  <a:pt x="53339" y="41878"/>
                </a:lnTo>
                <a:lnTo>
                  <a:pt x="53339" y="52546"/>
                </a:lnTo>
                <a:lnTo>
                  <a:pt x="54102" y="52546"/>
                </a:lnTo>
                <a:lnTo>
                  <a:pt x="55625" y="51530"/>
                </a:lnTo>
                <a:lnTo>
                  <a:pt x="55625" y="39592"/>
                </a:lnTo>
                <a:lnTo>
                  <a:pt x="55843" y="39266"/>
                </a:lnTo>
                <a:close/>
              </a:path>
              <a:path w="69850" h="57150">
                <a:moveTo>
                  <a:pt x="56388" y="19209"/>
                </a:moveTo>
                <a:lnTo>
                  <a:pt x="56388" y="19018"/>
                </a:lnTo>
                <a:lnTo>
                  <a:pt x="55625" y="18256"/>
                </a:lnTo>
                <a:lnTo>
                  <a:pt x="56388" y="19209"/>
                </a:lnTo>
                <a:close/>
              </a:path>
              <a:path w="69850" h="57150">
                <a:moveTo>
                  <a:pt x="56388" y="38830"/>
                </a:moveTo>
                <a:lnTo>
                  <a:pt x="55843" y="39266"/>
                </a:lnTo>
                <a:lnTo>
                  <a:pt x="55625" y="39592"/>
                </a:lnTo>
                <a:lnTo>
                  <a:pt x="56388" y="38830"/>
                </a:lnTo>
                <a:close/>
              </a:path>
              <a:path w="69850" h="57150">
                <a:moveTo>
                  <a:pt x="56388" y="51022"/>
                </a:moveTo>
                <a:lnTo>
                  <a:pt x="56388" y="38830"/>
                </a:lnTo>
                <a:lnTo>
                  <a:pt x="55625" y="39592"/>
                </a:lnTo>
                <a:lnTo>
                  <a:pt x="55625" y="51530"/>
                </a:lnTo>
                <a:lnTo>
                  <a:pt x="56388" y="51022"/>
                </a:lnTo>
                <a:close/>
              </a:path>
              <a:path w="69850" h="57150">
                <a:moveTo>
                  <a:pt x="58674" y="35020"/>
                </a:moveTo>
                <a:lnTo>
                  <a:pt x="55843" y="39266"/>
                </a:lnTo>
                <a:lnTo>
                  <a:pt x="56388" y="38830"/>
                </a:lnTo>
                <a:lnTo>
                  <a:pt x="56388" y="51022"/>
                </a:lnTo>
                <a:lnTo>
                  <a:pt x="57912" y="50006"/>
                </a:lnTo>
                <a:lnTo>
                  <a:pt x="57912" y="36544"/>
                </a:lnTo>
                <a:lnTo>
                  <a:pt x="58674" y="35020"/>
                </a:lnTo>
                <a:close/>
              </a:path>
              <a:path w="69850" h="57150">
                <a:moveTo>
                  <a:pt x="69646" y="27083"/>
                </a:moveTo>
                <a:lnTo>
                  <a:pt x="68948" y="19984"/>
                </a:lnTo>
                <a:lnTo>
                  <a:pt x="66294" y="16732"/>
                </a:lnTo>
                <a:lnTo>
                  <a:pt x="64008" y="12922"/>
                </a:lnTo>
                <a:lnTo>
                  <a:pt x="59436" y="8350"/>
                </a:lnTo>
                <a:lnTo>
                  <a:pt x="58674" y="8350"/>
                </a:lnTo>
                <a:lnTo>
                  <a:pt x="58674" y="22066"/>
                </a:lnTo>
                <a:lnTo>
                  <a:pt x="57912" y="21304"/>
                </a:lnTo>
                <a:lnTo>
                  <a:pt x="60198" y="25876"/>
                </a:lnTo>
                <a:lnTo>
                  <a:pt x="60198" y="48127"/>
                </a:lnTo>
                <a:lnTo>
                  <a:pt x="63246" y="45688"/>
                </a:lnTo>
                <a:lnTo>
                  <a:pt x="63246" y="44926"/>
                </a:lnTo>
                <a:lnTo>
                  <a:pt x="64008" y="44926"/>
                </a:lnTo>
                <a:lnTo>
                  <a:pt x="66294" y="40354"/>
                </a:lnTo>
                <a:lnTo>
                  <a:pt x="67056" y="40354"/>
                </a:lnTo>
                <a:lnTo>
                  <a:pt x="67056" y="39592"/>
                </a:lnTo>
                <a:lnTo>
                  <a:pt x="68580" y="35020"/>
                </a:lnTo>
                <a:lnTo>
                  <a:pt x="68580" y="34258"/>
                </a:lnTo>
                <a:lnTo>
                  <a:pt x="69342" y="31210"/>
                </a:lnTo>
                <a:lnTo>
                  <a:pt x="69646" y="27083"/>
                </a:lnTo>
                <a:close/>
              </a:path>
              <a:path w="69850" h="57150">
                <a:moveTo>
                  <a:pt x="60198" y="48127"/>
                </a:moveTo>
                <a:lnTo>
                  <a:pt x="60198" y="31972"/>
                </a:lnTo>
                <a:lnTo>
                  <a:pt x="57912" y="36544"/>
                </a:lnTo>
                <a:lnTo>
                  <a:pt x="57912" y="50006"/>
                </a:lnTo>
                <a:lnTo>
                  <a:pt x="58674" y="49498"/>
                </a:lnTo>
                <a:lnTo>
                  <a:pt x="59436" y="49498"/>
                </a:lnTo>
                <a:lnTo>
                  <a:pt x="59436" y="48736"/>
                </a:lnTo>
                <a:lnTo>
                  <a:pt x="60198" y="48127"/>
                </a:lnTo>
                <a:close/>
              </a:path>
              <a:path w="69850" h="57150">
                <a:moveTo>
                  <a:pt x="60198" y="27400"/>
                </a:moveTo>
                <a:lnTo>
                  <a:pt x="60198" y="25876"/>
                </a:lnTo>
                <a:lnTo>
                  <a:pt x="59436" y="25114"/>
                </a:lnTo>
                <a:lnTo>
                  <a:pt x="60198" y="27400"/>
                </a:lnTo>
                <a:close/>
              </a:path>
              <a:path w="69850" h="57150">
                <a:moveTo>
                  <a:pt x="60198" y="31972"/>
                </a:moveTo>
                <a:lnTo>
                  <a:pt x="60198" y="30448"/>
                </a:lnTo>
                <a:lnTo>
                  <a:pt x="59436" y="32734"/>
                </a:lnTo>
                <a:lnTo>
                  <a:pt x="60198" y="319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5D2DA86C-64F3-452B-902B-B416E31DD908}"/>
              </a:ext>
            </a:extLst>
          </p:cNvPr>
          <p:cNvSpPr/>
          <p:nvPr/>
        </p:nvSpPr>
        <p:spPr>
          <a:xfrm>
            <a:off x="3897883" y="3002269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3"/>
                </a:moveTo>
                <a:lnTo>
                  <a:pt x="3047" y="17525"/>
                </a:lnTo>
                <a:lnTo>
                  <a:pt x="1523" y="19811"/>
                </a:lnTo>
                <a:lnTo>
                  <a:pt x="0" y="25907"/>
                </a:lnTo>
                <a:lnTo>
                  <a:pt x="0" y="32003"/>
                </a:lnTo>
                <a:lnTo>
                  <a:pt x="762" y="35051"/>
                </a:lnTo>
                <a:lnTo>
                  <a:pt x="1524" y="37337"/>
                </a:lnTo>
                <a:lnTo>
                  <a:pt x="3048" y="39623"/>
                </a:lnTo>
                <a:close/>
              </a:path>
              <a:path w="70485" h="57150">
                <a:moveTo>
                  <a:pt x="67056" y="40385"/>
                </a:moveTo>
                <a:lnTo>
                  <a:pt x="67056" y="16763"/>
                </a:lnTo>
                <a:lnTo>
                  <a:pt x="64008" y="12191"/>
                </a:lnTo>
                <a:lnTo>
                  <a:pt x="63246" y="12191"/>
                </a:lnTo>
                <a:lnTo>
                  <a:pt x="59436" y="8381"/>
                </a:lnTo>
                <a:lnTo>
                  <a:pt x="59436" y="7619"/>
                </a:lnTo>
                <a:lnTo>
                  <a:pt x="58674" y="7619"/>
                </a:ln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1910" y="761"/>
                </a:lnTo>
                <a:lnTo>
                  <a:pt x="40386" y="666"/>
                </a:lnTo>
                <a:lnTo>
                  <a:pt x="35052" y="0"/>
                </a:lnTo>
                <a:lnTo>
                  <a:pt x="34290" y="0"/>
                </a:lnTo>
                <a:lnTo>
                  <a:pt x="28956" y="666"/>
                </a:lnTo>
                <a:lnTo>
                  <a:pt x="27432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5239" y="4571"/>
                </a:lnTo>
                <a:lnTo>
                  <a:pt x="10667" y="7619"/>
                </a:lnTo>
                <a:lnTo>
                  <a:pt x="10667" y="8381"/>
                </a:lnTo>
                <a:lnTo>
                  <a:pt x="6857" y="11429"/>
                </a:lnTo>
                <a:lnTo>
                  <a:pt x="6095" y="12191"/>
                </a:lnTo>
                <a:lnTo>
                  <a:pt x="3047" y="16763"/>
                </a:lnTo>
                <a:lnTo>
                  <a:pt x="3048" y="40385"/>
                </a:lnTo>
                <a:lnTo>
                  <a:pt x="6096" y="44195"/>
                </a:lnTo>
                <a:lnTo>
                  <a:pt x="6096" y="44957"/>
                </a:lnTo>
                <a:lnTo>
                  <a:pt x="6858" y="45719"/>
                </a:lnTo>
                <a:lnTo>
                  <a:pt x="9906" y="48158"/>
                </a:lnTo>
                <a:lnTo>
                  <a:pt x="9906" y="24383"/>
                </a:lnTo>
                <a:lnTo>
                  <a:pt x="11430" y="21335"/>
                </a:lnTo>
                <a:lnTo>
                  <a:pt x="11430" y="22097"/>
                </a:lnTo>
                <a:lnTo>
                  <a:pt x="12954" y="19557"/>
                </a:lnTo>
                <a:lnTo>
                  <a:pt x="12954" y="19049"/>
                </a:lnTo>
                <a:lnTo>
                  <a:pt x="16764" y="15239"/>
                </a:lnTo>
                <a:lnTo>
                  <a:pt x="16764" y="15493"/>
                </a:lnTo>
                <a:lnTo>
                  <a:pt x="19812" y="13461"/>
                </a:lnTo>
                <a:lnTo>
                  <a:pt x="19812" y="12953"/>
                </a:lnTo>
                <a:lnTo>
                  <a:pt x="25146" y="10667"/>
                </a:lnTo>
                <a:lnTo>
                  <a:pt x="25146" y="11212"/>
                </a:lnTo>
                <a:lnTo>
                  <a:pt x="28956" y="10123"/>
                </a:lnTo>
                <a:lnTo>
                  <a:pt x="28956" y="9905"/>
                </a:lnTo>
                <a:lnTo>
                  <a:pt x="34290" y="9239"/>
                </a:lnTo>
                <a:lnTo>
                  <a:pt x="40386" y="9905"/>
                </a:lnTo>
                <a:lnTo>
                  <a:pt x="40386" y="10096"/>
                </a:lnTo>
                <a:lnTo>
                  <a:pt x="44958" y="11239"/>
                </a:lnTo>
                <a:lnTo>
                  <a:pt x="44958" y="10667"/>
                </a:lnTo>
                <a:lnTo>
                  <a:pt x="50292" y="12953"/>
                </a:lnTo>
                <a:lnTo>
                  <a:pt x="50292" y="13563"/>
                </a:lnTo>
                <a:lnTo>
                  <a:pt x="53340" y="16001"/>
                </a:lnTo>
                <a:lnTo>
                  <a:pt x="53340" y="15239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097"/>
                </a:lnTo>
                <a:lnTo>
                  <a:pt x="58674" y="21335"/>
                </a:lnTo>
                <a:lnTo>
                  <a:pt x="60198" y="25145"/>
                </a:lnTo>
                <a:lnTo>
                  <a:pt x="60198" y="48005"/>
                </a:lnTo>
                <a:lnTo>
                  <a:pt x="63246" y="44957"/>
                </a:lnTo>
                <a:lnTo>
                  <a:pt x="64008" y="44957"/>
                </a:lnTo>
                <a:lnTo>
                  <a:pt x="64008" y="44195"/>
                </a:lnTo>
                <a:lnTo>
                  <a:pt x="67056" y="40385"/>
                </a:lnTo>
                <a:close/>
              </a:path>
              <a:path w="70485" h="57150">
                <a:moveTo>
                  <a:pt x="13716" y="38861"/>
                </a:moveTo>
                <a:lnTo>
                  <a:pt x="11430" y="35051"/>
                </a:lnTo>
                <a:lnTo>
                  <a:pt x="11430" y="35813"/>
                </a:lnTo>
                <a:lnTo>
                  <a:pt x="10668" y="33527"/>
                </a:lnTo>
                <a:lnTo>
                  <a:pt x="9906" y="32003"/>
                </a:lnTo>
                <a:lnTo>
                  <a:pt x="9906" y="48158"/>
                </a:lnTo>
                <a:lnTo>
                  <a:pt x="10668" y="48767"/>
                </a:lnTo>
                <a:lnTo>
                  <a:pt x="10668" y="49529"/>
                </a:lnTo>
                <a:lnTo>
                  <a:pt x="11430" y="49529"/>
                </a:lnTo>
                <a:lnTo>
                  <a:pt x="12954" y="50749"/>
                </a:lnTo>
                <a:lnTo>
                  <a:pt x="12954" y="38099"/>
                </a:lnTo>
                <a:lnTo>
                  <a:pt x="13716" y="38861"/>
                </a:lnTo>
                <a:close/>
              </a:path>
              <a:path w="70485" h="57150">
                <a:moveTo>
                  <a:pt x="13716" y="18287"/>
                </a:moveTo>
                <a:lnTo>
                  <a:pt x="12954" y="19049"/>
                </a:lnTo>
                <a:lnTo>
                  <a:pt x="12954" y="19557"/>
                </a:lnTo>
                <a:lnTo>
                  <a:pt x="13716" y="18287"/>
                </a:lnTo>
                <a:close/>
              </a:path>
              <a:path w="70485" h="57150">
                <a:moveTo>
                  <a:pt x="16764" y="52904"/>
                </a:moveTo>
                <a:lnTo>
                  <a:pt x="16764" y="41909"/>
                </a:lnTo>
                <a:lnTo>
                  <a:pt x="12954" y="38099"/>
                </a:lnTo>
                <a:lnTo>
                  <a:pt x="12954" y="50749"/>
                </a:lnTo>
                <a:lnTo>
                  <a:pt x="15240" y="52577"/>
                </a:lnTo>
                <a:lnTo>
                  <a:pt x="16002" y="52577"/>
                </a:lnTo>
                <a:lnTo>
                  <a:pt x="16764" y="52904"/>
                </a:lnTo>
                <a:close/>
              </a:path>
              <a:path w="70485" h="57150">
                <a:moveTo>
                  <a:pt x="16764" y="15493"/>
                </a:moveTo>
                <a:lnTo>
                  <a:pt x="16764" y="15239"/>
                </a:lnTo>
                <a:lnTo>
                  <a:pt x="16002" y="16001"/>
                </a:lnTo>
                <a:lnTo>
                  <a:pt x="16764" y="15493"/>
                </a:lnTo>
                <a:close/>
              </a:path>
              <a:path w="70485" h="57150">
                <a:moveTo>
                  <a:pt x="20574" y="44195"/>
                </a:moveTo>
                <a:lnTo>
                  <a:pt x="16002" y="41147"/>
                </a:lnTo>
                <a:lnTo>
                  <a:pt x="16764" y="41909"/>
                </a:lnTo>
                <a:lnTo>
                  <a:pt x="16764" y="52904"/>
                </a:lnTo>
                <a:lnTo>
                  <a:pt x="19812" y="54210"/>
                </a:lnTo>
                <a:lnTo>
                  <a:pt x="19812" y="44195"/>
                </a:lnTo>
                <a:lnTo>
                  <a:pt x="20574" y="44195"/>
                </a:lnTo>
                <a:close/>
              </a:path>
              <a:path w="70485" h="57150">
                <a:moveTo>
                  <a:pt x="20574" y="12953"/>
                </a:moveTo>
                <a:lnTo>
                  <a:pt x="19812" y="12953"/>
                </a:lnTo>
                <a:lnTo>
                  <a:pt x="19812" y="13461"/>
                </a:lnTo>
                <a:lnTo>
                  <a:pt x="20574" y="12953"/>
                </a:lnTo>
                <a:close/>
              </a:path>
              <a:path w="70485" h="57150">
                <a:moveTo>
                  <a:pt x="25146" y="55734"/>
                </a:moveTo>
                <a:lnTo>
                  <a:pt x="25146" y="46481"/>
                </a:lnTo>
                <a:lnTo>
                  <a:pt x="19812" y="44195"/>
                </a:lnTo>
                <a:lnTo>
                  <a:pt x="19812" y="54210"/>
                </a:lnTo>
                <a:lnTo>
                  <a:pt x="21336" y="54863"/>
                </a:lnTo>
                <a:lnTo>
                  <a:pt x="22098" y="54863"/>
                </a:lnTo>
                <a:lnTo>
                  <a:pt x="25146" y="55734"/>
                </a:lnTo>
                <a:close/>
              </a:path>
              <a:path w="70485" h="57150">
                <a:moveTo>
                  <a:pt x="25146" y="11212"/>
                </a:moveTo>
                <a:lnTo>
                  <a:pt x="25146" y="10667"/>
                </a:lnTo>
                <a:lnTo>
                  <a:pt x="24384" y="11429"/>
                </a:lnTo>
                <a:lnTo>
                  <a:pt x="25146" y="11212"/>
                </a:lnTo>
                <a:close/>
              </a:path>
              <a:path w="70485" h="57150">
                <a:moveTo>
                  <a:pt x="29718" y="47243"/>
                </a:moveTo>
                <a:lnTo>
                  <a:pt x="24384" y="45719"/>
                </a:lnTo>
                <a:lnTo>
                  <a:pt x="25146" y="46481"/>
                </a:lnTo>
                <a:lnTo>
                  <a:pt x="25146" y="55734"/>
                </a:lnTo>
                <a:lnTo>
                  <a:pt x="27432" y="56387"/>
                </a:lnTo>
                <a:lnTo>
                  <a:pt x="28956" y="56483"/>
                </a:lnTo>
                <a:lnTo>
                  <a:pt x="28956" y="47243"/>
                </a:lnTo>
                <a:lnTo>
                  <a:pt x="29718" y="47243"/>
                </a:lnTo>
                <a:close/>
              </a:path>
              <a:path w="70485" h="57150">
                <a:moveTo>
                  <a:pt x="29718" y="9905"/>
                </a:moveTo>
                <a:lnTo>
                  <a:pt x="28956" y="9905"/>
                </a:lnTo>
                <a:lnTo>
                  <a:pt x="28956" y="10123"/>
                </a:lnTo>
                <a:lnTo>
                  <a:pt x="29718" y="9905"/>
                </a:lnTo>
                <a:close/>
              </a:path>
              <a:path w="70485" h="57150">
                <a:moveTo>
                  <a:pt x="40386" y="56483"/>
                </a:moveTo>
                <a:lnTo>
                  <a:pt x="40386" y="47243"/>
                </a:lnTo>
                <a:lnTo>
                  <a:pt x="28956" y="47243"/>
                </a:lnTo>
                <a:lnTo>
                  <a:pt x="28956" y="56483"/>
                </a:lnTo>
                <a:lnTo>
                  <a:pt x="34290" y="57149"/>
                </a:lnTo>
                <a:lnTo>
                  <a:pt x="35052" y="57149"/>
                </a:lnTo>
                <a:lnTo>
                  <a:pt x="40386" y="56483"/>
                </a:lnTo>
                <a:close/>
              </a:path>
              <a:path w="70485" h="57150">
                <a:moveTo>
                  <a:pt x="34671" y="9191"/>
                </a:moveTo>
                <a:lnTo>
                  <a:pt x="34290" y="9143"/>
                </a:lnTo>
                <a:lnTo>
                  <a:pt x="34671" y="9191"/>
                </a:lnTo>
                <a:close/>
              </a:path>
              <a:path w="70485" h="57150">
                <a:moveTo>
                  <a:pt x="35052" y="9239"/>
                </a:moveTo>
                <a:lnTo>
                  <a:pt x="34671" y="9191"/>
                </a:lnTo>
                <a:lnTo>
                  <a:pt x="35052" y="9239"/>
                </a:lnTo>
                <a:close/>
              </a:path>
              <a:path w="70485" h="57150">
                <a:moveTo>
                  <a:pt x="40386" y="10096"/>
                </a:moveTo>
                <a:lnTo>
                  <a:pt x="40386" y="9905"/>
                </a:lnTo>
                <a:lnTo>
                  <a:pt x="39624" y="9905"/>
                </a:lnTo>
                <a:lnTo>
                  <a:pt x="40386" y="10096"/>
                </a:lnTo>
                <a:close/>
              </a:path>
              <a:path w="70485" h="57150">
                <a:moveTo>
                  <a:pt x="45720" y="45719"/>
                </a:moveTo>
                <a:lnTo>
                  <a:pt x="39624" y="47243"/>
                </a:lnTo>
                <a:lnTo>
                  <a:pt x="40386" y="47243"/>
                </a:lnTo>
                <a:lnTo>
                  <a:pt x="40386" y="56483"/>
                </a:lnTo>
                <a:lnTo>
                  <a:pt x="41910" y="56387"/>
                </a:lnTo>
                <a:lnTo>
                  <a:pt x="44958" y="55625"/>
                </a:lnTo>
                <a:lnTo>
                  <a:pt x="44958" y="46481"/>
                </a:lnTo>
                <a:lnTo>
                  <a:pt x="45720" y="45719"/>
                </a:lnTo>
                <a:close/>
              </a:path>
              <a:path w="70485" h="57150">
                <a:moveTo>
                  <a:pt x="45720" y="11429"/>
                </a:moveTo>
                <a:lnTo>
                  <a:pt x="44958" y="10667"/>
                </a:lnTo>
                <a:lnTo>
                  <a:pt x="44958" y="11239"/>
                </a:lnTo>
                <a:lnTo>
                  <a:pt x="45720" y="11429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5"/>
                </a:lnTo>
                <a:lnTo>
                  <a:pt x="44958" y="46481"/>
                </a:lnTo>
                <a:lnTo>
                  <a:pt x="44958" y="55625"/>
                </a:lnTo>
                <a:lnTo>
                  <a:pt x="48006" y="54863"/>
                </a:lnTo>
                <a:lnTo>
                  <a:pt x="48768" y="54863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563"/>
                </a:moveTo>
                <a:lnTo>
                  <a:pt x="50292" y="12953"/>
                </a:lnTo>
                <a:lnTo>
                  <a:pt x="49530" y="12953"/>
                </a:lnTo>
                <a:lnTo>
                  <a:pt x="50292" y="13563"/>
                </a:lnTo>
                <a:close/>
              </a:path>
              <a:path w="70485" h="57150">
                <a:moveTo>
                  <a:pt x="53775" y="41365"/>
                </a:moveTo>
                <a:lnTo>
                  <a:pt x="49530" y="44195"/>
                </a:lnTo>
                <a:lnTo>
                  <a:pt x="50292" y="44195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09"/>
                </a:lnTo>
                <a:lnTo>
                  <a:pt x="53775" y="41365"/>
                </a:lnTo>
                <a:close/>
              </a:path>
              <a:path w="70485" h="57150">
                <a:moveTo>
                  <a:pt x="54102" y="41147"/>
                </a:moveTo>
                <a:lnTo>
                  <a:pt x="53775" y="41365"/>
                </a:lnTo>
                <a:lnTo>
                  <a:pt x="53340" y="41909"/>
                </a:lnTo>
                <a:lnTo>
                  <a:pt x="54102" y="41147"/>
                </a:lnTo>
                <a:close/>
              </a:path>
              <a:path w="70485" h="57150">
                <a:moveTo>
                  <a:pt x="54102" y="52577"/>
                </a:moveTo>
                <a:lnTo>
                  <a:pt x="54102" y="41147"/>
                </a:lnTo>
                <a:lnTo>
                  <a:pt x="53340" y="41909"/>
                </a:lnTo>
                <a:lnTo>
                  <a:pt x="53340" y="52904"/>
                </a:lnTo>
                <a:lnTo>
                  <a:pt x="54102" y="52577"/>
                </a:lnTo>
                <a:close/>
              </a:path>
              <a:path w="70485" h="57150">
                <a:moveTo>
                  <a:pt x="60198" y="48005"/>
                </a:moveTo>
                <a:lnTo>
                  <a:pt x="60198" y="31241"/>
                </a:lnTo>
                <a:lnTo>
                  <a:pt x="58674" y="35813"/>
                </a:lnTo>
                <a:lnTo>
                  <a:pt x="58674" y="35051"/>
                </a:lnTo>
                <a:lnTo>
                  <a:pt x="56388" y="38861"/>
                </a:lnTo>
                <a:lnTo>
                  <a:pt x="56388" y="38099"/>
                </a:lnTo>
                <a:lnTo>
                  <a:pt x="53775" y="41365"/>
                </a:lnTo>
                <a:lnTo>
                  <a:pt x="54102" y="41147"/>
                </a:lnTo>
                <a:lnTo>
                  <a:pt x="54102" y="52577"/>
                </a:lnTo>
                <a:lnTo>
                  <a:pt x="58674" y="49529"/>
                </a:lnTo>
                <a:lnTo>
                  <a:pt x="59436" y="49529"/>
                </a:lnTo>
                <a:lnTo>
                  <a:pt x="59436" y="48767"/>
                </a:lnTo>
                <a:lnTo>
                  <a:pt x="60198" y="48005"/>
                </a:lnTo>
                <a:close/>
              </a:path>
              <a:path w="70485" h="57150">
                <a:moveTo>
                  <a:pt x="69342" y="35051"/>
                </a:moveTo>
                <a:lnTo>
                  <a:pt x="69342" y="22097"/>
                </a:lnTo>
                <a:lnTo>
                  <a:pt x="68580" y="22097"/>
                </a:lnTo>
                <a:lnTo>
                  <a:pt x="67056" y="17525"/>
                </a:lnTo>
                <a:lnTo>
                  <a:pt x="67056" y="39623"/>
                </a:lnTo>
                <a:lnTo>
                  <a:pt x="68580" y="35051"/>
                </a:lnTo>
                <a:lnTo>
                  <a:pt x="69342" y="35051"/>
                </a:lnTo>
                <a:close/>
              </a:path>
              <a:path w="70485" h="57150">
                <a:moveTo>
                  <a:pt x="70104" y="31241"/>
                </a:moveTo>
                <a:lnTo>
                  <a:pt x="70104" y="28193"/>
                </a:lnTo>
                <a:lnTo>
                  <a:pt x="69342" y="25145"/>
                </a:lnTo>
                <a:lnTo>
                  <a:pt x="69342" y="34289"/>
                </a:lnTo>
                <a:lnTo>
                  <a:pt x="70104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F450A5C8-6597-4DEF-AAA4-9A21C958909D}"/>
              </a:ext>
            </a:extLst>
          </p:cNvPr>
          <p:cNvSpPr/>
          <p:nvPr/>
        </p:nvSpPr>
        <p:spPr>
          <a:xfrm>
            <a:off x="3972293" y="3967768"/>
            <a:ext cx="82924" cy="67235"/>
          </a:xfrm>
          <a:custGeom>
            <a:avLst/>
            <a:gdLst/>
            <a:ahLst/>
            <a:cxnLst/>
            <a:rect l="l" t="t" r="r" b="b"/>
            <a:pathLst>
              <a:path w="70485" h="57150">
                <a:moveTo>
                  <a:pt x="3048" y="39624"/>
                </a:moveTo>
                <a:lnTo>
                  <a:pt x="3047" y="17526"/>
                </a:lnTo>
                <a:lnTo>
                  <a:pt x="2285" y="19812"/>
                </a:lnTo>
                <a:lnTo>
                  <a:pt x="761" y="22860"/>
                </a:lnTo>
                <a:lnTo>
                  <a:pt x="761" y="25908"/>
                </a:lnTo>
                <a:lnTo>
                  <a:pt x="0" y="28956"/>
                </a:lnTo>
                <a:lnTo>
                  <a:pt x="1524" y="35052"/>
                </a:lnTo>
                <a:lnTo>
                  <a:pt x="3048" y="39624"/>
                </a:lnTo>
                <a:close/>
              </a:path>
              <a:path w="70485" h="57150">
                <a:moveTo>
                  <a:pt x="59436" y="22098"/>
                </a:moveTo>
                <a:lnTo>
                  <a:pt x="59436" y="7620"/>
                </a:lnTo>
                <a:lnTo>
                  <a:pt x="54864" y="4572"/>
                </a:ln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763" y="4572"/>
                </a:lnTo>
                <a:lnTo>
                  <a:pt x="16001" y="4572"/>
                </a:lnTo>
                <a:lnTo>
                  <a:pt x="11429" y="7620"/>
                </a:lnTo>
                <a:lnTo>
                  <a:pt x="6857" y="12192"/>
                </a:lnTo>
                <a:lnTo>
                  <a:pt x="6095" y="12192"/>
                </a:lnTo>
                <a:lnTo>
                  <a:pt x="6095" y="12954"/>
                </a:lnTo>
                <a:lnTo>
                  <a:pt x="3809" y="16764"/>
                </a:lnTo>
                <a:lnTo>
                  <a:pt x="3047" y="16764"/>
                </a:lnTo>
                <a:lnTo>
                  <a:pt x="3048" y="40386"/>
                </a:lnTo>
                <a:lnTo>
                  <a:pt x="3810" y="40386"/>
                </a:lnTo>
                <a:lnTo>
                  <a:pt x="6096" y="44958"/>
                </a:lnTo>
                <a:lnTo>
                  <a:pt x="6858" y="44958"/>
                </a:lnTo>
                <a:lnTo>
                  <a:pt x="6858" y="45720"/>
                </a:lnTo>
                <a:lnTo>
                  <a:pt x="9906" y="48158"/>
                </a:lnTo>
                <a:lnTo>
                  <a:pt x="9906" y="26670"/>
                </a:lnTo>
                <a:lnTo>
                  <a:pt x="10668" y="24384"/>
                </a:lnTo>
                <a:lnTo>
                  <a:pt x="10668" y="22860"/>
                </a:lnTo>
                <a:lnTo>
                  <a:pt x="11430" y="21336"/>
                </a:lnTo>
                <a:lnTo>
                  <a:pt x="11430" y="22098"/>
                </a:lnTo>
                <a:lnTo>
                  <a:pt x="13716" y="19240"/>
                </a:lnTo>
                <a:lnTo>
                  <a:pt x="13716" y="19050"/>
                </a:lnTo>
                <a:lnTo>
                  <a:pt x="17526" y="15240"/>
                </a:lnTo>
                <a:lnTo>
                  <a:pt x="17526" y="15494"/>
                </a:lnTo>
                <a:lnTo>
                  <a:pt x="20574" y="13462"/>
                </a:lnTo>
                <a:lnTo>
                  <a:pt x="20574" y="12954"/>
                </a:lnTo>
                <a:lnTo>
                  <a:pt x="25146" y="10668"/>
                </a:lnTo>
                <a:lnTo>
                  <a:pt x="25146" y="11239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4958" y="11212"/>
                </a:lnTo>
                <a:lnTo>
                  <a:pt x="44958" y="10668"/>
                </a:lnTo>
                <a:lnTo>
                  <a:pt x="50292" y="12954"/>
                </a:lnTo>
                <a:lnTo>
                  <a:pt x="50292" y="13462"/>
                </a:lnTo>
                <a:lnTo>
                  <a:pt x="53340" y="15494"/>
                </a:lnTo>
                <a:lnTo>
                  <a:pt x="53340" y="15240"/>
                </a:lnTo>
                <a:lnTo>
                  <a:pt x="57150" y="19050"/>
                </a:lnTo>
                <a:lnTo>
                  <a:pt x="57150" y="19240"/>
                </a:lnTo>
                <a:lnTo>
                  <a:pt x="59436" y="22098"/>
                </a:lnTo>
                <a:close/>
              </a:path>
              <a:path w="70485" h="57150">
                <a:moveTo>
                  <a:pt x="14260" y="39297"/>
                </a:moveTo>
                <a:lnTo>
                  <a:pt x="11430" y="35052"/>
                </a:lnTo>
                <a:lnTo>
                  <a:pt x="11430" y="35814"/>
                </a:lnTo>
                <a:lnTo>
                  <a:pt x="10668" y="33528"/>
                </a:lnTo>
                <a:lnTo>
                  <a:pt x="9906" y="32004"/>
                </a:lnTo>
                <a:lnTo>
                  <a:pt x="9906" y="48158"/>
                </a:lnTo>
                <a:lnTo>
                  <a:pt x="10668" y="48768"/>
                </a:lnTo>
                <a:lnTo>
                  <a:pt x="11430" y="49530"/>
                </a:lnTo>
                <a:lnTo>
                  <a:pt x="13716" y="51054"/>
                </a:lnTo>
                <a:lnTo>
                  <a:pt x="13716" y="38862"/>
                </a:lnTo>
                <a:lnTo>
                  <a:pt x="14260" y="39297"/>
                </a:lnTo>
                <a:close/>
              </a:path>
              <a:path w="70485" h="57150">
                <a:moveTo>
                  <a:pt x="14478" y="18288"/>
                </a:moveTo>
                <a:lnTo>
                  <a:pt x="13716" y="19050"/>
                </a:lnTo>
                <a:lnTo>
                  <a:pt x="13716" y="19240"/>
                </a:lnTo>
                <a:lnTo>
                  <a:pt x="14478" y="18288"/>
                </a:lnTo>
                <a:close/>
              </a:path>
              <a:path w="70485" h="57150">
                <a:moveTo>
                  <a:pt x="14478" y="39624"/>
                </a:moveTo>
                <a:lnTo>
                  <a:pt x="14260" y="39297"/>
                </a:lnTo>
                <a:lnTo>
                  <a:pt x="13716" y="38862"/>
                </a:lnTo>
                <a:lnTo>
                  <a:pt x="14478" y="39624"/>
                </a:lnTo>
                <a:close/>
              </a:path>
              <a:path w="70485" h="57150">
                <a:moveTo>
                  <a:pt x="14478" y="51562"/>
                </a:moveTo>
                <a:lnTo>
                  <a:pt x="14478" y="39624"/>
                </a:lnTo>
                <a:lnTo>
                  <a:pt x="13716" y="38862"/>
                </a:lnTo>
                <a:lnTo>
                  <a:pt x="13716" y="51054"/>
                </a:lnTo>
                <a:lnTo>
                  <a:pt x="14478" y="51562"/>
                </a:lnTo>
                <a:close/>
              </a:path>
              <a:path w="70485" h="57150">
                <a:moveTo>
                  <a:pt x="17526" y="52959"/>
                </a:moveTo>
                <a:lnTo>
                  <a:pt x="17526" y="41910"/>
                </a:lnTo>
                <a:lnTo>
                  <a:pt x="14260" y="39297"/>
                </a:lnTo>
                <a:lnTo>
                  <a:pt x="14478" y="39624"/>
                </a:lnTo>
                <a:lnTo>
                  <a:pt x="14478" y="51562"/>
                </a:lnTo>
                <a:lnTo>
                  <a:pt x="16002" y="52578"/>
                </a:lnTo>
                <a:lnTo>
                  <a:pt x="16763" y="52578"/>
                </a:lnTo>
                <a:lnTo>
                  <a:pt x="17526" y="52959"/>
                </a:lnTo>
                <a:close/>
              </a:path>
              <a:path w="70485" h="57150">
                <a:moveTo>
                  <a:pt x="17526" y="15494"/>
                </a:moveTo>
                <a:lnTo>
                  <a:pt x="17526" y="15240"/>
                </a:lnTo>
                <a:lnTo>
                  <a:pt x="16763" y="16002"/>
                </a:lnTo>
                <a:lnTo>
                  <a:pt x="17526" y="15494"/>
                </a:lnTo>
                <a:close/>
              </a:path>
              <a:path w="70485" h="57150">
                <a:moveTo>
                  <a:pt x="21336" y="44196"/>
                </a:moveTo>
                <a:lnTo>
                  <a:pt x="16763" y="41148"/>
                </a:lnTo>
                <a:lnTo>
                  <a:pt x="17526" y="41910"/>
                </a:lnTo>
                <a:lnTo>
                  <a:pt x="17526" y="52959"/>
                </a:lnTo>
                <a:lnTo>
                  <a:pt x="20574" y="54483"/>
                </a:lnTo>
                <a:lnTo>
                  <a:pt x="20574" y="44196"/>
                </a:lnTo>
                <a:lnTo>
                  <a:pt x="21336" y="44196"/>
                </a:lnTo>
                <a:close/>
              </a:path>
              <a:path w="70485" h="57150">
                <a:moveTo>
                  <a:pt x="21336" y="12954"/>
                </a:moveTo>
                <a:lnTo>
                  <a:pt x="20574" y="12954"/>
                </a:lnTo>
                <a:lnTo>
                  <a:pt x="20574" y="13462"/>
                </a:lnTo>
                <a:lnTo>
                  <a:pt x="21336" y="12954"/>
                </a:lnTo>
                <a:close/>
              </a:path>
              <a:path w="70485" h="57150">
                <a:moveTo>
                  <a:pt x="25146" y="55626"/>
                </a:moveTo>
                <a:lnTo>
                  <a:pt x="25146" y="46482"/>
                </a:lnTo>
                <a:lnTo>
                  <a:pt x="20574" y="44196"/>
                </a:lnTo>
                <a:lnTo>
                  <a:pt x="20574" y="54483"/>
                </a:lnTo>
                <a:lnTo>
                  <a:pt x="21336" y="54864"/>
                </a:lnTo>
                <a:lnTo>
                  <a:pt x="22098" y="54864"/>
                </a:lnTo>
                <a:lnTo>
                  <a:pt x="25146" y="55626"/>
                </a:lnTo>
                <a:close/>
              </a:path>
              <a:path w="70485" h="57150">
                <a:moveTo>
                  <a:pt x="25146" y="11239"/>
                </a:moveTo>
                <a:lnTo>
                  <a:pt x="25146" y="10668"/>
                </a:lnTo>
                <a:lnTo>
                  <a:pt x="24384" y="11430"/>
                </a:lnTo>
                <a:lnTo>
                  <a:pt x="25146" y="11239"/>
                </a:lnTo>
                <a:close/>
              </a:path>
              <a:path w="70485" h="57150">
                <a:moveTo>
                  <a:pt x="30480" y="47244"/>
                </a:moveTo>
                <a:lnTo>
                  <a:pt x="24384" y="45720"/>
                </a:lnTo>
                <a:lnTo>
                  <a:pt x="25146" y="46482"/>
                </a:lnTo>
                <a:lnTo>
                  <a:pt x="25146" y="55626"/>
                </a:lnTo>
                <a:lnTo>
                  <a:pt x="28194" y="56388"/>
                </a:lnTo>
                <a:lnTo>
                  <a:pt x="29718" y="56483"/>
                </a:lnTo>
                <a:lnTo>
                  <a:pt x="29718" y="47244"/>
                </a:lnTo>
                <a:lnTo>
                  <a:pt x="30480" y="47244"/>
                </a:lnTo>
                <a:close/>
              </a:path>
              <a:path w="70485" h="57150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57150">
                <a:moveTo>
                  <a:pt x="35814" y="57150"/>
                </a:moveTo>
                <a:lnTo>
                  <a:pt x="35814" y="48006"/>
                </a:lnTo>
                <a:lnTo>
                  <a:pt x="35052" y="48006"/>
                </a:lnTo>
                <a:lnTo>
                  <a:pt x="29718" y="47244"/>
                </a:lnTo>
                <a:lnTo>
                  <a:pt x="29718" y="56483"/>
                </a:lnTo>
                <a:lnTo>
                  <a:pt x="35052" y="57150"/>
                </a:lnTo>
                <a:lnTo>
                  <a:pt x="35814" y="57150"/>
                </a:lnTo>
                <a:close/>
              </a:path>
              <a:path w="70485" h="57150">
                <a:moveTo>
                  <a:pt x="35433" y="47958"/>
                </a:moveTo>
                <a:lnTo>
                  <a:pt x="35052" y="47910"/>
                </a:lnTo>
                <a:lnTo>
                  <a:pt x="35433" y="47958"/>
                </a:lnTo>
                <a:close/>
              </a:path>
              <a:path w="70485" h="57150">
                <a:moveTo>
                  <a:pt x="41148" y="56483"/>
                </a:moveTo>
                <a:lnTo>
                  <a:pt x="41148" y="47244"/>
                </a:lnTo>
                <a:lnTo>
                  <a:pt x="35433" y="47958"/>
                </a:lnTo>
                <a:lnTo>
                  <a:pt x="35814" y="48006"/>
                </a:lnTo>
                <a:lnTo>
                  <a:pt x="35814" y="57150"/>
                </a:lnTo>
                <a:lnTo>
                  <a:pt x="41148" y="56483"/>
                </a:lnTo>
                <a:close/>
              </a:path>
              <a:path w="70485" h="57150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57150">
                <a:moveTo>
                  <a:pt x="45720" y="45720"/>
                </a:moveTo>
                <a:lnTo>
                  <a:pt x="40386" y="47244"/>
                </a:lnTo>
                <a:lnTo>
                  <a:pt x="41148" y="47244"/>
                </a:lnTo>
                <a:lnTo>
                  <a:pt x="41148" y="56483"/>
                </a:lnTo>
                <a:lnTo>
                  <a:pt x="42672" y="56388"/>
                </a:lnTo>
                <a:lnTo>
                  <a:pt x="44958" y="55734"/>
                </a:lnTo>
                <a:lnTo>
                  <a:pt x="44958" y="46482"/>
                </a:lnTo>
                <a:lnTo>
                  <a:pt x="45720" y="45720"/>
                </a:lnTo>
                <a:close/>
              </a:path>
              <a:path w="70485" h="57150">
                <a:moveTo>
                  <a:pt x="45720" y="11430"/>
                </a:moveTo>
                <a:lnTo>
                  <a:pt x="44958" y="10668"/>
                </a:lnTo>
                <a:lnTo>
                  <a:pt x="44958" y="11212"/>
                </a:lnTo>
                <a:lnTo>
                  <a:pt x="45720" y="11430"/>
                </a:lnTo>
                <a:close/>
              </a:path>
              <a:path w="70485" h="57150">
                <a:moveTo>
                  <a:pt x="50292" y="54210"/>
                </a:moveTo>
                <a:lnTo>
                  <a:pt x="50292" y="44196"/>
                </a:lnTo>
                <a:lnTo>
                  <a:pt x="44958" y="46482"/>
                </a:lnTo>
                <a:lnTo>
                  <a:pt x="44958" y="55734"/>
                </a:lnTo>
                <a:lnTo>
                  <a:pt x="48006" y="54864"/>
                </a:lnTo>
                <a:lnTo>
                  <a:pt x="48768" y="54864"/>
                </a:lnTo>
                <a:lnTo>
                  <a:pt x="50292" y="54210"/>
                </a:lnTo>
                <a:close/>
              </a:path>
              <a:path w="70485" h="57150">
                <a:moveTo>
                  <a:pt x="50292" y="13462"/>
                </a:moveTo>
                <a:lnTo>
                  <a:pt x="50292" y="12954"/>
                </a:lnTo>
                <a:lnTo>
                  <a:pt x="49530" y="12954"/>
                </a:lnTo>
                <a:lnTo>
                  <a:pt x="50292" y="13462"/>
                </a:lnTo>
                <a:close/>
              </a:path>
              <a:path w="70485" h="57150">
                <a:moveTo>
                  <a:pt x="54102" y="41148"/>
                </a:moveTo>
                <a:lnTo>
                  <a:pt x="49530" y="44196"/>
                </a:lnTo>
                <a:lnTo>
                  <a:pt x="50292" y="44196"/>
                </a:lnTo>
                <a:lnTo>
                  <a:pt x="50292" y="54210"/>
                </a:lnTo>
                <a:lnTo>
                  <a:pt x="53340" y="52904"/>
                </a:lnTo>
                <a:lnTo>
                  <a:pt x="53340" y="41910"/>
                </a:lnTo>
                <a:lnTo>
                  <a:pt x="54102" y="41148"/>
                </a:lnTo>
                <a:close/>
              </a:path>
              <a:path w="70485" h="57150">
                <a:moveTo>
                  <a:pt x="54102" y="16002"/>
                </a:moveTo>
                <a:lnTo>
                  <a:pt x="53340" y="15240"/>
                </a:lnTo>
                <a:lnTo>
                  <a:pt x="53340" y="15494"/>
                </a:lnTo>
                <a:lnTo>
                  <a:pt x="54102" y="16002"/>
                </a:lnTo>
                <a:close/>
              </a:path>
              <a:path w="70485" h="57150">
                <a:moveTo>
                  <a:pt x="56605" y="39297"/>
                </a:moveTo>
                <a:lnTo>
                  <a:pt x="53340" y="41910"/>
                </a:lnTo>
                <a:lnTo>
                  <a:pt x="53340" y="52904"/>
                </a:lnTo>
                <a:lnTo>
                  <a:pt x="54102" y="52578"/>
                </a:lnTo>
                <a:lnTo>
                  <a:pt x="54864" y="52578"/>
                </a:lnTo>
                <a:lnTo>
                  <a:pt x="56388" y="51562"/>
                </a:lnTo>
                <a:lnTo>
                  <a:pt x="56388" y="39624"/>
                </a:lnTo>
                <a:lnTo>
                  <a:pt x="56605" y="39297"/>
                </a:lnTo>
                <a:close/>
              </a:path>
              <a:path w="70485" h="57150">
                <a:moveTo>
                  <a:pt x="57150" y="19240"/>
                </a:moveTo>
                <a:lnTo>
                  <a:pt x="57150" y="19050"/>
                </a:lnTo>
                <a:lnTo>
                  <a:pt x="56388" y="18288"/>
                </a:lnTo>
                <a:lnTo>
                  <a:pt x="57150" y="19240"/>
                </a:lnTo>
                <a:close/>
              </a:path>
              <a:path w="70485" h="57150">
                <a:moveTo>
                  <a:pt x="57150" y="38862"/>
                </a:moveTo>
                <a:lnTo>
                  <a:pt x="56605" y="39297"/>
                </a:lnTo>
                <a:lnTo>
                  <a:pt x="56388" y="39624"/>
                </a:lnTo>
                <a:lnTo>
                  <a:pt x="57150" y="38862"/>
                </a:lnTo>
                <a:close/>
              </a:path>
              <a:path w="70485" h="57150">
                <a:moveTo>
                  <a:pt x="57150" y="51054"/>
                </a:moveTo>
                <a:lnTo>
                  <a:pt x="57150" y="38862"/>
                </a:lnTo>
                <a:lnTo>
                  <a:pt x="56388" y="39624"/>
                </a:lnTo>
                <a:lnTo>
                  <a:pt x="56388" y="51562"/>
                </a:lnTo>
                <a:lnTo>
                  <a:pt x="57150" y="51054"/>
                </a:lnTo>
                <a:close/>
              </a:path>
              <a:path w="70485" h="57150">
                <a:moveTo>
                  <a:pt x="59436" y="49530"/>
                </a:moveTo>
                <a:lnTo>
                  <a:pt x="59436" y="35052"/>
                </a:lnTo>
                <a:lnTo>
                  <a:pt x="56605" y="39297"/>
                </a:lnTo>
                <a:lnTo>
                  <a:pt x="57150" y="38862"/>
                </a:lnTo>
                <a:lnTo>
                  <a:pt x="57150" y="51054"/>
                </a:lnTo>
                <a:lnTo>
                  <a:pt x="59436" y="49530"/>
                </a:lnTo>
                <a:close/>
              </a:path>
              <a:path w="70485" h="57150">
                <a:moveTo>
                  <a:pt x="67056" y="40386"/>
                </a:moveTo>
                <a:lnTo>
                  <a:pt x="67056" y="16764"/>
                </a:lnTo>
                <a:lnTo>
                  <a:pt x="64008" y="12954"/>
                </a:lnTo>
                <a:lnTo>
                  <a:pt x="64008" y="12192"/>
                </a:lnTo>
                <a:lnTo>
                  <a:pt x="63246" y="12192"/>
                </a:lnTo>
                <a:lnTo>
                  <a:pt x="60198" y="8382"/>
                </a:lnTo>
                <a:lnTo>
                  <a:pt x="59436" y="8382"/>
                </a:lnTo>
                <a:lnTo>
                  <a:pt x="59436" y="22098"/>
                </a:lnTo>
                <a:lnTo>
                  <a:pt x="58674" y="21336"/>
                </a:lnTo>
                <a:lnTo>
                  <a:pt x="60198" y="25908"/>
                </a:lnTo>
                <a:lnTo>
                  <a:pt x="60198" y="24384"/>
                </a:lnTo>
                <a:lnTo>
                  <a:pt x="60960" y="27432"/>
                </a:lnTo>
                <a:lnTo>
                  <a:pt x="60960" y="48006"/>
                </a:lnTo>
                <a:lnTo>
                  <a:pt x="64008" y="44958"/>
                </a:lnTo>
                <a:lnTo>
                  <a:pt x="67056" y="40386"/>
                </a:lnTo>
                <a:close/>
              </a:path>
              <a:path w="70485" h="57150">
                <a:moveTo>
                  <a:pt x="60960" y="48006"/>
                </a:moveTo>
                <a:lnTo>
                  <a:pt x="60960" y="28956"/>
                </a:lnTo>
                <a:lnTo>
                  <a:pt x="60198" y="30480"/>
                </a:lnTo>
                <a:lnTo>
                  <a:pt x="60198" y="32004"/>
                </a:lnTo>
                <a:lnTo>
                  <a:pt x="58674" y="35814"/>
                </a:lnTo>
                <a:lnTo>
                  <a:pt x="59436" y="35052"/>
                </a:lnTo>
                <a:lnTo>
                  <a:pt x="59436" y="48768"/>
                </a:lnTo>
                <a:lnTo>
                  <a:pt x="60198" y="48768"/>
                </a:lnTo>
                <a:lnTo>
                  <a:pt x="60960" y="48006"/>
                </a:lnTo>
                <a:close/>
              </a:path>
              <a:path w="70485" h="57150">
                <a:moveTo>
                  <a:pt x="69342" y="35052"/>
                </a:moveTo>
                <a:lnTo>
                  <a:pt x="69342" y="22098"/>
                </a:lnTo>
                <a:lnTo>
                  <a:pt x="67818" y="17526"/>
                </a:lnTo>
                <a:lnTo>
                  <a:pt x="67056" y="17526"/>
                </a:lnTo>
                <a:lnTo>
                  <a:pt x="67056" y="39624"/>
                </a:lnTo>
                <a:lnTo>
                  <a:pt x="67818" y="39624"/>
                </a:lnTo>
                <a:lnTo>
                  <a:pt x="69342" y="35052"/>
                </a:lnTo>
                <a:close/>
              </a:path>
              <a:path w="70485" h="57150">
                <a:moveTo>
                  <a:pt x="70104" y="31242"/>
                </a:moveTo>
                <a:lnTo>
                  <a:pt x="70104" y="25146"/>
                </a:lnTo>
                <a:lnTo>
                  <a:pt x="69342" y="22860"/>
                </a:lnTo>
                <a:lnTo>
                  <a:pt x="69342" y="34290"/>
                </a:lnTo>
                <a:lnTo>
                  <a:pt x="70104" y="31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F7F6F8F5-068E-487B-B29E-2E8E0735C368}"/>
              </a:ext>
            </a:extLst>
          </p:cNvPr>
          <p:cNvSpPr/>
          <p:nvPr/>
        </p:nvSpPr>
        <p:spPr>
          <a:xfrm>
            <a:off x="2803294" y="2824768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09"/>
                </a:moveTo>
                <a:lnTo>
                  <a:pt x="3047" y="18287"/>
                </a:lnTo>
                <a:lnTo>
                  <a:pt x="1523" y="21335"/>
                </a:lnTo>
                <a:lnTo>
                  <a:pt x="0" y="27431"/>
                </a:lnTo>
                <a:lnTo>
                  <a:pt x="0" y="30479"/>
                </a:lnTo>
                <a:lnTo>
                  <a:pt x="762" y="33527"/>
                </a:lnTo>
                <a:lnTo>
                  <a:pt x="762" y="36575"/>
                </a:lnTo>
                <a:lnTo>
                  <a:pt x="2286" y="39623"/>
                </a:lnTo>
                <a:lnTo>
                  <a:pt x="3048" y="41909"/>
                </a:lnTo>
                <a:close/>
              </a:path>
              <a:path w="70485" h="60325">
                <a:moveTo>
                  <a:pt x="54102" y="16001"/>
                </a:moveTo>
                <a:lnTo>
                  <a:pt x="54102" y="4571"/>
                </a:lnTo>
                <a:lnTo>
                  <a:pt x="48768" y="2285"/>
                </a:lnTo>
                <a:lnTo>
                  <a:pt x="48006" y="2285"/>
                </a:lnTo>
                <a:lnTo>
                  <a:pt x="42672" y="761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1"/>
                </a:lnTo>
                <a:lnTo>
                  <a:pt x="22097" y="2285"/>
                </a:lnTo>
                <a:lnTo>
                  <a:pt x="21336" y="2285"/>
                </a:lnTo>
                <a:lnTo>
                  <a:pt x="16001" y="4571"/>
                </a:lnTo>
                <a:lnTo>
                  <a:pt x="16001" y="5333"/>
                </a:lnTo>
                <a:lnTo>
                  <a:pt x="15239" y="5333"/>
                </a:lnTo>
                <a:lnTo>
                  <a:pt x="11429" y="8381"/>
                </a:lnTo>
                <a:lnTo>
                  <a:pt x="10667" y="8381"/>
                </a:lnTo>
                <a:lnTo>
                  <a:pt x="10667" y="9143"/>
                </a:lnTo>
                <a:lnTo>
                  <a:pt x="6857" y="12953"/>
                </a:lnTo>
                <a:lnTo>
                  <a:pt x="6095" y="12953"/>
                </a:lnTo>
                <a:lnTo>
                  <a:pt x="6095" y="13715"/>
                </a:lnTo>
                <a:lnTo>
                  <a:pt x="3047" y="17525"/>
                </a:lnTo>
                <a:lnTo>
                  <a:pt x="3048" y="42671"/>
                </a:lnTo>
                <a:lnTo>
                  <a:pt x="6096" y="47243"/>
                </a:lnTo>
                <a:lnTo>
                  <a:pt x="9906" y="51053"/>
                </a:lnTo>
                <a:lnTo>
                  <a:pt x="9906" y="25907"/>
                </a:lnTo>
                <a:lnTo>
                  <a:pt x="10668" y="24383"/>
                </a:lnTo>
                <a:lnTo>
                  <a:pt x="11430" y="22097"/>
                </a:lnTo>
                <a:lnTo>
                  <a:pt x="11430" y="22859"/>
                </a:lnTo>
                <a:lnTo>
                  <a:pt x="13716" y="18287"/>
                </a:lnTo>
                <a:lnTo>
                  <a:pt x="13716" y="19049"/>
                </a:lnTo>
                <a:lnTo>
                  <a:pt x="17526" y="15239"/>
                </a:lnTo>
                <a:lnTo>
                  <a:pt x="17526" y="15493"/>
                </a:lnTo>
                <a:lnTo>
                  <a:pt x="21336" y="12953"/>
                </a:lnTo>
                <a:lnTo>
                  <a:pt x="21336" y="13334"/>
                </a:lnTo>
                <a:lnTo>
                  <a:pt x="24384" y="11810"/>
                </a:lnTo>
                <a:lnTo>
                  <a:pt x="24384" y="11429"/>
                </a:lnTo>
                <a:lnTo>
                  <a:pt x="29718" y="10096"/>
                </a:lnTo>
                <a:lnTo>
                  <a:pt x="29718" y="9905"/>
                </a:lnTo>
                <a:lnTo>
                  <a:pt x="41148" y="9905"/>
                </a:lnTo>
                <a:lnTo>
                  <a:pt x="41148" y="10123"/>
                </a:lnTo>
                <a:lnTo>
                  <a:pt x="45720" y="11429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3"/>
                </a:lnTo>
                <a:lnTo>
                  <a:pt x="53340" y="15493"/>
                </a:lnTo>
                <a:lnTo>
                  <a:pt x="53340" y="15239"/>
                </a:lnTo>
                <a:lnTo>
                  <a:pt x="54102" y="16001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7"/>
                </a:lnTo>
                <a:lnTo>
                  <a:pt x="13716" y="41147"/>
                </a:lnTo>
                <a:lnTo>
                  <a:pt x="13716" y="41909"/>
                </a:lnTo>
                <a:lnTo>
                  <a:pt x="11430" y="37337"/>
                </a:lnTo>
                <a:lnTo>
                  <a:pt x="11430" y="38099"/>
                </a:lnTo>
                <a:lnTo>
                  <a:pt x="9906" y="33527"/>
                </a:lnTo>
                <a:lnTo>
                  <a:pt x="9906" y="51053"/>
                </a:lnTo>
                <a:lnTo>
                  <a:pt x="10668" y="51815"/>
                </a:lnTo>
                <a:lnTo>
                  <a:pt x="11430" y="51815"/>
                </a:lnTo>
                <a:lnTo>
                  <a:pt x="15240" y="54863"/>
                </a:lnTo>
                <a:lnTo>
                  <a:pt x="16002" y="55625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5493"/>
                </a:moveTo>
                <a:lnTo>
                  <a:pt x="17526" y="15239"/>
                </a:lnTo>
                <a:lnTo>
                  <a:pt x="16763" y="16001"/>
                </a:lnTo>
                <a:lnTo>
                  <a:pt x="17526" y="15493"/>
                </a:lnTo>
                <a:close/>
              </a:path>
              <a:path w="70485" h="60325">
                <a:moveTo>
                  <a:pt x="21336" y="47243"/>
                </a:moveTo>
                <a:lnTo>
                  <a:pt x="16763" y="44195"/>
                </a:lnTo>
                <a:lnTo>
                  <a:pt x="17526" y="44957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3"/>
                </a:lnTo>
                <a:lnTo>
                  <a:pt x="21336" y="47243"/>
                </a:lnTo>
                <a:close/>
              </a:path>
              <a:path w="70485" h="60325">
                <a:moveTo>
                  <a:pt x="21336" y="13334"/>
                </a:moveTo>
                <a:lnTo>
                  <a:pt x="21336" y="12953"/>
                </a:lnTo>
                <a:lnTo>
                  <a:pt x="20574" y="13715"/>
                </a:lnTo>
                <a:lnTo>
                  <a:pt x="21336" y="13334"/>
                </a:lnTo>
                <a:close/>
              </a:path>
              <a:path w="70485" h="60325">
                <a:moveTo>
                  <a:pt x="25146" y="58673"/>
                </a:moveTo>
                <a:lnTo>
                  <a:pt x="25146" y="49529"/>
                </a:lnTo>
                <a:lnTo>
                  <a:pt x="20574" y="47243"/>
                </a:lnTo>
                <a:lnTo>
                  <a:pt x="20574" y="57585"/>
                </a:lnTo>
                <a:lnTo>
                  <a:pt x="21336" y="57911"/>
                </a:lnTo>
                <a:lnTo>
                  <a:pt x="22098" y="57911"/>
                </a:lnTo>
                <a:lnTo>
                  <a:pt x="25146" y="58673"/>
                </a:lnTo>
                <a:close/>
              </a:path>
              <a:path w="70485" h="60325">
                <a:moveTo>
                  <a:pt x="25146" y="11429"/>
                </a:moveTo>
                <a:lnTo>
                  <a:pt x="24384" y="11429"/>
                </a:lnTo>
                <a:lnTo>
                  <a:pt x="24384" y="11810"/>
                </a:lnTo>
                <a:lnTo>
                  <a:pt x="25146" y="11429"/>
                </a:lnTo>
                <a:close/>
              </a:path>
              <a:path w="70485" h="60325">
                <a:moveTo>
                  <a:pt x="30480" y="50291"/>
                </a:moveTo>
                <a:lnTo>
                  <a:pt x="24384" y="48767"/>
                </a:lnTo>
                <a:lnTo>
                  <a:pt x="25146" y="49529"/>
                </a:lnTo>
                <a:lnTo>
                  <a:pt x="25146" y="58673"/>
                </a:lnTo>
                <a:lnTo>
                  <a:pt x="28194" y="59435"/>
                </a:lnTo>
                <a:lnTo>
                  <a:pt x="28194" y="60197"/>
                </a:lnTo>
                <a:lnTo>
                  <a:pt x="29718" y="60197"/>
                </a:lnTo>
                <a:lnTo>
                  <a:pt x="29718" y="50291"/>
                </a:lnTo>
                <a:lnTo>
                  <a:pt x="30480" y="50291"/>
                </a:lnTo>
                <a:close/>
              </a:path>
              <a:path w="70485" h="60325">
                <a:moveTo>
                  <a:pt x="30480" y="9905"/>
                </a:moveTo>
                <a:lnTo>
                  <a:pt x="29718" y="9905"/>
                </a:lnTo>
                <a:lnTo>
                  <a:pt x="29718" y="10096"/>
                </a:lnTo>
                <a:lnTo>
                  <a:pt x="30480" y="9905"/>
                </a:lnTo>
                <a:close/>
              </a:path>
              <a:path w="70485" h="60325">
                <a:moveTo>
                  <a:pt x="35814" y="60197"/>
                </a:moveTo>
                <a:lnTo>
                  <a:pt x="35814" y="51053"/>
                </a:lnTo>
                <a:lnTo>
                  <a:pt x="35052" y="51053"/>
                </a:lnTo>
                <a:lnTo>
                  <a:pt x="29718" y="50291"/>
                </a:lnTo>
                <a:lnTo>
                  <a:pt x="29718" y="60197"/>
                </a:lnTo>
                <a:lnTo>
                  <a:pt x="35814" y="60197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7"/>
                </a:moveTo>
                <a:lnTo>
                  <a:pt x="41148" y="50291"/>
                </a:lnTo>
                <a:lnTo>
                  <a:pt x="35433" y="51006"/>
                </a:lnTo>
                <a:lnTo>
                  <a:pt x="35814" y="51053"/>
                </a:lnTo>
                <a:lnTo>
                  <a:pt x="35814" y="60197"/>
                </a:lnTo>
                <a:lnTo>
                  <a:pt x="41148" y="60197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5"/>
                </a:lnTo>
                <a:lnTo>
                  <a:pt x="40386" y="9905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7"/>
                </a:moveTo>
                <a:lnTo>
                  <a:pt x="40386" y="50291"/>
                </a:lnTo>
                <a:lnTo>
                  <a:pt x="41148" y="50291"/>
                </a:lnTo>
                <a:lnTo>
                  <a:pt x="41148" y="60197"/>
                </a:lnTo>
                <a:lnTo>
                  <a:pt x="41910" y="60197"/>
                </a:lnTo>
                <a:lnTo>
                  <a:pt x="41910" y="59435"/>
                </a:lnTo>
                <a:lnTo>
                  <a:pt x="42672" y="59435"/>
                </a:lnTo>
                <a:lnTo>
                  <a:pt x="44958" y="58782"/>
                </a:lnTo>
                <a:lnTo>
                  <a:pt x="44958" y="49529"/>
                </a:lnTo>
                <a:lnTo>
                  <a:pt x="45720" y="48767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29"/>
                </a:lnTo>
                <a:lnTo>
                  <a:pt x="44958" y="11429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3"/>
                </a:lnTo>
                <a:lnTo>
                  <a:pt x="44958" y="49529"/>
                </a:lnTo>
                <a:lnTo>
                  <a:pt x="44958" y="58782"/>
                </a:lnTo>
                <a:lnTo>
                  <a:pt x="48006" y="57911"/>
                </a:lnTo>
                <a:lnTo>
                  <a:pt x="48768" y="57911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5"/>
                </a:moveTo>
                <a:lnTo>
                  <a:pt x="49530" y="12953"/>
                </a:lnTo>
                <a:lnTo>
                  <a:pt x="49530" y="13389"/>
                </a:lnTo>
                <a:lnTo>
                  <a:pt x="50292" y="13715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3"/>
                </a:lnTo>
                <a:lnTo>
                  <a:pt x="50292" y="47243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7"/>
                </a:lnTo>
                <a:lnTo>
                  <a:pt x="53775" y="44413"/>
                </a:lnTo>
                <a:close/>
              </a:path>
              <a:path w="70485" h="60325">
                <a:moveTo>
                  <a:pt x="54102" y="16001"/>
                </a:moveTo>
                <a:lnTo>
                  <a:pt x="53340" y="15239"/>
                </a:lnTo>
                <a:lnTo>
                  <a:pt x="53775" y="15784"/>
                </a:lnTo>
                <a:lnTo>
                  <a:pt x="54102" y="16001"/>
                </a:lnTo>
                <a:close/>
              </a:path>
              <a:path w="70485" h="60325">
                <a:moveTo>
                  <a:pt x="53775" y="15784"/>
                </a:moveTo>
                <a:lnTo>
                  <a:pt x="53340" y="15239"/>
                </a:lnTo>
                <a:lnTo>
                  <a:pt x="53340" y="15493"/>
                </a:lnTo>
                <a:lnTo>
                  <a:pt x="53775" y="15784"/>
                </a:lnTo>
                <a:close/>
              </a:path>
              <a:path w="70485" h="60325">
                <a:moveTo>
                  <a:pt x="54102" y="44195"/>
                </a:moveTo>
                <a:lnTo>
                  <a:pt x="53775" y="44413"/>
                </a:lnTo>
                <a:lnTo>
                  <a:pt x="53340" y="44957"/>
                </a:lnTo>
                <a:lnTo>
                  <a:pt x="54102" y="44195"/>
                </a:lnTo>
                <a:close/>
              </a:path>
              <a:path w="70485" h="60325">
                <a:moveTo>
                  <a:pt x="54102" y="55625"/>
                </a:moveTo>
                <a:lnTo>
                  <a:pt x="54102" y="44195"/>
                </a:lnTo>
                <a:lnTo>
                  <a:pt x="53340" y="44957"/>
                </a:lnTo>
                <a:lnTo>
                  <a:pt x="53340" y="55952"/>
                </a:lnTo>
                <a:lnTo>
                  <a:pt x="54102" y="55625"/>
                </a:lnTo>
                <a:close/>
              </a:path>
              <a:path w="70485" h="60325">
                <a:moveTo>
                  <a:pt x="67056" y="42671"/>
                </a:moveTo>
                <a:lnTo>
                  <a:pt x="67056" y="17525"/>
                </a:lnTo>
                <a:lnTo>
                  <a:pt x="64008" y="13715"/>
                </a:lnTo>
                <a:lnTo>
                  <a:pt x="64008" y="12953"/>
                </a:lnTo>
                <a:lnTo>
                  <a:pt x="63246" y="12953"/>
                </a:lnTo>
                <a:lnTo>
                  <a:pt x="60198" y="9143"/>
                </a:lnTo>
                <a:lnTo>
                  <a:pt x="59436" y="8381"/>
                </a:lnTo>
                <a:lnTo>
                  <a:pt x="54864" y="5333"/>
                </a:lnTo>
                <a:lnTo>
                  <a:pt x="54102" y="5333"/>
                </a:lnTo>
                <a:lnTo>
                  <a:pt x="54102" y="16001"/>
                </a:lnTo>
                <a:lnTo>
                  <a:pt x="53775" y="15784"/>
                </a:lnTo>
                <a:lnTo>
                  <a:pt x="56388" y="19049"/>
                </a:lnTo>
                <a:lnTo>
                  <a:pt x="56388" y="18287"/>
                </a:lnTo>
                <a:lnTo>
                  <a:pt x="58674" y="22859"/>
                </a:lnTo>
                <a:lnTo>
                  <a:pt x="58674" y="22097"/>
                </a:lnTo>
                <a:lnTo>
                  <a:pt x="60198" y="26669"/>
                </a:lnTo>
                <a:lnTo>
                  <a:pt x="60198" y="51815"/>
                </a:lnTo>
                <a:lnTo>
                  <a:pt x="63246" y="48005"/>
                </a:lnTo>
                <a:lnTo>
                  <a:pt x="64008" y="47243"/>
                </a:lnTo>
                <a:lnTo>
                  <a:pt x="67056" y="42671"/>
                </a:lnTo>
                <a:close/>
              </a:path>
              <a:path w="70485" h="60325">
                <a:moveTo>
                  <a:pt x="60198" y="51815"/>
                </a:moveTo>
                <a:lnTo>
                  <a:pt x="60198" y="33527"/>
                </a:lnTo>
                <a:lnTo>
                  <a:pt x="58674" y="38099"/>
                </a:lnTo>
                <a:lnTo>
                  <a:pt x="58674" y="37337"/>
                </a:lnTo>
                <a:lnTo>
                  <a:pt x="56388" y="41909"/>
                </a:lnTo>
                <a:lnTo>
                  <a:pt x="56388" y="41147"/>
                </a:lnTo>
                <a:lnTo>
                  <a:pt x="53775" y="44413"/>
                </a:lnTo>
                <a:lnTo>
                  <a:pt x="54102" y="44195"/>
                </a:lnTo>
                <a:lnTo>
                  <a:pt x="54102" y="55625"/>
                </a:lnTo>
                <a:lnTo>
                  <a:pt x="54864" y="54863"/>
                </a:lnTo>
                <a:lnTo>
                  <a:pt x="59436" y="51815"/>
                </a:lnTo>
                <a:lnTo>
                  <a:pt x="60198" y="51815"/>
                </a:lnTo>
                <a:close/>
              </a:path>
              <a:path w="70485" h="60325">
                <a:moveTo>
                  <a:pt x="69342" y="37337"/>
                </a:moveTo>
                <a:lnTo>
                  <a:pt x="69342" y="23621"/>
                </a:lnTo>
                <a:lnTo>
                  <a:pt x="67056" y="19049"/>
                </a:lnTo>
                <a:lnTo>
                  <a:pt x="67056" y="41909"/>
                </a:lnTo>
                <a:lnTo>
                  <a:pt x="69342" y="37337"/>
                </a:lnTo>
                <a:close/>
              </a:path>
              <a:path w="70485" h="60325">
                <a:moveTo>
                  <a:pt x="70104" y="32765"/>
                </a:moveTo>
                <a:lnTo>
                  <a:pt x="70104" y="26669"/>
                </a:lnTo>
                <a:lnTo>
                  <a:pt x="69342" y="24383"/>
                </a:lnTo>
                <a:lnTo>
                  <a:pt x="69342" y="36575"/>
                </a:lnTo>
                <a:lnTo>
                  <a:pt x="70104" y="32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E7CD5642-E018-4BB3-98A6-4328ABE380E5}"/>
              </a:ext>
            </a:extLst>
          </p:cNvPr>
          <p:cNvSpPr/>
          <p:nvPr/>
        </p:nvSpPr>
        <p:spPr>
          <a:xfrm>
            <a:off x="3363587" y="4083415"/>
            <a:ext cx="75453" cy="67235"/>
          </a:xfrm>
          <a:custGeom>
            <a:avLst/>
            <a:gdLst/>
            <a:ahLst/>
            <a:cxnLst/>
            <a:rect l="l" t="t" r="r" b="b"/>
            <a:pathLst>
              <a:path w="64135" h="57150">
                <a:moveTo>
                  <a:pt x="762" y="34290"/>
                </a:moveTo>
                <a:lnTo>
                  <a:pt x="761" y="23622"/>
                </a:lnTo>
                <a:lnTo>
                  <a:pt x="0" y="28194"/>
                </a:lnTo>
                <a:lnTo>
                  <a:pt x="0" y="28956"/>
                </a:lnTo>
                <a:lnTo>
                  <a:pt x="762" y="34290"/>
                </a:lnTo>
                <a:close/>
              </a:path>
              <a:path w="64135" h="57150">
                <a:moveTo>
                  <a:pt x="3048" y="39624"/>
                </a:moveTo>
                <a:lnTo>
                  <a:pt x="3047" y="17526"/>
                </a:lnTo>
                <a:lnTo>
                  <a:pt x="2285" y="17526"/>
                </a:lnTo>
                <a:lnTo>
                  <a:pt x="761" y="22098"/>
                </a:lnTo>
                <a:lnTo>
                  <a:pt x="762" y="35052"/>
                </a:lnTo>
                <a:lnTo>
                  <a:pt x="2286" y="39624"/>
                </a:lnTo>
                <a:lnTo>
                  <a:pt x="3048" y="39624"/>
                </a:lnTo>
                <a:close/>
              </a:path>
              <a:path w="64135" h="57150">
                <a:moveTo>
                  <a:pt x="60960" y="40386"/>
                </a:moveTo>
                <a:lnTo>
                  <a:pt x="60960" y="16764"/>
                </a:lnTo>
                <a:lnTo>
                  <a:pt x="58674" y="12954"/>
                </a:lnTo>
                <a:lnTo>
                  <a:pt x="57912" y="12954"/>
                </a:lnTo>
                <a:lnTo>
                  <a:pt x="57912" y="12192"/>
                </a:lnTo>
                <a:lnTo>
                  <a:pt x="54864" y="8382"/>
                </a:lnTo>
                <a:lnTo>
                  <a:pt x="54038" y="8339"/>
                </a:lnTo>
                <a:lnTo>
                  <a:pt x="49530" y="5334"/>
                </a:lnTo>
                <a:lnTo>
                  <a:pt x="49530" y="4572"/>
                </a:lnTo>
                <a:lnTo>
                  <a:pt x="48768" y="4572"/>
                </a:lnTo>
                <a:lnTo>
                  <a:pt x="44196" y="2286"/>
                </a:lnTo>
                <a:lnTo>
                  <a:pt x="43434" y="2286"/>
                </a:lnTo>
                <a:lnTo>
                  <a:pt x="38862" y="762"/>
                </a:lnTo>
                <a:lnTo>
                  <a:pt x="38100" y="762"/>
                </a:lnTo>
                <a:lnTo>
                  <a:pt x="32004" y="0"/>
                </a:lnTo>
                <a:lnTo>
                  <a:pt x="31242" y="0"/>
                </a:lnTo>
                <a:lnTo>
                  <a:pt x="26670" y="653"/>
                </a:lnTo>
                <a:lnTo>
                  <a:pt x="25145" y="762"/>
                </a:lnTo>
                <a:lnTo>
                  <a:pt x="19811" y="2286"/>
                </a:lnTo>
                <a:lnTo>
                  <a:pt x="19049" y="2286"/>
                </a:lnTo>
                <a:lnTo>
                  <a:pt x="14477" y="4572"/>
                </a:lnTo>
                <a:lnTo>
                  <a:pt x="14477" y="5334"/>
                </a:lnTo>
                <a:lnTo>
                  <a:pt x="13715" y="5334"/>
                </a:lnTo>
                <a:lnTo>
                  <a:pt x="9905" y="8382"/>
                </a:lnTo>
                <a:lnTo>
                  <a:pt x="9143" y="8382"/>
                </a:lnTo>
                <a:lnTo>
                  <a:pt x="6095" y="12192"/>
                </a:lnTo>
                <a:lnTo>
                  <a:pt x="5333" y="12954"/>
                </a:lnTo>
                <a:lnTo>
                  <a:pt x="3047" y="16764"/>
                </a:lnTo>
                <a:lnTo>
                  <a:pt x="3048" y="40386"/>
                </a:lnTo>
                <a:lnTo>
                  <a:pt x="5334" y="44196"/>
                </a:lnTo>
                <a:lnTo>
                  <a:pt x="5334" y="44958"/>
                </a:lnTo>
                <a:lnTo>
                  <a:pt x="6096" y="44958"/>
                </a:lnTo>
                <a:lnTo>
                  <a:pt x="9144" y="48768"/>
                </a:lnTo>
                <a:lnTo>
                  <a:pt x="9906" y="48768"/>
                </a:lnTo>
                <a:lnTo>
                  <a:pt x="9906" y="25146"/>
                </a:lnTo>
                <a:lnTo>
                  <a:pt x="11430" y="21336"/>
                </a:lnTo>
                <a:lnTo>
                  <a:pt x="11430" y="22098"/>
                </a:lnTo>
                <a:lnTo>
                  <a:pt x="12954" y="19558"/>
                </a:lnTo>
                <a:lnTo>
                  <a:pt x="12954" y="19050"/>
                </a:lnTo>
                <a:lnTo>
                  <a:pt x="16002" y="15240"/>
                </a:lnTo>
                <a:lnTo>
                  <a:pt x="16002" y="16002"/>
                </a:lnTo>
                <a:lnTo>
                  <a:pt x="19050" y="13563"/>
                </a:lnTo>
                <a:lnTo>
                  <a:pt x="19050" y="12954"/>
                </a:lnTo>
                <a:lnTo>
                  <a:pt x="22860" y="11684"/>
                </a:lnTo>
                <a:lnTo>
                  <a:pt x="22860" y="11430"/>
                </a:lnTo>
                <a:lnTo>
                  <a:pt x="26670" y="10160"/>
                </a:lnTo>
                <a:lnTo>
                  <a:pt x="26670" y="9906"/>
                </a:lnTo>
                <a:lnTo>
                  <a:pt x="36576" y="9906"/>
                </a:lnTo>
                <a:lnTo>
                  <a:pt x="36576" y="10123"/>
                </a:lnTo>
                <a:lnTo>
                  <a:pt x="41148" y="11430"/>
                </a:lnTo>
                <a:lnTo>
                  <a:pt x="41148" y="11684"/>
                </a:lnTo>
                <a:lnTo>
                  <a:pt x="44958" y="12954"/>
                </a:lnTo>
                <a:lnTo>
                  <a:pt x="44958" y="13563"/>
                </a:lnTo>
                <a:lnTo>
                  <a:pt x="47244" y="15392"/>
                </a:lnTo>
                <a:lnTo>
                  <a:pt x="47244" y="15240"/>
                </a:lnTo>
                <a:lnTo>
                  <a:pt x="51053" y="19050"/>
                </a:lnTo>
                <a:lnTo>
                  <a:pt x="51053" y="19558"/>
                </a:lnTo>
                <a:lnTo>
                  <a:pt x="52577" y="22098"/>
                </a:lnTo>
                <a:lnTo>
                  <a:pt x="52577" y="21336"/>
                </a:lnTo>
                <a:lnTo>
                  <a:pt x="54102" y="25146"/>
                </a:lnTo>
                <a:lnTo>
                  <a:pt x="54102" y="48768"/>
                </a:lnTo>
                <a:lnTo>
                  <a:pt x="54864" y="48768"/>
                </a:lnTo>
                <a:lnTo>
                  <a:pt x="57912" y="44958"/>
                </a:lnTo>
                <a:lnTo>
                  <a:pt x="58674" y="44196"/>
                </a:lnTo>
                <a:lnTo>
                  <a:pt x="60960" y="40386"/>
                </a:lnTo>
                <a:close/>
              </a:path>
              <a:path w="64135" h="57150">
                <a:moveTo>
                  <a:pt x="13716" y="39624"/>
                </a:moveTo>
                <a:lnTo>
                  <a:pt x="11430" y="35814"/>
                </a:lnTo>
                <a:lnTo>
                  <a:pt x="11430" y="36576"/>
                </a:lnTo>
                <a:lnTo>
                  <a:pt x="9906" y="32004"/>
                </a:lnTo>
                <a:lnTo>
                  <a:pt x="9906" y="49530"/>
                </a:lnTo>
                <a:lnTo>
                  <a:pt x="12954" y="51968"/>
                </a:lnTo>
                <a:lnTo>
                  <a:pt x="12954" y="38862"/>
                </a:lnTo>
                <a:lnTo>
                  <a:pt x="13716" y="39624"/>
                </a:lnTo>
                <a:close/>
              </a:path>
              <a:path w="64135" h="57150">
                <a:moveTo>
                  <a:pt x="13716" y="18288"/>
                </a:moveTo>
                <a:lnTo>
                  <a:pt x="12954" y="19050"/>
                </a:lnTo>
                <a:lnTo>
                  <a:pt x="12954" y="19558"/>
                </a:lnTo>
                <a:lnTo>
                  <a:pt x="13716" y="18288"/>
                </a:lnTo>
                <a:close/>
              </a:path>
              <a:path w="64135" h="57150">
                <a:moveTo>
                  <a:pt x="19812" y="54864"/>
                </a:moveTo>
                <a:lnTo>
                  <a:pt x="19812" y="44958"/>
                </a:lnTo>
                <a:lnTo>
                  <a:pt x="16002" y="41910"/>
                </a:lnTo>
                <a:lnTo>
                  <a:pt x="16002" y="42672"/>
                </a:lnTo>
                <a:lnTo>
                  <a:pt x="12954" y="38862"/>
                </a:lnTo>
                <a:lnTo>
                  <a:pt x="12954" y="51968"/>
                </a:lnTo>
                <a:lnTo>
                  <a:pt x="13716" y="52578"/>
                </a:lnTo>
                <a:lnTo>
                  <a:pt x="14478" y="52578"/>
                </a:lnTo>
                <a:lnTo>
                  <a:pt x="19050" y="54864"/>
                </a:lnTo>
                <a:lnTo>
                  <a:pt x="19812" y="54864"/>
                </a:lnTo>
                <a:close/>
              </a:path>
              <a:path w="64135" h="57150">
                <a:moveTo>
                  <a:pt x="19812" y="12954"/>
                </a:moveTo>
                <a:lnTo>
                  <a:pt x="19050" y="12954"/>
                </a:lnTo>
                <a:lnTo>
                  <a:pt x="19050" y="13563"/>
                </a:lnTo>
                <a:lnTo>
                  <a:pt x="19812" y="12954"/>
                </a:lnTo>
                <a:close/>
              </a:path>
              <a:path w="64135" h="57150">
                <a:moveTo>
                  <a:pt x="23622" y="46482"/>
                </a:moveTo>
                <a:lnTo>
                  <a:pt x="19050" y="44196"/>
                </a:lnTo>
                <a:lnTo>
                  <a:pt x="19812" y="44958"/>
                </a:lnTo>
                <a:lnTo>
                  <a:pt x="19812" y="55626"/>
                </a:lnTo>
                <a:lnTo>
                  <a:pt x="22860" y="56061"/>
                </a:lnTo>
                <a:lnTo>
                  <a:pt x="22860" y="46482"/>
                </a:lnTo>
                <a:lnTo>
                  <a:pt x="23622" y="46482"/>
                </a:lnTo>
                <a:close/>
              </a:path>
              <a:path w="64135" h="57150">
                <a:moveTo>
                  <a:pt x="23622" y="11430"/>
                </a:moveTo>
                <a:lnTo>
                  <a:pt x="22860" y="11430"/>
                </a:lnTo>
                <a:lnTo>
                  <a:pt x="22860" y="11684"/>
                </a:lnTo>
                <a:lnTo>
                  <a:pt x="23622" y="11430"/>
                </a:lnTo>
                <a:close/>
              </a:path>
              <a:path w="64135" h="57150">
                <a:moveTo>
                  <a:pt x="27432" y="47244"/>
                </a:moveTo>
                <a:lnTo>
                  <a:pt x="22860" y="46482"/>
                </a:lnTo>
                <a:lnTo>
                  <a:pt x="22860" y="56061"/>
                </a:lnTo>
                <a:lnTo>
                  <a:pt x="25146" y="56388"/>
                </a:lnTo>
                <a:lnTo>
                  <a:pt x="25908" y="56388"/>
                </a:lnTo>
                <a:lnTo>
                  <a:pt x="25908" y="57150"/>
                </a:lnTo>
                <a:lnTo>
                  <a:pt x="26670" y="57150"/>
                </a:lnTo>
                <a:lnTo>
                  <a:pt x="26670" y="47244"/>
                </a:lnTo>
                <a:lnTo>
                  <a:pt x="27432" y="47244"/>
                </a:lnTo>
                <a:close/>
              </a:path>
              <a:path w="64135" h="57150">
                <a:moveTo>
                  <a:pt x="27432" y="9906"/>
                </a:moveTo>
                <a:lnTo>
                  <a:pt x="26670" y="9906"/>
                </a:lnTo>
                <a:lnTo>
                  <a:pt x="26670" y="10160"/>
                </a:lnTo>
                <a:lnTo>
                  <a:pt x="27432" y="9906"/>
                </a:lnTo>
                <a:close/>
              </a:path>
              <a:path w="64135" h="57150">
                <a:moveTo>
                  <a:pt x="32004" y="57150"/>
                </a:moveTo>
                <a:lnTo>
                  <a:pt x="32004" y="48006"/>
                </a:lnTo>
                <a:lnTo>
                  <a:pt x="31242" y="48006"/>
                </a:lnTo>
                <a:lnTo>
                  <a:pt x="26670" y="47244"/>
                </a:lnTo>
                <a:lnTo>
                  <a:pt x="26670" y="57150"/>
                </a:lnTo>
                <a:lnTo>
                  <a:pt x="32004" y="57150"/>
                </a:lnTo>
                <a:close/>
              </a:path>
              <a:path w="64135" h="57150">
                <a:moveTo>
                  <a:pt x="31622" y="47951"/>
                </a:moveTo>
                <a:lnTo>
                  <a:pt x="31242" y="47897"/>
                </a:lnTo>
                <a:lnTo>
                  <a:pt x="31622" y="47951"/>
                </a:lnTo>
                <a:close/>
              </a:path>
              <a:path w="64135" h="57150">
                <a:moveTo>
                  <a:pt x="36576" y="57150"/>
                </a:moveTo>
                <a:lnTo>
                  <a:pt x="36576" y="47244"/>
                </a:lnTo>
                <a:lnTo>
                  <a:pt x="31622" y="47951"/>
                </a:lnTo>
                <a:lnTo>
                  <a:pt x="32004" y="48006"/>
                </a:lnTo>
                <a:lnTo>
                  <a:pt x="32004" y="57150"/>
                </a:lnTo>
                <a:lnTo>
                  <a:pt x="36576" y="57150"/>
                </a:lnTo>
                <a:close/>
              </a:path>
              <a:path w="64135" h="57150">
                <a:moveTo>
                  <a:pt x="36576" y="10123"/>
                </a:moveTo>
                <a:lnTo>
                  <a:pt x="36576" y="9906"/>
                </a:lnTo>
                <a:lnTo>
                  <a:pt x="35814" y="9906"/>
                </a:lnTo>
                <a:lnTo>
                  <a:pt x="36576" y="10123"/>
                </a:lnTo>
                <a:close/>
              </a:path>
              <a:path w="64135" h="57150">
                <a:moveTo>
                  <a:pt x="41148" y="56007"/>
                </a:moveTo>
                <a:lnTo>
                  <a:pt x="41148" y="46482"/>
                </a:lnTo>
                <a:lnTo>
                  <a:pt x="35814" y="47244"/>
                </a:lnTo>
                <a:lnTo>
                  <a:pt x="36576" y="47244"/>
                </a:lnTo>
                <a:lnTo>
                  <a:pt x="36576" y="57150"/>
                </a:lnTo>
                <a:lnTo>
                  <a:pt x="38100" y="57150"/>
                </a:lnTo>
                <a:lnTo>
                  <a:pt x="38100" y="56388"/>
                </a:lnTo>
                <a:lnTo>
                  <a:pt x="38862" y="56388"/>
                </a:lnTo>
                <a:lnTo>
                  <a:pt x="41148" y="56007"/>
                </a:lnTo>
                <a:close/>
              </a:path>
              <a:path w="64135" h="57150">
                <a:moveTo>
                  <a:pt x="41148" y="11684"/>
                </a:moveTo>
                <a:lnTo>
                  <a:pt x="41148" y="11430"/>
                </a:lnTo>
                <a:lnTo>
                  <a:pt x="40386" y="11430"/>
                </a:lnTo>
                <a:lnTo>
                  <a:pt x="41148" y="11684"/>
                </a:lnTo>
                <a:close/>
              </a:path>
              <a:path w="64135" h="57150">
                <a:moveTo>
                  <a:pt x="44958" y="44196"/>
                </a:moveTo>
                <a:lnTo>
                  <a:pt x="40386" y="46482"/>
                </a:lnTo>
                <a:lnTo>
                  <a:pt x="41148" y="46482"/>
                </a:lnTo>
                <a:lnTo>
                  <a:pt x="41148" y="56007"/>
                </a:lnTo>
                <a:lnTo>
                  <a:pt x="43434" y="55626"/>
                </a:lnTo>
                <a:lnTo>
                  <a:pt x="44196" y="54864"/>
                </a:lnTo>
                <a:lnTo>
                  <a:pt x="44196" y="44958"/>
                </a:lnTo>
                <a:lnTo>
                  <a:pt x="44958" y="44196"/>
                </a:lnTo>
                <a:close/>
              </a:path>
              <a:path w="64135" h="57150">
                <a:moveTo>
                  <a:pt x="44958" y="13563"/>
                </a:moveTo>
                <a:lnTo>
                  <a:pt x="44958" y="12954"/>
                </a:lnTo>
                <a:lnTo>
                  <a:pt x="44196" y="12954"/>
                </a:lnTo>
                <a:lnTo>
                  <a:pt x="44958" y="13563"/>
                </a:lnTo>
                <a:close/>
              </a:path>
              <a:path w="64135" h="57150">
                <a:moveTo>
                  <a:pt x="48005" y="41910"/>
                </a:moveTo>
                <a:lnTo>
                  <a:pt x="44196" y="44958"/>
                </a:lnTo>
                <a:lnTo>
                  <a:pt x="44196" y="54864"/>
                </a:lnTo>
                <a:lnTo>
                  <a:pt x="47244" y="53340"/>
                </a:lnTo>
                <a:lnTo>
                  <a:pt x="47244" y="42672"/>
                </a:lnTo>
                <a:lnTo>
                  <a:pt x="48005" y="41910"/>
                </a:lnTo>
                <a:close/>
              </a:path>
              <a:path w="64135" h="57150">
                <a:moveTo>
                  <a:pt x="48005" y="16002"/>
                </a:moveTo>
                <a:lnTo>
                  <a:pt x="47244" y="15240"/>
                </a:lnTo>
                <a:lnTo>
                  <a:pt x="47244" y="15392"/>
                </a:lnTo>
                <a:lnTo>
                  <a:pt x="48005" y="16002"/>
                </a:lnTo>
                <a:close/>
              </a:path>
              <a:path w="64135" h="57150">
                <a:moveTo>
                  <a:pt x="51053" y="51562"/>
                </a:moveTo>
                <a:lnTo>
                  <a:pt x="51053" y="38862"/>
                </a:lnTo>
                <a:lnTo>
                  <a:pt x="47244" y="42672"/>
                </a:lnTo>
                <a:lnTo>
                  <a:pt x="47244" y="53340"/>
                </a:lnTo>
                <a:lnTo>
                  <a:pt x="48768" y="52578"/>
                </a:lnTo>
                <a:lnTo>
                  <a:pt x="49530" y="52578"/>
                </a:lnTo>
                <a:lnTo>
                  <a:pt x="51053" y="51562"/>
                </a:lnTo>
                <a:close/>
              </a:path>
              <a:path w="64135" h="57150">
                <a:moveTo>
                  <a:pt x="51053" y="19558"/>
                </a:moveTo>
                <a:lnTo>
                  <a:pt x="51053" y="19050"/>
                </a:lnTo>
                <a:lnTo>
                  <a:pt x="50292" y="18288"/>
                </a:lnTo>
                <a:lnTo>
                  <a:pt x="51053" y="19558"/>
                </a:lnTo>
                <a:close/>
              </a:path>
              <a:path w="64135" h="57150">
                <a:moveTo>
                  <a:pt x="54102" y="49530"/>
                </a:moveTo>
                <a:lnTo>
                  <a:pt x="54102" y="32004"/>
                </a:lnTo>
                <a:lnTo>
                  <a:pt x="52577" y="36576"/>
                </a:lnTo>
                <a:lnTo>
                  <a:pt x="52577" y="35814"/>
                </a:lnTo>
                <a:lnTo>
                  <a:pt x="50292" y="39624"/>
                </a:lnTo>
                <a:lnTo>
                  <a:pt x="51053" y="38862"/>
                </a:lnTo>
                <a:lnTo>
                  <a:pt x="51053" y="51562"/>
                </a:lnTo>
                <a:lnTo>
                  <a:pt x="54102" y="49530"/>
                </a:lnTo>
                <a:close/>
              </a:path>
              <a:path w="64135" h="57150">
                <a:moveTo>
                  <a:pt x="54102" y="28194"/>
                </a:moveTo>
                <a:lnTo>
                  <a:pt x="54102" y="25146"/>
                </a:lnTo>
                <a:lnTo>
                  <a:pt x="53340" y="24384"/>
                </a:lnTo>
                <a:lnTo>
                  <a:pt x="54038" y="28575"/>
                </a:lnTo>
                <a:lnTo>
                  <a:pt x="54102" y="28194"/>
                </a:lnTo>
                <a:close/>
              </a:path>
              <a:path w="64135" h="57150">
                <a:moveTo>
                  <a:pt x="54102" y="32004"/>
                </a:moveTo>
                <a:lnTo>
                  <a:pt x="54102" y="28956"/>
                </a:lnTo>
                <a:lnTo>
                  <a:pt x="54038" y="28575"/>
                </a:lnTo>
                <a:lnTo>
                  <a:pt x="53340" y="32766"/>
                </a:lnTo>
                <a:lnTo>
                  <a:pt x="54102" y="32004"/>
                </a:lnTo>
                <a:close/>
              </a:path>
              <a:path w="64135" h="57150">
                <a:moveTo>
                  <a:pt x="54102" y="28956"/>
                </a:moveTo>
                <a:lnTo>
                  <a:pt x="54102" y="28194"/>
                </a:lnTo>
                <a:lnTo>
                  <a:pt x="54038" y="28575"/>
                </a:lnTo>
                <a:lnTo>
                  <a:pt x="54102" y="28956"/>
                </a:lnTo>
                <a:close/>
              </a:path>
              <a:path w="64135" h="57150">
                <a:moveTo>
                  <a:pt x="63246" y="35052"/>
                </a:moveTo>
                <a:lnTo>
                  <a:pt x="63246" y="22860"/>
                </a:lnTo>
                <a:lnTo>
                  <a:pt x="62484" y="22098"/>
                </a:lnTo>
                <a:lnTo>
                  <a:pt x="60960" y="17526"/>
                </a:lnTo>
                <a:lnTo>
                  <a:pt x="60960" y="39624"/>
                </a:lnTo>
                <a:lnTo>
                  <a:pt x="62484" y="35052"/>
                </a:lnTo>
                <a:lnTo>
                  <a:pt x="63246" y="35052"/>
                </a:lnTo>
                <a:close/>
              </a:path>
              <a:path w="64135" h="57150">
                <a:moveTo>
                  <a:pt x="64008" y="28956"/>
                </a:moveTo>
                <a:lnTo>
                  <a:pt x="64008" y="28194"/>
                </a:lnTo>
                <a:lnTo>
                  <a:pt x="63246" y="23622"/>
                </a:lnTo>
                <a:lnTo>
                  <a:pt x="63246" y="34290"/>
                </a:lnTo>
                <a:lnTo>
                  <a:pt x="64008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6202D03C-DE37-49F4-ADEB-3262CFE9DAAF}"/>
              </a:ext>
            </a:extLst>
          </p:cNvPr>
          <p:cNvSpPr/>
          <p:nvPr/>
        </p:nvSpPr>
        <p:spPr>
          <a:xfrm>
            <a:off x="2377469" y="3366238"/>
            <a:ext cx="82475" cy="80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3">
            <a:extLst>
              <a:ext uri="{FF2B5EF4-FFF2-40B4-BE49-F238E27FC236}">
                <a16:creationId xmlns:a16="http://schemas.microsoft.com/office/drawing/2014/main" id="{8EA505D1-36F4-4E2C-8F77-8283B678963C}"/>
              </a:ext>
            </a:extLst>
          </p:cNvPr>
          <p:cNvSpPr/>
          <p:nvPr/>
        </p:nvSpPr>
        <p:spPr>
          <a:xfrm>
            <a:off x="4797942" y="4531649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10"/>
                </a:moveTo>
                <a:lnTo>
                  <a:pt x="3047" y="18288"/>
                </a:lnTo>
                <a:lnTo>
                  <a:pt x="1523" y="21336"/>
                </a:lnTo>
                <a:lnTo>
                  <a:pt x="0" y="27432"/>
                </a:lnTo>
                <a:lnTo>
                  <a:pt x="0" y="30480"/>
                </a:lnTo>
                <a:lnTo>
                  <a:pt x="762" y="33528"/>
                </a:lnTo>
                <a:lnTo>
                  <a:pt x="762" y="36576"/>
                </a:lnTo>
                <a:lnTo>
                  <a:pt x="2286" y="39624"/>
                </a:lnTo>
                <a:lnTo>
                  <a:pt x="3048" y="41910"/>
                </a:lnTo>
                <a:close/>
              </a:path>
              <a:path w="70485" h="60325">
                <a:moveTo>
                  <a:pt x="6096" y="47244"/>
                </a:moveTo>
                <a:lnTo>
                  <a:pt x="6095" y="13716"/>
                </a:lnTo>
                <a:lnTo>
                  <a:pt x="3047" y="17526"/>
                </a:lnTo>
                <a:lnTo>
                  <a:pt x="3048" y="42672"/>
                </a:lnTo>
                <a:lnTo>
                  <a:pt x="6096" y="47244"/>
                </a:lnTo>
                <a:close/>
              </a:path>
              <a:path w="70485" h="60325">
                <a:moveTo>
                  <a:pt x="54102" y="16002"/>
                </a:move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001" y="4572"/>
                </a:lnTo>
                <a:lnTo>
                  <a:pt x="16001" y="5334"/>
                </a:lnTo>
                <a:lnTo>
                  <a:pt x="15239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10667" y="9144"/>
                </a:lnTo>
                <a:lnTo>
                  <a:pt x="6857" y="12954"/>
                </a:lnTo>
                <a:lnTo>
                  <a:pt x="6095" y="12954"/>
                </a:lnTo>
                <a:lnTo>
                  <a:pt x="6096" y="48006"/>
                </a:lnTo>
                <a:lnTo>
                  <a:pt x="6858" y="48006"/>
                </a:lnTo>
                <a:lnTo>
                  <a:pt x="9906" y="51054"/>
                </a:lnTo>
                <a:lnTo>
                  <a:pt x="9906" y="25908"/>
                </a:lnTo>
                <a:lnTo>
                  <a:pt x="10668" y="24384"/>
                </a:lnTo>
                <a:lnTo>
                  <a:pt x="11430" y="22098"/>
                </a:lnTo>
                <a:lnTo>
                  <a:pt x="11430" y="22860"/>
                </a:lnTo>
                <a:lnTo>
                  <a:pt x="13716" y="19050"/>
                </a:lnTo>
                <a:lnTo>
                  <a:pt x="13716" y="19812"/>
                </a:lnTo>
                <a:lnTo>
                  <a:pt x="16763" y="16764"/>
                </a:lnTo>
                <a:lnTo>
                  <a:pt x="16763" y="16002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4102" y="16002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8"/>
                </a:lnTo>
                <a:lnTo>
                  <a:pt x="13716" y="41148"/>
                </a:lnTo>
                <a:lnTo>
                  <a:pt x="13716" y="41910"/>
                </a:lnTo>
                <a:lnTo>
                  <a:pt x="11430" y="37338"/>
                </a:lnTo>
                <a:lnTo>
                  <a:pt x="11430" y="38100"/>
                </a:lnTo>
                <a:lnTo>
                  <a:pt x="10668" y="35814"/>
                </a:lnTo>
                <a:lnTo>
                  <a:pt x="9906" y="34290"/>
                </a:lnTo>
                <a:lnTo>
                  <a:pt x="9906" y="51054"/>
                </a:lnTo>
                <a:lnTo>
                  <a:pt x="11430" y="52578"/>
                </a:lnTo>
                <a:lnTo>
                  <a:pt x="15240" y="55626"/>
                </a:lnTo>
                <a:lnTo>
                  <a:pt x="16002" y="55626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6002"/>
                </a:moveTo>
                <a:lnTo>
                  <a:pt x="16763" y="16002"/>
                </a:lnTo>
                <a:lnTo>
                  <a:pt x="16763" y="16764"/>
                </a:lnTo>
                <a:lnTo>
                  <a:pt x="17526" y="16002"/>
                </a:lnTo>
                <a:close/>
              </a:path>
              <a:path w="70485" h="60325">
                <a:moveTo>
                  <a:pt x="21336" y="47244"/>
                </a:moveTo>
                <a:lnTo>
                  <a:pt x="16763" y="44196"/>
                </a:lnTo>
                <a:lnTo>
                  <a:pt x="17526" y="44958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4"/>
                </a:lnTo>
                <a:lnTo>
                  <a:pt x="21336" y="47244"/>
                </a:lnTo>
                <a:close/>
              </a:path>
              <a:path w="70485" h="60325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60325">
                <a:moveTo>
                  <a:pt x="25146" y="59436"/>
                </a:moveTo>
                <a:lnTo>
                  <a:pt x="25146" y="49530"/>
                </a:lnTo>
                <a:lnTo>
                  <a:pt x="20574" y="47244"/>
                </a:lnTo>
                <a:lnTo>
                  <a:pt x="20574" y="57585"/>
                </a:lnTo>
                <a:lnTo>
                  <a:pt x="21336" y="57912"/>
                </a:lnTo>
                <a:lnTo>
                  <a:pt x="22098" y="57912"/>
                </a:lnTo>
                <a:lnTo>
                  <a:pt x="22098" y="58674"/>
                </a:lnTo>
                <a:lnTo>
                  <a:pt x="25146" y="59436"/>
                </a:lnTo>
                <a:close/>
              </a:path>
              <a:path w="70485" h="60325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60325">
                <a:moveTo>
                  <a:pt x="30480" y="50292"/>
                </a:moveTo>
                <a:lnTo>
                  <a:pt x="24384" y="48768"/>
                </a:lnTo>
                <a:lnTo>
                  <a:pt x="25146" y="49530"/>
                </a:lnTo>
                <a:lnTo>
                  <a:pt x="25146" y="59436"/>
                </a:lnTo>
                <a:lnTo>
                  <a:pt x="28194" y="60198"/>
                </a:lnTo>
                <a:lnTo>
                  <a:pt x="29718" y="60198"/>
                </a:lnTo>
                <a:lnTo>
                  <a:pt x="29718" y="50292"/>
                </a:lnTo>
                <a:lnTo>
                  <a:pt x="30480" y="50292"/>
                </a:lnTo>
                <a:close/>
              </a:path>
              <a:path w="70485" h="60325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60325">
                <a:moveTo>
                  <a:pt x="35814" y="60198"/>
                </a:moveTo>
                <a:lnTo>
                  <a:pt x="35814" y="51054"/>
                </a:lnTo>
                <a:lnTo>
                  <a:pt x="35052" y="51054"/>
                </a:lnTo>
                <a:lnTo>
                  <a:pt x="29718" y="50292"/>
                </a:lnTo>
                <a:lnTo>
                  <a:pt x="29718" y="60198"/>
                </a:lnTo>
                <a:lnTo>
                  <a:pt x="35814" y="60198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8"/>
                </a:moveTo>
                <a:lnTo>
                  <a:pt x="41148" y="50292"/>
                </a:lnTo>
                <a:lnTo>
                  <a:pt x="35433" y="51006"/>
                </a:lnTo>
                <a:lnTo>
                  <a:pt x="35814" y="51054"/>
                </a:lnTo>
                <a:lnTo>
                  <a:pt x="35814" y="60198"/>
                </a:lnTo>
                <a:lnTo>
                  <a:pt x="41148" y="60198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8"/>
                </a:moveTo>
                <a:lnTo>
                  <a:pt x="40386" y="50292"/>
                </a:lnTo>
                <a:lnTo>
                  <a:pt x="41148" y="50292"/>
                </a:lnTo>
                <a:lnTo>
                  <a:pt x="41148" y="60198"/>
                </a:lnTo>
                <a:lnTo>
                  <a:pt x="42672" y="60198"/>
                </a:lnTo>
                <a:lnTo>
                  <a:pt x="44958" y="59544"/>
                </a:lnTo>
                <a:lnTo>
                  <a:pt x="44958" y="49530"/>
                </a:lnTo>
                <a:lnTo>
                  <a:pt x="45720" y="48768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4"/>
                </a:lnTo>
                <a:lnTo>
                  <a:pt x="44958" y="49530"/>
                </a:lnTo>
                <a:lnTo>
                  <a:pt x="44958" y="59544"/>
                </a:lnTo>
                <a:lnTo>
                  <a:pt x="48006" y="58674"/>
                </a:lnTo>
                <a:lnTo>
                  <a:pt x="48006" y="57912"/>
                </a:lnTo>
                <a:lnTo>
                  <a:pt x="48768" y="57912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4"/>
                </a:lnTo>
                <a:lnTo>
                  <a:pt x="50292" y="47244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8"/>
                </a:lnTo>
                <a:lnTo>
                  <a:pt x="53775" y="44413"/>
                </a:lnTo>
                <a:close/>
              </a:path>
              <a:path w="70485" h="60325">
                <a:moveTo>
                  <a:pt x="64008" y="48006"/>
                </a:moveTo>
                <a:lnTo>
                  <a:pt x="64008" y="12954"/>
                </a:lnTo>
                <a:lnTo>
                  <a:pt x="63246" y="12954"/>
                </a:lnTo>
                <a:lnTo>
                  <a:pt x="60198" y="9144"/>
                </a:lnTo>
                <a:lnTo>
                  <a:pt x="59436" y="9144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5334"/>
                </a:lnTo>
                <a:lnTo>
                  <a:pt x="54102" y="16002"/>
                </a:lnTo>
                <a:lnTo>
                  <a:pt x="53340" y="16002"/>
                </a:lnTo>
                <a:lnTo>
                  <a:pt x="56388" y="19812"/>
                </a:lnTo>
                <a:lnTo>
                  <a:pt x="56388" y="19050"/>
                </a:lnTo>
                <a:lnTo>
                  <a:pt x="58674" y="22860"/>
                </a:lnTo>
                <a:lnTo>
                  <a:pt x="58674" y="22098"/>
                </a:lnTo>
                <a:lnTo>
                  <a:pt x="60198" y="26670"/>
                </a:lnTo>
                <a:lnTo>
                  <a:pt x="60198" y="51816"/>
                </a:lnTo>
                <a:lnTo>
                  <a:pt x="63246" y="48006"/>
                </a:lnTo>
                <a:lnTo>
                  <a:pt x="64008" y="48006"/>
                </a:lnTo>
                <a:close/>
              </a:path>
              <a:path w="70485" h="60325">
                <a:moveTo>
                  <a:pt x="54102" y="44196"/>
                </a:moveTo>
                <a:lnTo>
                  <a:pt x="53775" y="44413"/>
                </a:lnTo>
                <a:lnTo>
                  <a:pt x="53340" y="44958"/>
                </a:lnTo>
                <a:lnTo>
                  <a:pt x="54102" y="44196"/>
                </a:lnTo>
                <a:close/>
              </a:path>
              <a:path w="70485" h="60325">
                <a:moveTo>
                  <a:pt x="54102" y="55626"/>
                </a:moveTo>
                <a:lnTo>
                  <a:pt x="54102" y="44196"/>
                </a:lnTo>
                <a:lnTo>
                  <a:pt x="53340" y="44958"/>
                </a:lnTo>
                <a:lnTo>
                  <a:pt x="53340" y="55952"/>
                </a:lnTo>
                <a:lnTo>
                  <a:pt x="54102" y="55626"/>
                </a:lnTo>
                <a:close/>
              </a:path>
              <a:path w="70485" h="60325">
                <a:moveTo>
                  <a:pt x="60198" y="51816"/>
                </a:moveTo>
                <a:lnTo>
                  <a:pt x="60198" y="33528"/>
                </a:lnTo>
                <a:lnTo>
                  <a:pt x="58674" y="38862"/>
                </a:lnTo>
                <a:lnTo>
                  <a:pt x="58674" y="37338"/>
                </a:lnTo>
                <a:lnTo>
                  <a:pt x="56388" y="41910"/>
                </a:lnTo>
                <a:lnTo>
                  <a:pt x="56388" y="41148"/>
                </a:lnTo>
                <a:lnTo>
                  <a:pt x="53775" y="44413"/>
                </a:lnTo>
                <a:lnTo>
                  <a:pt x="54102" y="44196"/>
                </a:lnTo>
                <a:lnTo>
                  <a:pt x="54102" y="55626"/>
                </a:lnTo>
                <a:lnTo>
                  <a:pt x="54864" y="55626"/>
                </a:lnTo>
                <a:lnTo>
                  <a:pt x="59436" y="52578"/>
                </a:lnTo>
                <a:lnTo>
                  <a:pt x="59436" y="51816"/>
                </a:lnTo>
                <a:lnTo>
                  <a:pt x="60198" y="51816"/>
                </a:lnTo>
                <a:close/>
              </a:path>
              <a:path w="70485" h="60325">
                <a:moveTo>
                  <a:pt x="67056" y="42672"/>
                </a:moveTo>
                <a:lnTo>
                  <a:pt x="67056" y="17526"/>
                </a:lnTo>
                <a:lnTo>
                  <a:pt x="64008" y="13716"/>
                </a:lnTo>
                <a:lnTo>
                  <a:pt x="64008" y="47244"/>
                </a:lnTo>
                <a:lnTo>
                  <a:pt x="67056" y="42672"/>
                </a:lnTo>
                <a:close/>
              </a:path>
              <a:path w="70485" h="60325">
                <a:moveTo>
                  <a:pt x="69342" y="37338"/>
                </a:moveTo>
                <a:lnTo>
                  <a:pt x="69342" y="23622"/>
                </a:lnTo>
                <a:lnTo>
                  <a:pt x="67056" y="19050"/>
                </a:lnTo>
                <a:lnTo>
                  <a:pt x="67056" y="41910"/>
                </a:lnTo>
                <a:lnTo>
                  <a:pt x="69342" y="37338"/>
                </a:lnTo>
                <a:close/>
              </a:path>
              <a:path w="70485" h="60325">
                <a:moveTo>
                  <a:pt x="70104" y="33528"/>
                </a:moveTo>
                <a:lnTo>
                  <a:pt x="70104" y="26670"/>
                </a:lnTo>
                <a:lnTo>
                  <a:pt x="69342" y="24384"/>
                </a:lnTo>
                <a:lnTo>
                  <a:pt x="69342" y="36576"/>
                </a:lnTo>
                <a:lnTo>
                  <a:pt x="7010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770DD939-06DD-45D6-BC59-88FCB7EFA07E}"/>
              </a:ext>
            </a:extLst>
          </p:cNvPr>
          <p:cNvSpPr/>
          <p:nvPr/>
        </p:nvSpPr>
        <p:spPr>
          <a:xfrm>
            <a:off x="3366278" y="4918029"/>
            <a:ext cx="73511" cy="681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54A92A3B-3CE5-426D-BA5C-A0EE4F87A969}"/>
              </a:ext>
            </a:extLst>
          </p:cNvPr>
          <p:cNvSpPr/>
          <p:nvPr/>
        </p:nvSpPr>
        <p:spPr>
          <a:xfrm>
            <a:off x="5855776" y="3489166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906"/>
                </a:moveTo>
                <a:lnTo>
                  <a:pt x="18288" y="15906"/>
                </a:lnTo>
                <a:lnTo>
                  <a:pt x="18288" y="5238"/>
                </a:lnTo>
                <a:lnTo>
                  <a:pt x="12954" y="8286"/>
                </a:lnTo>
                <a:lnTo>
                  <a:pt x="12954" y="9048"/>
                </a:lnTo>
                <a:lnTo>
                  <a:pt x="8382" y="12858"/>
                </a:lnTo>
                <a:lnTo>
                  <a:pt x="7620" y="12858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1524" y="24288"/>
                </a:lnTo>
                <a:lnTo>
                  <a:pt x="0" y="28860"/>
                </a:lnTo>
                <a:lnTo>
                  <a:pt x="0" y="35718"/>
                </a:lnTo>
                <a:lnTo>
                  <a:pt x="1524" y="41814"/>
                </a:lnTo>
                <a:lnTo>
                  <a:pt x="4572" y="47910"/>
                </a:lnTo>
                <a:lnTo>
                  <a:pt x="6096" y="50196"/>
                </a:lnTo>
                <a:lnTo>
                  <a:pt x="7620" y="51720"/>
                </a:lnTo>
                <a:lnTo>
                  <a:pt x="7620" y="52482"/>
                </a:lnTo>
                <a:lnTo>
                  <a:pt x="8382" y="52482"/>
                </a:lnTo>
                <a:lnTo>
                  <a:pt x="9906" y="53701"/>
                </a:lnTo>
                <a:lnTo>
                  <a:pt x="9906" y="31146"/>
                </a:lnTo>
                <a:lnTo>
                  <a:pt x="10668" y="26574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8954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62229">
                <a:moveTo>
                  <a:pt x="18288" y="58578"/>
                </a:moveTo>
                <a:lnTo>
                  <a:pt x="18288" y="48672"/>
                </a:lnTo>
                <a:lnTo>
                  <a:pt x="14478" y="44862"/>
                </a:lnTo>
                <a:lnTo>
                  <a:pt x="14478" y="45624"/>
                </a:lnTo>
                <a:lnTo>
                  <a:pt x="12954" y="44100"/>
                </a:lnTo>
                <a:lnTo>
                  <a:pt x="12192" y="41814"/>
                </a:lnTo>
                <a:lnTo>
                  <a:pt x="10668" y="40290"/>
                </a:lnTo>
                <a:lnTo>
                  <a:pt x="10668" y="38766"/>
                </a:lnTo>
                <a:lnTo>
                  <a:pt x="9906" y="36480"/>
                </a:lnTo>
                <a:lnTo>
                  <a:pt x="9906" y="53701"/>
                </a:lnTo>
                <a:lnTo>
                  <a:pt x="12192" y="55530"/>
                </a:lnTo>
                <a:lnTo>
                  <a:pt x="12192" y="56292"/>
                </a:lnTo>
                <a:lnTo>
                  <a:pt x="12954" y="56292"/>
                </a:lnTo>
                <a:lnTo>
                  <a:pt x="17526" y="58578"/>
                </a:lnTo>
                <a:lnTo>
                  <a:pt x="18288" y="58578"/>
                </a:lnTo>
                <a:close/>
              </a:path>
              <a:path w="68579" h="62229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62229">
                <a:moveTo>
                  <a:pt x="22098" y="50196"/>
                </a:moveTo>
                <a:lnTo>
                  <a:pt x="17526" y="47910"/>
                </a:lnTo>
                <a:lnTo>
                  <a:pt x="18288" y="48672"/>
                </a:lnTo>
                <a:lnTo>
                  <a:pt x="18288" y="59340"/>
                </a:lnTo>
                <a:lnTo>
                  <a:pt x="19050" y="59340"/>
                </a:lnTo>
                <a:lnTo>
                  <a:pt x="21336" y="60102"/>
                </a:lnTo>
                <a:lnTo>
                  <a:pt x="21336" y="50196"/>
                </a:lnTo>
                <a:lnTo>
                  <a:pt x="22098" y="50196"/>
                </a:lnTo>
                <a:close/>
              </a:path>
              <a:path w="68579" h="62229">
                <a:moveTo>
                  <a:pt x="60960" y="48672"/>
                </a:moveTo>
                <a:lnTo>
                  <a:pt x="60960" y="8286"/>
                </a:lnTo>
                <a:lnTo>
                  <a:pt x="56388" y="5238"/>
                </a:lnTo>
                <a:lnTo>
                  <a:pt x="55626" y="5238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146" y="2190"/>
                </a:lnTo>
                <a:lnTo>
                  <a:pt x="24384" y="2190"/>
                </a:lnTo>
                <a:lnTo>
                  <a:pt x="19050" y="4476"/>
                </a:lnTo>
                <a:lnTo>
                  <a:pt x="18288" y="4476"/>
                </a:lnTo>
                <a:lnTo>
                  <a:pt x="18288" y="15906"/>
                </a:lnTo>
                <a:lnTo>
                  <a:pt x="23622" y="12858"/>
                </a:lnTo>
                <a:lnTo>
                  <a:pt x="23622" y="13185"/>
                </a:lnTo>
                <a:lnTo>
                  <a:pt x="28194" y="10572"/>
                </a:lnTo>
                <a:lnTo>
                  <a:pt x="28194" y="11144"/>
                </a:lnTo>
                <a:lnTo>
                  <a:pt x="32766" y="10001"/>
                </a:lnTo>
                <a:lnTo>
                  <a:pt x="32766" y="9810"/>
                </a:lnTo>
                <a:lnTo>
                  <a:pt x="37338" y="9239"/>
                </a:lnTo>
                <a:lnTo>
                  <a:pt x="37338" y="9048"/>
                </a:lnTo>
                <a:lnTo>
                  <a:pt x="38862" y="9048"/>
                </a:lnTo>
                <a:lnTo>
                  <a:pt x="38862" y="9239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987"/>
                </a:lnTo>
                <a:lnTo>
                  <a:pt x="50292" y="12967"/>
                </a:lnTo>
                <a:lnTo>
                  <a:pt x="51816" y="13620"/>
                </a:lnTo>
                <a:lnTo>
                  <a:pt x="51816" y="13874"/>
                </a:lnTo>
                <a:lnTo>
                  <a:pt x="54102" y="15398"/>
                </a:lnTo>
                <a:lnTo>
                  <a:pt x="54102" y="15144"/>
                </a:lnTo>
                <a:lnTo>
                  <a:pt x="54864" y="15906"/>
                </a:lnTo>
                <a:lnTo>
                  <a:pt x="54864" y="16097"/>
                </a:lnTo>
                <a:lnTo>
                  <a:pt x="57150" y="18954"/>
                </a:lnTo>
                <a:lnTo>
                  <a:pt x="57150" y="20097"/>
                </a:lnTo>
                <a:lnTo>
                  <a:pt x="57912" y="21240"/>
                </a:lnTo>
                <a:lnTo>
                  <a:pt x="58674" y="22764"/>
                </a:lnTo>
                <a:lnTo>
                  <a:pt x="59436" y="25050"/>
                </a:lnTo>
                <a:lnTo>
                  <a:pt x="59436" y="49434"/>
                </a:lnTo>
                <a:lnTo>
                  <a:pt x="60198" y="48672"/>
                </a:lnTo>
                <a:lnTo>
                  <a:pt x="60960" y="48672"/>
                </a:lnTo>
                <a:close/>
              </a:path>
              <a:path w="68579" h="62229">
                <a:moveTo>
                  <a:pt x="26670" y="61150"/>
                </a:moveTo>
                <a:lnTo>
                  <a:pt x="26670" y="51720"/>
                </a:lnTo>
                <a:lnTo>
                  <a:pt x="21336" y="50196"/>
                </a:lnTo>
                <a:lnTo>
                  <a:pt x="21336" y="60102"/>
                </a:lnTo>
                <a:lnTo>
                  <a:pt x="23622" y="60864"/>
                </a:lnTo>
                <a:lnTo>
                  <a:pt x="25146" y="60960"/>
                </a:lnTo>
                <a:lnTo>
                  <a:pt x="26670" y="61150"/>
                </a:lnTo>
                <a:close/>
              </a:path>
              <a:path w="68579" h="62229">
                <a:moveTo>
                  <a:pt x="23622" y="13185"/>
                </a:moveTo>
                <a:lnTo>
                  <a:pt x="23622" y="12858"/>
                </a:lnTo>
                <a:lnTo>
                  <a:pt x="22860" y="13620"/>
                </a:lnTo>
                <a:lnTo>
                  <a:pt x="23622" y="13185"/>
                </a:lnTo>
                <a:close/>
              </a:path>
              <a:path w="68579" h="62229">
                <a:moveTo>
                  <a:pt x="36576" y="60960"/>
                </a:moveTo>
                <a:lnTo>
                  <a:pt x="36576" y="51720"/>
                </a:lnTo>
                <a:lnTo>
                  <a:pt x="30480" y="51720"/>
                </a:lnTo>
                <a:lnTo>
                  <a:pt x="25908" y="50958"/>
                </a:lnTo>
                <a:lnTo>
                  <a:pt x="26670" y="51720"/>
                </a:lnTo>
                <a:lnTo>
                  <a:pt x="26670" y="61150"/>
                </a:lnTo>
                <a:lnTo>
                  <a:pt x="30480" y="61626"/>
                </a:lnTo>
                <a:lnTo>
                  <a:pt x="32004" y="61531"/>
                </a:lnTo>
                <a:lnTo>
                  <a:pt x="36576" y="60960"/>
                </a:lnTo>
                <a:close/>
              </a:path>
              <a:path w="68579" h="62229">
                <a:moveTo>
                  <a:pt x="28194" y="11144"/>
                </a:moveTo>
                <a:lnTo>
                  <a:pt x="28194" y="10572"/>
                </a:lnTo>
                <a:lnTo>
                  <a:pt x="27432" y="11334"/>
                </a:lnTo>
                <a:lnTo>
                  <a:pt x="28194" y="11144"/>
                </a:lnTo>
                <a:close/>
              </a:path>
              <a:path w="68579" h="62229">
                <a:moveTo>
                  <a:pt x="31242" y="51720"/>
                </a:moveTo>
                <a:lnTo>
                  <a:pt x="30480" y="51611"/>
                </a:lnTo>
                <a:lnTo>
                  <a:pt x="31242" y="51720"/>
                </a:lnTo>
                <a:close/>
              </a:path>
              <a:path w="68579" h="62229">
                <a:moveTo>
                  <a:pt x="33528" y="9810"/>
                </a:moveTo>
                <a:lnTo>
                  <a:pt x="32766" y="9810"/>
                </a:lnTo>
                <a:lnTo>
                  <a:pt x="32766" y="10001"/>
                </a:lnTo>
                <a:lnTo>
                  <a:pt x="33528" y="9810"/>
                </a:lnTo>
                <a:close/>
              </a:path>
              <a:path w="68579" h="62229">
                <a:moveTo>
                  <a:pt x="41148" y="59993"/>
                </a:moveTo>
                <a:lnTo>
                  <a:pt x="41148" y="50196"/>
                </a:lnTo>
                <a:lnTo>
                  <a:pt x="35814" y="51720"/>
                </a:lnTo>
                <a:lnTo>
                  <a:pt x="36576" y="51720"/>
                </a:lnTo>
                <a:lnTo>
                  <a:pt x="36576" y="60960"/>
                </a:lnTo>
                <a:lnTo>
                  <a:pt x="38100" y="60864"/>
                </a:lnTo>
                <a:lnTo>
                  <a:pt x="41148" y="59993"/>
                </a:lnTo>
                <a:close/>
              </a:path>
              <a:path w="68579" h="62229">
                <a:moveTo>
                  <a:pt x="38100" y="9144"/>
                </a:moveTo>
                <a:lnTo>
                  <a:pt x="37338" y="9048"/>
                </a:lnTo>
                <a:lnTo>
                  <a:pt x="37338" y="9239"/>
                </a:lnTo>
                <a:lnTo>
                  <a:pt x="38100" y="9144"/>
                </a:lnTo>
                <a:close/>
              </a:path>
              <a:path w="68579" h="62229">
                <a:moveTo>
                  <a:pt x="38862" y="9239"/>
                </a:moveTo>
                <a:lnTo>
                  <a:pt x="38862" y="9048"/>
                </a:lnTo>
                <a:lnTo>
                  <a:pt x="38100" y="9144"/>
                </a:lnTo>
                <a:lnTo>
                  <a:pt x="38862" y="9239"/>
                </a:lnTo>
                <a:close/>
              </a:path>
              <a:path w="68579" h="62229">
                <a:moveTo>
                  <a:pt x="46482" y="58197"/>
                </a:moveTo>
                <a:lnTo>
                  <a:pt x="46482" y="47910"/>
                </a:lnTo>
                <a:lnTo>
                  <a:pt x="40386" y="50196"/>
                </a:lnTo>
                <a:lnTo>
                  <a:pt x="41148" y="50196"/>
                </a:lnTo>
                <a:lnTo>
                  <a:pt x="41148" y="59993"/>
                </a:lnTo>
                <a:lnTo>
                  <a:pt x="43434" y="59340"/>
                </a:lnTo>
                <a:lnTo>
                  <a:pt x="44196" y="59340"/>
                </a:lnTo>
                <a:lnTo>
                  <a:pt x="46482" y="58197"/>
                </a:lnTo>
                <a:close/>
              </a:path>
              <a:path w="68579" h="62229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62229">
                <a:moveTo>
                  <a:pt x="50292" y="44862"/>
                </a:moveTo>
                <a:lnTo>
                  <a:pt x="45720" y="47910"/>
                </a:lnTo>
                <a:lnTo>
                  <a:pt x="46482" y="47910"/>
                </a:lnTo>
                <a:lnTo>
                  <a:pt x="46482" y="58197"/>
                </a:lnTo>
                <a:lnTo>
                  <a:pt x="49530" y="56673"/>
                </a:lnTo>
                <a:lnTo>
                  <a:pt x="49530" y="45624"/>
                </a:lnTo>
                <a:lnTo>
                  <a:pt x="50292" y="44862"/>
                </a:lnTo>
                <a:close/>
              </a:path>
              <a:path w="68579" h="62229">
                <a:moveTo>
                  <a:pt x="48006" y="11987"/>
                </a:moveTo>
                <a:lnTo>
                  <a:pt x="48006" y="11334"/>
                </a:lnTo>
                <a:lnTo>
                  <a:pt x="46482" y="11334"/>
                </a:lnTo>
                <a:lnTo>
                  <a:pt x="48006" y="11987"/>
                </a:lnTo>
                <a:close/>
              </a:path>
              <a:path w="68579" h="62229">
                <a:moveTo>
                  <a:pt x="53530" y="42291"/>
                </a:moveTo>
                <a:lnTo>
                  <a:pt x="49530" y="45624"/>
                </a:lnTo>
                <a:lnTo>
                  <a:pt x="49530" y="56673"/>
                </a:lnTo>
                <a:lnTo>
                  <a:pt x="50292" y="56292"/>
                </a:lnTo>
                <a:lnTo>
                  <a:pt x="51054" y="56292"/>
                </a:lnTo>
                <a:lnTo>
                  <a:pt x="53340" y="54768"/>
                </a:lnTo>
                <a:lnTo>
                  <a:pt x="53340" y="42576"/>
                </a:lnTo>
                <a:lnTo>
                  <a:pt x="53530" y="42291"/>
                </a:lnTo>
                <a:close/>
              </a:path>
              <a:path w="68579" h="62229">
                <a:moveTo>
                  <a:pt x="51816" y="13620"/>
                </a:moveTo>
                <a:lnTo>
                  <a:pt x="50292" y="12858"/>
                </a:lnTo>
                <a:lnTo>
                  <a:pt x="50749" y="13163"/>
                </a:lnTo>
                <a:lnTo>
                  <a:pt x="51816" y="13620"/>
                </a:lnTo>
                <a:close/>
              </a:path>
              <a:path w="68579" h="62229">
                <a:moveTo>
                  <a:pt x="50749" y="13163"/>
                </a:moveTo>
                <a:lnTo>
                  <a:pt x="50292" y="12858"/>
                </a:lnTo>
                <a:lnTo>
                  <a:pt x="50749" y="13163"/>
                </a:lnTo>
                <a:close/>
              </a:path>
              <a:path w="68579" h="62229">
                <a:moveTo>
                  <a:pt x="51816" y="13874"/>
                </a:moveTo>
                <a:lnTo>
                  <a:pt x="51816" y="13620"/>
                </a:lnTo>
                <a:lnTo>
                  <a:pt x="50749" y="13163"/>
                </a:lnTo>
                <a:lnTo>
                  <a:pt x="51816" y="13874"/>
                </a:lnTo>
                <a:close/>
              </a:path>
              <a:path w="68579" h="62229">
                <a:moveTo>
                  <a:pt x="54102" y="41814"/>
                </a:moveTo>
                <a:lnTo>
                  <a:pt x="53530" y="42291"/>
                </a:lnTo>
                <a:lnTo>
                  <a:pt x="53340" y="42576"/>
                </a:lnTo>
                <a:lnTo>
                  <a:pt x="54102" y="41814"/>
                </a:lnTo>
                <a:close/>
              </a:path>
              <a:path w="68579" h="62229">
                <a:moveTo>
                  <a:pt x="54102" y="54260"/>
                </a:moveTo>
                <a:lnTo>
                  <a:pt x="54102" y="41814"/>
                </a:lnTo>
                <a:lnTo>
                  <a:pt x="53340" y="42576"/>
                </a:lnTo>
                <a:lnTo>
                  <a:pt x="53340" y="54768"/>
                </a:lnTo>
                <a:lnTo>
                  <a:pt x="54102" y="54260"/>
                </a:lnTo>
                <a:close/>
              </a:path>
              <a:path w="68579" h="62229">
                <a:moveTo>
                  <a:pt x="58674" y="50196"/>
                </a:moveTo>
                <a:lnTo>
                  <a:pt x="58674" y="34194"/>
                </a:lnTo>
                <a:lnTo>
                  <a:pt x="56388" y="38766"/>
                </a:lnTo>
                <a:lnTo>
                  <a:pt x="56388" y="38004"/>
                </a:lnTo>
                <a:lnTo>
                  <a:pt x="53530" y="42291"/>
                </a:lnTo>
                <a:lnTo>
                  <a:pt x="54102" y="41814"/>
                </a:lnTo>
                <a:lnTo>
                  <a:pt x="54102" y="54260"/>
                </a:lnTo>
                <a:lnTo>
                  <a:pt x="55626" y="53244"/>
                </a:lnTo>
                <a:lnTo>
                  <a:pt x="58674" y="50196"/>
                </a:lnTo>
                <a:close/>
              </a:path>
              <a:path w="68579" h="62229">
                <a:moveTo>
                  <a:pt x="54864" y="15906"/>
                </a:moveTo>
                <a:lnTo>
                  <a:pt x="54102" y="15144"/>
                </a:lnTo>
                <a:lnTo>
                  <a:pt x="54537" y="15689"/>
                </a:lnTo>
                <a:lnTo>
                  <a:pt x="54864" y="15906"/>
                </a:lnTo>
                <a:close/>
              </a:path>
              <a:path w="68579" h="62229">
                <a:moveTo>
                  <a:pt x="54537" y="15689"/>
                </a:moveTo>
                <a:lnTo>
                  <a:pt x="54102" y="15144"/>
                </a:lnTo>
                <a:lnTo>
                  <a:pt x="54102" y="15398"/>
                </a:lnTo>
                <a:lnTo>
                  <a:pt x="54537" y="15689"/>
                </a:lnTo>
                <a:close/>
              </a:path>
              <a:path w="68579" h="62229">
                <a:moveTo>
                  <a:pt x="54864" y="16097"/>
                </a:moveTo>
                <a:lnTo>
                  <a:pt x="54864" y="15906"/>
                </a:lnTo>
                <a:lnTo>
                  <a:pt x="54537" y="15689"/>
                </a:lnTo>
                <a:lnTo>
                  <a:pt x="54864" y="16097"/>
                </a:lnTo>
                <a:close/>
              </a:path>
              <a:path w="68579" h="62229">
                <a:moveTo>
                  <a:pt x="57150" y="20097"/>
                </a:moveTo>
                <a:lnTo>
                  <a:pt x="57150" y="18954"/>
                </a:lnTo>
                <a:lnTo>
                  <a:pt x="56388" y="18954"/>
                </a:lnTo>
                <a:lnTo>
                  <a:pt x="57150" y="20097"/>
                </a:lnTo>
                <a:close/>
              </a:path>
              <a:path w="68579" h="62229">
                <a:moveTo>
                  <a:pt x="59436" y="49434"/>
                </a:moveTo>
                <a:lnTo>
                  <a:pt x="59436" y="29622"/>
                </a:lnTo>
                <a:lnTo>
                  <a:pt x="57912" y="34956"/>
                </a:lnTo>
                <a:lnTo>
                  <a:pt x="58674" y="34194"/>
                </a:lnTo>
                <a:lnTo>
                  <a:pt x="58674" y="50196"/>
                </a:lnTo>
                <a:lnTo>
                  <a:pt x="59436" y="49434"/>
                </a:lnTo>
                <a:close/>
              </a:path>
              <a:path w="68579" h="62229">
                <a:moveTo>
                  <a:pt x="68580" y="31908"/>
                </a:moveTo>
                <a:lnTo>
                  <a:pt x="68580" y="22002"/>
                </a:lnTo>
                <a:lnTo>
                  <a:pt x="67818" y="18954"/>
                </a:lnTo>
                <a:lnTo>
                  <a:pt x="66294" y="15906"/>
                </a:lnTo>
                <a:lnTo>
                  <a:pt x="61722" y="9048"/>
                </a:lnTo>
                <a:lnTo>
                  <a:pt x="60960" y="9048"/>
                </a:lnTo>
                <a:lnTo>
                  <a:pt x="60960" y="47910"/>
                </a:lnTo>
                <a:lnTo>
                  <a:pt x="64008" y="43338"/>
                </a:lnTo>
                <a:lnTo>
                  <a:pt x="64770" y="43338"/>
                </a:lnTo>
                <a:lnTo>
                  <a:pt x="64770" y="42576"/>
                </a:lnTo>
                <a:lnTo>
                  <a:pt x="67056" y="38004"/>
                </a:lnTo>
                <a:lnTo>
                  <a:pt x="67056" y="37242"/>
                </a:lnTo>
                <a:lnTo>
                  <a:pt x="68580" y="31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3582F2AE-C2AF-455E-8E4F-4B218B1DA044}"/>
              </a:ext>
            </a:extLst>
          </p:cNvPr>
          <p:cNvSpPr/>
          <p:nvPr/>
        </p:nvSpPr>
        <p:spPr>
          <a:xfrm>
            <a:off x="5022955" y="5037387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79" h="62229">
                <a:moveTo>
                  <a:pt x="19050" y="15893"/>
                </a:moveTo>
                <a:lnTo>
                  <a:pt x="18288" y="15893"/>
                </a:lnTo>
                <a:lnTo>
                  <a:pt x="18288" y="5225"/>
                </a:lnTo>
                <a:lnTo>
                  <a:pt x="12954" y="8273"/>
                </a:lnTo>
                <a:lnTo>
                  <a:pt x="8382" y="12845"/>
                </a:lnTo>
                <a:lnTo>
                  <a:pt x="7620" y="12845"/>
                </a:lnTo>
                <a:lnTo>
                  <a:pt x="7620" y="13607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4275"/>
                </a:lnTo>
                <a:lnTo>
                  <a:pt x="0" y="28847"/>
                </a:lnTo>
                <a:lnTo>
                  <a:pt x="0" y="35705"/>
                </a:lnTo>
                <a:lnTo>
                  <a:pt x="2286" y="44849"/>
                </a:lnTo>
                <a:lnTo>
                  <a:pt x="3810" y="47897"/>
                </a:lnTo>
                <a:lnTo>
                  <a:pt x="6096" y="50183"/>
                </a:lnTo>
                <a:lnTo>
                  <a:pt x="7620" y="52469"/>
                </a:lnTo>
                <a:lnTo>
                  <a:pt x="8382" y="52469"/>
                </a:lnTo>
                <a:lnTo>
                  <a:pt x="9144" y="53078"/>
                </a:lnTo>
                <a:lnTo>
                  <a:pt x="9144" y="31133"/>
                </a:lnTo>
                <a:lnTo>
                  <a:pt x="10668" y="26561"/>
                </a:lnTo>
                <a:lnTo>
                  <a:pt x="10668" y="27323"/>
                </a:lnTo>
                <a:lnTo>
                  <a:pt x="12192" y="24275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close/>
              </a:path>
              <a:path w="68579" h="62229">
                <a:moveTo>
                  <a:pt x="9906" y="30371"/>
                </a:moveTo>
                <a:lnTo>
                  <a:pt x="9144" y="31133"/>
                </a:lnTo>
                <a:lnTo>
                  <a:pt x="9144" y="32657"/>
                </a:lnTo>
                <a:lnTo>
                  <a:pt x="9906" y="30371"/>
                </a:lnTo>
                <a:close/>
              </a:path>
              <a:path w="68579" h="62229">
                <a:moveTo>
                  <a:pt x="18288" y="58565"/>
                </a:moveTo>
                <a:lnTo>
                  <a:pt x="18288" y="48659"/>
                </a:lnTo>
                <a:lnTo>
                  <a:pt x="14478" y="44849"/>
                </a:lnTo>
                <a:lnTo>
                  <a:pt x="14478" y="45611"/>
                </a:lnTo>
                <a:lnTo>
                  <a:pt x="12954" y="44087"/>
                </a:lnTo>
                <a:lnTo>
                  <a:pt x="12192" y="41801"/>
                </a:lnTo>
                <a:lnTo>
                  <a:pt x="10668" y="40277"/>
                </a:lnTo>
                <a:lnTo>
                  <a:pt x="9906" y="38753"/>
                </a:lnTo>
                <a:lnTo>
                  <a:pt x="9906" y="36467"/>
                </a:lnTo>
                <a:lnTo>
                  <a:pt x="9144" y="34943"/>
                </a:lnTo>
                <a:lnTo>
                  <a:pt x="9144" y="53078"/>
                </a:lnTo>
                <a:lnTo>
                  <a:pt x="12192" y="55517"/>
                </a:lnTo>
                <a:lnTo>
                  <a:pt x="12192" y="56279"/>
                </a:lnTo>
                <a:lnTo>
                  <a:pt x="12954" y="56279"/>
                </a:lnTo>
                <a:lnTo>
                  <a:pt x="17526" y="58565"/>
                </a:lnTo>
                <a:lnTo>
                  <a:pt x="18288" y="58565"/>
                </a:lnTo>
                <a:close/>
              </a:path>
              <a:path w="68579" h="62229">
                <a:moveTo>
                  <a:pt x="12954" y="22751"/>
                </a:moveTo>
                <a:lnTo>
                  <a:pt x="12192" y="23513"/>
                </a:lnTo>
                <a:lnTo>
                  <a:pt x="12192" y="24275"/>
                </a:lnTo>
                <a:lnTo>
                  <a:pt x="12954" y="22751"/>
                </a:lnTo>
                <a:close/>
              </a:path>
              <a:path w="68579" h="62229">
                <a:moveTo>
                  <a:pt x="22098" y="50183"/>
                </a:moveTo>
                <a:lnTo>
                  <a:pt x="17526" y="47897"/>
                </a:lnTo>
                <a:lnTo>
                  <a:pt x="18288" y="48659"/>
                </a:lnTo>
                <a:lnTo>
                  <a:pt x="18288" y="59327"/>
                </a:lnTo>
                <a:lnTo>
                  <a:pt x="21336" y="60198"/>
                </a:lnTo>
                <a:lnTo>
                  <a:pt x="21336" y="50183"/>
                </a:lnTo>
                <a:lnTo>
                  <a:pt x="22098" y="50183"/>
                </a:lnTo>
                <a:close/>
              </a:path>
              <a:path w="68579" h="62229">
                <a:moveTo>
                  <a:pt x="60960" y="48659"/>
                </a:moveTo>
                <a:lnTo>
                  <a:pt x="60960" y="9035"/>
                </a:lnTo>
                <a:lnTo>
                  <a:pt x="60198" y="9035"/>
                </a:lnTo>
                <a:lnTo>
                  <a:pt x="56388" y="5225"/>
                </a:lnTo>
                <a:lnTo>
                  <a:pt x="55626" y="5225"/>
                </a:lnTo>
                <a:lnTo>
                  <a:pt x="51054" y="2939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4463"/>
                </a:lnTo>
                <a:lnTo>
                  <a:pt x="18288" y="4463"/>
                </a:lnTo>
                <a:lnTo>
                  <a:pt x="18288" y="15893"/>
                </a:lnTo>
                <a:lnTo>
                  <a:pt x="23622" y="12845"/>
                </a:lnTo>
                <a:lnTo>
                  <a:pt x="23622" y="13280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232"/>
                </a:lnTo>
                <a:lnTo>
                  <a:pt x="47244" y="11321"/>
                </a:lnTo>
                <a:lnTo>
                  <a:pt x="47244" y="11702"/>
                </a:lnTo>
                <a:lnTo>
                  <a:pt x="50292" y="13226"/>
                </a:lnTo>
                <a:lnTo>
                  <a:pt x="50292" y="12845"/>
                </a:lnTo>
                <a:lnTo>
                  <a:pt x="54102" y="15385"/>
                </a:lnTo>
                <a:lnTo>
                  <a:pt x="54102" y="15131"/>
                </a:lnTo>
                <a:lnTo>
                  <a:pt x="54864" y="15893"/>
                </a:lnTo>
                <a:lnTo>
                  <a:pt x="54864" y="16274"/>
                </a:lnTo>
                <a:lnTo>
                  <a:pt x="57150" y="19703"/>
                </a:lnTo>
                <a:lnTo>
                  <a:pt x="57150" y="20084"/>
                </a:lnTo>
                <a:lnTo>
                  <a:pt x="57912" y="21227"/>
                </a:lnTo>
                <a:lnTo>
                  <a:pt x="58674" y="22751"/>
                </a:lnTo>
                <a:lnTo>
                  <a:pt x="58674" y="25037"/>
                </a:lnTo>
                <a:lnTo>
                  <a:pt x="59436" y="26561"/>
                </a:lnTo>
                <a:lnTo>
                  <a:pt x="59436" y="49421"/>
                </a:lnTo>
                <a:lnTo>
                  <a:pt x="60198" y="48659"/>
                </a:lnTo>
                <a:lnTo>
                  <a:pt x="60960" y="48659"/>
                </a:lnTo>
                <a:close/>
              </a:path>
              <a:path w="68579" h="62229">
                <a:moveTo>
                  <a:pt x="26670" y="61136"/>
                </a:moveTo>
                <a:lnTo>
                  <a:pt x="26670" y="51707"/>
                </a:lnTo>
                <a:lnTo>
                  <a:pt x="21336" y="50183"/>
                </a:lnTo>
                <a:lnTo>
                  <a:pt x="21336" y="60198"/>
                </a:lnTo>
                <a:lnTo>
                  <a:pt x="23622" y="60851"/>
                </a:lnTo>
                <a:lnTo>
                  <a:pt x="25146" y="60946"/>
                </a:lnTo>
                <a:lnTo>
                  <a:pt x="26670" y="61136"/>
                </a:lnTo>
                <a:close/>
              </a:path>
              <a:path w="68579" h="62229">
                <a:moveTo>
                  <a:pt x="23622" y="13280"/>
                </a:moveTo>
                <a:lnTo>
                  <a:pt x="23622" y="12845"/>
                </a:lnTo>
                <a:lnTo>
                  <a:pt x="22860" y="13607"/>
                </a:lnTo>
                <a:lnTo>
                  <a:pt x="23622" y="13280"/>
                </a:lnTo>
                <a:close/>
              </a:path>
              <a:path w="68579" h="62229">
                <a:moveTo>
                  <a:pt x="36576" y="60851"/>
                </a:moveTo>
                <a:lnTo>
                  <a:pt x="36576" y="51707"/>
                </a:lnTo>
                <a:lnTo>
                  <a:pt x="30480" y="51707"/>
                </a:lnTo>
                <a:lnTo>
                  <a:pt x="25908" y="50945"/>
                </a:lnTo>
                <a:lnTo>
                  <a:pt x="26670" y="51707"/>
                </a:lnTo>
                <a:lnTo>
                  <a:pt x="26670" y="61136"/>
                </a:lnTo>
                <a:lnTo>
                  <a:pt x="30480" y="61613"/>
                </a:lnTo>
                <a:lnTo>
                  <a:pt x="32004" y="61504"/>
                </a:lnTo>
                <a:lnTo>
                  <a:pt x="36576" y="60851"/>
                </a:lnTo>
                <a:close/>
              </a:path>
              <a:path w="68579" h="62229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79" h="62229">
                <a:moveTo>
                  <a:pt x="31242" y="51707"/>
                </a:moveTo>
                <a:lnTo>
                  <a:pt x="30480" y="51598"/>
                </a:lnTo>
                <a:lnTo>
                  <a:pt x="31242" y="51707"/>
                </a:lnTo>
                <a:close/>
              </a:path>
              <a:path w="68579" h="62229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79" h="62229">
                <a:moveTo>
                  <a:pt x="41148" y="59898"/>
                </a:moveTo>
                <a:lnTo>
                  <a:pt x="41148" y="50183"/>
                </a:lnTo>
                <a:lnTo>
                  <a:pt x="35052" y="51707"/>
                </a:lnTo>
                <a:lnTo>
                  <a:pt x="36576" y="51707"/>
                </a:lnTo>
                <a:lnTo>
                  <a:pt x="36576" y="60851"/>
                </a:lnTo>
                <a:lnTo>
                  <a:pt x="37338" y="60851"/>
                </a:lnTo>
                <a:lnTo>
                  <a:pt x="41148" y="59898"/>
                </a:lnTo>
                <a:close/>
              </a:path>
              <a:path w="68579" h="62229">
                <a:moveTo>
                  <a:pt x="46482" y="47897"/>
                </a:moveTo>
                <a:lnTo>
                  <a:pt x="40386" y="50183"/>
                </a:lnTo>
                <a:lnTo>
                  <a:pt x="41148" y="50183"/>
                </a:lnTo>
                <a:lnTo>
                  <a:pt x="41148" y="59898"/>
                </a:lnTo>
                <a:lnTo>
                  <a:pt x="43434" y="59327"/>
                </a:lnTo>
                <a:lnTo>
                  <a:pt x="44196" y="59327"/>
                </a:lnTo>
                <a:lnTo>
                  <a:pt x="45720" y="58565"/>
                </a:lnTo>
                <a:lnTo>
                  <a:pt x="45720" y="48659"/>
                </a:lnTo>
                <a:lnTo>
                  <a:pt x="46482" y="47897"/>
                </a:lnTo>
                <a:close/>
              </a:path>
              <a:path w="68579" h="62229">
                <a:moveTo>
                  <a:pt x="43434" y="10232"/>
                </a:moveTo>
                <a:lnTo>
                  <a:pt x="43434" y="9797"/>
                </a:lnTo>
                <a:lnTo>
                  <a:pt x="41910" y="9797"/>
                </a:lnTo>
                <a:lnTo>
                  <a:pt x="43434" y="10232"/>
                </a:lnTo>
                <a:close/>
              </a:path>
              <a:path w="68579" h="62229">
                <a:moveTo>
                  <a:pt x="50292" y="44849"/>
                </a:moveTo>
                <a:lnTo>
                  <a:pt x="45720" y="48659"/>
                </a:lnTo>
                <a:lnTo>
                  <a:pt x="45720" y="58565"/>
                </a:lnTo>
                <a:lnTo>
                  <a:pt x="49530" y="56660"/>
                </a:lnTo>
                <a:lnTo>
                  <a:pt x="49530" y="45611"/>
                </a:lnTo>
                <a:lnTo>
                  <a:pt x="50292" y="44849"/>
                </a:lnTo>
                <a:close/>
              </a:path>
              <a:path w="68579" h="62229">
                <a:moveTo>
                  <a:pt x="47244" y="11702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702"/>
                </a:lnTo>
                <a:close/>
              </a:path>
              <a:path w="68579" h="62229">
                <a:moveTo>
                  <a:pt x="53530" y="42277"/>
                </a:moveTo>
                <a:lnTo>
                  <a:pt x="49530" y="45611"/>
                </a:lnTo>
                <a:lnTo>
                  <a:pt x="49530" y="56660"/>
                </a:lnTo>
                <a:lnTo>
                  <a:pt x="50292" y="56279"/>
                </a:lnTo>
                <a:lnTo>
                  <a:pt x="51054" y="56279"/>
                </a:lnTo>
                <a:lnTo>
                  <a:pt x="53340" y="54755"/>
                </a:lnTo>
                <a:lnTo>
                  <a:pt x="53340" y="42563"/>
                </a:lnTo>
                <a:lnTo>
                  <a:pt x="53530" y="42277"/>
                </a:lnTo>
                <a:close/>
              </a:path>
              <a:path w="68579" h="62229">
                <a:moveTo>
                  <a:pt x="51054" y="13607"/>
                </a:moveTo>
                <a:lnTo>
                  <a:pt x="50292" y="12845"/>
                </a:lnTo>
                <a:lnTo>
                  <a:pt x="50292" y="13226"/>
                </a:lnTo>
                <a:lnTo>
                  <a:pt x="51054" y="13607"/>
                </a:lnTo>
                <a:close/>
              </a:path>
              <a:path w="68579" h="62229">
                <a:moveTo>
                  <a:pt x="54102" y="41801"/>
                </a:moveTo>
                <a:lnTo>
                  <a:pt x="53530" y="42277"/>
                </a:lnTo>
                <a:lnTo>
                  <a:pt x="53340" y="42563"/>
                </a:lnTo>
                <a:lnTo>
                  <a:pt x="54102" y="41801"/>
                </a:lnTo>
                <a:close/>
              </a:path>
              <a:path w="68579" h="62229">
                <a:moveTo>
                  <a:pt x="54102" y="54247"/>
                </a:moveTo>
                <a:lnTo>
                  <a:pt x="54102" y="41801"/>
                </a:lnTo>
                <a:lnTo>
                  <a:pt x="53340" y="42563"/>
                </a:lnTo>
                <a:lnTo>
                  <a:pt x="53340" y="54755"/>
                </a:lnTo>
                <a:lnTo>
                  <a:pt x="54102" y="54247"/>
                </a:lnTo>
                <a:close/>
              </a:path>
              <a:path w="68579" h="62229">
                <a:moveTo>
                  <a:pt x="58674" y="50183"/>
                </a:moveTo>
                <a:lnTo>
                  <a:pt x="58674" y="34181"/>
                </a:lnTo>
                <a:lnTo>
                  <a:pt x="56388" y="38753"/>
                </a:lnTo>
                <a:lnTo>
                  <a:pt x="56388" y="37991"/>
                </a:lnTo>
                <a:lnTo>
                  <a:pt x="53530" y="42277"/>
                </a:lnTo>
                <a:lnTo>
                  <a:pt x="54102" y="41801"/>
                </a:lnTo>
                <a:lnTo>
                  <a:pt x="54102" y="54247"/>
                </a:lnTo>
                <a:lnTo>
                  <a:pt x="55626" y="53231"/>
                </a:lnTo>
                <a:lnTo>
                  <a:pt x="58674" y="50183"/>
                </a:lnTo>
                <a:close/>
              </a:path>
              <a:path w="68579" h="62229">
                <a:moveTo>
                  <a:pt x="54864" y="15893"/>
                </a:moveTo>
                <a:lnTo>
                  <a:pt x="54102" y="15131"/>
                </a:lnTo>
                <a:lnTo>
                  <a:pt x="54406" y="15588"/>
                </a:lnTo>
                <a:lnTo>
                  <a:pt x="54864" y="15893"/>
                </a:lnTo>
                <a:close/>
              </a:path>
              <a:path w="68579" h="62229">
                <a:moveTo>
                  <a:pt x="54406" y="15588"/>
                </a:moveTo>
                <a:lnTo>
                  <a:pt x="54102" y="15131"/>
                </a:lnTo>
                <a:lnTo>
                  <a:pt x="54102" y="15385"/>
                </a:lnTo>
                <a:lnTo>
                  <a:pt x="54406" y="15588"/>
                </a:lnTo>
                <a:close/>
              </a:path>
              <a:path w="68579" h="62229">
                <a:moveTo>
                  <a:pt x="54864" y="16274"/>
                </a:moveTo>
                <a:lnTo>
                  <a:pt x="54864" y="15893"/>
                </a:lnTo>
                <a:lnTo>
                  <a:pt x="54406" y="15588"/>
                </a:lnTo>
                <a:lnTo>
                  <a:pt x="54864" y="16274"/>
                </a:lnTo>
                <a:close/>
              </a:path>
              <a:path w="68579" h="62229">
                <a:moveTo>
                  <a:pt x="57150" y="20084"/>
                </a:moveTo>
                <a:lnTo>
                  <a:pt x="57150" y="19703"/>
                </a:lnTo>
                <a:lnTo>
                  <a:pt x="56388" y="18941"/>
                </a:lnTo>
                <a:lnTo>
                  <a:pt x="57150" y="20084"/>
                </a:lnTo>
                <a:close/>
              </a:path>
              <a:path w="68579" h="62229">
                <a:moveTo>
                  <a:pt x="59436" y="49421"/>
                </a:moveTo>
                <a:lnTo>
                  <a:pt x="59436" y="30371"/>
                </a:lnTo>
                <a:lnTo>
                  <a:pt x="57912" y="34943"/>
                </a:lnTo>
                <a:lnTo>
                  <a:pt x="58674" y="34181"/>
                </a:lnTo>
                <a:lnTo>
                  <a:pt x="58674" y="50183"/>
                </a:lnTo>
                <a:lnTo>
                  <a:pt x="59436" y="49421"/>
                </a:lnTo>
                <a:close/>
              </a:path>
              <a:path w="68579" h="62229">
                <a:moveTo>
                  <a:pt x="64770" y="43325"/>
                </a:moveTo>
                <a:lnTo>
                  <a:pt x="64770" y="13607"/>
                </a:lnTo>
                <a:lnTo>
                  <a:pt x="60960" y="9797"/>
                </a:lnTo>
                <a:lnTo>
                  <a:pt x="60960" y="47897"/>
                </a:lnTo>
                <a:lnTo>
                  <a:pt x="64008" y="44087"/>
                </a:lnTo>
                <a:lnTo>
                  <a:pt x="64008" y="43325"/>
                </a:lnTo>
                <a:lnTo>
                  <a:pt x="64770" y="43325"/>
                </a:lnTo>
                <a:close/>
              </a:path>
              <a:path w="68579" h="62229">
                <a:moveTo>
                  <a:pt x="68580" y="32657"/>
                </a:moveTo>
                <a:lnTo>
                  <a:pt x="68580" y="21989"/>
                </a:lnTo>
                <a:lnTo>
                  <a:pt x="67056" y="18941"/>
                </a:lnTo>
                <a:lnTo>
                  <a:pt x="66294" y="16655"/>
                </a:lnTo>
                <a:lnTo>
                  <a:pt x="64770" y="14369"/>
                </a:lnTo>
                <a:lnTo>
                  <a:pt x="64770" y="42563"/>
                </a:lnTo>
                <a:lnTo>
                  <a:pt x="67056" y="37991"/>
                </a:lnTo>
                <a:lnTo>
                  <a:pt x="67056" y="37229"/>
                </a:lnTo>
                <a:lnTo>
                  <a:pt x="68580" y="32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CE741F2C-136D-4B04-9184-6B64C0E723C1}"/>
              </a:ext>
            </a:extLst>
          </p:cNvPr>
          <p:cNvSpPr/>
          <p:nvPr/>
        </p:nvSpPr>
        <p:spPr>
          <a:xfrm>
            <a:off x="2468012" y="2827458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80" h="62229">
                <a:moveTo>
                  <a:pt x="38100" y="9906"/>
                </a:moveTo>
                <a:lnTo>
                  <a:pt x="38100" y="0"/>
                </a:lnTo>
                <a:lnTo>
                  <a:pt x="37338" y="762"/>
                </a:lnTo>
                <a:lnTo>
                  <a:pt x="30886" y="850"/>
                </a:lnTo>
                <a:lnTo>
                  <a:pt x="25146" y="2286"/>
                </a:lnTo>
                <a:lnTo>
                  <a:pt x="24384" y="2286"/>
                </a:lnTo>
                <a:lnTo>
                  <a:pt x="19050" y="5334"/>
                </a:lnTo>
                <a:lnTo>
                  <a:pt x="18288" y="5334"/>
                </a:lnTo>
                <a:lnTo>
                  <a:pt x="12954" y="8382"/>
                </a:lnTo>
                <a:lnTo>
                  <a:pt x="12954" y="9144"/>
                </a:lnTo>
                <a:lnTo>
                  <a:pt x="12192" y="9144"/>
                </a:lnTo>
                <a:lnTo>
                  <a:pt x="7620" y="13716"/>
                </a:lnTo>
                <a:lnTo>
                  <a:pt x="4572" y="18288"/>
                </a:lnTo>
                <a:lnTo>
                  <a:pt x="3810" y="19050"/>
                </a:lnTo>
                <a:lnTo>
                  <a:pt x="1524" y="23622"/>
                </a:lnTo>
                <a:lnTo>
                  <a:pt x="1524" y="24384"/>
                </a:lnTo>
                <a:lnTo>
                  <a:pt x="0" y="29718"/>
                </a:lnTo>
                <a:lnTo>
                  <a:pt x="0" y="36576"/>
                </a:lnTo>
                <a:lnTo>
                  <a:pt x="2286" y="45720"/>
                </a:lnTo>
                <a:lnTo>
                  <a:pt x="3810" y="48006"/>
                </a:lnTo>
                <a:lnTo>
                  <a:pt x="6096" y="50292"/>
                </a:lnTo>
                <a:lnTo>
                  <a:pt x="7620" y="52578"/>
                </a:lnTo>
                <a:lnTo>
                  <a:pt x="8382" y="53340"/>
                </a:lnTo>
                <a:lnTo>
                  <a:pt x="9144" y="53949"/>
                </a:lnTo>
                <a:lnTo>
                  <a:pt x="9144" y="32004"/>
                </a:lnTo>
                <a:lnTo>
                  <a:pt x="10668" y="26670"/>
                </a:lnTo>
                <a:lnTo>
                  <a:pt x="10668" y="27432"/>
                </a:lnTo>
                <a:lnTo>
                  <a:pt x="12192" y="24384"/>
                </a:lnTo>
                <a:lnTo>
                  <a:pt x="12192" y="23622"/>
                </a:lnTo>
                <a:lnTo>
                  <a:pt x="15240" y="19050"/>
                </a:lnTo>
                <a:lnTo>
                  <a:pt x="15240" y="19812"/>
                </a:lnTo>
                <a:lnTo>
                  <a:pt x="19050" y="16002"/>
                </a:lnTo>
                <a:lnTo>
                  <a:pt x="19050" y="16328"/>
                </a:lnTo>
                <a:lnTo>
                  <a:pt x="22860" y="14151"/>
                </a:lnTo>
                <a:lnTo>
                  <a:pt x="22860" y="13716"/>
                </a:lnTo>
                <a:lnTo>
                  <a:pt x="27432" y="11756"/>
                </a:lnTo>
                <a:lnTo>
                  <a:pt x="27432" y="11430"/>
                </a:lnTo>
                <a:lnTo>
                  <a:pt x="33528" y="9906"/>
                </a:lnTo>
                <a:lnTo>
                  <a:pt x="33528" y="10559"/>
                </a:lnTo>
                <a:lnTo>
                  <a:pt x="37338" y="10014"/>
                </a:lnTo>
                <a:lnTo>
                  <a:pt x="38100" y="9906"/>
                </a:lnTo>
                <a:close/>
              </a:path>
              <a:path w="68580" h="62229">
                <a:moveTo>
                  <a:pt x="9906" y="31242"/>
                </a:moveTo>
                <a:lnTo>
                  <a:pt x="9144" y="32004"/>
                </a:lnTo>
                <a:lnTo>
                  <a:pt x="9144" y="32766"/>
                </a:lnTo>
                <a:lnTo>
                  <a:pt x="9906" y="31242"/>
                </a:lnTo>
                <a:close/>
              </a:path>
              <a:path w="68580" h="62229">
                <a:moveTo>
                  <a:pt x="18288" y="59436"/>
                </a:moveTo>
                <a:lnTo>
                  <a:pt x="18288" y="48768"/>
                </a:lnTo>
                <a:lnTo>
                  <a:pt x="14478" y="45720"/>
                </a:lnTo>
                <a:lnTo>
                  <a:pt x="14478" y="46482"/>
                </a:lnTo>
                <a:lnTo>
                  <a:pt x="12954" y="44196"/>
                </a:lnTo>
                <a:lnTo>
                  <a:pt x="12192" y="42672"/>
                </a:lnTo>
                <a:lnTo>
                  <a:pt x="10668" y="41148"/>
                </a:lnTo>
                <a:lnTo>
                  <a:pt x="9906" y="38862"/>
                </a:lnTo>
                <a:lnTo>
                  <a:pt x="9906" y="37338"/>
                </a:lnTo>
                <a:lnTo>
                  <a:pt x="9144" y="35052"/>
                </a:lnTo>
                <a:lnTo>
                  <a:pt x="9144" y="53949"/>
                </a:lnTo>
                <a:lnTo>
                  <a:pt x="12192" y="56388"/>
                </a:lnTo>
                <a:lnTo>
                  <a:pt x="12954" y="56388"/>
                </a:lnTo>
                <a:lnTo>
                  <a:pt x="12954" y="57150"/>
                </a:lnTo>
                <a:lnTo>
                  <a:pt x="17526" y="59436"/>
                </a:lnTo>
                <a:lnTo>
                  <a:pt x="18288" y="59436"/>
                </a:lnTo>
                <a:close/>
              </a:path>
              <a:path w="68580" h="62229">
                <a:moveTo>
                  <a:pt x="12954" y="22860"/>
                </a:moveTo>
                <a:lnTo>
                  <a:pt x="12192" y="23622"/>
                </a:lnTo>
                <a:lnTo>
                  <a:pt x="12192" y="24384"/>
                </a:lnTo>
                <a:lnTo>
                  <a:pt x="12954" y="22860"/>
                </a:lnTo>
                <a:close/>
              </a:path>
              <a:path w="68580" h="62229">
                <a:moveTo>
                  <a:pt x="22098" y="60524"/>
                </a:moveTo>
                <a:lnTo>
                  <a:pt x="22098" y="51054"/>
                </a:lnTo>
                <a:lnTo>
                  <a:pt x="17526" y="48006"/>
                </a:lnTo>
                <a:lnTo>
                  <a:pt x="18288" y="48768"/>
                </a:lnTo>
                <a:lnTo>
                  <a:pt x="18288" y="59436"/>
                </a:lnTo>
                <a:lnTo>
                  <a:pt x="22098" y="60524"/>
                </a:lnTo>
                <a:close/>
              </a:path>
              <a:path w="68580" h="62229">
                <a:moveTo>
                  <a:pt x="19050" y="16328"/>
                </a:moveTo>
                <a:lnTo>
                  <a:pt x="19050" y="16002"/>
                </a:lnTo>
                <a:lnTo>
                  <a:pt x="18288" y="16764"/>
                </a:lnTo>
                <a:lnTo>
                  <a:pt x="19050" y="16328"/>
                </a:lnTo>
                <a:close/>
              </a:path>
              <a:path w="68580" h="62229">
                <a:moveTo>
                  <a:pt x="26670" y="51816"/>
                </a:moveTo>
                <a:lnTo>
                  <a:pt x="21336" y="50292"/>
                </a:lnTo>
                <a:lnTo>
                  <a:pt x="22098" y="51054"/>
                </a:lnTo>
                <a:lnTo>
                  <a:pt x="22098" y="60524"/>
                </a:lnTo>
                <a:lnTo>
                  <a:pt x="23622" y="60960"/>
                </a:lnTo>
                <a:lnTo>
                  <a:pt x="25146" y="61055"/>
                </a:lnTo>
                <a:lnTo>
                  <a:pt x="25908" y="61150"/>
                </a:lnTo>
                <a:lnTo>
                  <a:pt x="25908" y="51816"/>
                </a:lnTo>
                <a:lnTo>
                  <a:pt x="26670" y="51816"/>
                </a:lnTo>
                <a:close/>
              </a:path>
              <a:path w="68580" h="62229">
                <a:moveTo>
                  <a:pt x="23622" y="13716"/>
                </a:moveTo>
                <a:lnTo>
                  <a:pt x="22860" y="13716"/>
                </a:lnTo>
                <a:lnTo>
                  <a:pt x="22860" y="14151"/>
                </a:lnTo>
                <a:lnTo>
                  <a:pt x="23622" y="13716"/>
                </a:lnTo>
                <a:close/>
              </a:path>
              <a:path w="68580" h="62229">
                <a:moveTo>
                  <a:pt x="31242" y="61722"/>
                </a:moveTo>
                <a:lnTo>
                  <a:pt x="31242" y="52578"/>
                </a:lnTo>
                <a:lnTo>
                  <a:pt x="30480" y="52578"/>
                </a:lnTo>
                <a:lnTo>
                  <a:pt x="25908" y="51816"/>
                </a:lnTo>
                <a:lnTo>
                  <a:pt x="25908" y="61150"/>
                </a:lnTo>
                <a:lnTo>
                  <a:pt x="30480" y="61722"/>
                </a:lnTo>
                <a:lnTo>
                  <a:pt x="31242" y="61722"/>
                </a:lnTo>
                <a:close/>
              </a:path>
              <a:path w="68580" h="62229">
                <a:moveTo>
                  <a:pt x="28194" y="11430"/>
                </a:moveTo>
                <a:lnTo>
                  <a:pt x="27432" y="11430"/>
                </a:lnTo>
                <a:lnTo>
                  <a:pt x="27432" y="11756"/>
                </a:lnTo>
                <a:lnTo>
                  <a:pt x="28194" y="11430"/>
                </a:lnTo>
                <a:close/>
              </a:path>
              <a:path w="68580" h="62229">
                <a:moveTo>
                  <a:pt x="30886" y="52527"/>
                </a:moveTo>
                <a:lnTo>
                  <a:pt x="30480" y="52469"/>
                </a:lnTo>
                <a:lnTo>
                  <a:pt x="30886" y="52527"/>
                </a:lnTo>
                <a:close/>
              </a:path>
              <a:path w="68580" h="62229">
                <a:moveTo>
                  <a:pt x="36576" y="61722"/>
                </a:moveTo>
                <a:lnTo>
                  <a:pt x="36576" y="51816"/>
                </a:lnTo>
                <a:lnTo>
                  <a:pt x="30886" y="52527"/>
                </a:lnTo>
                <a:lnTo>
                  <a:pt x="31242" y="52578"/>
                </a:lnTo>
                <a:lnTo>
                  <a:pt x="31242" y="61722"/>
                </a:lnTo>
                <a:lnTo>
                  <a:pt x="36576" y="61722"/>
                </a:lnTo>
                <a:close/>
              </a:path>
              <a:path w="68580" h="62229">
                <a:moveTo>
                  <a:pt x="33528" y="10559"/>
                </a:moveTo>
                <a:lnTo>
                  <a:pt x="33528" y="9906"/>
                </a:lnTo>
                <a:lnTo>
                  <a:pt x="32766" y="10668"/>
                </a:lnTo>
                <a:lnTo>
                  <a:pt x="33528" y="10559"/>
                </a:lnTo>
                <a:close/>
              </a:path>
              <a:path w="68580" h="62229">
                <a:moveTo>
                  <a:pt x="41148" y="50292"/>
                </a:moveTo>
                <a:lnTo>
                  <a:pt x="35052" y="51816"/>
                </a:lnTo>
                <a:lnTo>
                  <a:pt x="36576" y="51816"/>
                </a:lnTo>
                <a:lnTo>
                  <a:pt x="36576" y="61722"/>
                </a:lnTo>
                <a:lnTo>
                  <a:pt x="37338" y="61722"/>
                </a:lnTo>
                <a:lnTo>
                  <a:pt x="37338" y="60960"/>
                </a:lnTo>
                <a:lnTo>
                  <a:pt x="40386" y="60198"/>
                </a:lnTo>
                <a:lnTo>
                  <a:pt x="40386" y="51054"/>
                </a:lnTo>
                <a:lnTo>
                  <a:pt x="41148" y="50292"/>
                </a:lnTo>
                <a:close/>
              </a:path>
              <a:path w="68580" h="62229">
                <a:moveTo>
                  <a:pt x="37744" y="9956"/>
                </a:moveTo>
                <a:lnTo>
                  <a:pt x="37338" y="9906"/>
                </a:lnTo>
                <a:lnTo>
                  <a:pt x="37744" y="9956"/>
                </a:lnTo>
                <a:close/>
              </a:path>
              <a:path w="68580" h="62229">
                <a:moveTo>
                  <a:pt x="68580" y="32766"/>
                </a:moveTo>
                <a:lnTo>
                  <a:pt x="68580" y="22860"/>
                </a:lnTo>
                <a:lnTo>
                  <a:pt x="67056" y="19812"/>
                </a:lnTo>
                <a:lnTo>
                  <a:pt x="66294" y="16764"/>
                </a:lnTo>
                <a:lnTo>
                  <a:pt x="64770" y="14478"/>
                </a:lnTo>
                <a:lnTo>
                  <a:pt x="64770" y="13716"/>
                </a:lnTo>
                <a:lnTo>
                  <a:pt x="60960" y="9906"/>
                </a:lnTo>
                <a:lnTo>
                  <a:pt x="60960" y="9144"/>
                </a:lnTo>
                <a:lnTo>
                  <a:pt x="60198" y="9144"/>
                </a:lnTo>
                <a:lnTo>
                  <a:pt x="56388" y="6096"/>
                </a:lnTo>
                <a:lnTo>
                  <a:pt x="55626" y="5334"/>
                </a:lnTo>
                <a:lnTo>
                  <a:pt x="51054" y="3048"/>
                </a:lnTo>
                <a:lnTo>
                  <a:pt x="50292" y="3048"/>
                </a:lnTo>
                <a:lnTo>
                  <a:pt x="50292" y="2286"/>
                </a:lnTo>
                <a:lnTo>
                  <a:pt x="44958" y="1524"/>
                </a:lnTo>
                <a:lnTo>
                  <a:pt x="44958" y="762"/>
                </a:lnTo>
                <a:lnTo>
                  <a:pt x="38100" y="762"/>
                </a:lnTo>
                <a:lnTo>
                  <a:pt x="38100" y="9906"/>
                </a:lnTo>
                <a:lnTo>
                  <a:pt x="37744" y="9956"/>
                </a:lnTo>
                <a:lnTo>
                  <a:pt x="43434" y="10668"/>
                </a:lnTo>
                <a:lnTo>
                  <a:pt x="43434" y="11103"/>
                </a:lnTo>
                <a:lnTo>
                  <a:pt x="46482" y="11974"/>
                </a:lnTo>
                <a:lnTo>
                  <a:pt x="46482" y="11430"/>
                </a:lnTo>
                <a:lnTo>
                  <a:pt x="51054" y="13716"/>
                </a:lnTo>
                <a:lnTo>
                  <a:pt x="51054" y="14224"/>
                </a:lnTo>
                <a:lnTo>
                  <a:pt x="54102" y="16256"/>
                </a:lnTo>
                <a:lnTo>
                  <a:pt x="54102" y="16002"/>
                </a:lnTo>
                <a:lnTo>
                  <a:pt x="54864" y="16764"/>
                </a:lnTo>
                <a:lnTo>
                  <a:pt x="54864" y="16954"/>
                </a:lnTo>
                <a:lnTo>
                  <a:pt x="57150" y="19812"/>
                </a:lnTo>
                <a:lnTo>
                  <a:pt x="57150" y="20193"/>
                </a:lnTo>
                <a:lnTo>
                  <a:pt x="57912" y="21336"/>
                </a:lnTo>
                <a:lnTo>
                  <a:pt x="58674" y="23622"/>
                </a:lnTo>
                <a:lnTo>
                  <a:pt x="58674" y="25146"/>
                </a:lnTo>
                <a:lnTo>
                  <a:pt x="59436" y="27432"/>
                </a:lnTo>
                <a:lnTo>
                  <a:pt x="59436" y="49682"/>
                </a:lnTo>
                <a:lnTo>
                  <a:pt x="60198" y="48768"/>
                </a:lnTo>
                <a:lnTo>
                  <a:pt x="60960" y="48768"/>
                </a:lnTo>
                <a:lnTo>
                  <a:pt x="64008" y="44196"/>
                </a:lnTo>
                <a:lnTo>
                  <a:pt x="64770" y="43434"/>
                </a:lnTo>
                <a:lnTo>
                  <a:pt x="67056" y="38862"/>
                </a:lnTo>
                <a:lnTo>
                  <a:pt x="67056" y="37338"/>
                </a:lnTo>
                <a:lnTo>
                  <a:pt x="68580" y="32766"/>
                </a:lnTo>
                <a:close/>
              </a:path>
              <a:path w="68580" h="62229">
                <a:moveTo>
                  <a:pt x="46482" y="48006"/>
                </a:moveTo>
                <a:lnTo>
                  <a:pt x="40386" y="51054"/>
                </a:lnTo>
                <a:lnTo>
                  <a:pt x="40386" y="60198"/>
                </a:lnTo>
                <a:lnTo>
                  <a:pt x="43434" y="59436"/>
                </a:lnTo>
                <a:lnTo>
                  <a:pt x="44196" y="59436"/>
                </a:lnTo>
                <a:lnTo>
                  <a:pt x="45720" y="58864"/>
                </a:lnTo>
                <a:lnTo>
                  <a:pt x="45720" y="48768"/>
                </a:lnTo>
                <a:lnTo>
                  <a:pt x="46482" y="48006"/>
                </a:lnTo>
                <a:close/>
              </a:path>
              <a:path w="68580" h="62229">
                <a:moveTo>
                  <a:pt x="43434" y="11103"/>
                </a:moveTo>
                <a:lnTo>
                  <a:pt x="43434" y="10668"/>
                </a:lnTo>
                <a:lnTo>
                  <a:pt x="41910" y="10668"/>
                </a:lnTo>
                <a:lnTo>
                  <a:pt x="43434" y="11103"/>
                </a:lnTo>
                <a:close/>
              </a:path>
              <a:path w="68580" h="62229">
                <a:moveTo>
                  <a:pt x="50292" y="57150"/>
                </a:moveTo>
                <a:lnTo>
                  <a:pt x="50292" y="45720"/>
                </a:lnTo>
                <a:lnTo>
                  <a:pt x="45720" y="48768"/>
                </a:lnTo>
                <a:lnTo>
                  <a:pt x="45720" y="58864"/>
                </a:lnTo>
                <a:lnTo>
                  <a:pt x="50292" y="57150"/>
                </a:lnTo>
                <a:close/>
              </a:path>
              <a:path w="68580" h="62229">
                <a:moveTo>
                  <a:pt x="47244" y="12192"/>
                </a:moveTo>
                <a:lnTo>
                  <a:pt x="46482" y="11430"/>
                </a:lnTo>
                <a:lnTo>
                  <a:pt x="46482" y="11974"/>
                </a:lnTo>
                <a:lnTo>
                  <a:pt x="47244" y="12192"/>
                </a:lnTo>
                <a:close/>
              </a:path>
              <a:path w="68580" h="62229">
                <a:moveTo>
                  <a:pt x="53530" y="42386"/>
                </a:moveTo>
                <a:lnTo>
                  <a:pt x="49530" y="45720"/>
                </a:lnTo>
                <a:lnTo>
                  <a:pt x="50292" y="45720"/>
                </a:lnTo>
                <a:lnTo>
                  <a:pt x="50292" y="57150"/>
                </a:lnTo>
                <a:lnTo>
                  <a:pt x="51054" y="56388"/>
                </a:lnTo>
                <a:lnTo>
                  <a:pt x="53340" y="54864"/>
                </a:lnTo>
                <a:lnTo>
                  <a:pt x="53340" y="42672"/>
                </a:lnTo>
                <a:lnTo>
                  <a:pt x="53530" y="42386"/>
                </a:lnTo>
                <a:close/>
              </a:path>
              <a:path w="68580" h="62229">
                <a:moveTo>
                  <a:pt x="51054" y="14224"/>
                </a:moveTo>
                <a:lnTo>
                  <a:pt x="51054" y="13716"/>
                </a:lnTo>
                <a:lnTo>
                  <a:pt x="50292" y="13716"/>
                </a:lnTo>
                <a:lnTo>
                  <a:pt x="51054" y="14224"/>
                </a:lnTo>
                <a:close/>
              </a:path>
              <a:path w="68580" h="62229">
                <a:moveTo>
                  <a:pt x="54102" y="41910"/>
                </a:moveTo>
                <a:lnTo>
                  <a:pt x="53530" y="42386"/>
                </a:lnTo>
                <a:lnTo>
                  <a:pt x="53340" y="42672"/>
                </a:lnTo>
                <a:lnTo>
                  <a:pt x="54102" y="41910"/>
                </a:lnTo>
                <a:close/>
              </a:path>
              <a:path w="68580" h="62229">
                <a:moveTo>
                  <a:pt x="54102" y="54356"/>
                </a:moveTo>
                <a:lnTo>
                  <a:pt x="54102" y="41910"/>
                </a:lnTo>
                <a:lnTo>
                  <a:pt x="53340" y="42672"/>
                </a:lnTo>
                <a:lnTo>
                  <a:pt x="53340" y="54864"/>
                </a:lnTo>
                <a:lnTo>
                  <a:pt x="54102" y="54356"/>
                </a:lnTo>
                <a:close/>
              </a:path>
              <a:path w="68580" h="62229">
                <a:moveTo>
                  <a:pt x="58674" y="50596"/>
                </a:moveTo>
                <a:lnTo>
                  <a:pt x="58674" y="34290"/>
                </a:lnTo>
                <a:lnTo>
                  <a:pt x="56388" y="39624"/>
                </a:lnTo>
                <a:lnTo>
                  <a:pt x="56388" y="38100"/>
                </a:lnTo>
                <a:lnTo>
                  <a:pt x="53530" y="42386"/>
                </a:lnTo>
                <a:lnTo>
                  <a:pt x="54102" y="41910"/>
                </a:lnTo>
                <a:lnTo>
                  <a:pt x="54102" y="54356"/>
                </a:lnTo>
                <a:lnTo>
                  <a:pt x="55626" y="53340"/>
                </a:lnTo>
                <a:lnTo>
                  <a:pt x="56388" y="53340"/>
                </a:lnTo>
                <a:lnTo>
                  <a:pt x="58674" y="50596"/>
                </a:lnTo>
                <a:close/>
              </a:path>
              <a:path w="68580" h="62229">
                <a:moveTo>
                  <a:pt x="54864" y="16764"/>
                </a:moveTo>
                <a:lnTo>
                  <a:pt x="54102" y="16002"/>
                </a:lnTo>
                <a:lnTo>
                  <a:pt x="54537" y="16546"/>
                </a:lnTo>
                <a:lnTo>
                  <a:pt x="54864" y="16764"/>
                </a:lnTo>
                <a:close/>
              </a:path>
              <a:path w="68580" h="62229">
                <a:moveTo>
                  <a:pt x="54537" y="16546"/>
                </a:moveTo>
                <a:lnTo>
                  <a:pt x="54102" y="16002"/>
                </a:lnTo>
                <a:lnTo>
                  <a:pt x="54102" y="16256"/>
                </a:lnTo>
                <a:lnTo>
                  <a:pt x="54537" y="16546"/>
                </a:lnTo>
                <a:close/>
              </a:path>
              <a:path w="68580" h="62229">
                <a:moveTo>
                  <a:pt x="54864" y="16954"/>
                </a:moveTo>
                <a:lnTo>
                  <a:pt x="54864" y="16764"/>
                </a:lnTo>
                <a:lnTo>
                  <a:pt x="54537" y="16546"/>
                </a:lnTo>
                <a:lnTo>
                  <a:pt x="54864" y="16954"/>
                </a:lnTo>
                <a:close/>
              </a:path>
              <a:path w="68580" h="62229">
                <a:moveTo>
                  <a:pt x="57150" y="20193"/>
                </a:moveTo>
                <a:lnTo>
                  <a:pt x="57150" y="19812"/>
                </a:lnTo>
                <a:lnTo>
                  <a:pt x="56388" y="19050"/>
                </a:lnTo>
                <a:lnTo>
                  <a:pt x="57150" y="20193"/>
                </a:lnTo>
                <a:close/>
              </a:path>
              <a:path w="68580" h="62229">
                <a:moveTo>
                  <a:pt x="59436" y="49682"/>
                </a:moveTo>
                <a:lnTo>
                  <a:pt x="59436" y="30480"/>
                </a:lnTo>
                <a:lnTo>
                  <a:pt x="57912" y="35052"/>
                </a:lnTo>
                <a:lnTo>
                  <a:pt x="58674" y="34290"/>
                </a:lnTo>
                <a:lnTo>
                  <a:pt x="58674" y="50596"/>
                </a:lnTo>
                <a:lnTo>
                  <a:pt x="59436" y="49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8D12D68D-CF07-423E-9301-EE64FF3D8B88}"/>
              </a:ext>
            </a:extLst>
          </p:cNvPr>
          <p:cNvSpPr/>
          <p:nvPr/>
        </p:nvSpPr>
        <p:spPr>
          <a:xfrm>
            <a:off x="4335361" y="3907706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8382" y="51816"/>
                </a:moveTo>
                <a:lnTo>
                  <a:pt x="8382" y="12954"/>
                </a:lnTo>
                <a:lnTo>
                  <a:pt x="4572" y="17526"/>
                </a:lnTo>
                <a:lnTo>
                  <a:pt x="4572" y="18288"/>
                </a:lnTo>
                <a:lnTo>
                  <a:pt x="2286" y="22860"/>
                </a:lnTo>
                <a:lnTo>
                  <a:pt x="1524" y="23622"/>
                </a:lnTo>
                <a:lnTo>
                  <a:pt x="762" y="28956"/>
                </a:lnTo>
                <a:lnTo>
                  <a:pt x="0" y="29718"/>
                </a:lnTo>
                <a:lnTo>
                  <a:pt x="0" y="35814"/>
                </a:lnTo>
                <a:lnTo>
                  <a:pt x="1524" y="41910"/>
                </a:lnTo>
                <a:lnTo>
                  <a:pt x="3048" y="44958"/>
                </a:lnTo>
                <a:lnTo>
                  <a:pt x="4572" y="47244"/>
                </a:lnTo>
                <a:lnTo>
                  <a:pt x="6096" y="50292"/>
                </a:lnTo>
                <a:lnTo>
                  <a:pt x="7620" y="51816"/>
                </a:lnTo>
                <a:lnTo>
                  <a:pt x="8382" y="51816"/>
                </a:lnTo>
                <a:close/>
              </a:path>
              <a:path w="69850" h="60960">
                <a:moveTo>
                  <a:pt x="60960" y="48768"/>
                </a:moveTo>
                <a:lnTo>
                  <a:pt x="60960" y="8382"/>
                </a:lnTo>
                <a:lnTo>
                  <a:pt x="56388" y="5334"/>
                </a:lnTo>
                <a:lnTo>
                  <a:pt x="56388" y="4572"/>
                </a:lnTo>
                <a:lnTo>
                  <a:pt x="55626" y="4572"/>
                </a:lnTo>
                <a:lnTo>
                  <a:pt x="51054" y="2286"/>
                </a:lnTo>
                <a:lnTo>
                  <a:pt x="50292" y="2286"/>
                </a:lnTo>
                <a:lnTo>
                  <a:pt x="44958" y="762"/>
                </a:lnTo>
                <a:lnTo>
                  <a:pt x="44196" y="0"/>
                </a:lnTo>
                <a:lnTo>
                  <a:pt x="30886" y="88"/>
                </a:lnTo>
                <a:lnTo>
                  <a:pt x="25146" y="1524"/>
                </a:lnTo>
                <a:lnTo>
                  <a:pt x="24384" y="2286"/>
                </a:lnTo>
                <a:lnTo>
                  <a:pt x="19050" y="4572"/>
                </a:lnTo>
                <a:lnTo>
                  <a:pt x="18288" y="4572"/>
                </a:lnTo>
                <a:lnTo>
                  <a:pt x="13716" y="8382"/>
                </a:lnTo>
                <a:lnTo>
                  <a:pt x="12954" y="8382"/>
                </a:lnTo>
                <a:lnTo>
                  <a:pt x="8382" y="12192"/>
                </a:lnTo>
                <a:lnTo>
                  <a:pt x="8382" y="52578"/>
                </a:lnTo>
                <a:lnTo>
                  <a:pt x="9906" y="53797"/>
                </a:lnTo>
                <a:lnTo>
                  <a:pt x="9906" y="31242"/>
                </a:lnTo>
                <a:lnTo>
                  <a:pt x="10668" y="25908"/>
                </a:lnTo>
                <a:lnTo>
                  <a:pt x="10668" y="27432"/>
                </a:lnTo>
                <a:lnTo>
                  <a:pt x="12192" y="23876"/>
                </a:lnTo>
                <a:lnTo>
                  <a:pt x="12192" y="22860"/>
                </a:lnTo>
                <a:lnTo>
                  <a:pt x="15240" y="19812"/>
                </a:lnTo>
                <a:lnTo>
                  <a:pt x="15240" y="19050"/>
                </a:lnTo>
                <a:lnTo>
                  <a:pt x="19050" y="15240"/>
                </a:lnTo>
                <a:lnTo>
                  <a:pt x="19050" y="15566"/>
                </a:lnTo>
                <a:lnTo>
                  <a:pt x="22860" y="13389"/>
                </a:lnTo>
                <a:lnTo>
                  <a:pt x="22860" y="12954"/>
                </a:lnTo>
                <a:lnTo>
                  <a:pt x="27432" y="10994"/>
                </a:lnTo>
                <a:lnTo>
                  <a:pt x="27432" y="10668"/>
                </a:lnTo>
                <a:lnTo>
                  <a:pt x="32766" y="10001"/>
                </a:lnTo>
                <a:lnTo>
                  <a:pt x="38100" y="9239"/>
                </a:lnTo>
                <a:lnTo>
                  <a:pt x="43434" y="9906"/>
                </a:lnTo>
                <a:lnTo>
                  <a:pt x="43434" y="10123"/>
                </a:lnTo>
                <a:lnTo>
                  <a:pt x="47244" y="11212"/>
                </a:lnTo>
                <a:lnTo>
                  <a:pt x="47244" y="10668"/>
                </a:lnTo>
                <a:lnTo>
                  <a:pt x="51816" y="12954"/>
                </a:lnTo>
                <a:lnTo>
                  <a:pt x="51816" y="13563"/>
                </a:lnTo>
                <a:lnTo>
                  <a:pt x="54102" y="15392"/>
                </a:lnTo>
                <a:lnTo>
                  <a:pt x="54102" y="15240"/>
                </a:lnTo>
                <a:lnTo>
                  <a:pt x="54864" y="16002"/>
                </a:lnTo>
                <a:lnTo>
                  <a:pt x="54864" y="16192"/>
                </a:lnTo>
                <a:lnTo>
                  <a:pt x="57150" y="19050"/>
                </a:lnTo>
                <a:lnTo>
                  <a:pt x="57150" y="18288"/>
                </a:lnTo>
                <a:lnTo>
                  <a:pt x="58674" y="22860"/>
                </a:lnTo>
                <a:lnTo>
                  <a:pt x="59436" y="24384"/>
                </a:lnTo>
                <a:lnTo>
                  <a:pt x="59436" y="50038"/>
                </a:lnTo>
                <a:lnTo>
                  <a:pt x="60960" y="48768"/>
                </a:lnTo>
                <a:close/>
              </a:path>
              <a:path w="69850" h="60960">
                <a:moveTo>
                  <a:pt x="15240" y="57367"/>
                </a:moveTo>
                <a:lnTo>
                  <a:pt x="15240" y="45720"/>
                </a:lnTo>
                <a:lnTo>
                  <a:pt x="12954" y="43434"/>
                </a:lnTo>
                <a:lnTo>
                  <a:pt x="11430" y="40386"/>
                </a:lnTo>
                <a:lnTo>
                  <a:pt x="10668" y="38100"/>
                </a:lnTo>
                <a:lnTo>
                  <a:pt x="9906" y="36576"/>
                </a:lnTo>
                <a:lnTo>
                  <a:pt x="9906" y="53797"/>
                </a:lnTo>
                <a:lnTo>
                  <a:pt x="12192" y="55626"/>
                </a:lnTo>
                <a:lnTo>
                  <a:pt x="12954" y="55626"/>
                </a:lnTo>
                <a:lnTo>
                  <a:pt x="12954" y="56388"/>
                </a:lnTo>
                <a:lnTo>
                  <a:pt x="15240" y="57367"/>
                </a:lnTo>
                <a:close/>
              </a:path>
              <a:path w="69850" h="60960">
                <a:moveTo>
                  <a:pt x="12954" y="22098"/>
                </a:moveTo>
                <a:lnTo>
                  <a:pt x="12192" y="22860"/>
                </a:lnTo>
                <a:lnTo>
                  <a:pt x="12192" y="23876"/>
                </a:lnTo>
                <a:lnTo>
                  <a:pt x="12954" y="22098"/>
                </a:lnTo>
                <a:close/>
              </a:path>
              <a:path w="69850" h="60960">
                <a:moveTo>
                  <a:pt x="18288" y="48006"/>
                </a:moveTo>
                <a:lnTo>
                  <a:pt x="14478" y="44958"/>
                </a:lnTo>
                <a:lnTo>
                  <a:pt x="15240" y="45720"/>
                </a:lnTo>
                <a:lnTo>
                  <a:pt x="15240" y="57367"/>
                </a:lnTo>
                <a:lnTo>
                  <a:pt x="17526" y="58347"/>
                </a:lnTo>
                <a:lnTo>
                  <a:pt x="17526" y="48006"/>
                </a:lnTo>
                <a:lnTo>
                  <a:pt x="18288" y="48006"/>
                </a:lnTo>
                <a:close/>
              </a:path>
              <a:path w="69850" h="60960">
                <a:moveTo>
                  <a:pt x="16002" y="19050"/>
                </a:moveTo>
                <a:lnTo>
                  <a:pt x="15240" y="19050"/>
                </a:lnTo>
                <a:lnTo>
                  <a:pt x="15240" y="19812"/>
                </a:lnTo>
                <a:lnTo>
                  <a:pt x="16002" y="19050"/>
                </a:lnTo>
                <a:close/>
              </a:path>
              <a:path w="69850" h="60960">
                <a:moveTo>
                  <a:pt x="22098" y="59544"/>
                </a:moveTo>
                <a:lnTo>
                  <a:pt x="22098" y="50292"/>
                </a:lnTo>
                <a:lnTo>
                  <a:pt x="17526" y="48006"/>
                </a:lnTo>
                <a:lnTo>
                  <a:pt x="17526" y="58347"/>
                </a:lnTo>
                <a:lnTo>
                  <a:pt x="18288" y="58674"/>
                </a:lnTo>
                <a:lnTo>
                  <a:pt x="19050" y="58674"/>
                </a:lnTo>
                <a:lnTo>
                  <a:pt x="22098" y="59544"/>
                </a:lnTo>
                <a:close/>
              </a:path>
              <a:path w="69850" h="60960">
                <a:moveTo>
                  <a:pt x="19050" y="15566"/>
                </a:moveTo>
                <a:lnTo>
                  <a:pt x="19050" y="15240"/>
                </a:lnTo>
                <a:lnTo>
                  <a:pt x="18288" y="16002"/>
                </a:lnTo>
                <a:lnTo>
                  <a:pt x="19050" y="15566"/>
                </a:lnTo>
                <a:close/>
              </a:path>
              <a:path w="69850" h="60960">
                <a:moveTo>
                  <a:pt x="26670" y="51054"/>
                </a:moveTo>
                <a:lnTo>
                  <a:pt x="21336" y="49530"/>
                </a:lnTo>
                <a:lnTo>
                  <a:pt x="22098" y="50292"/>
                </a:lnTo>
                <a:lnTo>
                  <a:pt x="22098" y="59544"/>
                </a:lnTo>
                <a:lnTo>
                  <a:pt x="24384" y="60198"/>
                </a:lnTo>
                <a:lnTo>
                  <a:pt x="25908" y="60306"/>
                </a:lnTo>
                <a:lnTo>
                  <a:pt x="25908" y="51054"/>
                </a:lnTo>
                <a:lnTo>
                  <a:pt x="26670" y="51054"/>
                </a:lnTo>
                <a:close/>
              </a:path>
              <a:path w="69850" h="60960">
                <a:moveTo>
                  <a:pt x="23622" y="12954"/>
                </a:moveTo>
                <a:lnTo>
                  <a:pt x="22860" y="12954"/>
                </a:lnTo>
                <a:lnTo>
                  <a:pt x="22860" y="13389"/>
                </a:lnTo>
                <a:lnTo>
                  <a:pt x="23622" y="12954"/>
                </a:lnTo>
                <a:close/>
              </a:path>
              <a:path w="69850" h="60960">
                <a:moveTo>
                  <a:pt x="31242" y="60960"/>
                </a:moveTo>
                <a:lnTo>
                  <a:pt x="31242" y="51816"/>
                </a:lnTo>
                <a:lnTo>
                  <a:pt x="30480" y="51816"/>
                </a:lnTo>
                <a:lnTo>
                  <a:pt x="25908" y="51054"/>
                </a:lnTo>
                <a:lnTo>
                  <a:pt x="25908" y="60306"/>
                </a:lnTo>
                <a:lnTo>
                  <a:pt x="30480" y="60960"/>
                </a:lnTo>
                <a:lnTo>
                  <a:pt x="31242" y="60960"/>
                </a:lnTo>
                <a:close/>
              </a:path>
              <a:path w="69850" h="60960">
                <a:moveTo>
                  <a:pt x="28194" y="10668"/>
                </a:moveTo>
                <a:lnTo>
                  <a:pt x="27432" y="10668"/>
                </a:lnTo>
                <a:lnTo>
                  <a:pt x="27432" y="10994"/>
                </a:lnTo>
                <a:lnTo>
                  <a:pt x="28194" y="10668"/>
                </a:lnTo>
                <a:close/>
              </a:path>
              <a:path w="69850" h="60960">
                <a:moveTo>
                  <a:pt x="30886" y="51765"/>
                </a:moveTo>
                <a:lnTo>
                  <a:pt x="30480" y="51707"/>
                </a:lnTo>
                <a:lnTo>
                  <a:pt x="30886" y="51765"/>
                </a:lnTo>
                <a:close/>
              </a:path>
              <a:path w="69850" h="60960">
                <a:moveTo>
                  <a:pt x="36576" y="60960"/>
                </a:moveTo>
                <a:lnTo>
                  <a:pt x="36576" y="51054"/>
                </a:lnTo>
                <a:lnTo>
                  <a:pt x="30886" y="51765"/>
                </a:lnTo>
                <a:lnTo>
                  <a:pt x="31242" y="51816"/>
                </a:lnTo>
                <a:lnTo>
                  <a:pt x="31242" y="60960"/>
                </a:lnTo>
                <a:lnTo>
                  <a:pt x="36576" y="60960"/>
                </a:lnTo>
                <a:close/>
              </a:path>
              <a:path w="69850" h="60960">
                <a:moveTo>
                  <a:pt x="33528" y="9906"/>
                </a:moveTo>
                <a:lnTo>
                  <a:pt x="32766" y="9906"/>
                </a:lnTo>
                <a:lnTo>
                  <a:pt x="33528" y="9906"/>
                </a:lnTo>
                <a:close/>
              </a:path>
              <a:path w="69850" h="60960">
                <a:moveTo>
                  <a:pt x="41910" y="49530"/>
                </a:moveTo>
                <a:lnTo>
                  <a:pt x="35814" y="51054"/>
                </a:lnTo>
                <a:lnTo>
                  <a:pt x="36576" y="51054"/>
                </a:lnTo>
                <a:lnTo>
                  <a:pt x="36576" y="60960"/>
                </a:lnTo>
                <a:lnTo>
                  <a:pt x="38455" y="60871"/>
                </a:lnTo>
                <a:lnTo>
                  <a:pt x="41148" y="60198"/>
                </a:lnTo>
                <a:lnTo>
                  <a:pt x="41148" y="50292"/>
                </a:lnTo>
                <a:lnTo>
                  <a:pt x="41910" y="49530"/>
                </a:lnTo>
                <a:close/>
              </a:path>
              <a:path w="69850" h="60960">
                <a:moveTo>
                  <a:pt x="38455" y="9194"/>
                </a:moveTo>
                <a:lnTo>
                  <a:pt x="38100" y="9144"/>
                </a:lnTo>
                <a:lnTo>
                  <a:pt x="38455" y="9194"/>
                </a:lnTo>
                <a:close/>
              </a:path>
              <a:path w="69850" h="60960">
                <a:moveTo>
                  <a:pt x="38862" y="9252"/>
                </a:moveTo>
                <a:lnTo>
                  <a:pt x="38455" y="9194"/>
                </a:lnTo>
                <a:lnTo>
                  <a:pt x="38862" y="9252"/>
                </a:lnTo>
                <a:close/>
              </a:path>
              <a:path w="69850" h="60960">
                <a:moveTo>
                  <a:pt x="46482" y="58020"/>
                </a:moveTo>
                <a:lnTo>
                  <a:pt x="46482" y="48006"/>
                </a:lnTo>
                <a:lnTo>
                  <a:pt x="41148" y="50292"/>
                </a:lnTo>
                <a:lnTo>
                  <a:pt x="41148" y="60198"/>
                </a:lnTo>
                <a:lnTo>
                  <a:pt x="44196" y="59436"/>
                </a:lnTo>
                <a:lnTo>
                  <a:pt x="44196" y="58674"/>
                </a:lnTo>
                <a:lnTo>
                  <a:pt x="44958" y="58674"/>
                </a:lnTo>
                <a:lnTo>
                  <a:pt x="46482" y="58020"/>
                </a:lnTo>
                <a:close/>
              </a:path>
              <a:path w="69850" h="60960">
                <a:moveTo>
                  <a:pt x="43434" y="10123"/>
                </a:moveTo>
                <a:lnTo>
                  <a:pt x="43434" y="9906"/>
                </a:lnTo>
                <a:lnTo>
                  <a:pt x="42672" y="9906"/>
                </a:lnTo>
                <a:lnTo>
                  <a:pt x="43434" y="10123"/>
                </a:lnTo>
                <a:close/>
              </a:path>
              <a:path w="69850" h="60960">
                <a:moveTo>
                  <a:pt x="54102" y="53848"/>
                </a:moveTo>
                <a:lnTo>
                  <a:pt x="54102" y="41910"/>
                </a:lnTo>
                <a:lnTo>
                  <a:pt x="50292" y="45720"/>
                </a:lnTo>
                <a:lnTo>
                  <a:pt x="50292" y="44958"/>
                </a:lnTo>
                <a:lnTo>
                  <a:pt x="45720" y="48006"/>
                </a:lnTo>
                <a:lnTo>
                  <a:pt x="46482" y="48006"/>
                </a:lnTo>
                <a:lnTo>
                  <a:pt x="46482" y="58020"/>
                </a:lnTo>
                <a:lnTo>
                  <a:pt x="50292" y="56388"/>
                </a:lnTo>
                <a:lnTo>
                  <a:pt x="51054" y="56388"/>
                </a:lnTo>
                <a:lnTo>
                  <a:pt x="54102" y="53848"/>
                </a:lnTo>
                <a:close/>
              </a:path>
              <a:path w="69850" h="60960">
                <a:moveTo>
                  <a:pt x="48006" y="11430"/>
                </a:moveTo>
                <a:lnTo>
                  <a:pt x="47244" y="10668"/>
                </a:lnTo>
                <a:lnTo>
                  <a:pt x="47244" y="11212"/>
                </a:lnTo>
                <a:lnTo>
                  <a:pt x="48006" y="11430"/>
                </a:lnTo>
                <a:close/>
              </a:path>
              <a:path w="69850" h="60960">
                <a:moveTo>
                  <a:pt x="51816" y="13563"/>
                </a:moveTo>
                <a:lnTo>
                  <a:pt x="51816" y="12954"/>
                </a:lnTo>
                <a:lnTo>
                  <a:pt x="51054" y="12954"/>
                </a:lnTo>
                <a:lnTo>
                  <a:pt x="51816" y="13563"/>
                </a:lnTo>
                <a:close/>
              </a:path>
              <a:path w="69850" h="60960">
                <a:moveTo>
                  <a:pt x="58674" y="50673"/>
                </a:moveTo>
                <a:lnTo>
                  <a:pt x="58674" y="33528"/>
                </a:lnTo>
                <a:lnTo>
                  <a:pt x="56388" y="38862"/>
                </a:lnTo>
                <a:lnTo>
                  <a:pt x="56388" y="38100"/>
                </a:lnTo>
                <a:lnTo>
                  <a:pt x="53340" y="41910"/>
                </a:lnTo>
                <a:lnTo>
                  <a:pt x="54102" y="41910"/>
                </a:lnTo>
                <a:lnTo>
                  <a:pt x="54102" y="53848"/>
                </a:lnTo>
                <a:lnTo>
                  <a:pt x="55626" y="52578"/>
                </a:lnTo>
                <a:lnTo>
                  <a:pt x="56388" y="52578"/>
                </a:lnTo>
                <a:lnTo>
                  <a:pt x="58674" y="50673"/>
                </a:lnTo>
                <a:close/>
              </a:path>
              <a:path w="69850" h="60960">
                <a:moveTo>
                  <a:pt x="54864" y="16002"/>
                </a:moveTo>
                <a:lnTo>
                  <a:pt x="54102" y="15240"/>
                </a:lnTo>
                <a:lnTo>
                  <a:pt x="54440" y="15663"/>
                </a:lnTo>
                <a:lnTo>
                  <a:pt x="54864" y="16002"/>
                </a:lnTo>
                <a:close/>
              </a:path>
              <a:path w="69850" h="60960">
                <a:moveTo>
                  <a:pt x="54440" y="15663"/>
                </a:moveTo>
                <a:lnTo>
                  <a:pt x="54102" y="15240"/>
                </a:lnTo>
                <a:lnTo>
                  <a:pt x="54102" y="15392"/>
                </a:lnTo>
                <a:lnTo>
                  <a:pt x="54440" y="15663"/>
                </a:lnTo>
                <a:close/>
              </a:path>
              <a:path w="69850" h="60960">
                <a:moveTo>
                  <a:pt x="54864" y="16192"/>
                </a:moveTo>
                <a:lnTo>
                  <a:pt x="54864" y="16002"/>
                </a:lnTo>
                <a:lnTo>
                  <a:pt x="54440" y="15663"/>
                </a:lnTo>
                <a:lnTo>
                  <a:pt x="54864" y="16192"/>
                </a:lnTo>
                <a:close/>
              </a:path>
              <a:path w="69850" h="60960">
                <a:moveTo>
                  <a:pt x="59436" y="50038"/>
                </a:moveTo>
                <a:lnTo>
                  <a:pt x="59436" y="29718"/>
                </a:lnTo>
                <a:lnTo>
                  <a:pt x="57912" y="35052"/>
                </a:lnTo>
                <a:lnTo>
                  <a:pt x="58674" y="33528"/>
                </a:lnTo>
                <a:lnTo>
                  <a:pt x="58674" y="50673"/>
                </a:lnTo>
                <a:lnTo>
                  <a:pt x="59436" y="50038"/>
                </a:lnTo>
                <a:close/>
              </a:path>
              <a:path w="69850" h="60960">
                <a:moveTo>
                  <a:pt x="64770" y="43434"/>
                </a:moveTo>
                <a:lnTo>
                  <a:pt x="64770" y="12954"/>
                </a:lnTo>
                <a:lnTo>
                  <a:pt x="61722" y="9144"/>
                </a:lnTo>
                <a:lnTo>
                  <a:pt x="60960" y="9144"/>
                </a:lnTo>
                <a:lnTo>
                  <a:pt x="60960" y="48006"/>
                </a:lnTo>
                <a:lnTo>
                  <a:pt x="64770" y="43434"/>
                </a:lnTo>
                <a:close/>
              </a:path>
              <a:path w="69850" h="60960">
                <a:moveTo>
                  <a:pt x="68580" y="32004"/>
                </a:moveTo>
                <a:lnTo>
                  <a:pt x="68580" y="22098"/>
                </a:lnTo>
                <a:lnTo>
                  <a:pt x="67818" y="19050"/>
                </a:lnTo>
                <a:lnTo>
                  <a:pt x="66294" y="16002"/>
                </a:lnTo>
                <a:lnTo>
                  <a:pt x="64770" y="13716"/>
                </a:lnTo>
                <a:lnTo>
                  <a:pt x="64770" y="42672"/>
                </a:lnTo>
                <a:lnTo>
                  <a:pt x="67056" y="38100"/>
                </a:lnTo>
                <a:lnTo>
                  <a:pt x="67056" y="37338"/>
                </a:lnTo>
                <a:lnTo>
                  <a:pt x="67818" y="37338"/>
                </a:lnTo>
                <a:lnTo>
                  <a:pt x="68580" y="32004"/>
                </a:lnTo>
                <a:close/>
              </a:path>
              <a:path w="69850" h="60960">
                <a:moveTo>
                  <a:pt x="69342" y="25908"/>
                </a:moveTo>
                <a:lnTo>
                  <a:pt x="69342" y="25146"/>
                </a:lnTo>
                <a:lnTo>
                  <a:pt x="68580" y="25146"/>
                </a:lnTo>
                <a:lnTo>
                  <a:pt x="68580" y="31242"/>
                </a:lnTo>
                <a:lnTo>
                  <a:pt x="69342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19">
            <a:extLst>
              <a:ext uri="{FF2B5EF4-FFF2-40B4-BE49-F238E27FC236}">
                <a16:creationId xmlns:a16="http://schemas.microsoft.com/office/drawing/2014/main" id="{955A15B0-CD2E-4FBF-97AE-0072EE9C68FC}"/>
              </a:ext>
            </a:extLst>
          </p:cNvPr>
          <p:cNvSpPr/>
          <p:nvPr/>
        </p:nvSpPr>
        <p:spPr>
          <a:xfrm>
            <a:off x="5695308" y="4979101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79" h="59054">
                <a:moveTo>
                  <a:pt x="19050" y="15906"/>
                </a:moveTo>
                <a:lnTo>
                  <a:pt x="19050" y="5238"/>
                </a:lnTo>
                <a:lnTo>
                  <a:pt x="18288" y="5238"/>
                </a:lnTo>
                <a:lnTo>
                  <a:pt x="13716" y="8286"/>
                </a:lnTo>
                <a:lnTo>
                  <a:pt x="12954" y="8286"/>
                </a:lnTo>
                <a:lnTo>
                  <a:pt x="12954" y="9048"/>
                </a:lnTo>
                <a:lnTo>
                  <a:pt x="9144" y="12858"/>
                </a:lnTo>
                <a:lnTo>
                  <a:pt x="8382" y="12858"/>
                </a:lnTo>
                <a:lnTo>
                  <a:pt x="5334" y="17430"/>
                </a:lnTo>
                <a:lnTo>
                  <a:pt x="4572" y="17430"/>
                </a:lnTo>
                <a:lnTo>
                  <a:pt x="4572" y="18192"/>
                </a:lnTo>
                <a:lnTo>
                  <a:pt x="2286" y="22764"/>
                </a:lnTo>
                <a:lnTo>
                  <a:pt x="1524" y="23526"/>
                </a:lnTo>
                <a:lnTo>
                  <a:pt x="762" y="28098"/>
                </a:lnTo>
                <a:lnTo>
                  <a:pt x="0" y="28860"/>
                </a:lnTo>
                <a:lnTo>
                  <a:pt x="7620" y="50196"/>
                </a:lnTo>
                <a:lnTo>
                  <a:pt x="7620" y="50958"/>
                </a:lnTo>
                <a:lnTo>
                  <a:pt x="8382" y="50958"/>
                </a:lnTo>
                <a:lnTo>
                  <a:pt x="9144" y="51568"/>
                </a:lnTo>
                <a:lnTo>
                  <a:pt x="9144" y="33432"/>
                </a:lnTo>
                <a:lnTo>
                  <a:pt x="9906" y="31908"/>
                </a:lnTo>
                <a:lnTo>
                  <a:pt x="9906" y="31146"/>
                </a:lnTo>
                <a:lnTo>
                  <a:pt x="10668" y="25812"/>
                </a:lnTo>
                <a:lnTo>
                  <a:pt x="10668" y="27336"/>
                </a:lnTo>
                <a:lnTo>
                  <a:pt x="12192" y="24288"/>
                </a:lnTo>
                <a:lnTo>
                  <a:pt x="12192" y="23526"/>
                </a:lnTo>
                <a:lnTo>
                  <a:pt x="15240" y="19869"/>
                </a:lnTo>
                <a:lnTo>
                  <a:pt x="15240" y="19716"/>
                </a:lnTo>
                <a:lnTo>
                  <a:pt x="19050" y="15906"/>
                </a:lnTo>
                <a:close/>
              </a:path>
              <a:path w="68579" h="59054">
                <a:moveTo>
                  <a:pt x="14260" y="43774"/>
                </a:moveTo>
                <a:lnTo>
                  <a:pt x="12954" y="41814"/>
                </a:lnTo>
                <a:lnTo>
                  <a:pt x="11430" y="40290"/>
                </a:lnTo>
                <a:lnTo>
                  <a:pt x="9906" y="37242"/>
                </a:lnTo>
                <a:lnTo>
                  <a:pt x="9906" y="35718"/>
                </a:lnTo>
                <a:lnTo>
                  <a:pt x="9144" y="33432"/>
                </a:lnTo>
                <a:lnTo>
                  <a:pt x="9144" y="51568"/>
                </a:lnTo>
                <a:lnTo>
                  <a:pt x="12192" y="54006"/>
                </a:lnTo>
                <a:lnTo>
                  <a:pt x="12954" y="54006"/>
                </a:lnTo>
                <a:lnTo>
                  <a:pt x="13716" y="54387"/>
                </a:lnTo>
                <a:lnTo>
                  <a:pt x="13716" y="43338"/>
                </a:lnTo>
                <a:lnTo>
                  <a:pt x="14260" y="43774"/>
                </a:lnTo>
                <a:close/>
              </a:path>
              <a:path w="68579" h="59054">
                <a:moveTo>
                  <a:pt x="12954" y="22764"/>
                </a:moveTo>
                <a:lnTo>
                  <a:pt x="12192" y="23526"/>
                </a:lnTo>
                <a:lnTo>
                  <a:pt x="12192" y="24288"/>
                </a:lnTo>
                <a:lnTo>
                  <a:pt x="12954" y="22764"/>
                </a:lnTo>
                <a:close/>
              </a:path>
              <a:path w="68579" h="59054">
                <a:moveTo>
                  <a:pt x="14478" y="44100"/>
                </a:moveTo>
                <a:lnTo>
                  <a:pt x="14260" y="43774"/>
                </a:lnTo>
                <a:lnTo>
                  <a:pt x="13716" y="43338"/>
                </a:lnTo>
                <a:lnTo>
                  <a:pt x="14478" y="44100"/>
                </a:lnTo>
                <a:close/>
              </a:path>
              <a:path w="68579" h="59054">
                <a:moveTo>
                  <a:pt x="14478" y="54768"/>
                </a:moveTo>
                <a:lnTo>
                  <a:pt x="14478" y="44100"/>
                </a:lnTo>
                <a:lnTo>
                  <a:pt x="13716" y="43338"/>
                </a:lnTo>
                <a:lnTo>
                  <a:pt x="13716" y="54387"/>
                </a:lnTo>
                <a:lnTo>
                  <a:pt x="14478" y="54768"/>
                </a:lnTo>
                <a:close/>
              </a:path>
              <a:path w="68579" h="59054">
                <a:moveTo>
                  <a:pt x="17526" y="56292"/>
                </a:moveTo>
                <a:lnTo>
                  <a:pt x="17526" y="46386"/>
                </a:lnTo>
                <a:lnTo>
                  <a:pt x="14260" y="43774"/>
                </a:lnTo>
                <a:lnTo>
                  <a:pt x="14478" y="44100"/>
                </a:lnTo>
                <a:lnTo>
                  <a:pt x="14478" y="54768"/>
                </a:lnTo>
                <a:lnTo>
                  <a:pt x="17526" y="56292"/>
                </a:lnTo>
                <a:close/>
              </a:path>
              <a:path w="68579" h="59054">
                <a:moveTo>
                  <a:pt x="16002" y="18954"/>
                </a:moveTo>
                <a:lnTo>
                  <a:pt x="15240" y="19716"/>
                </a:lnTo>
                <a:lnTo>
                  <a:pt x="15240" y="19869"/>
                </a:lnTo>
                <a:lnTo>
                  <a:pt x="16002" y="18954"/>
                </a:lnTo>
                <a:close/>
              </a:path>
              <a:path w="68579" h="59054">
                <a:moveTo>
                  <a:pt x="21336" y="47910"/>
                </a:moveTo>
                <a:lnTo>
                  <a:pt x="16764" y="45624"/>
                </a:lnTo>
                <a:lnTo>
                  <a:pt x="17526" y="46386"/>
                </a:lnTo>
                <a:lnTo>
                  <a:pt x="17526" y="56292"/>
                </a:lnTo>
                <a:lnTo>
                  <a:pt x="18288" y="57054"/>
                </a:lnTo>
                <a:lnTo>
                  <a:pt x="20574" y="57381"/>
                </a:lnTo>
                <a:lnTo>
                  <a:pt x="20574" y="47910"/>
                </a:lnTo>
                <a:lnTo>
                  <a:pt x="21336" y="47910"/>
                </a:lnTo>
                <a:close/>
              </a:path>
              <a:path w="68579" h="59054">
                <a:moveTo>
                  <a:pt x="68580" y="30384"/>
                </a:moveTo>
                <a:lnTo>
                  <a:pt x="68580" y="24288"/>
                </a:lnTo>
                <a:lnTo>
                  <a:pt x="67818" y="20478"/>
                </a:lnTo>
                <a:lnTo>
                  <a:pt x="67056" y="18192"/>
                </a:lnTo>
                <a:lnTo>
                  <a:pt x="66294" y="15144"/>
                </a:lnTo>
                <a:lnTo>
                  <a:pt x="64770" y="12858"/>
                </a:lnTo>
                <a:lnTo>
                  <a:pt x="64770" y="12096"/>
                </a:lnTo>
                <a:lnTo>
                  <a:pt x="61722" y="8286"/>
                </a:lnTo>
                <a:lnTo>
                  <a:pt x="60198" y="8286"/>
                </a:lnTo>
                <a:lnTo>
                  <a:pt x="56388" y="5238"/>
                </a:lnTo>
                <a:lnTo>
                  <a:pt x="56388" y="4476"/>
                </a:lnTo>
                <a:lnTo>
                  <a:pt x="55626" y="4476"/>
                </a:lnTo>
                <a:lnTo>
                  <a:pt x="51054" y="2190"/>
                </a:lnTo>
                <a:lnTo>
                  <a:pt x="50292" y="2190"/>
                </a:lnTo>
                <a:lnTo>
                  <a:pt x="44958" y="666"/>
                </a:lnTo>
                <a:lnTo>
                  <a:pt x="43434" y="557"/>
                </a:lnTo>
                <a:lnTo>
                  <a:pt x="40386" y="122"/>
                </a:lnTo>
                <a:lnTo>
                  <a:pt x="37338" y="0"/>
                </a:lnTo>
                <a:lnTo>
                  <a:pt x="32766" y="571"/>
                </a:lnTo>
                <a:lnTo>
                  <a:pt x="31242" y="666"/>
                </a:lnTo>
                <a:lnTo>
                  <a:pt x="25908" y="2190"/>
                </a:lnTo>
                <a:lnTo>
                  <a:pt x="25146" y="2190"/>
                </a:lnTo>
                <a:lnTo>
                  <a:pt x="19050" y="4476"/>
                </a:lnTo>
                <a:lnTo>
                  <a:pt x="19050" y="16668"/>
                </a:lnTo>
                <a:lnTo>
                  <a:pt x="22860" y="14128"/>
                </a:lnTo>
                <a:lnTo>
                  <a:pt x="22860" y="13620"/>
                </a:lnTo>
                <a:lnTo>
                  <a:pt x="28194" y="11620"/>
                </a:lnTo>
                <a:lnTo>
                  <a:pt x="28194" y="11334"/>
                </a:lnTo>
                <a:lnTo>
                  <a:pt x="32766" y="10028"/>
                </a:lnTo>
                <a:lnTo>
                  <a:pt x="32766" y="9810"/>
                </a:lnTo>
                <a:lnTo>
                  <a:pt x="43434" y="9810"/>
                </a:lnTo>
                <a:lnTo>
                  <a:pt x="43434" y="10028"/>
                </a:lnTo>
                <a:lnTo>
                  <a:pt x="48006" y="11334"/>
                </a:lnTo>
                <a:lnTo>
                  <a:pt x="48006" y="11588"/>
                </a:lnTo>
                <a:lnTo>
                  <a:pt x="51816" y="12858"/>
                </a:lnTo>
                <a:lnTo>
                  <a:pt x="51816" y="13468"/>
                </a:lnTo>
                <a:lnTo>
                  <a:pt x="54102" y="15297"/>
                </a:lnTo>
                <a:lnTo>
                  <a:pt x="54102" y="15144"/>
                </a:lnTo>
                <a:lnTo>
                  <a:pt x="57150" y="18192"/>
                </a:lnTo>
                <a:lnTo>
                  <a:pt x="57150" y="18573"/>
                </a:lnTo>
                <a:lnTo>
                  <a:pt x="57912" y="19716"/>
                </a:lnTo>
                <a:lnTo>
                  <a:pt x="58674" y="21240"/>
                </a:lnTo>
                <a:lnTo>
                  <a:pt x="58674" y="23526"/>
                </a:lnTo>
                <a:lnTo>
                  <a:pt x="59340" y="24860"/>
                </a:lnTo>
                <a:lnTo>
                  <a:pt x="59436" y="24288"/>
                </a:lnTo>
                <a:lnTo>
                  <a:pt x="59436" y="47021"/>
                </a:lnTo>
                <a:lnTo>
                  <a:pt x="60198" y="46386"/>
                </a:lnTo>
                <a:lnTo>
                  <a:pt x="60198" y="45624"/>
                </a:lnTo>
                <a:lnTo>
                  <a:pt x="64008" y="41814"/>
                </a:lnTo>
                <a:lnTo>
                  <a:pt x="64008" y="41052"/>
                </a:lnTo>
                <a:lnTo>
                  <a:pt x="66294" y="36480"/>
                </a:lnTo>
                <a:lnTo>
                  <a:pt x="67056" y="35718"/>
                </a:lnTo>
                <a:lnTo>
                  <a:pt x="67056" y="34956"/>
                </a:lnTo>
                <a:lnTo>
                  <a:pt x="68580" y="30384"/>
                </a:lnTo>
                <a:close/>
              </a:path>
              <a:path w="68579" h="59054">
                <a:moveTo>
                  <a:pt x="30480" y="58578"/>
                </a:moveTo>
                <a:lnTo>
                  <a:pt x="30480" y="49434"/>
                </a:lnTo>
                <a:lnTo>
                  <a:pt x="29718" y="49434"/>
                </a:lnTo>
                <a:lnTo>
                  <a:pt x="25146" y="48672"/>
                </a:lnTo>
                <a:lnTo>
                  <a:pt x="20574" y="47910"/>
                </a:lnTo>
                <a:lnTo>
                  <a:pt x="20574" y="57381"/>
                </a:lnTo>
                <a:lnTo>
                  <a:pt x="23622" y="57816"/>
                </a:lnTo>
                <a:lnTo>
                  <a:pt x="24384" y="58578"/>
                </a:lnTo>
                <a:lnTo>
                  <a:pt x="30480" y="58578"/>
                </a:lnTo>
                <a:close/>
              </a:path>
              <a:path w="68579" h="59054">
                <a:moveTo>
                  <a:pt x="23622" y="13620"/>
                </a:moveTo>
                <a:lnTo>
                  <a:pt x="22860" y="13620"/>
                </a:lnTo>
                <a:lnTo>
                  <a:pt x="22860" y="14128"/>
                </a:lnTo>
                <a:lnTo>
                  <a:pt x="23622" y="13620"/>
                </a:lnTo>
                <a:close/>
              </a:path>
              <a:path w="68579" h="59054">
                <a:moveTo>
                  <a:pt x="25908" y="48672"/>
                </a:moveTo>
                <a:lnTo>
                  <a:pt x="25146" y="48563"/>
                </a:lnTo>
                <a:lnTo>
                  <a:pt x="25908" y="48672"/>
                </a:lnTo>
                <a:close/>
              </a:path>
              <a:path w="68579" h="59054">
                <a:moveTo>
                  <a:pt x="28956" y="11334"/>
                </a:moveTo>
                <a:lnTo>
                  <a:pt x="28194" y="11334"/>
                </a:lnTo>
                <a:lnTo>
                  <a:pt x="28194" y="11620"/>
                </a:lnTo>
                <a:lnTo>
                  <a:pt x="28956" y="11334"/>
                </a:lnTo>
                <a:close/>
              </a:path>
              <a:path w="68579" h="59054">
                <a:moveTo>
                  <a:pt x="30124" y="49383"/>
                </a:moveTo>
                <a:lnTo>
                  <a:pt x="29718" y="49325"/>
                </a:lnTo>
                <a:lnTo>
                  <a:pt x="30124" y="49383"/>
                </a:lnTo>
                <a:close/>
              </a:path>
              <a:path w="68579" h="59054">
                <a:moveTo>
                  <a:pt x="35814" y="58578"/>
                </a:moveTo>
                <a:lnTo>
                  <a:pt x="35814" y="48672"/>
                </a:lnTo>
                <a:lnTo>
                  <a:pt x="30124" y="49383"/>
                </a:lnTo>
                <a:lnTo>
                  <a:pt x="30480" y="49434"/>
                </a:lnTo>
                <a:lnTo>
                  <a:pt x="30480" y="58578"/>
                </a:lnTo>
                <a:lnTo>
                  <a:pt x="35814" y="58578"/>
                </a:lnTo>
                <a:close/>
              </a:path>
              <a:path w="68579" h="59054">
                <a:moveTo>
                  <a:pt x="33528" y="9810"/>
                </a:moveTo>
                <a:lnTo>
                  <a:pt x="32766" y="9810"/>
                </a:lnTo>
                <a:lnTo>
                  <a:pt x="32766" y="10028"/>
                </a:lnTo>
                <a:lnTo>
                  <a:pt x="33528" y="9810"/>
                </a:lnTo>
                <a:close/>
              </a:path>
              <a:path w="68579" h="59054">
                <a:moveTo>
                  <a:pt x="41148" y="47148"/>
                </a:moveTo>
                <a:lnTo>
                  <a:pt x="35052" y="48672"/>
                </a:lnTo>
                <a:lnTo>
                  <a:pt x="35814" y="48672"/>
                </a:lnTo>
                <a:lnTo>
                  <a:pt x="35814" y="58578"/>
                </a:lnTo>
                <a:lnTo>
                  <a:pt x="36576" y="58578"/>
                </a:lnTo>
                <a:lnTo>
                  <a:pt x="36576" y="57816"/>
                </a:lnTo>
                <a:lnTo>
                  <a:pt x="37338" y="57816"/>
                </a:lnTo>
                <a:lnTo>
                  <a:pt x="40386" y="57054"/>
                </a:lnTo>
                <a:lnTo>
                  <a:pt x="40386" y="47910"/>
                </a:lnTo>
                <a:lnTo>
                  <a:pt x="41148" y="47148"/>
                </a:lnTo>
                <a:close/>
              </a:path>
              <a:path w="68579" h="59054">
                <a:moveTo>
                  <a:pt x="45720" y="44862"/>
                </a:moveTo>
                <a:lnTo>
                  <a:pt x="40386" y="47910"/>
                </a:lnTo>
                <a:lnTo>
                  <a:pt x="40386" y="57054"/>
                </a:lnTo>
                <a:lnTo>
                  <a:pt x="43434" y="56292"/>
                </a:lnTo>
                <a:lnTo>
                  <a:pt x="44196" y="56292"/>
                </a:lnTo>
                <a:lnTo>
                  <a:pt x="44958" y="55966"/>
                </a:lnTo>
                <a:lnTo>
                  <a:pt x="44958" y="45624"/>
                </a:lnTo>
                <a:lnTo>
                  <a:pt x="45720" y="44862"/>
                </a:lnTo>
                <a:close/>
              </a:path>
              <a:path w="68579" h="59054">
                <a:moveTo>
                  <a:pt x="43434" y="10028"/>
                </a:moveTo>
                <a:lnTo>
                  <a:pt x="43434" y="9810"/>
                </a:lnTo>
                <a:lnTo>
                  <a:pt x="42672" y="9810"/>
                </a:lnTo>
                <a:lnTo>
                  <a:pt x="43434" y="10028"/>
                </a:lnTo>
                <a:close/>
              </a:path>
              <a:path w="68579" h="59054">
                <a:moveTo>
                  <a:pt x="50292" y="54006"/>
                </a:moveTo>
                <a:lnTo>
                  <a:pt x="50292" y="42576"/>
                </a:lnTo>
                <a:lnTo>
                  <a:pt x="44958" y="45624"/>
                </a:lnTo>
                <a:lnTo>
                  <a:pt x="44958" y="55966"/>
                </a:lnTo>
                <a:lnTo>
                  <a:pt x="49530" y="54006"/>
                </a:lnTo>
                <a:lnTo>
                  <a:pt x="50292" y="54006"/>
                </a:lnTo>
                <a:close/>
              </a:path>
              <a:path w="68579" h="59054">
                <a:moveTo>
                  <a:pt x="48006" y="11588"/>
                </a:moveTo>
                <a:lnTo>
                  <a:pt x="48006" y="11334"/>
                </a:lnTo>
                <a:lnTo>
                  <a:pt x="47244" y="11334"/>
                </a:lnTo>
                <a:lnTo>
                  <a:pt x="48006" y="11588"/>
                </a:lnTo>
                <a:close/>
              </a:path>
              <a:path w="68579" h="59054">
                <a:moveTo>
                  <a:pt x="53340" y="51212"/>
                </a:moveTo>
                <a:lnTo>
                  <a:pt x="53340" y="39528"/>
                </a:lnTo>
                <a:lnTo>
                  <a:pt x="49530" y="42576"/>
                </a:lnTo>
                <a:lnTo>
                  <a:pt x="50292" y="42576"/>
                </a:lnTo>
                <a:lnTo>
                  <a:pt x="50292" y="53244"/>
                </a:lnTo>
                <a:lnTo>
                  <a:pt x="53340" y="51212"/>
                </a:lnTo>
                <a:close/>
              </a:path>
              <a:path w="68579" h="59054">
                <a:moveTo>
                  <a:pt x="51816" y="13468"/>
                </a:moveTo>
                <a:lnTo>
                  <a:pt x="51816" y="12858"/>
                </a:lnTo>
                <a:lnTo>
                  <a:pt x="51054" y="12858"/>
                </a:lnTo>
                <a:lnTo>
                  <a:pt x="51816" y="13468"/>
                </a:lnTo>
                <a:close/>
              </a:path>
              <a:path w="68579" h="59054">
                <a:moveTo>
                  <a:pt x="56388" y="49561"/>
                </a:moveTo>
                <a:lnTo>
                  <a:pt x="56388" y="35718"/>
                </a:lnTo>
                <a:lnTo>
                  <a:pt x="52578" y="39528"/>
                </a:lnTo>
                <a:lnTo>
                  <a:pt x="53340" y="39528"/>
                </a:lnTo>
                <a:lnTo>
                  <a:pt x="53340" y="51212"/>
                </a:lnTo>
                <a:lnTo>
                  <a:pt x="54864" y="50196"/>
                </a:lnTo>
                <a:lnTo>
                  <a:pt x="55626" y="50196"/>
                </a:lnTo>
                <a:lnTo>
                  <a:pt x="56388" y="49561"/>
                </a:lnTo>
                <a:close/>
              </a:path>
              <a:path w="68579" h="59054">
                <a:moveTo>
                  <a:pt x="54864" y="15906"/>
                </a:moveTo>
                <a:lnTo>
                  <a:pt x="54102" y="15144"/>
                </a:lnTo>
                <a:lnTo>
                  <a:pt x="54102" y="15297"/>
                </a:lnTo>
                <a:lnTo>
                  <a:pt x="54864" y="15906"/>
                </a:lnTo>
                <a:close/>
              </a:path>
              <a:path w="68579" h="59054">
                <a:moveTo>
                  <a:pt x="59436" y="47021"/>
                </a:moveTo>
                <a:lnTo>
                  <a:pt x="59436" y="25050"/>
                </a:lnTo>
                <a:lnTo>
                  <a:pt x="59340" y="24860"/>
                </a:lnTo>
                <a:lnTo>
                  <a:pt x="58674" y="28860"/>
                </a:lnTo>
                <a:lnTo>
                  <a:pt x="58674" y="28098"/>
                </a:lnTo>
                <a:lnTo>
                  <a:pt x="57912" y="32670"/>
                </a:lnTo>
                <a:lnTo>
                  <a:pt x="57912" y="31908"/>
                </a:lnTo>
                <a:lnTo>
                  <a:pt x="55626" y="36480"/>
                </a:lnTo>
                <a:lnTo>
                  <a:pt x="56388" y="35718"/>
                </a:lnTo>
                <a:lnTo>
                  <a:pt x="56388" y="49561"/>
                </a:lnTo>
                <a:lnTo>
                  <a:pt x="59436" y="47021"/>
                </a:lnTo>
                <a:close/>
              </a:path>
              <a:path w="68579" h="59054">
                <a:moveTo>
                  <a:pt x="57150" y="18573"/>
                </a:moveTo>
                <a:lnTo>
                  <a:pt x="57150" y="18192"/>
                </a:lnTo>
                <a:lnTo>
                  <a:pt x="56388" y="17430"/>
                </a:lnTo>
                <a:lnTo>
                  <a:pt x="57150" y="18573"/>
                </a:lnTo>
                <a:close/>
              </a:path>
              <a:path w="68579" h="59054">
                <a:moveTo>
                  <a:pt x="59436" y="25050"/>
                </a:moveTo>
                <a:lnTo>
                  <a:pt x="59436" y="24288"/>
                </a:lnTo>
                <a:lnTo>
                  <a:pt x="59340" y="24860"/>
                </a:lnTo>
                <a:lnTo>
                  <a:pt x="59436" y="25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0">
            <a:extLst>
              <a:ext uri="{FF2B5EF4-FFF2-40B4-BE49-F238E27FC236}">
                <a16:creationId xmlns:a16="http://schemas.microsoft.com/office/drawing/2014/main" id="{92B41203-6020-4E08-B243-FC7A5A3B9B5A}"/>
              </a:ext>
            </a:extLst>
          </p:cNvPr>
          <p:cNvSpPr/>
          <p:nvPr/>
        </p:nvSpPr>
        <p:spPr>
          <a:xfrm>
            <a:off x="2457256" y="3972381"/>
            <a:ext cx="80683" cy="69476"/>
          </a:xfrm>
          <a:custGeom>
            <a:avLst/>
            <a:gdLst/>
            <a:ahLst/>
            <a:cxnLst/>
            <a:rect l="l" t="t" r="r" b="b"/>
            <a:pathLst>
              <a:path w="68580" h="59054">
                <a:moveTo>
                  <a:pt x="68580" y="25037"/>
                </a:moveTo>
                <a:lnTo>
                  <a:pt x="68580" y="24275"/>
                </a:lnTo>
                <a:lnTo>
                  <a:pt x="67056" y="18179"/>
                </a:lnTo>
                <a:lnTo>
                  <a:pt x="65532" y="15131"/>
                </a:lnTo>
                <a:lnTo>
                  <a:pt x="64770" y="12845"/>
                </a:lnTo>
                <a:lnTo>
                  <a:pt x="64008" y="12845"/>
                </a:lnTo>
                <a:lnTo>
                  <a:pt x="64008" y="12083"/>
                </a:lnTo>
                <a:lnTo>
                  <a:pt x="60960" y="9035"/>
                </a:lnTo>
                <a:lnTo>
                  <a:pt x="60960" y="8273"/>
                </a:lnTo>
                <a:lnTo>
                  <a:pt x="60198" y="8273"/>
                </a:lnTo>
                <a:lnTo>
                  <a:pt x="56388" y="5225"/>
                </a:lnTo>
                <a:lnTo>
                  <a:pt x="55626" y="4463"/>
                </a:lnTo>
                <a:lnTo>
                  <a:pt x="51054" y="2177"/>
                </a:lnTo>
                <a:lnTo>
                  <a:pt x="50292" y="2177"/>
                </a:lnTo>
                <a:lnTo>
                  <a:pt x="44958" y="653"/>
                </a:lnTo>
                <a:lnTo>
                  <a:pt x="43434" y="544"/>
                </a:lnTo>
                <a:lnTo>
                  <a:pt x="40386" y="108"/>
                </a:lnTo>
                <a:lnTo>
                  <a:pt x="36576" y="0"/>
                </a:lnTo>
                <a:lnTo>
                  <a:pt x="32766" y="544"/>
                </a:lnTo>
                <a:lnTo>
                  <a:pt x="31242" y="653"/>
                </a:lnTo>
                <a:lnTo>
                  <a:pt x="25146" y="2177"/>
                </a:lnTo>
                <a:lnTo>
                  <a:pt x="24384" y="2177"/>
                </a:lnTo>
                <a:lnTo>
                  <a:pt x="19050" y="5225"/>
                </a:lnTo>
                <a:lnTo>
                  <a:pt x="18288" y="5225"/>
                </a:lnTo>
                <a:lnTo>
                  <a:pt x="12954" y="8273"/>
                </a:lnTo>
                <a:lnTo>
                  <a:pt x="12954" y="9035"/>
                </a:lnTo>
                <a:lnTo>
                  <a:pt x="8382" y="12845"/>
                </a:lnTo>
                <a:lnTo>
                  <a:pt x="7620" y="12845"/>
                </a:lnTo>
                <a:lnTo>
                  <a:pt x="4572" y="17417"/>
                </a:lnTo>
                <a:lnTo>
                  <a:pt x="4572" y="18179"/>
                </a:lnTo>
                <a:lnTo>
                  <a:pt x="3810" y="18179"/>
                </a:lnTo>
                <a:lnTo>
                  <a:pt x="1524" y="22751"/>
                </a:lnTo>
                <a:lnTo>
                  <a:pt x="1524" y="23513"/>
                </a:lnTo>
                <a:lnTo>
                  <a:pt x="0" y="28085"/>
                </a:lnTo>
                <a:lnTo>
                  <a:pt x="9144" y="52164"/>
                </a:lnTo>
                <a:lnTo>
                  <a:pt x="9144" y="31133"/>
                </a:lnTo>
                <a:lnTo>
                  <a:pt x="9906" y="28466"/>
                </a:lnTo>
                <a:lnTo>
                  <a:pt x="9906" y="27323"/>
                </a:lnTo>
                <a:lnTo>
                  <a:pt x="10668" y="25799"/>
                </a:lnTo>
                <a:lnTo>
                  <a:pt x="10668" y="26180"/>
                </a:lnTo>
                <a:lnTo>
                  <a:pt x="12192" y="23894"/>
                </a:lnTo>
                <a:lnTo>
                  <a:pt x="12192" y="23513"/>
                </a:lnTo>
                <a:lnTo>
                  <a:pt x="15240" y="18941"/>
                </a:lnTo>
                <a:lnTo>
                  <a:pt x="15240" y="19703"/>
                </a:lnTo>
                <a:lnTo>
                  <a:pt x="19050" y="15893"/>
                </a:lnTo>
                <a:lnTo>
                  <a:pt x="19050" y="16219"/>
                </a:lnTo>
                <a:lnTo>
                  <a:pt x="22860" y="14042"/>
                </a:lnTo>
                <a:lnTo>
                  <a:pt x="22860" y="13607"/>
                </a:lnTo>
                <a:lnTo>
                  <a:pt x="27432" y="11647"/>
                </a:lnTo>
                <a:lnTo>
                  <a:pt x="27432" y="11321"/>
                </a:lnTo>
                <a:lnTo>
                  <a:pt x="32766" y="9987"/>
                </a:lnTo>
                <a:lnTo>
                  <a:pt x="32766" y="9797"/>
                </a:lnTo>
                <a:lnTo>
                  <a:pt x="43434" y="9797"/>
                </a:lnTo>
                <a:lnTo>
                  <a:pt x="43434" y="10051"/>
                </a:lnTo>
                <a:lnTo>
                  <a:pt x="47244" y="11321"/>
                </a:lnTo>
                <a:lnTo>
                  <a:pt x="47244" y="11575"/>
                </a:lnTo>
                <a:lnTo>
                  <a:pt x="51054" y="12845"/>
                </a:lnTo>
                <a:lnTo>
                  <a:pt x="51054" y="13454"/>
                </a:lnTo>
                <a:lnTo>
                  <a:pt x="53340" y="15283"/>
                </a:lnTo>
                <a:lnTo>
                  <a:pt x="53340" y="15131"/>
                </a:lnTo>
                <a:lnTo>
                  <a:pt x="57150" y="18179"/>
                </a:lnTo>
                <a:lnTo>
                  <a:pt x="57150" y="19703"/>
                </a:lnTo>
                <a:lnTo>
                  <a:pt x="57912" y="21227"/>
                </a:lnTo>
                <a:lnTo>
                  <a:pt x="58674" y="23513"/>
                </a:lnTo>
                <a:lnTo>
                  <a:pt x="58674" y="47135"/>
                </a:lnTo>
                <a:lnTo>
                  <a:pt x="60198" y="45611"/>
                </a:lnTo>
                <a:lnTo>
                  <a:pt x="63246" y="41801"/>
                </a:lnTo>
                <a:lnTo>
                  <a:pt x="63246" y="41039"/>
                </a:lnTo>
                <a:lnTo>
                  <a:pt x="64008" y="41039"/>
                </a:lnTo>
                <a:lnTo>
                  <a:pt x="66294" y="36467"/>
                </a:lnTo>
                <a:lnTo>
                  <a:pt x="66294" y="35705"/>
                </a:lnTo>
                <a:lnTo>
                  <a:pt x="67818" y="30371"/>
                </a:lnTo>
                <a:lnTo>
                  <a:pt x="67818" y="29609"/>
                </a:lnTo>
                <a:lnTo>
                  <a:pt x="68580" y="25037"/>
                </a:lnTo>
                <a:close/>
              </a:path>
              <a:path w="68580" h="59054">
                <a:moveTo>
                  <a:pt x="17526" y="56279"/>
                </a:moveTo>
                <a:lnTo>
                  <a:pt x="17526" y="46373"/>
                </a:lnTo>
                <a:lnTo>
                  <a:pt x="13716" y="43325"/>
                </a:lnTo>
                <a:lnTo>
                  <a:pt x="13716" y="44087"/>
                </a:lnTo>
                <a:lnTo>
                  <a:pt x="12192" y="41801"/>
                </a:lnTo>
                <a:lnTo>
                  <a:pt x="9144" y="35705"/>
                </a:lnTo>
                <a:lnTo>
                  <a:pt x="9144" y="52164"/>
                </a:lnTo>
                <a:lnTo>
                  <a:pt x="11430" y="53993"/>
                </a:lnTo>
                <a:lnTo>
                  <a:pt x="12192" y="53993"/>
                </a:lnTo>
                <a:lnTo>
                  <a:pt x="12192" y="54755"/>
                </a:lnTo>
                <a:lnTo>
                  <a:pt x="17526" y="56279"/>
                </a:lnTo>
                <a:close/>
              </a:path>
              <a:path w="68580" h="59054">
                <a:moveTo>
                  <a:pt x="10668" y="25799"/>
                </a:moveTo>
                <a:lnTo>
                  <a:pt x="9906" y="27323"/>
                </a:lnTo>
                <a:lnTo>
                  <a:pt x="10477" y="26465"/>
                </a:lnTo>
                <a:lnTo>
                  <a:pt x="10668" y="25799"/>
                </a:lnTo>
                <a:close/>
              </a:path>
              <a:path w="68580" h="59054">
                <a:moveTo>
                  <a:pt x="10477" y="26465"/>
                </a:moveTo>
                <a:lnTo>
                  <a:pt x="9906" y="27323"/>
                </a:lnTo>
                <a:lnTo>
                  <a:pt x="9906" y="28466"/>
                </a:lnTo>
                <a:lnTo>
                  <a:pt x="10477" y="26465"/>
                </a:lnTo>
                <a:close/>
              </a:path>
              <a:path w="68580" h="59054">
                <a:moveTo>
                  <a:pt x="10668" y="26180"/>
                </a:moveTo>
                <a:lnTo>
                  <a:pt x="10668" y="25799"/>
                </a:lnTo>
                <a:lnTo>
                  <a:pt x="10477" y="26465"/>
                </a:lnTo>
                <a:lnTo>
                  <a:pt x="10668" y="26180"/>
                </a:lnTo>
                <a:close/>
              </a:path>
              <a:path w="68580" h="59054">
                <a:moveTo>
                  <a:pt x="12954" y="22751"/>
                </a:moveTo>
                <a:lnTo>
                  <a:pt x="12192" y="23513"/>
                </a:lnTo>
                <a:lnTo>
                  <a:pt x="12192" y="23894"/>
                </a:lnTo>
                <a:lnTo>
                  <a:pt x="12954" y="22751"/>
                </a:lnTo>
                <a:close/>
              </a:path>
              <a:path w="68580" h="59054">
                <a:moveTo>
                  <a:pt x="21336" y="47897"/>
                </a:moveTo>
                <a:lnTo>
                  <a:pt x="16764" y="45611"/>
                </a:lnTo>
                <a:lnTo>
                  <a:pt x="17526" y="46373"/>
                </a:lnTo>
                <a:lnTo>
                  <a:pt x="17526" y="57041"/>
                </a:lnTo>
                <a:lnTo>
                  <a:pt x="18288" y="57041"/>
                </a:lnTo>
                <a:lnTo>
                  <a:pt x="20574" y="57422"/>
                </a:lnTo>
                <a:lnTo>
                  <a:pt x="20574" y="47897"/>
                </a:lnTo>
                <a:lnTo>
                  <a:pt x="21336" y="47897"/>
                </a:lnTo>
                <a:close/>
              </a:path>
              <a:path w="68580" h="59054">
                <a:moveTo>
                  <a:pt x="19050" y="16219"/>
                </a:moveTo>
                <a:lnTo>
                  <a:pt x="19050" y="15893"/>
                </a:lnTo>
                <a:lnTo>
                  <a:pt x="18288" y="16655"/>
                </a:lnTo>
                <a:lnTo>
                  <a:pt x="19050" y="16219"/>
                </a:lnTo>
                <a:close/>
              </a:path>
              <a:path w="68580" h="59054">
                <a:moveTo>
                  <a:pt x="25146" y="48659"/>
                </a:moveTo>
                <a:lnTo>
                  <a:pt x="20574" y="47897"/>
                </a:lnTo>
                <a:lnTo>
                  <a:pt x="20574" y="57422"/>
                </a:lnTo>
                <a:lnTo>
                  <a:pt x="22860" y="57803"/>
                </a:lnTo>
                <a:lnTo>
                  <a:pt x="23622" y="58565"/>
                </a:lnTo>
                <a:lnTo>
                  <a:pt x="24384" y="58565"/>
                </a:lnTo>
                <a:lnTo>
                  <a:pt x="24384" y="48659"/>
                </a:lnTo>
                <a:lnTo>
                  <a:pt x="25146" y="48659"/>
                </a:lnTo>
                <a:close/>
              </a:path>
              <a:path w="68580" h="59054">
                <a:moveTo>
                  <a:pt x="23622" y="13607"/>
                </a:moveTo>
                <a:lnTo>
                  <a:pt x="22860" y="13607"/>
                </a:lnTo>
                <a:lnTo>
                  <a:pt x="22860" y="14042"/>
                </a:lnTo>
                <a:lnTo>
                  <a:pt x="23622" y="13607"/>
                </a:lnTo>
                <a:close/>
              </a:path>
              <a:path w="68580" h="59054">
                <a:moveTo>
                  <a:pt x="30480" y="58565"/>
                </a:moveTo>
                <a:lnTo>
                  <a:pt x="30480" y="49421"/>
                </a:lnTo>
                <a:lnTo>
                  <a:pt x="29718" y="49421"/>
                </a:lnTo>
                <a:lnTo>
                  <a:pt x="24384" y="48659"/>
                </a:lnTo>
                <a:lnTo>
                  <a:pt x="24384" y="58565"/>
                </a:lnTo>
                <a:lnTo>
                  <a:pt x="30480" y="58565"/>
                </a:lnTo>
                <a:close/>
              </a:path>
              <a:path w="68580" h="59054">
                <a:moveTo>
                  <a:pt x="28194" y="11321"/>
                </a:moveTo>
                <a:lnTo>
                  <a:pt x="27432" y="11321"/>
                </a:lnTo>
                <a:lnTo>
                  <a:pt x="27432" y="11647"/>
                </a:lnTo>
                <a:lnTo>
                  <a:pt x="28194" y="11321"/>
                </a:lnTo>
                <a:close/>
              </a:path>
              <a:path w="68580" h="59054">
                <a:moveTo>
                  <a:pt x="30073" y="49370"/>
                </a:moveTo>
                <a:lnTo>
                  <a:pt x="29718" y="49325"/>
                </a:lnTo>
                <a:lnTo>
                  <a:pt x="30073" y="49370"/>
                </a:lnTo>
                <a:close/>
              </a:path>
              <a:path w="68580" h="59054">
                <a:moveTo>
                  <a:pt x="35052" y="58565"/>
                </a:moveTo>
                <a:lnTo>
                  <a:pt x="35052" y="48659"/>
                </a:lnTo>
                <a:lnTo>
                  <a:pt x="30073" y="49370"/>
                </a:lnTo>
                <a:lnTo>
                  <a:pt x="30480" y="49421"/>
                </a:lnTo>
                <a:lnTo>
                  <a:pt x="30480" y="58565"/>
                </a:lnTo>
                <a:lnTo>
                  <a:pt x="35052" y="58565"/>
                </a:lnTo>
                <a:close/>
              </a:path>
              <a:path w="68580" h="59054">
                <a:moveTo>
                  <a:pt x="33528" y="9797"/>
                </a:moveTo>
                <a:lnTo>
                  <a:pt x="32766" y="9797"/>
                </a:lnTo>
                <a:lnTo>
                  <a:pt x="32766" y="9987"/>
                </a:lnTo>
                <a:lnTo>
                  <a:pt x="33528" y="9797"/>
                </a:lnTo>
                <a:close/>
              </a:path>
              <a:path w="68580" h="59054">
                <a:moveTo>
                  <a:pt x="40386" y="47135"/>
                </a:moveTo>
                <a:lnTo>
                  <a:pt x="34290" y="48659"/>
                </a:lnTo>
                <a:lnTo>
                  <a:pt x="35052" y="48659"/>
                </a:lnTo>
                <a:lnTo>
                  <a:pt x="35052" y="58565"/>
                </a:lnTo>
                <a:lnTo>
                  <a:pt x="36576" y="58565"/>
                </a:lnTo>
                <a:lnTo>
                  <a:pt x="36576" y="57803"/>
                </a:lnTo>
                <a:lnTo>
                  <a:pt x="39624" y="57041"/>
                </a:lnTo>
                <a:lnTo>
                  <a:pt x="39624" y="47897"/>
                </a:lnTo>
                <a:lnTo>
                  <a:pt x="40386" y="47135"/>
                </a:lnTo>
                <a:close/>
              </a:path>
              <a:path w="68580" h="59054">
                <a:moveTo>
                  <a:pt x="45720" y="55299"/>
                </a:moveTo>
                <a:lnTo>
                  <a:pt x="45720" y="45611"/>
                </a:lnTo>
                <a:lnTo>
                  <a:pt x="39624" y="47897"/>
                </a:lnTo>
                <a:lnTo>
                  <a:pt x="39624" y="57041"/>
                </a:lnTo>
                <a:lnTo>
                  <a:pt x="42672" y="56279"/>
                </a:lnTo>
                <a:lnTo>
                  <a:pt x="43434" y="56279"/>
                </a:lnTo>
                <a:lnTo>
                  <a:pt x="45720" y="55299"/>
                </a:lnTo>
                <a:close/>
              </a:path>
              <a:path w="68580" h="59054">
                <a:moveTo>
                  <a:pt x="43434" y="10051"/>
                </a:moveTo>
                <a:lnTo>
                  <a:pt x="43434" y="9797"/>
                </a:lnTo>
                <a:lnTo>
                  <a:pt x="42672" y="9797"/>
                </a:lnTo>
                <a:lnTo>
                  <a:pt x="43434" y="10051"/>
                </a:lnTo>
                <a:close/>
              </a:path>
              <a:path w="68580" h="59054">
                <a:moveTo>
                  <a:pt x="49530" y="42563"/>
                </a:moveTo>
                <a:lnTo>
                  <a:pt x="44958" y="45611"/>
                </a:lnTo>
                <a:lnTo>
                  <a:pt x="45720" y="45611"/>
                </a:lnTo>
                <a:lnTo>
                  <a:pt x="45720" y="55299"/>
                </a:lnTo>
                <a:lnTo>
                  <a:pt x="48768" y="53993"/>
                </a:lnTo>
                <a:lnTo>
                  <a:pt x="48768" y="43325"/>
                </a:lnTo>
                <a:lnTo>
                  <a:pt x="49530" y="42563"/>
                </a:lnTo>
                <a:close/>
              </a:path>
              <a:path w="68580" h="59054">
                <a:moveTo>
                  <a:pt x="47244" y="11575"/>
                </a:moveTo>
                <a:lnTo>
                  <a:pt x="47244" y="11321"/>
                </a:lnTo>
                <a:lnTo>
                  <a:pt x="46482" y="11321"/>
                </a:lnTo>
                <a:lnTo>
                  <a:pt x="47244" y="11575"/>
                </a:lnTo>
                <a:close/>
              </a:path>
              <a:path w="68580" h="59054">
                <a:moveTo>
                  <a:pt x="53340" y="51271"/>
                </a:moveTo>
                <a:lnTo>
                  <a:pt x="53340" y="39515"/>
                </a:lnTo>
                <a:lnTo>
                  <a:pt x="48768" y="43325"/>
                </a:lnTo>
                <a:lnTo>
                  <a:pt x="48768" y="53993"/>
                </a:lnTo>
                <a:lnTo>
                  <a:pt x="49530" y="53993"/>
                </a:lnTo>
                <a:lnTo>
                  <a:pt x="53340" y="51271"/>
                </a:lnTo>
                <a:close/>
              </a:path>
              <a:path w="68580" h="59054">
                <a:moveTo>
                  <a:pt x="51054" y="13454"/>
                </a:moveTo>
                <a:lnTo>
                  <a:pt x="51054" y="12845"/>
                </a:lnTo>
                <a:lnTo>
                  <a:pt x="50292" y="12845"/>
                </a:lnTo>
                <a:lnTo>
                  <a:pt x="51054" y="13454"/>
                </a:lnTo>
                <a:close/>
              </a:path>
              <a:path w="68580" h="59054">
                <a:moveTo>
                  <a:pt x="57912" y="47897"/>
                </a:moveTo>
                <a:lnTo>
                  <a:pt x="57912" y="31895"/>
                </a:lnTo>
                <a:lnTo>
                  <a:pt x="55626" y="36467"/>
                </a:lnTo>
                <a:lnTo>
                  <a:pt x="55626" y="35705"/>
                </a:lnTo>
                <a:lnTo>
                  <a:pt x="52578" y="39515"/>
                </a:lnTo>
                <a:lnTo>
                  <a:pt x="53340" y="39515"/>
                </a:lnTo>
                <a:lnTo>
                  <a:pt x="53340" y="51271"/>
                </a:lnTo>
                <a:lnTo>
                  <a:pt x="54864" y="50183"/>
                </a:lnTo>
                <a:lnTo>
                  <a:pt x="55626" y="50183"/>
                </a:lnTo>
                <a:lnTo>
                  <a:pt x="57912" y="47897"/>
                </a:lnTo>
                <a:close/>
              </a:path>
              <a:path w="68580" h="59054">
                <a:moveTo>
                  <a:pt x="54102" y="15893"/>
                </a:moveTo>
                <a:lnTo>
                  <a:pt x="53340" y="15131"/>
                </a:lnTo>
                <a:lnTo>
                  <a:pt x="53340" y="15283"/>
                </a:lnTo>
                <a:lnTo>
                  <a:pt x="54102" y="15893"/>
                </a:lnTo>
                <a:close/>
              </a:path>
              <a:path w="68580" h="59054">
                <a:moveTo>
                  <a:pt x="57150" y="19703"/>
                </a:moveTo>
                <a:lnTo>
                  <a:pt x="57150" y="18179"/>
                </a:lnTo>
                <a:lnTo>
                  <a:pt x="56388" y="18179"/>
                </a:lnTo>
                <a:lnTo>
                  <a:pt x="57150" y="19703"/>
                </a:lnTo>
                <a:close/>
              </a:path>
              <a:path w="68580" h="59054">
                <a:moveTo>
                  <a:pt x="58674" y="47135"/>
                </a:moveTo>
                <a:lnTo>
                  <a:pt x="58674" y="28085"/>
                </a:lnTo>
                <a:lnTo>
                  <a:pt x="57150" y="32657"/>
                </a:lnTo>
                <a:lnTo>
                  <a:pt x="57912" y="31895"/>
                </a:lnTo>
                <a:lnTo>
                  <a:pt x="57912" y="47897"/>
                </a:lnTo>
                <a:lnTo>
                  <a:pt x="58674" y="47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2E9E4B8A-1179-4D84-A44D-B86330BB50C8}"/>
              </a:ext>
            </a:extLst>
          </p:cNvPr>
          <p:cNvSpPr/>
          <p:nvPr/>
        </p:nvSpPr>
        <p:spPr>
          <a:xfrm>
            <a:off x="3337590" y="3291831"/>
            <a:ext cx="74405" cy="672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82FDACC0-E727-4B9B-9D3E-AC66CFF420CD}"/>
              </a:ext>
            </a:extLst>
          </p:cNvPr>
          <p:cNvSpPr/>
          <p:nvPr/>
        </p:nvSpPr>
        <p:spPr>
          <a:xfrm>
            <a:off x="3654044" y="5862909"/>
            <a:ext cx="82475" cy="76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9CFBC0A9-84CF-4F0A-9236-C01DB885E0FE}"/>
              </a:ext>
            </a:extLst>
          </p:cNvPr>
          <p:cNvSpPr/>
          <p:nvPr/>
        </p:nvSpPr>
        <p:spPr>
          <a:xfrm>
            <a:off x="2449189" y="4519995"/>
            <a:ext cx="83671" cy="68728"/>
          </a:xfrm>
          <a:custGeom>
            <a:avLst/>
            <a:gdLst/>
            <a:ahLst/>
            <a:cxnLst/>
            <a:rect l="l" t="t" r="r" b="b"/>
            <a:pathLst>
              <a:path w="71119" h="58420">
                <a:moveTo>
                  <a:pt x="1524" y="35814"/>
                </a:moveTo>
                <a:lnTo>
                  <a:pt x="1524" y="18288"/>
                </a:lnTo>
                <a:lnTo>
                  <a:pt x="0" y="24384"/>
                </a:lnTo>
                <a:lnTo>
                  <a:pt x="0" y="30480"/>
                </a:lnTo>
                <a:lnTo>
                  <a:pt x="762" y="35052"/>
                </a:lnTo>
                <a:lnTo>
                  <a:pt x="762" y="35814"/>
                </a:lnTo>
                <a:lnTo>
                  <a:pt x="1524" y="35814"/>
                </a:lnTo>
                <a:close/>
              </a:path>
              <a:path w="71119" h="58420">
                <a:moveTo>
                  <a:pt x="32004" y="9906"/>
                </a:moveTo>
                <a:lnTo>
                  <a:pt x="32004" y="0"/>
                </a:lnTo>
                <a:lnTo>
                  <a:pt x="31242" y="762"/>
                </a:lnTo>
                <a:lnTo>
                  <a:pt x="24384" y="762"/>
                </a:lnTo>
                <a:lnTo>
                  <a:pt x="19050" y="2286"/>
                </a:lnTo>
                <a:lnTo>
                  <a:pt x="19050" y="3048"/>
                </a:lnTo>
                <a:lnTo>
                  <a:pt x="18288" y="3048"/>
                </a:lnTo>
                <a:lnTo>
                  <a:pt x="13716" y="5334"/>
                </a:lnTo>
                <a:lnTo>
                  <a:pt x="12954" y="5334"/>
                </a:lnTo>
                <a:lnTo>
                  <a:pt x="9143" y="8382"/>
                </a:lnTo>
                <a:lnTo>
                  <a:pt x="8382" y="8382"/>
                </a:lnTo>
                <a:lnTo>
                  <a:pt x="8382" y="9144"/>
                </a:lnTo>
                <a:lnTo>
                  <a:pt x="3809" y="13716"/>
                </a:lnTo>
                <a:lnTo>
                  <a:pt x="1524" y="17526"/>
                </a:lnTo>
                <a:lnTo>
                  <a:pt x="1524" y="36576"/>
                </a:lnTo>
                <a:lnTo>
                  <a:pt x="3809" y="41148"/>
                </a:lnTo>
                <a:lnTo>
                  <a:pt x="3809" y="41910"/>
                </a:lnTo>
                <a:lnTo>
                  <a:pt x="6858" y="45720"/>
                </a:lnTo>
                <a:lnTo>
                  <a:pt x="7620" y="45720"/>
                </a:lnTo>
                <a:lnTo>
                  <a:pt x="7620" y="46482"/>
                </a:lnTo>
                <a:lnTo>
                  <a:pt x="9144" y="47701"/>
                </a:lnTo>
                <a:lnTo>
                  <a:pt x="9143" y="25146"/>
                </a:lnTo>
                <a:lnTo>
                  <a:pt x="9905" y="23622"/>
                </a:lnTo>
                <a:lnTo>
                  <a:pt x="9905" y="22860"/>
                </a:lnTo>
                <a:lnTo>
                  <a:pt x="11429" y="19812"/>
                </a:lnTo>
                <a:lnTo>
                  <a:pt x="11429" y="19050"/>
                </a:lnTo>
                <a:lnTo>
                  <a:pt x="15240" y="15240"/>
                </a:lnTo>
                <a:lnTo>
                  <a:pt x="15240" y="15392"/>
                </a:lnTo>
                <a:lnTo>
                  <a:pt x="18288" y="12954"/>
                </a:lnTo>
                <a:lnTo>
                  <a:pt x="18288" y="13389"/>
                </a:lnTo>
                <a:lnTo>
                  <a:pt x="22098" y="11756"/>
                </a:lnTo>
                <a:lnTo>
                  <a:pt x="22098" y="11430"/>
                </a:lnTo>
                <a:lnTo>
                  <a:pt x="26670" y="10776"/>
                </a:lnTo>
                <a:lnTo>
                  <a:pt x="31242" y="10014"/>
                </a:lnTo>
                <a:lnTo>
                  <a:pt x="32004" y="9906"/>
                </a:lnTo>
                <a:close/>
              </a:path>
              <a:path w="71119" h="58420">
                <a:moveTo>
                  <a:pt x="12192" y="36576"/>
                </a:moveTo>
                <a:lnTo>
                  <a:pt x="9905" y="32004"/>
                </a:lnTo>
                <a:lnTo>
                  <a:pt x="9905" y="33528"/>
                </a:lnTo>
                <a:lnTo>
                  <a:pt x="9143" y="28194"/>
                </a:lnTo>
                <a:lnTo>
                  <a:pt x="9144" y="47701"/>
                </a:lnTo>
                <a:lnTo>
                  <a:pt x="11430" y="49530"/>
                </a:lnTo>
                <a:lnTo>
                  <a:pt x="11429" y="35814"/>
                </a:lnTo>
                <a:lnTo>
                  <a:pt x="12192" y="36576"/>
                </a:lnTo>
                <a:close/>
              </a:path>
              <a:path w="71119" h="58420">
                <a:moveTo>
                  <a:pt x="10667" y="21336"/>
                </a:moveTo>
                <a:lnTo>
                  <a:pt x="9905" y="22860"/>
                </a:lnTo>
                <a:lnTo>
                  <a:pt x="9905" y="23622"/>
                </a:lnTo>
                <a:lnTo>
                  <a:pt x="10667" y="21336"/>
                </a:lnTo>
                <a:close/>
              </a:path>
              <a:path w="71119" h="58420">
                <a:moveTo>
                  <a:pt x="12192" y="18288"/>
                </a:moveTo>
                <a:lnTo>
                  <a:pt x="11429" y="19050"/>
                </a:lnTo>
                <a:lnTo>
                  <a:pt x="11429" y="19812"/>
                </a:lnTo>
                <a:lnTo>
                  <a:pt x="12192" y="18288"/>
                </a:lnTo>
                <a:close/>
              </a:path>
              <a:path w="71119" h="58420">
                <a:moveTo>
                  <a:pt x="14173" y="39243"/>
                </a:moveTo>
                <a:lnTo>
                  <a:pt x="11429" y="35814"/>
                </a:lnTo>
                <a:lnTo>
                  <a:pt x="11430" y="49530"/>
                </a:lnTo>
                <a:lnTo>
                  <a:pt x="12192" y="50292"/>
                </a:lnTo>
                <a:lnTo>
                  <a:pt x="13716" y="51308"/>
                </a:lnTo>
                <a:lnTo>
                  <a:pt x="13716" y="38862"/>
                </a:lnTo>
                <a:lnTo>
                  <a:pt x="14173" y="39243"/>
                </a:lnTo>
                <a:close/>
              </a:path>
              <a:path w="71119" h="58420">
                <a:moveTo>
                  <a:pt x="14478" y="39624"/>
                </a:moveTo>
                <a:lnTo>
                  <a:pt x="14173" y="39243"/>
                </a:lnTo>
                <a:lnTo>
                  <a:pt x="13716" y="38862"/>
                </a:lnTo>
                <a:lnTo>
                  <a:pt x="14478" y="39624"/>
                </a:lnTo>
                <a:close/>
              </a:path>
              <a:path w="71119" h="58420">
                <a:moveTo>
                  <a:pt x="14478" y="51816"/>
                </a:moveTo>
                <a:lnTo>
                  <a:pt x="14478" y="39624"/>
                </a:lnTo>
                <a:lnTo>
                  <a:pt x="13716" y="38862"/>
                </a:lnTo>
                <a:lnTo>
                  <a:pt x="13716" y="51308"/>
                </a:lnTo>
                <a:lnTo>
                  <a:pt x="14478" y="51816"/>
                </a:lnTo>
                <a:close/>
              </a:path>
              <a:path w="71119" h="58420">
                <a:moveTo>
                  <a:pt x="18288" y="53625"/>
                </a:moveTo>
                <a:lnTo>
                  <a:pt x="18288" y="42672"/>
                </a:lnTo>
                <a:lnTo>
                  <a:pt x="14173" y="39243"/>
                </a:lnTo>
                <a:lnTo>
                  <a:pt x="14478" y="39624"/>
                </a:lnTo>
                <a:lnTo>
                  <a:pt x="14478" y="51816"/>
                </a:lnTo>
                <a:lnTo>
                  <a:pt x="16764" y="53340"/>
                </a:lnTo>
                <a:lnTo>
                  <a:pt x="17526" y="53340"/>
                </a:lnTo>
                <a:lnTo>
                  <a:pt x="18288" y="53625"/>
                </a:lnTo>
                <a:close/>
              </a:path>
              <a:path w="71119" h="58420">
                <a:moveTo>
                  <a:pt x="15240" y="15392"/>
                </a:moveTo>
                <a:lnTo>
                  <a:pt x="15240" y="15240"/>
                </a:lnTo>
                <a:lnTo>
                  <a:pt x="14477" y="16002"/>
                </a:lnTo>
                <a:lnTo>
                  <a:pt x="15240" y="15392"/>
                </a:lnTo>
                <a:close/>
              </a:path>
              <a:path w="71119" h="58420">
                <a:moveTo>
                  <a:pt x="18288" y="13389"/>
                </a:moveTo>
                <a:lnTo>
                  <a:pt x="18288" y="12954"/>
                </a:lnTo>
                <a:lnTo>
                  <a:pt x="17526" y="13716"/>
                </a:lnTo>
                <a:lnTo>
                  <a:pt x="18288" y="13389"/>
                </a:lnTo>
                <a:close/>
              </a:path>
              <a:path w="71119" h="58420">
                <a:moveTo>
                  <a:pt x="22098" y="44958"/>
                </a:moveTo>
                <a:lnTo>
                  <a:pt x="17526" y="41910"/>
                </a:lnTo>
                <a:lnTo>
                  <a:pt x="18288" y="42672"/>
                </a:lnTo>
                <a:lnTo>
                  <a:pt x="18288" y="53625"/>
                </a:lnTo>
                <a:lnTo>
                  <a:pt x="21336" y="54768"/>
                </a:lnTo>
                <a:lnTo>
                  <a:pt x="21336" y="44958"/>
                </a:lnTo>
                <a:lnTo>
                  <a:pt x="22098" y="44958"/>
                </a:lnTo>
                <a:close/>
              </a:path>
              <a:path w="71119" h="58420">
                <a:moveTo>
                  <a:pt x="26670" y="56388"/>
                </a:moveTo>
                <a:lnTo>
                  <a:pt x="26670" y="47244"/>
                </a:lnTo>
                <a:lnTo>
                  <a:pt x="21336" y="44958"/>
                </a:lnTo>
                <a:lnTo>
                  <a:pt x="21336" y="54768"/>
                </a:lnTo>
                <a:lnTo>
                  <a:pt x="23622" y="55626"/>
                </a:lnTo>
                <a:lnTo>
                  <a:pt x="26670" y="56388"/>
                </a:lnTo>
                <a:close/>
              </a:path>
              <a:path w="71119" h="58420">
                <a:moveTo>
                  <a:pt x="22860" y="11430"/>
                </a:moveTo>
                <a:lnTo>
                  <a:pt x="22098" y="11430"/>
                </a:lnTo>
                <a:lnTo>
                  <a:pt x="22098" y="11756"/>
                </a:lnTo>
                <a:lnTo>
                  <a:pt x="22860" y="11430"/>
                </a:lnTo>
                <a:close/>
              </a:path>
              <a:path w="71119" h="58420">
                <a:moveTo>
                  <a:pt x="32004" y="48006"/>
                </a:moveTo>
                <a:lnTo>
                  <a:pt x="25908" y="46482"/>
                </a:lnTo>
                <a:lnTo>
                  <a:pt x="26670" y="47244"/>
                </a:lnTo>
                <a:lnTo>
                  <a:pt x="26670" y="56388"/>
                </a:lnTo>
                <a:lnTo>
                  <a:pt x="29718" y="57150"/>
                </a:lnTo>
                <a:lnTo>
                  <a:pt x="31242" y="57245"/>
                </a:lnTo>
                <a:lnTo>
                  <a:pt x="31242" y="48006"/>
                </a:lnTo>
                <a:lnTo>
                  <a:pt x="32004" y="48006"/>
                </a:lnTo>
                <a:close/>
              </a:path>
              <a:path w="71119" h="58420">
                <a:moveTo>
                  <a:pt x="27432" y="10668"/>
                </a:moveTo>
                <a:lnTo>
                  <a:pt x="26670" y="10668"/>
                </a:lnTo>
                <a:lnTo>
                  <a:pt x="27432" y="10668"/>
                </a:lnTo>
                <a:close/>
              </a:path>
              <a:path w="71119" h="58420">
                <a:moveTo>
                  <a:pt x="31648" y="9956"/>
                </a:moveTo>
                <a:lnTo>
                  <a:pt x="31242" y="9906"/>
                </a:lnTo>
                <a:lnTo>
                  <a:pt x="31648" y="9956"/>
                </a:lnTo>
                <a:close/>
              </a:path>
              <a:path w="71119" h="58420">
                <a:moveTo>
                  <a:pt x="42672" y="57245"/>
                </a:moveTo>
                <a:lnTo>
                  <a:pt x="42672" y="48006"/>
                </a:lnTo>
                <a:lnTo>
                  <a:pt x="31242" y="48006"/>
                </a:lnTo>
                <a:lnTo>
                  <a:pt x="31242" y="57245"/>
                </a:lnTo>
                <a:lnTo>
                  <a:pt x="36576" y="57912"/>
                </a:lnTo>
                <a:lnTo>
                  <a:pt x="38100" y="57816"/>
                </a:lnTo>
                <a:lnTo>
                  <a:pt x="42672" y="57245"/>
                </a:lnTo>
                <a:close/>
              </a:path>
              <a:path w="71119" h="58420">
                <a:moveTo>
                  <a:pt x="70624" y="29184"/>
                </a:moveTo>
                <a:lnTo>
                  <a:pt x="68580" y="25146"/>
                </a:lnTo>
                <a:lnTo>
                  <a:pt x="67818" y="22860"/>
                </a:lnTo>
                <a:lnTo>
                  <a:pt x="67818" y="22098"/>
                </a:lnTo>
                <a:lnTo>
                  <a:pt x="65532" y="17526"/>
                </a:lnTo>
                <a:lnTo>
                  <a:pt x="64769" y="16764"/>
                </a:lnTo>
                <a:lnTo>
                  <a:pt x="61721" y="12954"/>
                </a:lnTo>
                <a:lnTo>
                  <a:pt x="61721" y="12192"/>
                </a:lnTo>
                <a:lnTo>
                  <a:pt x="60960" y="12192"/>
                </a:lnTo>
                <a:lnTo>
                  <a:pt x="57150" y="8382"/>
                </a:lnTo>
                <a:lnTo>
                  <a:pt x="56387" y="8382"/>
                </a:lnTo>
                <a:lnTo>
                  <a:pt x="56387" y="7620"/>
                </a:lnTo>
                <a:lnTo>
                  <a:pt x="51816" y="5334"/>
                </a:lnTo>
                <a:lnTo>
                  <a:pt x="51816" y="4572"/>
                </a:lnTo>
                <a:lnTo>
                  <a:pt x="51053" y="4572"/>
                </a:lnTo>
                <a:lnTo>
                  <a:pt x="45720" y="2286"/>
                </a:lnTo>
                <a:lnTo>
                  <a:pt x="44958" y="2286"/>
                </a:lnTo>
                <a:lnTo>
                  <a:pt x="38862" y="762"/>
                </a:lnTo>
                <a:lnTo>
                  <a:pt x="32004" y="762"/>
                </a:lnTo>
                <a:lnTo>
                  <a:pt x="32004" y="9906"/>
                </a:lnTo>
                <a:lnTo>
                  <a:pt x="31648" y="9956"/>
                </a:lnTo>
                <a:lnTo>
                  <a:pt x="36576" y="10572"/>
                </a:lnTo>
                <a:lnTo>
                  <a:pt x="36576" y="9906"/>
                </a:lnTo>
                <a:lnTo>
                  <a:pt x="42672" y="11430"/>
                </a:lnTo>
                <a:lnTo>
                  <a:pt x="42672" y="11756"/>
                </a:lnTo>
                <a:lnTo>
                  <a:pt x="46482" y="13389"/>
                </a:lnTo>
                <a:lnTo>
                  <a:pt x="46482" y="12954"/>
                </a:lnTo>
                <a:lnTo>
                  <a:pt x="51053" y="15566"/>
                </a:lnTo>
                <a:lnTo>
                  <a:pt x="51053" y="15240"/>
                </a:lnTo>
                <a:lnTo>
                  <a:pt x="54864" y="19050"/>
                </a:lnTo>
                <a:lnTo>
                  <a:pt x="54864" y="19431"/>
                </a:lnTo>
                <a:lnTo>
                  <a:pt x="57150" y="22860"/>
                </a:lnTo>
                <a:lnTo>
                  <a:pt x="57150" y="21336"/>
                </a:lnTo>
                <a:lnTo>
                  <a:pt x="58674" y="25908"/>
                </a:lnTo>
                <a:lnTo>
                  <a:pt x="58674" y="25146"/>
                </a:lnTo>
                <a:lnTo>
                  <a:pt x="59436" y="27432"/>
                </a:lnTo>
                <a:lnTo>
                  <a:pt x="59436" y="32794"/>
                </a:lnTo>
                <a:lnTo>
                  <a:pt x="60579" y="33985"/>
                </a:lnTo>
                <a:lnTo>
                  <a:pt x="60579" y="49530"/>
                </a:lnTo>
                <a:lnTo>
                  <a:pt x="60960" y="49530"/>
                </a:lnTo>
                <a:lnTo>
                  <a:pt x="60960" y="48768"/>
                </a:lnTo>
                <a:lnTo>
                  <a:pt x="64008" y="45720"/>
                </a:lnTo>
                <a:lnTo>
                  <a:pt x="64008" y="44958"/>
                </a:lnTo>
                <a:lnTo>
                  <a:pt x="64769" y="44958"/>
                </a:lnTo>
                <a:lnTo>
                  <a:pt x="66294" y="42672"/>
                </a:lnTo>
                <a:lnTo>
                  <a:pt x="68808" y="39039"/>
                </a:lnTo>
                <a:lnTo>
                  <a:pt x="70624" y="29184"/>
                </a:lnTo>
                <a:close/>
              </a:path>
              <a:path w="71119" h="58420">
                <a:moveTo>
                  <a:pt x="37338" y="10668"/>
                </a:moveTo>
                <a:lnTo>
                  <a:pt x="36576" y="9906"/>
                </a:lnTo>
                <a:lnTo>
                  <a:pt x="36576" y="10572"/>
                </a:lnTo>
                <a:lnTo>
                  <a:pt x="37338" y="10668"/>
                </a:lnTo>
                <a:close/>
              </a:path>
              <a:path w="71119" h="58420">
                <a:moveTo>
                  <a:pt x="42672" y="11756"/>
                </a:moveTo>
                <a:lnTo>
                  <a:pt x="42672" y="11430"/>
                </a:lnTo>
                <a:lnTo>
                  <a:pt x="41910" y="11430"/>
                </a:lnTo>
                <a:lnTo>
                  <a:pt x="42672" y="11756"/>
                </a:lnTo>
                <a:close/>
              </a:path>
              <a:path w="71119" h="58420">
                <a:moveTo>
                  <a:pt x="47244" y="56279"/>
                </a:moveTo>
                <a:lnTo>
                  <a:pt x="47244" y="46482"/>
                </a:lnTo>
                <a:lnTo>
                  <a:pt x="41910" y="48006"/>
                </a:lnTo>
                <a:lnTo>
                  <a:pt x="42672" y="48006"/>
                </a:lnTo>
                <a:lnTo>
                  <a:pt x="42672" y="57245"/>
                </a:lnTo>
                <a:lnTo>
                  <a:pt x="44196" y="57150"/>
                </a:lnTo>
                <a:lnTo>
                  <a:pt x="47244" y="56279"/>
                </a:lnTo>
                <a:close/>
              </a:path>
              <a:path w="71119" h="58420">
                <a:moveTo>
                  <a:pt x="47244" y="13716"/>
                </a:moveTo>
                <a:lnTo>
                  <a:pt x="46482" y="12954"/>
                </a:lnTo>
                <a:lnTo>
                  <a:pt x="46482" y="13389"/>
                </a:lnTo>
                <a:lnTo>
                  <a:pt x="47244" y="13716"/>
                </a:lnTo>
                <a:close/>
              </a:path>
              <a:path w="71119" h="58420">
                <a:moveTo>
                  <a:pt x="51054" y="44196"/>
                </a:moveTo>
                <a:lnTo>
                  <a:pt x="46482" y="46482"/>
                </a:lnTo>
                <a:lnTo>
                  <a:pt x="47244" y="46482"/>
                </a:lnTo>
                <a:lnTo>
                  <a:pt x="47244" y="56279"/>
                </a:lnTo>
                <a:lnTo>
                  <a:pt x="49530" y="55626"/>
                </a:lnTo>
                <a:lnTo>
                  <a:pt x="50292" y="55626"/>
                </a:lnTo>
                <a:lnTo>
                  <a:pt x="50292" y="44958"/>
                </a:lnTo>
                <a:lnTo>
                  <a:pt x="51054" y="44196"/>
                </a:lnTo>
                <a:close/>
              </a:path>
              <a:path w="71119" h="58420">
                <a:moveTo>
                  <a:pt x="54537" y="42127"/>
                </a:moveTo>
                <a:lnTo>
                  <a:pt x="50292" y="44958"/>
                </a:lnTo>
                <a:lnTo>
                  <a:pt x="50292" y="55626"/>
                </a:lnTo>
                <a:lnTo>
                  <a:pt x="54102" y="53721"/>
                </a:lnTo>
                <a:lnTo>
                  <a:pt x="54102" y="42672"/>
                </a:lnTo>
                <a:lnTo>
                  <a:pt x="54537" y="42127"/>
                </a:lnTo>
                <a:close/>
              </a:path>
              <a:path w="71119" h="58420">
                <a:moveTo>
                  <a:pt x="51816" y="16002"/>
                </a:moveTo>
                <a:lnTo>
                  <a:pt x="51053" y="15240"/>
                </a:lnTo>
                <a:lnTo>
                  <a:pt x="51053" y="15566"/>
                </a:lnTo>
                <a:lnTo>
                  <a:pt x="51816" y="16002"/>
                </a:lnTo>
                <a:close/>
              </a:path>
              <a:path w="71119" h="58420">
                <a:moveTo>
                  <a:pt x="54864" y="19431"/>
                </a:moveTo>
                <a:lnTo>
                  <a:pt x="54864" y="19050"/>
                </a:lnTo>
                <a:lnTo>
                  <a:pt x="54102" y="18288"/>
                </a:lnTo>
                <a:lnTo>
                  <a:pt x="54864" y="19431"/>
                </a:lnTo>
                <a:close/>
              </a:path>
              <a:path w="71119" h="58420">
                <a:moveTo>
                  <a:pt x="54864" y="41910"/>
                </a:moveTo>
                <a:lnTo>
                  <a:pt x="54537" y="42127"/>
                </a:lnTo>
                <a:lnTo>
                  <a:pt x="54102" y="42672"/>
                </a:lnTo>
                <a:lnTo>
                  <a:pt x="54864" y="41910"/>
                </a:lnTo>
                <a:close/>
              </a:path>
              <a:path w="71119" h="58420">
                <a:moveTo>
                  <a:pt x="54864" y="53340"/>
                </a:moveTo>
                <a:lnTo>
                  <a:pt x="54864" y="41910"/>
                </a:lnTo>
                <a:lnTo>
                  <a:pt x="54102" y="42672"/>
                </a:lnTo>
                <a:lnTo>
                  <a:pt x="54102" y="53721"/>
                </a:lnTo>
                <a:lnTo>
                  <a:pt x="54864" y="53340"/>
                </a:lnTo>
                <a:close/>
              </a:path>
              <a:path w="71119" h="58420">
                <a:moveTo>
                  <a:pt x="60579" y="49530"/>
                </a:moveTo>
                <a:lnTo>
                  <a:pt x="60579" y="33985"/>
                </a:lnTo>
                <a:lnTo>
                  <a:pt x="57912" y="38100"/>
                </a:lnTo>
                <a:lnTo>
                  <a:pt x="57150" y="38862"/>
                </a:lnTo>
                <a:lnTo>
                  <a:pt x="54537" y="42127"/>
                </a:lnTo>
                <a:lnTo>
                  <a:pt x="54864" y="41910"/>
                </a:lnTo>
                <a:lnTo>
                  <a:pt x="54864" y="53340"/>
                </a:lnTo>
                <a:lnTo>
                  <a:pt x="55626" y="53340"/>
                </a:lnTo>
                <a:lnTo>
                  <a:pt x="55626" y="52578"/>
                </a:lnTo>
                <a:lnTo>
                  <a:pt x="60198" y="49530"/>
                </a:lnTo>
                <a:lnTo>
                  <a:pt x="60579" y="49530"/>
                </a:lnTo>
                <a:close/>
              </a:path>
              <a:path w="71119" h="58420">
                <a:moveTo>
                  <a:pt x="59436" y="32794"/>
                </a:moveTo>
                <a:lnTo>
                  <a:pt x="59436" y="27432"/>
                </a:lnTo>
                <a:lnTo>
                  <a:pt x="59042" y="32385"/>
                </a:lnTo>
                <a:lnTo>
                  <a:pt x="59436" y="32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4">
            <a:extLst>
              <a:ext uri="{FF2B5EF4-FFF2-40B4-BE49-F238E27FC236}">
                <a16:creationId xmlns:a16="http://schemas.microsoft.com/office/drawing/2014/main" id="{DEC51ADA-FE87-447E-AEDC-FDFDB774F3EA}"/>
              </a:ext>
            </a:extLst>
          </p:cNvPr>
          <p:cNvSpPr/>
          <p:nvPr/>
        </p:nvSpPr>
        <p:spPr>
          <a:xfrm>
            <a:off x="3897884" y="2511004"/>
            <a:ext cx="74405" cy="672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25">
            <a:extLst>
              <a:ext uri="{FF2B5EF4-FFF2-40B4-BE49-F238E27FC236}">
                <a16:creationId xmlns:a16="http://schemas.microsoft.com/office/drawing/2014/main" id="{C3F2D120-1F71-41D5-B249-C1EA663F1B2E}"/>
              </a:ext>
            </a:extLst>
          </p:cNvPr>
          <p:cNvSpPr/>
          <p:nvPr/>
        </p:nvSpPr>
        <p:spPr>
          <a:xfrm>
            <a:off x="5031021" y="4568406"/>
            <a:ext cx="82280" cy="7978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26">
            <a:extLst>
              <a:ext uri="{FF2B5EF4-FFF2-40B4-BE49-F238E27FC236}">
                <a16:creationId xmlns:a16="http://schemas.microsoft.com/office/drawing/2014/main" id="{6A0A95B7-9300-4DC8-AAF9-2637613BA220}"/>
              </a:ext>
            </a:extLst>
          </p:cNvPr>
          <p:cNvSpPr/>
          <p:nvPr/>
        </p:nvSpPr>
        <p:spPr>
          <a:xfrm>
            <a:off x="3930158" y="4493997"/>
            <a:ext cx="74405" cy="681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3" name="object 27">
            <a:extLst>
              <a:ext uri="{FF2B5EF4-FFF2-40B4-BE49-F238E27FC236}">
                <a16:creationId xmlns:a16="http://schemas.microsoft.com/office/drawing/2014/main" id="{27837D5F-1806-4878-9947-C16BF61E1E81}"/>
              </a:ext>
            </a:extLst>
          </p:cNvPr>
          <p:cNvSpPr/>
          <p:nvPr/>
        </p:nvSpPr>
        <p:spPr>
          <a:xfrm>
            <a:off x="5399473" y="3654004"/>
            <a:ext cx="74407" cy="672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5" name="object 28">
            <a:extLst>
              <a:ext uri="{FF2B5EF4-FFF2-40B4-BE49-F238E27FC236}">
                <a16:creationId xmlns:a16="http://schemas.microsoft.com/office/drawing/2014/main" id="{17BE0FDA-17E0-4DFF-8C1B-4325BA7913FF}"/>
              </a:ext>
            </a:extLst>
          </p:cNvPr>
          <p:cNvSpPr/>
          <p:nvPr/>
        </p:nvSpPr>
        <p:spPr>
          <a:xfrm>
            <a:off x="2416913" y="2458112"/>
            <a:ext cx="82176" cy="68728"/>
          </a:xfrm>
          <a:custGeom>
            <a:avLst/>
            <a:gdLst/>
            <a:ahLst/>
            <a:cxnLst/>
            <a:rect l="l" t="t" r="r" b="b"/>
            <a:pathLst>
              <a:path w="69850" h="58420">
                <a:moveTo>
                  <a:pt x="4572" y="41148"/>
                </a:moveTo>
                <a:lnTo>
                  <a:pt x="4572" y="13716"/>
                </a:lnTo>
                <a:lnTo>
                  <a:pt x="2286" y="17526"/>
                </a:lnTo>
                <a:lnTo>
                  <a:pt x="2286" y="18288"/>
                </a:lnTo>
                <a:lnTo>
                  <a:pt x="1524" y="18288"/>
                </a:lnTo>
                <a:lnTo>
                  <a:pt x="0" y="24384"/>
                </a:lnTo>
                <a:lnTo>
                  <a:pt x="0" y="30480"/>
                </a:lnTo>
                <a:lnTo>
                  <a:pt x="1524" y="35052"/>
                </a:lnTo>
                <a:lnTo>
                  <a:pt x="1524" y="36576"/>
                </a:lnTo>
                <a:lnTo>
                  <a:pt x="3810" y="41148"/>
                </a:lnTo>
                <a:lnTo>
                  <a:pt x="4572" y="41148"/>
                </a:lnTo>
                <a:close/>
              </a:path>
              <a:path w="69850" h="58420">
                <a:moveTo>
                  <a:pt x="32004" y="10001"/>
                </a:moveTo>
                <a:lnTo>
                  <a:pt x="32004" y="762"/>
                </a:lnTo>
                <a:lnTo>
                  <a:pt x="25146" y="762"/>
                </a:lnTo>
                <a:lnTo>
                  <a:pt x="19812" y="2286"/>
                </a:lnTo>
                <a:lnTo>
                  <a:pt x="19050" y="3048"/>
                </a:lnTo>
                <a:lnTo>
                  <a:pt x="14478" y="5334"/>
                </a:lnTo>
                <a:lnTo>
                  <a:pt x="13716" y="5334"/>
                </a:lnTo>
                <a:lnTo>
                  <a:pt x="9144" y="8382"/>
                </a:lnTo>
                <a:lnTo>
                  <a:pt x="8382" y="9144"/>
                </a:lnTo>
                <a:lnTo>
                  <a:pt x="5334" y="12954"/>
                </a:lnTo>
                <a:lnTo>
                  <a:pt x="4572" y="12954"/>
                </a:lnTo>
                <a:lnTo>
                  <a:pt x="4572" y="41910"/>
                </a:lnTo>
                <a:lnTo>
                  <a:pt x="7620" y="45720"/>
                </a:lnTo>
                <a:lnTo>
                  <a:pt x="7620" y="46482"/>
                </a:lnTo>
                <a:lnTo>
                  <a:pt x="8382" y="46482"/>
                </a:lnTo>
                <a:lnTo>
                  <a:pt x="9906" y="47701"/>
                </a:lnTo>
                <a:lnTo>
                  <a:pt x="9906" y="23622"/>
                </a:lnTo>
                <a:lnTo>
                  <a:pt x="10668" y="21336"/>
                </a:lnTo>
                <a:lnTo>
                  <a:pt x="10668" y="22860"/>
                </a:lnTo>
                <a:lnTo>
                  <a:pt x="12192" y="19812"/>
                </a:lnTo>
                <a:lnTo>
                  <a:pt x="12192" y="19050"/>
                </a:lnTo>
                <a:lnTo>
                  <a:pt x="14478" y="16192"/>
                </a:lnTo>
                <a:lnTo>
                  <a:pt x="14478" y="16002"/>
                </a:lnTo>
                <a:lnTo>
                  <a:pt x="15240" y="15240"/>
                </a:lnTo>
                <a:lnTo>
                  <a:pt x="15240" y="15494"/>
                </a:lnTo>
                <a:lnTo>
                  <a:pt x="19050" y="12954"/>
                </a:lnTo>
                <a:lnTo>
                  <a:pt x="19050" y="13335"/>
                </a:lnTo>
                <a:lnTo>
                  <a:pt x="22098" y="11811"/>
                </a:lnTo>
                <a:lnTo>
                  <a:pt x="22098" y="11430"/>
                </a:lnTo>
                <a:lnTo>
                  <a:pt x="26670" y="10776"/>
                </a:lnTo>
                <a:lnTo>
                  <a:pt x="32004" y="10001"/>
                </a:lnTo>
                <a:close/>
              </a:path>
              <a:path w="69850" h="58420">
                <a:moveTo>
                  <a:pt x="12192" y="49530"/>
                </a:moveTo>
                <a:lnTo>
                  <a:pt x="12192" y="36576"/>
                </a:lnTo>
                <a:lnTo>
                  <a:pt x="10668" y="32004"/>
                </a:lnTo>
                <a:lnTo>
                  <a:pt x="10668" y="33528"/>
                </a:lnTo>
                <a:lnTo>
                  <a:pt x="9906" y="28194"/>
                </a:lnTo>
                <a:lnTo>
                  <a:pt x="9906" y="47701"/>
                </a:lnTo>
                <a:lnTo>
                  <a:pt x="12192" y="49530"/>
                </a:lnTo>
                <a:close/>
              </a:path>
              <a:path w="69850" h="58420">
                <a:moveTo>
                  <a:pt x="12954" y="18288"/>
                </a:moveTo>
                <a:lnTo>
                  <a:pt x="12192" y="19050"/>
                </a:lnTo>
                <a:lnTo>
                  <a:pt x="12192" y="19812"/>
                </a:lnTo>
                <a:lnTo>
                  <a:pt x="12954" y="18288"/>
                </a:lnTo>
                <a:close/>
              </a:path>
              <a:path w="69850" h="58420">
                <a:moveTo>
                  <a:pt x="15240" y="39624"/>
                </a:moveTo>
                <a:lnTo>
                  <a:pt x="12192" y="35814"/>
                </a:lnTo>
                <a:lnTo>
                  <a:pt x="12192" y="50292"/>
                </a:lnTo>
                <a:lnTo>
                  <a:pt x="12954" y="50292"/>
                </a:lnTo>
                <a:lnTo>
                  <a:pt x="14478" y="51308"/>
                </a:lnTo>
                <a:lnTo>
                  <a:pt x="14478" y="38862"/>
                </a:lnTo>
                <a:lnTo>
                  <a:pt x="15240" y="39624"/>
                </a:lnTo>
                <a:close/>
              </a:path>
              <a:path w="69850" h="58420">
                <a:moveTo>
                  <a:pt x="15240" y="15240"/>
                </a:moveTo>
                <a:lnTo>
                  <a:pt x="14478" y="16002"/>
                </a:lnTo>
                <a:lnTo>
                  <a:pt x="14804" y="15784"/>
                </a:lnTo>
                <a:lnTo>
                  <a:pt x="15240" y="15240"/>
                </a:lnTo>
                <a:close/>
              </a:path>
              <a:path w="69850" h="58420">
                <a:moveTo>
                  <a:pt x="14804" y="15784"/>
                </a:moveTo>
                <a:lnTo>
                  <a:pt x="14478" y="16002"/>
                </a:lnTo>
                <a:lnTo>
                  <a:pt x="14478" y="16192"/>
                </a:lnTo>
                <a:lnTo>
                  <a:pt x="14804" y="15784"/>
                </a:lnTo>
                <a:close/>
              </a:path>
              <a:path w="69850" h="58420">
                <a:moveTo>
                  <a:pt x="18288" y="53340"/>
                </a:moveTo>
                <a:lnTo>
                  <a:pt x="18288" y="42672"/>
                </a:lnTo>
                <a:lnTo>
                  <a:pt x="14478" y="38862"/>
                </a:lnTo>
                <a:lnTo>
                  <a:pt x="14478" y="51308"/>
                </a:lnTo>
                <a:lnTo>
                  <a:pt x="17526" y="53340"/>
                </a:lnTo>
                <a:lnTo>
                  <a:pt x="18288" y="53340"/>
                </a:lnTo>
                <a:close/>
              </a:path>
              <a:path w="69850" h="58420">
                <a:moveTo>
                  <a:pt x="15240" y="15494"/>
                </a:moveTo>
                <a:lnTo>
                  <a:pt x="15240" y="15240"/>
                </a:lnTo>
                <a:lnTo>
                  <a:pt x="14804" y="15784"/>
                </a:lnTo>
                <a:lnTo>
                  <a:pt x="15240" y="15494"/>
                </a:lnTo>
                <a:close/>
              </a:path>
              <a:path w="69850" h="58420">
                <a:moveTo>
                  <a:pt x="22860" y="44958"/>
                </a:moveTo>
                <a:lnTo>
                  <a:pt x="17526" y="41910"/>
                </a:lnTo>
                <a:lnTo>
                  <a:pt x="18288" y="42672"/>
                </a:lnTo>
                <a:lnTo>
                  <a:pt x="18288" y="53340"/>
                </a:lnTo>
                <a:lnTo>
                  <a:pt x="22098" y="54972"/>
                </a:lnTo>
                <a:lnTo>
                  <a:pt x="22098" y="44958"/>
                </a:lnTo>
                <a:lnTo>
                  <a:pt x="22860" y="44958"/>
                </a:lnTo>
                <a:close/>
              </a:path>
              <a:path w="69850" h="58420">
                <a:moveTo>
                  <a:pt x="19050" y="13335"/>
                </a:moveTo>
                <a:lnTo>
                  <a:pt x="19050" y="12954"/>
                </a:lnTo>
                <a:lnTo>
                  <a:pt x="18288" y="13716"/>
                </a:lnTo>
                <a:lnTo>
                  <a:pt x="19050" y="13335"/>
                </a:lnTo>
                <a:close/>
              </a:path>
              <a:path w="69850" h="58420">
                <a:moveTo>
                  <a:pt x="22860" y="11430"/>
                </a:moveTo>
                <a:lnTo>
                  <a:pt x="22098" y="11430"/>
                </a:lnTo>
                <a:lnTo>
                  <a:pt x="22098" y="11811"/>
                </a:lnTo>
                <a:lnTo>
                  <a:pt x="22860" y="11430"/>
                </a:lnTo>
                <a:close/>
              </a:path>
              <a:path w="69850" h="58420">
                <a:moveTo>
                  <a:pt x="27432" y="56388"/>
                </a:moveTo>
                <a:lnTo>
                  <a:pt x="27432" y="47244"/>
                </a:lnTo>
                <a:lnTo>
                  <a:pt x="22098" y="44958"/>
                </a:lnTo>
                <a:lnTo>
                  <a:pt x="22098" y="54972"/>
                </a:lnTo>
                <a:lnTo>
                  <a:pt x="23622" y="55626"/>
                </a:lnTo>
                <a:lnTo>
                  <a:pt x="24384" y="55626"/>
                </a:lnTo>
                <a:lnTo>
                  <a:pt x="27432" y="56388"/>
                </a:lnTo>
                <a:close/>
              </a:path>
              <a:path w="69850" h="58420">
                <a:moveTo>
                  <a:pt x="27432" y="10668"/>
                </a:moveTo>
                <a:lnTo>
                  <a:pt x="26670" y="10668"/>
                </a:lnTo>
                <a:lnTo>
                  <a:pt x="27432" y="10668"/>
                </a:lnTo>
                <a:close/>
              </a:path>
              <a:path w="69850" h="58420">
                <a:moveTo>
                  <a:pt x="32766" y="48006"/>
                </a:moveTo>
                <a:lnTo>
                  <a:pt x="26670" y="46482"/>
                </a:lnTo>
                <a:lnTo>
                  <a:pt x="27432" y="47244"/>
                </a:lnTo>
                <a:lnTo>
                  <a:pt x="27432" y="56388"/>
                </a:lnTo>
                <a:lnTo>
                  <a:pt x="30480" y="57150"/>
                </a:lnTo>
                <a:lnTo>
                  <a:pt x="32004" y="57245"/>
                </a:lnTo>
                <a:lnTo>
                  <a:pt x="32004" y="48006"/>
                </a:lnTo>
                <a:lnTo>
                  <a:pt x="32766" y="48006"/>
                </a:lnTo>
                <a:close/>
              </a:path>
              <a:path w="69850" h="58420">
                <a:moveTo>
                  <a:pt x="57912" y="22860"/>
                </a:moveTo>
                <a:lnTo>
                  <a:pt x="57150" y="21336"/>
                </a:lnTo>
                <a:lnTo>
                  <a:pt x="57150" y="7620"/>
                </a:lnTo>
                <a:lnTo>
                  <a:pt x="51816" y="5334"/>
                </a:lnTo>
                <a:lnTo>
                  <a:pt x="51816" y="4572"/>
                </a:lnTo>
                <a:lnTo>
                  <a:pt x="45720" y="2286"/>
                </a:lnTo>
                <a:lnTo>
                  <a:pt x="44958" y="2286"/>
                </a:lnTo>
                <a:lnTo>
                  <a:pt x="39624" y="762"/>
                </a:lnTo>
                <a:lnTo>
                  <a:pt x="32766" y="762"/>
                </a:lnTo>
                <a:lnTo>
                  <a:pt x="32004" y="0"/>
                </a:lnTo>
                <a:lnTo>
                  <a:pt x="32004" y="9906"/>
                </a:lnTo>
                <a:lnTo>
                  <a:pt x="37338" y="10572"/>
                </a:lnTo>
                <a:lnTo>
                  <a:pt x="37338" y="9906"/>
                </a:lnTo>
                <a:lnTo>
                  <a:pt x="43434" y="11430"/>
                </a:lnTo>
                <a:lnTo>
                  <a:pt x="43434" y="11756"/>
                </a:lnTo>
                <a:lnTo>
                  <a:pt x="47244" y="13389"/>
                </a:lnTo>
                <a:lnTo>
                  <a:pt x="47244" y="12954"/>
                </a:lnTo>
                <a:lnTo>
                  <a:pt x="51054" y="15494"/>
                </a:lnTo>
                <a:lnTo>
                  <a:pt x="51054" y="15240"/>
                </a:lnTo>
                <a:lnTo>
                  <a:pt x="54864" y="19050"/>
                </a:lnTo>
                <a:lnTo>
                  <a:pt x="54864" y="18287"/>
                </a:lnTo>
                <a:lnTo>
                  <a:pt x="57912" y="22860"/>
                </a:lnTo>
                <a:close/>
              </a:path>
              <a:path w="69850" h="58420">
                <a:moveTo>
                  <a:pt x="32385" y="9953"/>
                </a:moveTo>
                <a:lnTo>
                  <a:pt x="32004" y="9906"/>
                </a:lnTo>
                <a:lnTo>
                  <a:pt x="32385" y="9953"/>
                </a:lnTo>
                <a:close/>
              </a:path>
              <a:path w="69850" h="58420">
                <a:moveTo>
                  <a:pt x="42672" y="57258"/>
                </a:moveTo>
                <a:lnTo>
                  <a:pt x="42672" y="48006"/>
                </a:lnTo>
                <a:lnTo>
                  <a:pt x="32004" y="48006"/>
                </a:lnTo>
                <a:lnTo>
                  <a:pt x="32004" y="57245"/>
                </a:lnTo>
                <a:lnTo>
                  <a:pt x="37338" y="57912"/>
                </a:lnTo>
                <a:lnTo>
                  <a:pt x="38862" y="57803"/>
                </a:lnTo>
                <a:lnTo>
                  <a:pt x="42672" y="57258"/>
                </a:lnTo>
                <a:close/>
              </a:path>
              <a:path w="69850" h="58420">
                <a:moveTo>
                  <a:pt x="32766" y="10001"/>
                </a:moveTo>
                <a:lnTo>
                  <a:pt x="32385" y="9953"/>
                </a:lnTo>
                <a:lnTo>
                  <a:pt x="32766" y="10001"/>
                </a:lnTo>
                <a:close/>
              </a:path>
              <a:path w="69850" h="58420">
                <a:moveTo>
                  <a:pt x="38100" y="10668"/>
                </a:moveTo>
                <a:lnTo>
                  <a:pt x="37338" y="9906"/>
                </a:lnTo>
                <a:lnTo>
                  <a:pt x="37338" y="10572"/>
                </a:lnTo>
                <a:lnTo>
                  <a:pt x="38100" y="10668"/>
                </a:lnTo>
                <a:close/>
              </a:path>
              <a:path w="69850" h="58420">
                <a:moveTo>
                  <a:pt x="47244" y="56496"/>
                </a:moveTo>
                <a:lnTo>
                  <a:pt x="47244" y="46482"/>
                </a:lnTo>
                <a:lnTo>
                  <a:pt x="41910" y="48006"/>
                </a:lnTo>
                <a:lnTo>
                  <a:pt x="42672" y="48006"/>
                </a:lnTo>
                <a:lnTo>
                  <a:pt x="42672" y="57258"/>
                </a:lnTo>
                <a:lnTo>
                  <a:pt x="44958" y="57150"/>
                </a:lnTo>
                <a:lnTo>
                  <a:pt x="47244" y="56496"/>
                </a:lnTo>
                <a:close/>
              </a:path>
              <a:path w="69850" h="58420">
                <a:moveTo>
                  <a:pt x="43434" y="11756"/>
                </a:moveTo>
                <a:lnTo>
                  <a:pt x="43434" y="11430"/>
                </a:lnTo>
                <a:lnTo>
                  <a:pt x="42672" y="11430"/>
                </a:lnTo>
                <a:lnTo>
                  <a:pt x="43434" y="11756"/>
                </a:lnTo>
                <a:close/>
              </a:path>
              <a:path w="69850" h="58420">
                <a:moveTo>
                  <a:pt x="51816" y="44196"/>
                </a:moveTo>
                <a:lnTo>
                  <a:pt x="46482" y="46482"/>
                </a:lnTo>
                <a:lnTo>
                  <a:pt x="47244" y="46482"/>
                </a:lnTo>
                <a:lnTo>
                  <a:pt x="47244" y="56496"/>
                </a:lnTo>
                <a:lnTo>
                  <a:pt x="50292" y="55626"/>
                </a:lnTo>
                <a:lnTo>
                  <a:pt x="51054" y="55626"/>
                </a:lnTo>
                <a:lnTo>
                  <a:pt x="51054" y="44958"/>
                </a:lnTo>
                <a:lnTo>
                  <a:pt x="51816" y="44196"/>
                </a:lnTo>
                <a:close/>
              </a:path>
              <a:path w="69850" h="58420">
                <a:moveTo>
                  <a:pt x="48006" y="13716"/>
                </a:moveTo>
                <a:lnTo>
                  <a:pt x="47244" y="12954"/>
                </a:lnTo>
                <a:lnTo>
                  <a:pt x="47244" y="13389"/>
                </a:lnTo>
                <a:lnTo>
                  <a:pt x="48006" y="13716"/>
                </a:lnTo>
                <a:close/>
              </a:path>
              <a:path w="69850" h="58420">
                <a:moveTo>
                  <a:pt x="51816" y="16002"/>
                </a:moveTo>
                <a:lnTo>
                  <a:pt x="51054" y="15240"/>
                </a:lnTo>
                <a:lnTo>
                  <a:pt x="51054" y="15494"/>
                </a:lnTo>
                <a:lnTo>
                  <a:pt x="51816" y="16002"/>
                </a:lnTo>
                <a:close/>
              </a:path>
              <a:path w="69850" h="58420">
                <a:moveTo>
                  <a:pt x="54864" y="41910"/>
                </a:moveTo>
                <a:lnTo>
                  <a:pt x="51054" y="44958"/>
                </a:lnTo>
                <a:lnTo>
                  <a:pt x="51054" y="55626"/>
                </a:lnTo>
                <a:lnTo>
                  <a:pt x="54102" y="54102"/>
                </a:lnTo>
                <a:lnTo>
                  <a:pt x="54102" y="42672"/>
                </a:lnTo>
                <a:lnTo>
                  <a:pt x="54864" y="41910"/>
                </a:lnTo>
                <a:close/>
              </a:path>
              <a:path w="69850" h="58420">
                <a:moveTo>
                  <a:pt x="57912" y="51358"/>
                </a:moveTo>
                <a:lnTo>
                  <a:pt x="57912" y="38862"/>
                </a:lnTo>
                <a:lnTo>
                  <a:pt x="54102" y="42672"/>
                </a:lnTo>
                <a:lnTo>
                  <a:pt x="54102" y="54102"/>
                </a:lnTo>
                <a:lnTo>
                  <a:pt x="55626" y="53340"/>
                </a:lnTo>
                <a:lnTo>
                  <a:pt x="56388" y="52578"/>
                </a:lnTo>
                <a:lnTo>
                  <a:pt x="57912" y="51358"/>
                </a:lnTo>
                <a:close/>
              </a:path>
              <a:path w="69850" h="58420">
                <a:moveTo>
                  <a:pt x="69748" y="36537"/>
                </a:moveTo>
                <a:lnTo>
                  <a:pt x="69430" y="31762"/>
                </a:lnTo>
                <a:lnTo>
                  <a:pt x="69342" y="25146"/>
                </a:lnTo>
                <a:lnTo>
                  <a:pt x="68580" y="22860"/>
                </a:lnTo>
                <a:lnTo>
                  <a:pt x="68580" y="22098"/>
                </a:lnTo>
                <a:lnTo>
                  <a:pt x="67818" y="22098"/>
                </a:lnTo>
                <a:lnTo>
                  <a:pt x="65532" y="17526"/>
                </a:lnTo>
                <a:lnTo>
                  <a:pt x="65532" y="16764"/>
                </a:lnTo>
                <a:lnTo>
                  <a:pt x="62484" y="12954"/>
                </a:lnTo>
                <a:lnTo>
                  <a:pt x="57912" y="8382"/>
                </a:lnTo>
                <a:lnTo>
                  <a:pt x="57150" y="8382"/>
                </a:lnTo>
                <a:lnTo>
                  <a:pt x="57150" y="21336"/>
                </a:lnTo>
                <a:lnTo>
                  <a:pt x="59436" y="25908"/>
                </a:lnTo>
                <a:lnTo>
                  <a:pt x="59436" y="25146"/>
                </a:lnTo>
                <a:lnTo>
                  <a:pt x="60198" y="27432"/>
                </a:lnTo>
                <a:lnTo>
                  <a:pt x="60198" y="33340"/>
                </a:lnTo>
                <a:lnTo>
                  <a:pt x="60934" y="32346"/>
                </a:lnTo>
                <a:lnTo>
                  <a:pt x="60934" y="49530"/>
                </a:lnTo>
                <a:lnTo>
                  <a:pt x="60960" y="48768"/>
                </a:lnTo>
                <a:lnTo>
                  <a:pt x="64770" y="45720"/>
                </a:lnTo>
                <a:lnTo>
                  <a:pt x="64770" y="44958"/>
                </a:lnTo>
                <a:lnTo>
                  <a:pt x="66294" y="42672"/>
                </a:lnTo>
                <a:lnTo>
                  <a:pt x="69748" y="36537"/>
                </a:lnTo>
                <a:close/>
              </a:path>
              <a:path w="69850" h="58420">
                <a:moveTo>
                  <a:pt x="60934" y="49530"/>
                </a:moveTo>
                <a:lnTo>
                  <a:pt x="60934" y="32346"/>
                </a:lnTo>
                <a:lnTo>
                  <a:pt x="57912" y="38100"/>
                </a:lnTo>
                <a:lnTo>
                  <a:pt x="57150" y="39624"/>
                </a:lnTo>
                <a:lnTo>
                  <a:pt x="57912" y="38862"/>
                </a:lnTo>
                <a:lnTo>
                  <a:pt x="57912" y="51358"/>
                </a:lnTo>
                <a:lnTo>
                  <a:pt x="60096" y="49611"/>
                </a:lnTo>
                <a:lnTo>
                  <a:pt x="60934" y="49530"/>
                </a:lnTo>
                <a:close/>
              </a:path>
              <a:path w="69850" h="58420">
                <a:moveTo>
                  <a:pt x="60198" y="33340"/>
                </a:moveTo>
                <a:lnTo>
                  <a:pt x="60198" y="27432"/>
                </a:lnTo>
                <a:lnTo>
                  <a:pt x="60096" y="33477"/>
                </a:lnTo>
                <a:lnTo>
                  <a:pt x="60198" y="3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29">
            <a:extLst>
              <a:ext uri="{FF2B5EF4-FFF2-40B4-BE49-F238E27FC236}">
                <a16:creationId xmlns:a16="http://schemas.microsoft.com/office/drawing/2014/main" id="{23BF9EBE-8B0E-44A4-80B3-82AE439DE65D}"/>
              </a:ext>
            </a:extLst>
          </p:cNvPr>
          <p:cNvSpPr/>
          <p:nvPr/>
        </p:nvSpPr>
        <p:spPr>
          <a:xfrm>
            <a:off x="4977235" y="3545532"/>
            <a:ext cx="74407" cy="6723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7E2A3876-6038-4F40-AA82-524D9386997D}"/>
              </a:ext>
            </a:extLst>
          </p:cNvPr>
          <p:cNvSpPr/>
          <p:nvPr/>
        </p:nvSpPr>
        <p:spPr>
          <a:xfrm>
            <a:off x="4814078" y="5240759"/>
            <a:ext cx="74705" cy="79935"/>
          </a:xfrm>
          <a:custGeom>
            <a:avLst/>
            <a:gdLst/>
            <a:ahLst/>
            <a:cxnLst/>
            <a:rect l="l" t="t" r="r" b="b"/>
            <a:pathLst>
              <a:path w="63500" h="67945">
                <a:moveTo>
                  <a:pt x="19049" y="14478"/>
                </a:moveTo>
                <a:lnTo>
                  <a:pt x="18287" y="14478"/>
                </a:lnTo>
                <a:lnTo>
                  <a:pt x="18287" y="3810"/>
                </a:lnTo>
                <a:lnTo>
                  <a:pt x="17525" y="3810"/>
                </a:lnTo>
                <a:lnTo>
                  <a:pt x="12953" y="6858"/>
                </a:lnTo>
                <a:lnTo>
                  <a:pt x="7619" y="12192"/>
                </a:lnTo>
                <a:lnTo>
                  <a:pt x="4571" y="16764"/>
                </a:lnTo>
                <a:lnTo>
                  <a:pt x="4571" y="17526"/>
                </a:lnTo>
                <a:lnTo>
                  <a:pt x="2285" y="22098"/>
                </a:lnTo>
                <a:lnTo>
                  <a:pt x="1523" y="22860"/>
                </a:lnTo>
                <a:lnTo>
                  <a:pt x="1523" y="23622"/>
                </a:lnTo>
                <a:lnTo>
                  <a:pt x="0" y="28956"/>
                </a:lnTo>
                <a:lnTo>
                  <a:pt x="0" y="36576"/>
                </a:lnTo>
                <a:lnTo>
                  <a:pt x="761" y="42672"/>
                </a:lnTo>
                <a:lnTo>
                  <a:pt x="761" y="43434"/>
                </a:lnTo>
                <a:lnTo>
                  <a:pt x="2285" y="48768"/>
                </a:lnTo>
                <a:lnTo>
                  <a:pt x="3047" y="48768"/>
                </a:lnTo>
                <a:lnTo>
                  <a:pt x="3047" y="49530"/>
                </a:lnTo>
                <a:lnTo>
                  <a:pt x="5333" y="54102"/>
                </a:lnTo>
                <a:lnTo>
                  <a:pt x="6095" y="54102"/>
                </a:lnTo>
                <a:lnTo>
                  <a:pt x="6095" y="54864"/>
                </a:lnTo>
                <a:lnTo>
                  <a:pt x="9143" y="57912"/>
                </a:lnTo>
                <a:lnTo>
                  <a:pt x="9143" y="35814"/>
                </a:lnTo>
                <a:lnTo>
                  <a:pt x="9194" y="36169"/>
                </a:lnTo>
                <a:lnTo>
                  <a:pt x="9905" y="30480"/>
                </a:lnTo>
                <a:lnTo>
                  <a:pt x="9905" y="31242"/>
                </a:lnTo>
                <a:lnTo>
                  <a:pt x="10667" y="25146"/>
                </a:lnTo>
                <a:lnTo>
                  <a:pt x="10667" y="26670"/>
                </a:lnTo>
                <a:lnTo>
                  <a:pt x="12953" y="21336"/>
                </a:lnTo>
                <a:lnTo>
                  <a:pt x="12953" y="22098"/>
                </a:lnTo>
                <a:lnTo>
                  <a:pt x="15239" y="18669"/>
                </a:lnTo>
                <a:lnTo>
                  <a:pt x="15239" y="18288"/>
                </a:lnTo>
                <a:lnTo>
                  <a:pt x="19049" y="14478"/>
                </a:lnTo>
                <a:close/>
              </a:path>
              <a:path w="63500" h="67945">
                <a:moveTo>
                  <a:pt x="9194" y="36169"/>
                </a:moveTo>
                <a:lnTo>
                  <a:pt x="9143" y="35814"/>
                </a:lnTo>
                <a:lnTo>
                  <a:pt x="9143" y="36576"/>
                </a:lnTo>
                <a:lnTo>
                  <a:pt x="9194" y="36169"/>
                </a:lnTo>
                <a:close/>
              </a:path>
              <a:path w="63500" h="67945">
                <a:moveTo>
                  <a:pt x="9905" y="58674"/>
                </a:moveTo>
                <a:lnTo>
                  <a:pt x="9905" y="41148"/>
                </a:lnTo>
                <a:lnTo>
                  <a:pt x="9194" y="36169"/>
                </a:lnTo>
                <a:lnTo>
                  <a:pt x="9143" y="36576"/>
                </a:lnTo>
                <a:lnTo>
                  <a:pt x="9143" y="57912"/>
                </a:lnTo>
                <a:lnTo>
                  <a:pt x="9905" y="58674"/>
                </a:lnTo>
                <a:close/>
              </a:path>
              <a:path w="63500" h="67945">
                <a:moveTo>
                  <a:pt x="16763" y="52577"/>
                </a:moveTo>
                <a:lnTo>
                  <a:pt x="13715" y="48768"/>
                </a:lnTo>
                <a:lnTo>
                  <a:pt x="13715" y="49530"/>
                </a:lnTo>
                <a:lnTo>
                  <a:pt x="11429" y="44958"/>
                </a:lnTo>
                <a:lnTo>
                  <a:pt x="11429" y="45720"/>
                </a:lnTo>
                <a:lnTo>
                  <a:pt x="9905" y="40386"/>
                </a:lnTo>
                <a:lnTo>
                  <a:pt x="9905" y="59436"/>
                </a:lnTo>
                <a:lnTo>
                  <a:pt x="14477" y="63246"/>
                </a:lnTo>
                <a:lnTo>
                  <a:pt x="15239" y="63246"/>
                </a:lnTo>
                <a:lnTo>
                  <a:pt x="16001" y="63681"/>
                </a:lnTo>
                <a:lnTo>
                  <a:pt x="16001" y="52577"/>
                </a:lnTo>
                <a:lnTo>
                  <a:pt x="16763" y="52577"/>
                </a:lnTo>
                <a:close/>
              </a:path>
              <a:path w="63500" h="67945">
                <a:moveTo>
                  <a:pt x="16001" y="17526"/>
                </a:moveTo>
                <a:lnTo>
                  <a:pt x="15239" y="18288"/>
                </a:lnTo>
                <a:lnTo>
                  <a:pt x="15239" y="18669"/>
                </a:lnTo>
                <a:lnTo>
                  <a:pt x="16001" y="17526"/>
                </a:lnTo>
                <a:close/>
              </a:path>
              <a:path w="63500" h="67945">
                <a:moveTo>
                  <a:pt x="20573" y="66294"/>
                </a:moveTo>
                <a:lnTo>
                  <a:pt x="20573" y="55626"/>
                </a:lnTo>
                <a:lnTo>
                  <a:pt x="16001" y="52577"/>
                </a:lnTo>
                <a:lnTo>
                  <a:pt x="16001" y="63681"/>
                </a:lnTo>
                <a:lnTo>
                  <a:pt x="20573" y="66294"/>
                </a:lnTo>
                <a:close/>
              </a:path>
              <a:path w="63500" h="67945">
                <a:moveTo>
                  <a:pt x="53339" y="27432"/>
                </a:moveTo>
                <a:lnTo>
                  <a:pt x="53339" y="8381"/>
                </a:lnTo>
                <a:lnTo>
                  <a:pt x="48767" y="5333"/>
                </a:lnTo>
                <a:lnTo>
                  <a:pt x="48767" y="4571"/>
                </a:lnTo>
                <a:lnTo>
                  <a:pt x="48005" y="4571"/>
                </a:lnTo>
                <a:lnTo>
                  <a:pt x="43433" y="2285"/>
                </a:lnTo>
                <a:lnTo>
                  <a:pt x="42671" y="1523"/>
                </a:lnTo>
                <a:lnTo>
                  <a:pt x="36575" y="0"/>
                </a:lnTo>
                <a:lnTo>
                  <a:pt x="29717" y="0"/>
                </a:lnTo>
                <a:lnTo>
                  <a:pt x="24383" y="762"/>
                </a:lnTo>
                <a:lnTo>
                  <a:pt x="23621" y="762"/>
                </a:lnTo>
                <a:lnTo>
                  <a:pt x="23621" y="1524"/>
                </a:lnTo>
                <a:lnTo>
                  <a:pt x="18287" y="3048"/>
                </a:lnTo>
                <a:lnTo>
                  <a:pt x="18287" y="14478"/>
                </a:lnTo>
                <a:lnTo>
                  <a:pt x="22859" y="11430"/>
                </a:lnTo>
                <a:lnTo>
                  <a:pt x="22859" y="11811"/>
                </a:lnTo>
                <a:lnTo>
                  <a:pt x="26669" y="9906"/>
                </a:lnTo>
                <a:lnTo>
                  <a:pt x="26669" y="10450"/>
                </a:lnTo>
                <a:lnTo>
                  <a:pt x="31241" y="9144"/>
                </a:lnTo>
                <a:lnTo>
                  <a:pt x="31241" y="9715"/>
                </a:lnTo>
                <a:lnTo>
                  <a:pt x="33527" y="9144"/>
                </a:lnTo>
                <a:lnTo>
                  <a:pt x="35813" y="9906"/>
                </a:lnTo>
                <a:lnTo>
                  <a:pt x="37337" y="9906"/>
                </a:lnTo>
                <a:lnTo>
                  <a:pt x="39623" y="10668"/>
                </a:lnTo>
                <a:lnTo>
                  <a:pt x="39623" y="10994"/>
                </a:lnTo>
                <a:lnTo>
                  <a:pt x="42671" y="12300"/>
                </a:lnTo>
                <a:lnTo>
                  <a:pt x="44195" y="12954"/>
                </a:lnTo>
                <a:lnTo>
                  <a:pt x="44195" y="13462"/>
                </a:lnTo>
                <a:lnTo>
                  <a:pt x="46481" y="15367"/>
                </a:lnTo>
                <a:lnTo>
                  <a:pt x="46481" y="15240"/>
                </a:lnTo>
                <a:lnTo>
                  <a:pt x="47243" y="16001"/>
                </a:lnTo>
                <a:lnTo>
                  <a:pt x="47243" y="16192"/>
                </a:lnTo>
                <a:lnTo>
                  <a:pt x="49529" y="19050"/>
                </a:lnTo>
                <a:lnTo>
                  <a:pt x="49529" y="18288"/>
                </a:lnTo>
                <a:lnTo>
                  <a:pt x="51815" y="23622"/>
                </a:lnTo>
                <a:lnTo>
                  <a:pt x="51815" y="22098"/>
                </a:lnTo>
                <a:lnTo>
                  <a:pt x="53339" y="27432"/>
                </a:lnTo>
                <a:close/>
              </a:path>
              <a:path w="63500" h="67945">
                <a:moveTo>
                  <a:pt x="37337" y="67273"/>
                </a:moveTo>
                <a:lnTo>
                  <a:pt x="37337" y="57912"/>
                </a:lnTo>
                <a:lnTo>
                  <a:pt x="32003" y="58674"/>
                </a:lnTo>
                <a:lnTo>
                  <a:pt x="28193" y="58674"/>
                </a:lnTo>
                <a:lnTo>
                  <a:pt x="23621" y="57150"/>
                </a:lnTo>
                <a:lnTo>
                  <a:pt x="19811" y="54864"/>
                </a:lnTo>
                <a:lnTo>
                  <a:pt x="20573" y="55626"/>
                </a:lnTo>
                <a:lnTo>
                  <a:pt x="20573" y="66294"/>
                </a:lnTo>
                <a:lnTo>
                  <a:pt x="26669" y="67818"/>
                </a:lnTo>
                <a:lnTo>
                  <a:pt x="33527" y="67818"/>
                </a:lnTo>
                <a:lnTo>
                  <a:pt x="37337" y="67273"/>
                </a:lnTo>
                <a:close/>
              </a:path>
              <a:path w="63500" h="67945">
                <a:moveTo>
                  <a:pt x="22859" y="11811"/>
                </a:moveTo>
                <a:lnTo>
                  <a:pt x="22859" y="11430"/>
                </a:lnTo>
                <a:lnTo>
                  <a:pt x="22097" y="12192"/>
                </a:lnTo>
                <a:lnTo>
                  <a:pt x="22859" y="11811"/>
                </a:lnTo>
                <a:close/>
              </a:path>
              <a:path w="63500" h="67945">
                <a:moveTo>
                  <a:pt x="26669" y="10450"/>
                </a:moveTo>
                <a:lnTo>
                  <a:pt x="26669" y="9906"/>
                </a:lnTo>
                <a:lnTo>
                  <a:pt x="25907" y="10668"/>
                </a:lnTo>
                <a:lnTo>
                  <a:pt x="26669" y="10450"/>
                </a:lnTo>
                <a:close/>
              </a:path>
              <a:path w="63500" h="67945">
                <a:moveTo>
                  <a:pt x="31241" y="9715"/>
                </a:moveTo>
                <a:lnTo>
                  <a:pt x="31241" y="9144"/>
                </a:lnTo>
                <a:lnTo>
                  <a:pt x="30479" y="9906"/>
                </a:lnTo>
                <a:lnTo>
                  <a:pt x="31241" y="9715"/>
                </a:lnTo>
                <a:close/>
              </a:path>
              <a:path w="63500" h="67945">
                <a:moveTo>
                  <a:pt x="41147" y="55626"/>
                </a:moveTo>
                <a:lnTo>
                  <a:pt x="36575" y="57912"/>
                </a:lnTo>
                <a:lnTo>
                  <a:pt x="37337" y="57912"/>
                </a:lnTo>
                <a:lnTo>
                  <a:pt x="37337" y="67273"/>
                </a:lnTo>
                <a:lnTo>
                  <a:pt x="38861" y="67056"/>
                </a:lnTo>
                <a:lnTo>
                  <a:pt x="40385" y="67056"/>
                </a:lnTo>
                <a:lnTo>
                  <a:pt x="40385" y="56388"/>
                </a:lnTo>
                <a:lnTo>
                  <a:pt x="41147" y="55626"/>
                </a:lnTo>
                <a:close/>
              </a:path>
              <a:path w="63500" h="67945">
                <a:moveTo>
                  <a:pt x="39623" y="10994"/>
                </a:moveTo>
                <a:lnTo>
                  <a:pt x="39623" y="10668"/>
                </a:lnTo>
                <a:lnTo>
                  <a:pt x="38861" y="10668"/>
                </a:lnTo>
                <a:lnTo>
                  <a:pt x="39623" y="10994"/>
                </a:lnTo>
                <a:close/>
              </a:path>
              <a:path w="63500" h="67945">
                <a:moveTo>
                  <a:pt x="44957" y="53340"/>
                </a:moveTo>
                <a:lnTo>
                  <a:pt x="40385" y="56388"/>
                </a:lnTo>
                <a:lnTo>
                  <a:pt x="40385" y="67056"/>
                </a:lnTo>
                <a:lnTo>
                  <a:pt x="44195" y="65151"/>
                </a:lnTo>
                <a:lnTo>
                  <a:pt x="44195" y="54102"/>
                </a:lnTo>
                <a:lnTo>
                  <a:pt x="44957" y="53340"/>
                </a:lnTo>
                <a:close/>
              </a:path>
              <a:path w="63500" h="67945">
                <a:moveTo>
                  <a:pt x="44195" y="12954"/>
                </a:moveTo>
                <a:lnTo>
                  <a:pt x="42671" y="12192"/>
                </a:lnTo>
                <a:lnTo>
                  <a:pt x="42940" y="12416"/>
                </a:lnTo>
                <a:lnTo>
                  <a:pt x="44195" y="12954"/>
                </a:lnTo>
                <a:close/>
              </a:path>
              <a:path w="63500" h="67945">
                <a:moveTo>
                  <a:pt x="42940" y="12416"/>
                </a:moveTo>
                <a:lnTo>
                  <a:pt x="42671" y="12192"/>
                </a:lnTo>
                <a:lnTo>
                  <a:pt x="42940" y="12416"/>
                </a:lnTo>
                <a:close/>
              </a:path>
              <a:path w="63500" h="67945">
                <a:moveTo>
                  <a:pt x="44195" y="13462"/>
                </a:moveTo>
                <a:lnTo>
                  <a:pt x="44195" y="12954"/>
                </a:lnTo>
                <a:lnTo>
                  <a:pt x="42940" y="12416"/>
                </a:lnTo>
                <a:lnTo>
                  <a:pt x="44195" y="13462"/>
                </a:lnTo>
                <a:close/>
              </a:path>
              <a:path w="63500" h="67945">
                <a:moveTo>
                  <a:pt x="48005" y="62484"/>
                </a:moveTo>
                <a:lnTo>
                  <a:pt x="48005" y="50292"/>
                </a:lnTo>
                <a:lnTo>
                  <a:pt x="44195" y="54102"/>
                </a:lnTo>
                <a:lnTo>
                  <a:pt x="44195" y="65151"/>
                </a:lnTo>
                <a:lnTo>
                  <a:pt x="44957" y="64770"/>
                </a:lnTo>
                <a:lnTo>
                  <a:pt x="45719" y="64769"/>
                </a:lnTo>
                <a:lnTo>
                  <a:pt x="45719" y="64008"/>
                </a:lnTo>
                <a:lnTo>
                  <a:pt x="48005" y="62484"/>
                </a:lnTo>
                <a:close/>
              </a:path>
              <a:path w="63500" h="67945">
                <a:moveTo>
                  <a:pt x="47243" y="16001"/>
                </a:moveTo>
                <a:lnTo>
                  <a:pt x="46481" y="15240"/>
                </a:lnTo>
                <a:lnTo>
                  <a:pt x="46786" y="15621"/>
                </a:lnTo>
                <a:lnTo>
                  <a:pt x="47243" y="16001"/>
                </a:lnTo>
                <a:close/>
              </a:path>
              <a:path w="63500" h="67945">
                <a:moveTo>
                  <a:pt x="46786" y="15621"/>
                </a:moveTo>
                <a:lnTo>
                  <a:pt x="46481" y="15240"/>
                </a:lnTo>
                <a:lnTo>
                  <a:pt x="46481" y="15367"/>
                </a:lnTo>
                <a:lnTo>
                  <a:pt x="46786" y="15621"/>
                </a:lnTo>
                <a:close/>
              </a:path>
              <a:path w="63500" h="67945">
                <a:moveTo>
                  <a:pt x="47243" y="16192"/>
                </a:moveTo>
                <a:lnTo>
                  <a:pt x="47243" y="16001"/>
                </a:lnTo>
                <a:lnTo>
                  <a:pt x="46786" y="15621"/>
                </a:lnTo>
                <a:lnTo>
                  <a:pt x="47243" y="16192"/>
                </a:lnTo>
                <a:close/>
              </a:path>
              <a:path w="63500" h="67945">
                <a:moveTo>
                  <a:pt x="51053" y="60960"/>
                </a:moveTo>
                <a:lnTo>
                  <a:pt x="51053" y="46482"/>
                </a:lnTo>
                <a:lnTo>
                  <a:pt x="47243" y="51054"/>
                </a:lnTo>
                <a:lnTo>
                  <a:pt x="48005" y="50292"/>
                </a:lnTo>
                <a:lnTo>
                  <a:pt x="48005" y="62484"/>
                </a:lnTo>
                <a:lnTo>
                  <a:pt x="50291" y="60960"/>
                </a:lnTo>
                <a:lnTo>
                  <a:pt x="51053" y="60960"/>
                </a:lnTo>
                <a:close/>
              </a:path>
              <a:path w="63500" h="67945">
                <a:moveTo>
                  <a:pt x="54101" y="57911"/>
                </a:moveTo>
                <a:lnTo>
                  <a:pt x="54101" y="36576"/>
                </a:lnTo>
                <a:lnTo>
                  <a:pt x="52577" y="42672"/>
                </a:lnTo>
                <a:lnTo>
                  <a:pt x="52577" y="41910"/>
                </a:lnTo>
                <a:lnTo>
                  <a:pt x="50291" y="47244"/>
                </a:lnTo>
                <a:lnTo>
                  <a:pt x="51053" y="46482"/>
                </a:lnTo>
                <a:lnTo>
                  <a:pt x="51053" y="60960"/>
                </a:lnTo>
                <a:lnTo>
                  <a:pt x="54101" y="57911"/>
                </a:lnTo>
                <a:close/>
              </a:path>
              <a:path w="63500" h="67945">
                <a:moveTo>
                  <a:pt x="63245" y="38862"/>
                </a:moveTo>
                <a:lnTo>
                  <a:pt x="63245" y="31242"/>
                </a:lnTo>
                <a:lnTo>
                  <a:pt x="62483" y="25908"/>
                </a:lnTo>
                <a:lnTo>
                  <a:pt x="62483" y="25145"/>
                </a:lnTo>
                <a:lnTo>
                  <a:pt x="60959" y="19811"/>
                </a:lnTo>
                <a:lnTo>
                  <a:pt x="60959" y="19049"/>
                </a:lnTo>
                <a:lnTo>
                  <a:pt x="60197" y="19049"/>
                </a:lnTo>
                <a:lnTo>
                  <a:pt x="57911" y="13716"/>
                </a:lnTo>
                <a:lnTo>
                  <a:pt x="57149" y="13716"/>
                </a:lnTo>
                <a:lnTo>
                  <a:pt x="57149" y="12954"/>
                </a:lnTo>
                <a:lnTo>
                  <a:pt x="54101" y="9143"/>
                </a:lnTo>
                <a:lnTo>
                  <a:pt x="53339" y="9143"/>
                </a:lnTo>
                <a:lnTo>
                  <a:pt x="53339" y="26670"/>
                </a:lnTo>
                <a:lnTo>
                  <a:pt x="54051" y="32359"/>
                </a:lnTo>
                <a:lnTo>
                  <a:pt x="54101" y="32004"/>
                </a:lnTo>
                <a:lnTo>
                  <a:pt x="54101" y="57911"/>
                </a:lnTo>
                <a:lnTo>
                  <a:pt x="54863" y="57150"/>
                </a:lnTo>
                <a:lnTo>
                  <a:pt x="54863" y="56388"/>
                </a:lnTo>
                <a:lnTo>
                  <a:pt x="55625" y="56388"/>
                </a:lnTo>
                <a:lnTo>
                  <a:pt x="58673" y="51816"/>
                </a:lnTo>
                <a:lnTo>
                  <a:pt x="58673" y="51053"/>
                </a:lnTo>
                <a:lnTo>
                  <a:pt x="60959" y="45720"/>
                </a:lnTo>
                <a:lnTo>
                  <a:pt x="61721" y="45720"/>
                </a:lnTo>
                <a:lnTo>
                  <a:pt x="61721" y="44958"/>
                </a:lnTo>
                <a:lnTo>
                  <a:pt x="63245" y="38862"/>
                </a:lnTo>
                <a:close/>
              </a:path>
              <a:path w="63500" h="67945">
                <a:moveTo>
                  <a:pt x="54101" y="36576"/>
                </a:moveTo>
                <a:lnTo>
                  <a:pt x="54101" y="32766"/>
                </a:lnTo>
                <a:lnTo>
                  <a:pt x="54051" y="32359"/>
                </a:lnTo>
                <a:lnTo>
                  <a:pt x="53339" y="37338"/>
                </a:lnTo>
                <a:lnTo>
                  <a:pt x="54101" y="36576"/>
                </a:lnTo>
                <a:close/>
              </a:path>
              <a:path w="63500" h="67945">
                <a:moveTo>
                  <a:pt x="54101" y="32766"/>
                </a:moveTo>
                <a:lnTo>
                  <a:pt x="54101" y="32004"/>
                </a:lnTo>
                <a:lnTo>
                  <a:pt x="54051" y="32359"/>
                </a:lnTo>
                <a:lnTo>
                  <a:pt x="54101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1" name="object 31">
            <a:extLst>
              <a:ext uri="{FF2B5EF4-FFF2-40B4-BE49-F238E27FC236}">
                <a16:creationId xmlns:a16="http://schemas.microsoft.com/office/drawing/2014/main" id="{F4F77129-895B-46F9-934A-E86825B76A31}"/>
              </a:ext>
            </a:extLst>
          </p:cNvPr>
          <p:cNvSpPr/>
          <p:nvPr/>
        </p:nvSpPr>
        <p:spPr>
          <a:xfrm>
            <a:off x="2905491" y="3851229"/>
            <a:ext cx="81579" cy="797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3" name="object 32">
            <a:extLst>
              <a:ext uri="{FF2B5EF4-FFF2-40B4-BE49-F238E27FC236}">
                <a16:creationId xmlns:a16="http://schemas.microsoft.com/office/drawing/2014/main" id="{62A78EBA-53C6-4A56-8FF3-82DC5E7F9C54}"/>
              </a:ext>
            </a:extLst>
          </p:cNvPr>
          <p:cNvSpPr/>
          <p:nvPr/>
        </p:nvSpPr>
        <p:spPr>
          <a:xfrm>
            <a:off x="4260058" y="5876356"/>
            <a:ext cx="74405" cy="672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5" name="object 33">
            <a:extLst>
              <a:ext uri="{FF2B5EF4-FFF2-40B4-BE49-F238E27FC236}">
                <a16:creationId xmlns:a16="http://schemas.microsoft.com/office/drawing/2014/main" id="{42945AF1-B4C2-4C66-A1DA-EE3F06F520F0}"/>
              </a:ext>
            </a:extLst>
          </p:cNvPr>
          <p:cNvSpPr/>
          <p:nvPr/>
        </p:nvSpPr>
        <p:spPr>
          <a:xfrm>
            <a:off x="3901470" y="5428120"/>
            <a:ext cx="74405" cy="672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7" name="object 34">
            <a:extLst>
              <a:ext uri="{FF2B5EF4-FFF2-40B4-BE49-F238E27FC236}">
                <a16:creationId xmlns:a16="http://schemas.microsoft.com/office/drawing/2014/main" id="{005AA24E-968B-4DBC-964E-7CF2273286AC}"/>
              </a:ext>
            </a:extLst>
          </p:cNvPr>
          <p:cNvSpPr/>
          <p:nvPr/>
        </p:nvSpPr>
        <p:spPr>
          <a:xfrm>
            <a:off x="2107632" y="4084311"/>
            <a:ext cx="75304" cy="806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9" name="object 35">
            <a:extLst>
              <a:ext uri="{FF2B5EF4-FFF2-40B4-BE49-F238E27FC236}">
                <a16:creationId xmlns:a16="http://schemas.microsoft.com/office/drawing/2014/main" id="{B7D3A651-C88C-46E2-B52D-912C6729982D}"/>
              </a:ext>
            </a:extLst>
          </p:cNvPr>
          <p:cNvSpPr/>
          <p:nvPr/>
        </p:nvSpPr>
        <p:spPr>
          <a:xfrm>
            <a:off x="3158296" y="2959239"/>
            <a:ext cx="74705" cy="70971"/>
          </a:xfrm>
          <a:custGeom>
            <a:avLst/>
            <a:gdLst/>
            <a:ahLst/>
            <a:cxnLst/>
            <a:rect l="l" t="t" r="r" b="b"/>
            <a:pathLst>
              <a:path w="63500" h="60325">
                <a:moveTo>
                  <a:pt x="761" y="35814"/>
                </a:moveTo>
                <a:lnTo>
                  <a:pt x="761" y="24384"/>
                </a:lnTo>
                <a:lnTo>
                  <a:pt x="0" y="28956"/>
                </a:lnTo>
                <a:lnTo>
                  <a:pt x="0" y="30480"/>
                </a:lnTo>
                <a:lnTo>
                  <a:pt x="761" y="35814"/>
                </a:lnTo>
                <a:close/>
              </a:path>
              <a:path w="63500" h="60325">
                <a:moveTo>
                  <a:pt x="11429" y="38862"/>
                </a:moveTo>
                <a:lnTo>
                  <a:pt x="9905" y="33528"/>
                </a:lnTo>
                <a:lnTo>
                  <a:pt x="9905" y="9144"/>
                </a:lnTo>
                <a:lnTo>
                  <a:pt x="5333" y="13716"/>
                </a:lnTo>
                <a:lnTo>
                  <a:pt x="3047" y="17526"/>
                </a:lnTo>
                <a:lnTo>
                  <a:pt x="3047" y="19050"/>
                </a:lnTo>
                <a:lnTo>
                  <a:pt x="761" y="23622"/>
                </a:lnTo>
                <a:lnTo>
                  <a:pt x="761" y="36576"/>
                </a:lnTo>
                <a:lnTo>
                  <a:pt x="2285" y="41148"/>
                </a:lnTo>
                <a:lnTo>
                  <a:pt x="2285" y="42672"/>
                </a:lnTo>
                <a:lnTo>
                  <a:pt x="4571" y="46482"/>
                </a:lnTo>
                <a:lnTo>
                  <a:pt x="5333" y="47244"/>
                </a:lnTo>
                <a:lnTo>
                  <a:pt x="8381" y="51054"/>
                </a:lnTo>
                <a:lnTo>
                  <a:pt x="9143" y="51816"/>
                </a:lnTo>
                <a:lnTo>
                  <a:pt x="10667" y="53035"/>
                </a:lnTo>
                <a:lnTo>
                  <a:pt x="10667" y="38100"/>
                </a:lnTo>
                <a:lnTo>
                  <a:pt x="11429" y="38862"/>
                </a:lnTo>
                <a:close/>
              </a:path>
              <a:path w="63500" h="60325">
                <a:moveTo>
                  <a:pt x="60959" y="42672"/>
                </a:moveTo>
                <a:lnTo>
                  <a:pt x="60959" y="18288"/>
                </a:lnTo>
                <a:lnTo>
                  <a:pt x="58673" y="13716"/>
                </a:lnTo>
                <a:lnTo>
                  <a:pt x="58673" y="12954"/>
                </a:lnTo>
                <a:lnTo>
                  <a:pt x="57911" y="12954"/>
                </a:lnTo>
                <a:lnTo>
                  <a:pt x="54863" y="9144"/>
                </a:lnTo>
                <a:lnTo>
                  <a:pt x="54043" y="8335"/>
                </a:lnTo>
                <a:lnTo>
                  <a:pt x="50291" y="5334"/>
                </a:lnTo>
                <a:lnTo>
                  <a:pt x="49529" y="5334"/>
                </a:lnTo>
                <a:lnTo>
                  <a:pt x="49529" y="4572"/>
                </a:lnTo>
                <a:lnTo>
                  <a:pt x="44957" y="2286"/>
                </a:lnTo>
                <a:lnTo>
                  <a:pt x="44195" y="2286"/>
                </a:lnTo>
                <a:lnTo>
                  <a:pt x="39623" y="762"/>
                </a:lnTo>
                <a:lnTo>
                  <a:pt x="37337" y="653"/>
                </a:lnTo>
                <a:lnTo>
                  <a:pt x="32765" y="0"/>
                </a:lnTo>
                <a:lnTo>
                  <a:pt x="31241" y="108"/>
                </a:lnTo>
                <a:lnTo>
                  <a:pt x="27431" y="653"/>
                </a:lnTo>
                <a:lnTo>
                  <a:pt x="25907" y="762"/>
                </a:lnTo>
                <a:lnTo>
                  <a:pt x="20573" y="2286"/>
                </a:lnTo>
                <a:lnTo>
                  <a:pt x="19811" y="2286"/>
                </a:lnTo>
                <a:lnTo>
                  <a:pt x="15239" y="4572"/>
                </a:lnTo>
                <a:lnTo>
                  <a:pt x="14477" y="5334"/>
                </a:lnTo>
                <a:lnTo>
                  <a:pt x="9905" y="8382"/>
                </a:lnTo>
                <a:lnTo>
                  <a:pt x="9905" y="26670"/>
                </a:lnTo>
                <a:lnTo>
                  <a:pt x="11429" y="22098"/>
                </a:lnTo>
                <a:lnTo>
                  <a:pt x="11429" y="22860"/>
                </a:lnTo>
                <a:lnTo>
                  <a:pt x="12953" y="19812"/>
                </a:lnTo>
                <a:lnTo>
                  <a:pt x="12953" y="19050"/>
                </a:lnTo>
                <a:lnTo>
                  <a:pt x="16763" y="15240"/>
                </a:lnTo>
                <a:lnTo>
                  <a:pt x="16763" y="15392"/>
                </a:lnTo>
                <a:lnTo>
                  <a:pt x="19811" y="12954"/>
                </a:lnTo>
                <a:lnTo>
                  <a:pt x="19811" y="13280"/>
                </a:lnTo>
                <a:lnTo>
                  <a:pt x="24383" y="10668"/>
                </a:lnTo>
                <a:lnTo>
                  <a:pt x="24383" y="11176"/>
                </a:lnTo>
                <a:lnTo>
                  <a:pt x="27431" y="10160"/>
                </a:lnTo>
                <a:lnTo>
                  <a:pt x="27431" y="9906"/>
                </a:lnTo>
                <a:lnTo>
                  <a:pt x="32003" y="9252"/>
                </a:lnTo>
                <a:lnTo>
                  <a:pt x="37337" y="9906"/>
                </a:lnTo>
                <a:lnTo>
                  <a:pt x="37337" y="10160"/>
                </a:lnTo>
                <a:lnTo>
                  <a:pt x="40385" y="11176"/>
                </a:lnTo>
                <a:lnTo>
                  <a:pt x="40385" y="10668"/>
                </a:lnTo>
                <a:lnTo>
                  <a:pt x="44957" y="12954"/>
                </a:lnTo>
                <a:lnTo>
                  <a:pt x="44957" y="13563"/>
                </a:lnTo>
                <a:lnTo>
                  <a:pt x="47243" y="15392"/>
                </a:lnTo>
                <a:lnTo>
                  <a:pt x="47243" y="15240"/>
                </a:lnTo>
                <a:lnTo>
                  <a:pt x="51053" y="19050"/>
                </a:lnTo>
                <a:lnTo>
                  <a:pt x="51053" y="19812"/>
                </a:lnTo>
                <a:lnTo>
                  <a:pt x="52577" y="22860"/>
                </a:lnTo>
                <a:lnTo>
                  <a:pt x="52577" y="22098"/>
                </a:lnTo>
                <a:lnTo>
                  <a:pt x="54101" y="26670"/>
                </a:lnTo>
                <a:lnTo>
                  <a:pt x="54101" y="51054"/>
                </a:lnTo>
                <a:lnTo>
                  <a:pt x="57911" y="47244"/>
                </a:lnTo>
                <a:lnTo>
                  <a:pt x="60197" y="42672"/>
                </a:lnTo>
                <a:lnTo>
                  <a:pt x="60959" y="42672"/>
                </a:lnTo>
                <a:close/>
              </a:path>
              <a:path w="63500" h="60325">
                <a:moveTo>
                  <a:pt x="15663" y="44534"/>
                </a:moveTo>
                <a:lnTo>
                  <a:pt x="12953" y="41148"/>
                </a:lnTo>
                <a:lnTo>
                  <a:pt x="12953" y="41910"/>
                </a:lnTo>
                <a:lnTo>
                  <a:pt x="10667" y="38100"/>
                </a:lnTo>
                <a:lnTo>
                  <a:pt x="10667" y="53035"/>
                </a:lnTo>
                <a:lnTo>
                  <a:pt x="12953" y="54864"/>
                </a:lnTo>
                <a:lnTo>
                  <a:pt x="13715" y="55626"/>
                </a:lnTo>
                <a:lnTo>
                  <a:pt x="15239" y="56388"/>
                </a:lnTo>
                <a:lnTo>
                  <a:pt x="15239" y="44196"/>
                </a:lnTo>
                <a:lnTo>
                  <a:pt x="15663" y="44534"/>
                </a:lnTo>
                <a:close/>
              </a:path>
              <a:path w="63500" h="60325">
                <a:moveTo>
                  <a:pt x="13715" y="18288"/>
                </a:moveTo>
                <a:lnTo>
                  <a:pt x="12953" y="19050"/>
                </a:lnTo>
                <a:lnTo>
                  <a:pt x="12953" y="19812"/>
                </a:lnTo>
                <a:lnTo>
                  <a:pt x="13715" y="18288"/>
                </a:lnTo>
                <a:close/>
              </a:path>
              <a:path w="63500" h="60325">
                <a:moveTo>
                  <a:pt x="16001" y="44958"/>
                </a:moveTo>
                <a:lnTo>
                  <a:pt x="15663" y="44534"/>
                </a:lnTo>
                <a:lnTo>
                  <a:pt x="15239" y="44196"/>
                </a:lnTo>
                <a:lnTo>
                  <a:pt x="16001" y="44958"/>
                </a:lnTo>
                <a:close/>
              </a:path>
              <a:path w="63500" h="60325">
                <a:moveTo>
                  <a:pt x="16001" y="56769"/>
                </a:moveTo>
                <a:lnTo>
                  <a:pt x="16001" y="44958"/>
                </a:lnTo>
                <a:lnTo>
                  <a:pt x="15239" y="44196"/>
                </a:lnTo>
                <a:lnTo>
                  <a:pt x="15239" y="56388"/>
                </a:lnTo>
                <a:lnTo>
                  <a:pt x="16001" y="56769"/>
                </a:lnTo>
                <a:close/>
              </a:path>
              <a:path w="63500" h="60325">
                <a:moveTo>
                  <a:pt x="19049" y="47244"/>
                </a:moveTo>
                <a:lnTo>
                  <a:pt x="15663" y="44534"/>
                </a:lnTo>
                <a:lnTo>
                  <a:pt x="16001" y="44958"/>
                </a:lnTo>
                <a:lnTo>
                  <a:pt x="16001" y="56769"/>
                </a:lnTo>
                <a:lnTo>
                  <a:pt x="18287" y="57912"/>
                </a:lnTo>
                <a:lnTo>
                  <a:pt x="18287" y="47244"/>
                </a:lnTo>
                <a:lnTo>
                  <a:pt x="19049" y="47244"/>
                </a:lnTo>
                <a:close/>
              </a:path>
              <a:path w="63500" h="60325">
                <a:moveTo>
                  <a:pt x="16763" y="15392"/>
                </a:moveTo>
                <a:lnTo>
                  <a:pt x="16763" y="15240"/>
                </a:lnTo>
                <a:lnTo>
                  <a:pt x="16001" y="16002"/>
                </a:lnTo>
                <a:lnTo>
                  <a:pt x="16763" y="15392"/>
                </a:lnTo>
                <a:close/>
              </a:path>
              <a:path w="63500" h="60325">
                <a:moveTo>
                  <a:pt x="22859" y="59000"/>
                </a:moveTo>
                <a:lnTo>
                  <a:pt x="22859" y="49530"/>
                </a:lnTo>
                <a:lnTo>
                  <a:pt x="18287" y="47244"/>
                </a:lnTo>
                <a:lnTo>
                  <a:pt x="18287" y="57912"/>
                </a:lnTo>
                <a:lnTo>
                  <a:pt x="19049" y="57912"/>
                </a:lnTo>
                <a:lnTo>
                  <a:pt x="22859" y="59000"/>
                </a:lnTo>
                <a:close/>
              </a:path>
              <a:path w="63500" h="60325">
                <a:moveTo>
                  <a:pt x="19811" y="13280"/>
                </a:moveTo>
                <a:lnTo>
                  <a:pt x="19811" y="12954"/>
                </a:lnTo>
                <a:lnTo>
                  <a:pt x="19049" y="13716"/>
                </a:lnTo>
                <a:lnTo>
                  <a:pt x="19811" y="13280"/>
                </a:lnTo>
                <a:close/>
              </a:path>
              <a:path w="63500" h="60325">
                <a:moveTo>
                  <a:pt x="26669" y="50292"/>
                </a:moveTo>
                <a:lnTo>
                  <a:pt x="22097" y="48768"/>
                </a:lnTo>
                <a:lnTo>
                  <a:pt x="22859" y="49530"/>
                </a:lnTo>
                <a:lnTo>
                  <a:pt x="22859" y="59000"/>
                </a:lnTo>
                <a:lnTo>
                  <a:pt x="24383" y="59436"/>
                </a:lnTo>
                <a:lnTo>
                  <a:pt x="25145" y="60198"/>
                </a:lnTo>
                <a:lnTo>
                  <a:pt x="25907" y="60198"/>
                </a:lnTo>
                <a:lnTo>
                  <a:pt x="25907" y="50292"/>
                </a:lnTo>
                <a:lnTo>
                  <a:pt x="26669" y="50292"/>
                </a:lnTo>
                <a:close/>
              </a:path>
              <a:path w="63500" h="60325">
                <a:moveTo>
                  <a:pt x="24383" y="11176"/>
                </a:moveTo>
                <a:lnTo>
                  <a:pt x="24383" y="10668"/>
                </a:lnTo>
                <a:lnTo>
                  <a:pt x="23621" y="11430"/>
                </a:lnTo>
                <a:lnTo>
                  <a:pt x="24383" y="11176"/>
                </a:lnTo>
                <a:close/>
              </a:path>
              <a:path w="63500" h="60325">
                <a:moveTo>
                  <a:pt x="31241" y="60198"/>
                </a:moveTo>
                <a:lnTo>
                  <a:pt x="31241" y="51054"/>
                </a:lnTo>
                <a:lnTo>
                  <a:pt x="30479" y="51054"/>
                </a:lnTo>
                <a:lnTo>
                  <a:pt x="25907" y="50292"/>
                </a:lnTo>
                <a:lnTo>
                  <a:pt x="25907" y="60198"/>
                </a:lnTo>
                <a:lnTo>
                  <a:pt x="31241" y="60198"/>
                </a:lnTo>
                <a:close/>
              </a:path>
              <a:path w="63500" h="60325">
                <a:moveTo>
                  <a:pt x="28193" y="9906"/>
                </a:moveTo>
                <a:lnTo>
                  <a:pt x="27431" y="9906"/>
                </a:lnTo>
                <a:lnTo>
                  <a:pt x="27431" y="10160"/>
                </a:lnTo>
                <a:lnTo>
                  <a:pt x="28193" y="9906"/>
                </a:lnTo>
                <a:close/>
              </a:path>
              <a:path w="63500" h="60325">
                <a:moveTo>
                  <a:pt x="30860" y="50999"/>
                </a:moveTo>
                <a:lnTo>
                  <a:pt x="30479" y="50945"/>
                </a:lnTo>
                <a:lnTo>
                  <a:pt x="30860" y="50999"/>
                </a:lnTo>
                <a:close/>
              </a:path>
              <a:path w="63500" h="60325">
                <a:moveTo>
                  <a:pt x="35813" y="60198"/>
                </a:moveTo>
                <a:lnTo>
                  <a:pt x="35813" y="50292"/>
                </a:lnTo>
                <a:lnTo>
                  <a:pt x="30860" y="50999"/>
                </a:lnTo>
                <a:lnTo>
                  <a:pt x="31241" y="51054"/>
                </a:lnTo>
                <a:lnTo>
                  <a:pt x="31241" y="60198"/>
                </a:lnTo>
                <a:lnTo>
                  <a:pt x="35813" y="60198"/>
                </a:lnTo>
                <a:close/>
              </a:path>
              <a:path w="63500" h="60325">
                <a:moveTo>
                  <a:pt x="32384" y="9198"/>
                </a:moveTo>
                <a:lnTo>
                  <a:pt x="32003" y="9144"/>
                </a:lnTo>
                <a:lnTo>
                  <a:pt x="32384" y="9198"/>
                </a:lnTo>
                <a:close/>
              </a:path>
              <a:path w="63500" h="60325">
                <a:moveTo>
                  <a:pt x="32765" y="9252"/>
                </a:moveTo>
                <a:lnTo>
                  <a:pt x="32384" y="9198"/>
                </a:lnTo>
                <a:lnTo>
                  <a:pt x="32765" y="9252"/>
                </a:lnTo>
                <a:close/>
              </a:path>
              <a:path w="63500" h="60325">
                <a:moveTo>
                  <a:pt x="40385" y="48768"/>
                </a:moveTo>
                <a:lnTo>
                  <a:pt x="35051" y="50292"/>
                </a:lnTo>
                <a:lnTo>
                  <a:pt x="35813" y="50292"/>
                </a:lnTo>
                <a:lnTo>
                  <a:pt x="35813" y="60198"/>
                </a:lnTo>
                <a:lnTo>
                  <a:pt x="37337" y="60198"/>
                </a:lnTo>
                <a:lnTo>
                  <a:pt x="37337" y="59436"/>
                </a:lnTo>
                <a:lnTo>
                  <a:pt x="39623" y="58782"/>
                </a:lnTo>
                <a:lnTo>
                  <a:pt x="39623" y="49530"/>
                </a:lnTo>
                <a:lnTo>
                  <a:pt x="40385" y="48768"/>
                </a:lnTo>
                <a:close/>
              </a:path>
              <a:path w="63500" h="60325">
                <a:moveTo>
                  <a:pt x="37337" y="10160"/>
                </a:moveTo>
                <a:lnTo>
                  <a:pt x="37337" y="9906"/>
                </a:lnTo>
                <a:lnTo>
                  <a:pt x="36575" y="9906"/>
                </a:lnTo>
                <a:lnTo>
                  <a:pt x="37337" y="10160"/>
                </a:lnTo>
                <a:close/>
              </a:path>
              <a:path w="63500" h="60325">
                <a:moveTo>
                  <a:pt x="44195" y="57585"/>
                </a:moveTo>
                <a:lnTo>
                  <a:pt x="44195" y="47244"/>
                </a:lnTo>
                <a:lnTo>
                  <a:pt x="39623" y="49530"/>
                </a:lnTo>
                <a:lnTo>
                  <a:pt x="39623" y="58782"/>
                </a:lnTo>
                <a:lnTo>
                  <a:pt x="42671" y="57912"/>
                </a:lnTo>
                <a:lnTo>
                  <a:pt x="43433" y="57912"/>
                </a:lnTo>
                <a:lnTo>
                  <a:pt x="44195" y="57585"/>
                </a:lnTo>
                <a:close/>
              </a:path>
              <a:path w="63500" h="60325">
                <a:moveTo>
                  <a:pt x="41147" y="11430"/>
                </a:moveTo>
                <a:lnTo>
                  <a:pt x="40385" y="10668"/>
                </a:lnTo>
                <a:lnTo>
                  <a:pt x="40385" y="11176"/>
                </a:lnTo>
                <a:lnTo>
                  <a:pt x="41147" y="11430"/>
                </a:lnTo>
                <a:close/>
              </a:path>
              <a:path w="63500" h="60325">
                <a:moveTo>
                  <a:pt x="50291" y="54254"/>
                </a:moveTo>
                <a:lnTo>
                  <a:pt x="50291" y="41148"/>
                </a:lnTo>
                <a:lnTo>
                  <a:pt x="47243" y="44958"/>
                </a:lnTo>
                <a:lnTo>
                  <a:pt x="47243" y="44196"/>
                </a:lnTo>
                <a:lnTo>
                  <a:pt x="43433" y="47244"/>
                </a:lnTo>
                <a:lnTo>
                  <a:pt x="44195" y="47244"/>
                </a:lnTo>
                <a:lnTo>
                  <a:pt x="44195" y="57585"/>
                </a:lnTo>
                <a:lnTo>
                  <a:pt x="48767" y="55626"/>
                </a:lnTo>
                <a:lnTo>
                  <a:pt x="49529" y="54864"/>
                </a:lnTo>
                <a:lnTo>
                  <a:pt x="50291" y="54254"/>
                </a:lnTo>
                <a:close/>
              </a:path>
              <a:path w="63500" h="60325">
                <a:moveTo>
                  <a:pt x="44957" y="13563"/>
                </a:moveTo>
                <a:lnTo>
                  <a:pt x="44957" y="12954"/>
                </a:lnTo>
                <a:lnTo>
                  <a:pt x="44195" y="12954"/>
                </a:lnTo>
                <a:lnTo>
                  <a:pt x="44957" y="13563"/>
                </a:lnTo>
                <a:close/>
              </a:path>
              <a:path w="63500" h="60325">
                <a:moveTo>
                  <a:pt x="48005" y="16002"/>
                </a:moveTo>
                <a:lnTo>
                  <a:pt x="47243" y="15240"/>
                </a:lnTo>
                <a:lnTo>
                  <a:pt x="47243" y="15392"/>
                </a:lnTo>
                <a:lnTo>
                  <a:pt x="48005" y="16002"/>
                </a:lnTo>
                <a:close/>
              </a:path>
              <a:path w="63500" h="60325">
                <a:moveTo>
                  <a:pt x="52577" y="52425"/>
                </a:moveTo>
                <a:lnTo>
                  <a:pt x="52577" y="38100"/>
                </a:lnTo>
                <a:lnTo>
                  <a:pt x="49529" y="41910"/>
                </a:lnTo>
                <a:lnTo>
                  <a:pt x="50291" y="41148"/>
                </a:lnTo>
                <a:lnTo>
                  <a:pt x="50291" y="54254"/>
                </a:lnTo>
                <a:lnTo>
                  <a:pt x="52577" y="52425"/>
                </a:lnTo>
                <a:close/>
              </a:path>
              <a:path w="63500" h="60325">
                <a:moveTo>
                  <a:pt x="51053" y="19812"/>
                </a:moveTo>
                <a:lnTo>
                  <a:pt x="51053" y="19050"/>
                </a:lnTo>
                <a:lnTo>
                  <a:pt x="50291" y="18288"/>
                </a:lnTo>
                <a:lnTo>
                  <a:pt x="51053" y="19812"/>
                </a:lnTo>
                <a:close/>
              </a:path>
              <a:path w="63500" h="60325">
                <a:moveTo>
                  <a:pt x="54101" y="51816"/>
                </a:moveTo>
                <a:lnTo>
                  <a:pt x="54101" y="30480"/>
                </a:lnTo>
                <a:lnTo>
                  <a:pt x="54043" y="30128"/>
                </a:lnTo>
                <a:lnTo>
                  <a:pt x="53339" y="35052"/>
                </a:lnTo>
                <a:lnTo>
                  <a:pt x="53339" y="33528"/>
                </a:lnTo>
                <a:lnTo>
                  <a:pt x="51815" y="38862"/>
                </a:lnTo>
                <a:lnTo>
                  <a:pt x="52577" y="38100"/>
                </a:lnTo>
                <a:lnTo>
                  <a:pt x="52577" y="52425"/>
                </a:lnTo>
                <a:lnTo>
                  <a:pt x="53339" y="51816"/>
                </a:lnTo>
                <a:lnTo>
                  <a:pt x="54101" y="51816"/>
                </a:lnTo>
                <a:close/>
              </a:path>
              <a:path w="63500" h="60325">
                <a:moveTo>
                  <a:pt x="54101" y="29718"/>
                </a:moveTo>
                <a:lnTo>
                  <a:pt x="54101" y="26670"/>
                </a:lnTo>
                <a:lnTo>
                  <a:pt x="53339" y="25908"/>
                </a:lnTo>
                <a:lnTo>
                  <a:pt x="54043" y="30128"/>
                </a:lnTo>
                <a:lnTo>
                  <a:pt x="54101" y="29718"/>
                </a:lnTo>
                <a:close/>
              </a:path>
              <a:path w="63500" h="60325">
                <a:moveTo>
                  <a:pt x="54101" y="30480"/>
                </a:moveTo>
                <a:lnTo>
                  <a:pt x="54101" y="29718"/>
                </a:lnTo>
                <a:lnTo>
                  <a:pt x="54043" y="30128"/>
                </a:lnTo>
                <a:lnTo>
                  <a:pt x="54101" y="30480"/>
                </a:lnTo>
                <a:close/>
              </a:path>
              <a:path w="63500" h="60325">
                <a:moveTo>
                  <a:pt x="63245" y="31242"/>
                </a:moveTo>
                <a:lnTo>
                  <a:pt x="63245" y="23622"/>
                </a:lnTo>
                <a:lnTo>
                  <a:pt x="61721" y="19050"/>
                </a:lnTo>
                <a:lnTo>
                  <a:pt x="60959" y="19050"/>
                </a:lnTo>
                <a:lnTo>
                  <a:pt x="60959" y="41910"/>
                </a:lnTo>
                <a:lnTo>
                  <a:pt x="62483" y="37338"/>
                </a:lnTo>
                <a:lnTo>
                  <a:pt x="62483" y="35814"/>
                </a:lnTo>
                <a:lnTo>
                  <a:pt x="63245" y="31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1" name="object 36">
            <a:extLst>
              <a:ext uri="{FF2B5EF4-FFF2-40B4-BE49-F238E27FC236}">
                <a16:creationId xmlns:a16="http://schemas.microsoft.com/office/drawing/2014/main" id="{D946780C-B02B-4A81-A5FE-04742DE4E0E2}"/>
              </a:ext>
            </a:extLst>
          </p:cNvPr>
          <p:cNvSpPr/>
          <p:nvPr/>
        </p:nvSpPr>
        <p:spPr>
          <a:xfrm>
            <a:off x="3911332" y="4830174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60198" y="28194"/>
                </a:moveTo>
                <a:lnTo>
                  <a:pt x="60198" y="8382"/>
                </a:lnTo>
                <a:lnTo>
                  <a:pt x="59436" y="8382"/>
                </a:lnTo>
                <a:lnTo>
                  <a:pt x="54864" y="5334"/>
                </a:lnTo>
                <a:lnTo>
                  <a:pt x="54864" y="4572"/>
                </a:lnTo>
                <a:lnTo>
                  <a:pt x="54102" y="4572"/>
                </a:lnTo>
                <a:lnTo>
                  <a:pt x="49530" y="2286"/>
                </a:lnTo>
                <a:lnTo>
                  <a:pt x="48768" y="2286"/>
                </a:lnTo>
                <a:lnTo>
                  <a:pt x="43434" y="762"/>
                </a:lnTo>
                <a:lnTo>
                  <a:pt x="41910" y="666"/>
                </a:lnTo>
                <a:lnTo>
                  <a:pt x="36576" y="0"/>
                </a:lnTo>
                <a:lnTo>
                  <a:pt x="35814" y="0"/>
                </a:lnTo>
                <a:lnTo>
                  <a:pt x="30480" y="666"/>
                </a:lnTo>
                <a:lnTo>
                  <a:pt x="28956" y="762"/>
                </a:lnTo>
                <a:lnTo>
                  <a:pt x="22860" y="2286"/>
                </a:lnTo>
                <a:lnTo>
                  <a:pt x="22860" y="3048"/>
                </a:lnTo>
                <a:lnTo>
                  <a:pt x="22098" y="3048"/>
                </a:lnTo>
                <a:lnTo>
                  <a:pt x="16764" y="5334"/>
                </a:lnTo>
                <a:lnTo>
                  <a:pt x="16002" y="5334"/>
                </a:lnTo>
                <a:lnTo>
                  <a:pt x="16002" y="6096"/>
                </a:lnTo>
                <a:lnTo>
                  <a:pt x="11430" y="9144"/>
                </a:lnTo>
                <a:lnTo>
                  <a:pt x="6096" y="14478"/>
                </a:lnTo>
                <a:lnTo>
                  <a:pt x="3810" y="18288"/>
                </a:lnTo>
                <a:lnTo>
                  <a:pt x="3048" y="19050"/>
                </a:lnTo>
                <a:lnTo>
                  <a:pt x="762" y="24384"/>
                </a:lnTo>
                <a:lnTo>
                  <a:pt x="762" y="25146"/>
                </a:lnTo>
                <a:lnTo>
                  <a:pt x="0" y="29718"/>
                </a:lnTo>
                <a:lnTo>
                  <a:pt x="0" y="37338"/>
                </a:lnTo>
                <a:lnTo>
                  <a:pt x="762" y="40386"/>
                </a:lnTo>
                <a:lnTo>
                  <a:pt x="2286" y="42672"/>
                </a:lnTo>
                <a:lnTo>
                  <a:pt x="2286" y="43434"/>
                </a:lnTo>
                <a:lnTo>
                  <a:pt x="5334" y="48006"/>
                </a:lnTo>
                <a:lnTo>
                  <a:pt x="5334" y="48768"/>
                </a:lnTo>
                <a:lnTo>
                  <a:pt x="9144" y="52578"/>
                </a:lnTo>
                <a:lnTo>
                  <a:pt x="9144" y="32004"/>
                </a:lnTo>
                <a:lnTo>
                  <a:pt x="9906" y="26670"/>
                </a:lnTo>
                <a:lnTo>
                  <a:pt x="9906" y="27432"/>
                </a:lnTo>
                <a:lnTo>
                  <a:pt x="11430" y="24384"/>
                </a:lnTo>
                <a:lnTo>
                  <a:pt x="11430" y="23622"/>
                </a:lnTo>
                <a:lnTo>
                  <a:pt x="13716" y="20193"/>
                </a:lnTo>
                <a:lnTo>
                  <a:pt x="13716" y="19812"/>
                </a:lnTo>
                <a:lnTo>
                  <a:pt x="17526" y="16002"/>
                </a:lnTo>
                <a:lnTo>
                  <a:pt x="17526" y="16256"/>
                </a:lnTo>
                <a:lnTo>
                  <a:pt x="20574" y="14224"/>
                </a:lnTo>
                <a:lnTo>
                  <a:pt x="20574" y="13716"/>
                </a:lnTo>
                <a:lnTo>
                  <a:pt x="25908" y="11430"/>
                </a:lnTo>
                <a:lnTo>
                  <a:pt x="25908" y="11906"/>
                </a:lnTo>
                <a:lnTo>
                  <a:pt x="31242" y="9906"/>
                </a:lnTo>
                <a:lnTo>
                  <a:pt x="31242" y="10572"/>
                </a:lnTo>
                <a:lnTo>
                  <a:pt x="35814" y="10001"/>
                </a:lnTo>
                <a:lnTo>
                  <a:pt x="41910" y="9906"/>
                </a:lnTo>
                <a:lnTo>
                  <a:pt x="41910" y="10123"/>
                </a:lnTo>
                <a:lnTo>
                  <a:pt x="46482" y="11430"/>
                </a:lnTo>
                <a:lnTo>
                  <a:pt x="46482" y="11811"/>
                </a:lnTo>
                <a:lnTo>
                  <a:pt x="49530" y="13335"/>
                </a:lnTo>
                <a:lnTo>
                  <a:pt x="49530" y="12954"/>
                </a:lnTo>
                <a:lnTo>
                  <a:pt x="53340" y="15494"/>
                </a:lnTo>
                <a:lnTo>
                  <a:pt x="53340" y="15240"/>
                </a:lnTo>
                <a:lnTo>
                  <a:pt x="54102" y="16002"/>
                </a:lnTo>
                <a:lnTo>
                  <a:pt x="54102" y="16192"/>
                </a:lnTo>
                <a:lnTo>
                  <a:pt x="56388" y="19050"/>
                </a:lnTo>
                <a:lnTo>
                  <a:pt x="56388" y="18288"/>
                </a:lnTo>
                <a:lnTo>
                  <a:pt x="57912" y="20574"/>
                </a:lnTo>
                <a:lnTo>
                  <a:pt x="58674" y="22098"/>
                </a:lnTo>
                <a:lnTo>
                  <a:pt x="59436" y="24384"/>
                </a:lnTo>
                <a:lnTo>
                  <a:pt x="59436" y="26670"/>
                </a:lnTo>
                <a:lnTo>
                  <a:pt x="60198" y="28194"/>
                </a:lnTo>
                <a:close/>
              </a:path>
              <a:path w="69850" h="60960">
                <a:moveTo>
                  <a:pt x="9906" y="52578"/>
                </a:moveTo>
                <a:lnTo>
                  <a:pt x="9906" y="35052"/>
                </a:lnTo>
                <a:lnTo>
                  <a:pt x="9144" y="32766"/>
                </a:lnTo>
                <a:lnTo>
                  <a:pt x="9144" y="52578"/>
                </a:lnTo>
                <a:lnTo>
                  <a:pt x="9906" y="52578"/>
                </a:lnTo>
                <a:close/>
              </a:path>
              <a:path w="69850" h="60960">
                <a:moveTo>
                  <a:pt x="15566" y="45175"/>
                </a:moveTo>
                <a:lnTo>
                  <a:pt x="12954" y="41910"/>
                </a:lnTo>
                <a:lnTo>
                  <a:pt x="12954" y="42672"/>
                </a:lnTo>
                <a:lnTo>
                  <a:pt x="10668" y="38862"/>
                </a:lnTo>
                <a:lnTo>
                  <a:pt x="9906" y="36576"/>
                </a:lnTo>
                <a:lnTo>
                  <a:pt x="9906" y="53340"/>
                </a:lnTo>
                <a:lnTo>
                  <a:pt x="14478" y="56388"/>
                </a:lnTo>
                <a:lnTo>
                  <a:pt x="15240" y="56388"/>
                </a:lnTo>
                <a:lnTo>
                  <a:pt x="15240" y="44958"/>
                </a:lnTo>
                <a:lnTo>
                  <a:pt x="15566" y="45175"/>
                </a:lnTo>
                <a:close/>
              </a:path>
              <a:path w="69850" h="60960">
                <a:moveTo>
                  <a:pt x="12192" y="22860"/>
                </a:moveTo>
                <a:lnTo>
                  <a:pt x="11430" y="23622"/>
                </a:lnTo>
                <a:lnTo>
                  <a:pt x="11430" y="24384"/>
                </a:lnTo>
                <a:lnTo>
                  <a:pt x="12192" y="22860"/>
                </a:lnTo>
                <a:close/>
              </a:path>
              <a:path w="69850" h="60960">
                <a:moveTo>
                  <a:pt x="14478" y="19050"/>
                </a:moveTo>
                <a:lnTo>
                  <a:pt x="13716" y="19812"/>
                </a:lnTo>
                <a:lnTo>
                  <a:pt x="13716" y="20193"/>
                </a:lnTo>
                <a:lnTo>
                  <a:pt x="14478" y="19050"/>
                </a:lnTo>
                <a:close/>
              </a:path>
              <a:path w="69850" h="60960">
                <a:moveTo>
                  <a:pt x="16002" y="45720"/>
                </a:moveTo>
                <a:lnTo>
                  <a:pt x="15566" y="45175"/>
                </a:lnTo>
                <a:lnTo>
                  <a:pt x="15240" y="44958"/>
                </a:lnTo>
                <a:lnTo>
                  <a:pt x="16002" y="45720"/>
                </a:lnTo>
                <a:close/>
              </a:path>
              <a:path w="69850" h="60960">
                <a:moveTo>
                  <a:pt x="16002" y="56769"/>
                </a:moveTo>
                <a:lnTo>
                  <a:pt x="16002" y="45720"/>
                </a:lnTo>
                <a:lnTo>
                  <a:pt x="15240" y="44958"/>
                </a:lnTo>
                <a:lnTo>
                  <a:pt x="15240" y="56388"/>
                </a:lnTo>
                <a:lnTo>
                  <a:pt x="16002" y="56769"/>
                </a:lnTo>
                <a:close/>
              </a:path>
              <a:path w="69850" h="60960">
                <a:moveTo>
                  <a:pt x="19812" y="48006"/>
                </a:moveTo>
                <a:lnTo>
                  <a:pt x="15566" y="45175"/>
                </a:lnTo>
                <a:lnTo>
                  <a:pt x="16002" y="45720"/>
                </a:lnTo>
                <a:lnTo>
                  <a:pt x="16002" y="56769"/>
                </a:lnTo>
                <a:lnTo>
                  <a:pt x="19050" y="58293"/>
                </a:lnTo>
                <a:lnTo>
                  <a:pt x="19050" y="48006"/>
                </a:lnTo>
                <a:lnTo>
                  <a:pt x="19812" y="48006"/>
                </a:lnTo>
                <a:close/>
              </a:path>
              <a:path w="69850" h="60960">
                <a:moveTo>
                  <a:pt x="17526" y="16256"/>
                </a:moveTo>
                <a:lnTo>
                  <a:pt x="17526" y="16002"/>
                </a:lnTo>
                <a:lnTo>
                  <a:pt x="16764" y="16764"/>
                </a:lnTo>
                <a:lnTo>
                  <a:pt x="17526" y="16256"/>
                </a:lnTo>
                <a:close/>
              </a:path>
              <a:path w="69850" h="60960">
                <a:moveTo>
                  <a:pt x="23622" y="59544"/>
                </a:moveTo>
                <a:lnTo>
                  <a:pt x="23622" y="50292"/>
                </a:lnTo>
                <a:lnTo>
                  <a:pt x="19050" y="48006"/>
                </a:lnTo>
                <a:lnTo>
                  <a:pt x="19050" y="58293"/>
                </a:lnTo>
                <a:lnTo>
                  <a:pt x="19812" y="58674"/>
                </a:lnTo>
                <a:lnTo>
                  <a:pt x="20574" y="58674"/>
                </a:lnTo>
                <a:lnTo>
                  <a:pt x="23622" y="59544"/>
                </a:lnTo>
                <a:close/>
              </a:path>
              <a:path w="69850" h="60960">
                <a:moveTo>
                  <a:pt x="21336" y="13716"/>
                </a:moveTo>
                <a:lnTo>
                  <a:pt x="20574" y="13716"/>
                </a:lnTo>
                <a:lnTo>
                  <a:pt x="20574" y="14224"/>
                </a:lnTo>
                <a:lnTo>
                  <a:pt x="21336" y="13716"/>
                </a:lnTo>
                <a:close/>
              </a:path>
              <a:path w="69850" h="60960">
                <a:moveTo>
                  <a:pt x="28194" y="51054"/>
                </a:moveTo>
                <a:lnTo>
                  <a:pt x="22860" y="49530"/>
                </a:lnTo>
                <a:lnTo>
                  <a:pt x="23622" y="50292"/>
                </a:lnTo>
                <a:lnTo>
                  <a:pt x="23622" y="59544"/>
                </a:lnTo>
                <a:lnTo>
                  <a:pt x="25908" y="60198"/>
                </a:lnTo>
                <a:lnTo>
                  <a:pt x="27432" y="60293"/>
                </a:lnTo>
                <a:lnTo>
                  <a:pt x="27432" y="51054"/>
                </a:lnTo>
                <a:lnTo>
                  <a:pt x="28194" y="51054"/>
                </a:lnTo>
                <a:close/>
              </a:path>
              <a:path w="69850" h="60960">
                <a:moveTo>
                  <a:pt x="25908" y="11906"/>
                </a:moveTo>
                <a:lnTo>
                  <a:pt x="25908" y="11430"/>
                </a:lnTo>
                <a:lnTo>
                  <a:pt x="25146" y="12192"/>
                </a:lnTo>
                <a:lnTo>
                  <a:pt x="25908" y="11906"/>
                </a:lnTo>
                <a:close/>
              </a:path>
              <a:path w="69850" h="60960">
                <a:moveTo>
                  <a:pt x="38862" y="60293"/>
                </a:moveTo>
                <a:lnTo>
                  <a:pt x="38862" y="51054"/>
                </a:lnTo>
                <a:lnTo>
                  <a:pt x="27432" y="51054"/>
                </a:lnTo>
                <a:lnTo>
                  <a:pt x="27432" y="60293"/>
                </a:lnTo>
                <a:lnTo>
                  <a:pt x="32766" y="60960"/>
                </a:lnTo>
                <a:lnTo>
                  <a:pt x="33528" y="60960"/>
                </a:lnTo>
                <a:lnTo>
                  <a:pt x="38862" y="60293"/>
                </a:lnTo>
                <a:close/>
              </a:path>
              <a:path w="69850" h="60960">
                <a:moveTo>
                  <a:pt x="31242" y="10572"/>
                </a:moveTo>
                <a:lnTo>
                  <a:pt x="31242" y="9906"/>
                </a:lnTo>
                <a:lnTo>
                  <a:pt x="30480" y="10668"/>
                </a:lnTo>
                <a:lnTo>
                  <a:pt x="31242" y="10572"/>
                </a:lnTo>
                <a:close/>
              </a:path>
              <a:path w="69850" h="60960">
                <a:moveTo>
                  <a:pt x="36576" y="9906"/>
                </a:moveTo>
                <a:lnTo>
                  <a:pt x="35814" y="9906"/>
                </a:lnTo>
                <a:lnTo>
                  <a:pt x="36576" y="9906"/>
                </a:lnTo>
                <a:close/>
              </a:path>
              <a:path w="69850" h="60960">
                <a:moveTo>
                  <a:pt x="44196" y="59245"/>
                </a:moveTo>
                <a:lnTo>
                  <a:pt x="44196" y="49530"/>
                </a:lnTo>
                <a:lnTo>
                  <a:pt x="38100" y="51054"/>
                </a:lnTo>
                <a:lnTo>
                  <a:pt x="38862" y="51054"/>
                </a:lnTo>
                <a:lnTo>
                  <a:pt x="38862" y="60293"/>
                </a:lnTo>
                <a:lnTo>
                  <a:pt x="40386" y="60198"/>
                </a:lnTo>
                <a:lnTo>
                  <a:pt x="44196" y="59245"/>
                </a:lnTo>
                <a:close/>
              </a:path>
              <a:path w="69850" h="60960">
                <a:moveTo>
                  <a:pt x="41910" y="10123"/>
                </a:moveTo>
                <a:lnTo>
                  <a:pt x="41910" y="9906"/>
                </a:lnTo>
                <a:lnTo>
                  <a:pt x="41148" y="9906"/>
                </a:lnTo>
                <a:lnTo>
                  <a:pt x="41910" y="10123"/>
                </a:lnTo>
                <a:close/>
              </a:path>
              <a:path w="69850" h="60960">
                <a:moveTo>
                  <a:pt x="48768" y="57258"/>
                </a:moveTo>
                <a:lnTo>
                  <a:pt x="48768" y="47244"/>
                </a:lnTo>
                <a:lnTo>
                  <a:pt x="43434" y="49530"/>
                </a:lnTo>
                <a:lnTo>
                  <a:pt x="44196" y="49530"/>
                </a:lnTo>
                <a:lnTo>
                  <a:pt x="44196" y="59245"/>
                </a:lnTo>
                <a:lnTo>
                  <a:pt x="46482" y="58674"/>
                </a:lnTo>
                <a:lnTo>
                  <a:pt x="47244" y="58674"/>
                </a:lnTo>
                <a:lnTo>
                  <a:pt x="47244" y="57912"/>
                </a:lnTo>
                <a:lnTo>
                  <a:pt x="48768" y="57258"/>
                </a:lnTo>
                <a:close/>
              </a:path>
              <a:path w="69850" h="60960">
                <a:moveTo>
                  <a:pt x="46482" y="11811"/>
                </a:moveTo>
                <a:lnTo>
                  <a:pt x="46482" y="11430"/>
                </a:lnTo>
                <a:lnTo>
                  <a:pt x="45720" y="11430"/>
                </a:lnTo>
                <a:lnTo>
                  <a:pt x="46482" y="11811"/>
                </a:lnTo>
                <a:close/>
              </a:path>
              <a:path w="69850" h="60960">
                <a:moveTo>
                  <a:pt x="52578" y="44196"/>
                </a:moveTo>
                <a:lnTo>
                  <a:pt x="48006" y="47244"/>
                </a:lnTo>
                <a:lnTo>
                  <a:pt x="48768" y="47244"/>
                </a:lnTo>
                <a:lnTo>
                  <a:pt x="48768" y="57258"/>
                </a:lnTo>
                <a:lnTo>
                  <a:pt x="51816" y="55952"/>
                </a:lnTo>
                <a:lnTo>
                  <a:pt x="51816" y="44958"/>
                </a:lnTo>
                <a:lnTo>
                  <a:pt x="52578" y="44196"/>
                </a:lnTo>
                <a:close/>
              </a:path>
              <a:path w="69850" h="60960">
                <a:moveTo>
                  <a:pt x="50292" y="13716"/>
                </a:moveTo>
                <a:lnTo>
                  <a:pt x="49530" y="12954"/>
                </a:lnTo>
                <a:lnTo>
                  <a:pt x="49530" y="13335"/>
                </a:lnTo>
                <a:lnTo>
                  <a:pt x="50292" y="13716"/>
                </a:lnTo>
                <a:close/>
              </a:path>
              <a:path w="69850" h="60960">
                <a:moveTo>
                  <a:pt x="55626" y="53721"/>
                </a:moveTo>
                <a:lnTo>
                  <a:pt x="55626" y="41148"/>
                </a:lnTo>
                <a:lnTo>
                  <a:pt x="51816" y="44958"/>
                </a:lnTo>
                <a:lnTo>
                  <a:pt x="51816" y="55952"/>
                </a:lnTo>
                <a:lnTo>
                  <a:pt x="52578" y="55626"/>
                </a:lnTo>
                <a:lnTo>
                  <a:pt x="53340" y="55626"/>
                </a:lnTo>
                <a:lnTo>
                  <a:pt x="55626" y="53721"/>
                </a:lnTo>
                <a:close/>
              </a:path>
              <a:path w="69850" h="60960">
                <a:moveTo>
                  <a:pt x="54102" y="16002"/>
                </a:moveTo>
                <a:lnTo>
                  <a:pt x="53340" y="15240"/>
                </a:lnTo>
                <a:lnTo>
                  <a:pt x="53775" y="15784"/>
                </a:lnTo>
                <a:lnTo>
                  <a:pt x="54102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40" y="15240"/>
                </a:lnTo>
                <a:lnTo>
                  <a:pt x="53340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2" y="16192"/>
                </a:moveTo>
                <a:lnTo>
                  <a:pt x="54102" y="16002"/>
                </a:lnTo>
                <a:lnTo>
                  <a:pt x="53775" y="15784"/>
                </a:lnTo>
                <a:lnTo>
                  <a:pt x="54102" y="16192"/>
                </a:lnTo>
                <a:close/>
              </a:path>
              <a:path w="69850" h="60960">
                <a:moveTo>
                  <a:pt x="57912" y="51816"/>
                </a:moveTo>
                <a:lnTo>
                  <a:pt x="57912" y="37338"/>
                </a:lnTo>
                <a:lnTo>
                  <a:pt x="54864" y="41910"/>
                </a:lnTo>
                <a:lnTo>
                  <a:pt x="55626" y="41148"/>
                </a:lnTo>
                <a:lnTo>
                  <a:pt x="55626" y="53721"/>
                </a:lnTo>
                <a:lnTo>
                  <a:pt x="57912" y="51816"/>
                </a:lnTo>
                <a:close/>
              </a:path>
              <a:path w="69850" h="60960">
                <a:moveTo>
                  <a:pt x="69710" y="27686"/>
                </a:moveTo>
                <a:lnTo>
                  <a:pt x="68491" y="20345"/>
                </a:lnTo>
                <a:lnTo>
                  <a:pt x="65532" y="15240"/>
                </a:lnTo>
                <a:lnTo>
                  <a:pt x="64008" y="12954"/>
                </a:lnTo>
                <a:lnTo>
                  <a:pt x="60198" y="9144"/>
                </a:lnTo>
                <a:lnTo>
                  <a:pt x="60198" y="30480"/>
                </a:lnTo>
                <a:lnTo>
                  <a:pt x="59436" y="32004"/>
                </a:lnTo>
                <a:lnTo>
                  <a:pt x="59436" y="33528"/>
                </a:lnTo>
                <a:lnTo>
                  <a:pt x="57150" y="38100"/>
                </a:lnTo>
                <a:lnTo>
                  <a:pt x="57912" y="37338"/>
                </a:lnTo>
                <a:lnTo>
                  <a:pt x="57912" y="51816"/>
                </a:lnTo>
                <a:lnTo>
                  <a:pt x="58674" y="51816"/>
                </a:lnTo>
                <a:lnTo>
                  <a:pt x="62484" y="48006"/>
                </a:lnTo>
                <a:lnTo>
                  <a:pt x="62484" y="47244"/>
                </a:lnTo>
                <a:lnTo>
                  <a:pt x="65532" y="42672"/>
                </a:lnTo>
                <a:lnTo>
                  <a:pt x="66294" y="42672"/>
                </a:lnTo>
                <a:lnTo>
                  <a:pt x="66294" y="41910"/>
                </a:lnTo>
                <a:lnTo>
                  <a:pt x="67818" y="37338"/>
                </a:lnTo>
                <a:lnTo>
                  <a:pt x="68580" y="36576"/>
                </a:lnTo>
                <a:lnTo>
                  <a:pt x="69342" y="33528"/>
                </a:lnTo>
                <a:lnTo>
                  <a:pt x="69710" y="2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3" name="object 37">
            <a:extLst>
              <a:ext uri="{FF2B5EF4-FFF2-40B4-BE49-F238E27FC236}">
                <a16:creationId xmlns:a16="http://schemas.microsoft.com/office/drawing/2014/main" id="{FDF8867C-6F7C-4D22-8631-559C9CBCBCCE}"/>
              </a:ext>
            </a:extLst>
          </p:cNvPr>
          <p:cNvSpPr/>
          <p:nvPr/>
        </p:nvSpPr>
        <p:spPr>
          <a:xfrm>
            <a:off x="1736496" y="3318725"/>
            <a:ext cx="81577" cy="8068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5" name="object 38">
            <a:extLst>
              <a:ext uri="{FF2B5EF4-FFF2-40B4-BE49-F238E27FC236}">
                <a16:creationId xmlns:a16="http://schemas.microsoft.com/office/drawing/2014/main" id="{A6C93FB1-2510-46A1-8714-2EB1C0409ED4}"/>
              </a:ext>
            </a:extLst>
          </p:cNvPr>
          <p:cNvSpPr/>
          <p:nvPr/>
        </p:nvSpPr>
        <p:spPr>
          <a:xfrm>
            <a:off x="3420961" y="5634310"/>
            <a:ext cx="83431" cy="7709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7" name="object 39">
            <a:extLst>
              <a:ext uri="{FF2B5EF4-FFF2-40B4-BE49-F238E27FC236}">
                <a16:creationId xmlns:a16="http://schemas.microsoft.com/office/drawing/2014/main" id="{58136EB1-5350-4671-B754-87EB0CA6D814}"/>
              </a:ext>
            </a:extLst>
          </p:cNvPr>
          <p:cNvSpPr/>
          <p:nvPr/>
        </p:nvSpPr>
        <p:spPr>
          <a:xfrm>
            <a:off x="5026541" y="5291855"/>
            <a:ext cx="82176" cy="71717"/>
          </a:xfrm>
          <a:custGeom>
            <a:avLst/>
            <a:gdLst/>
            <a:ahLst/>
            <a:cxnLst/>
            <a:rect l="l" t="t" r="r" b="b"/>
            <a:pathLst>
              <a:path w="69850" h="60960">
                <a:moveTo>
                  <a:pt x="11429" y="22860"/>
                </a:moveTo>
                <a:lnTo>
                  <a:pt x="11429" y="9144"/>
                </a:lnTo>
                <a:lnTo>
                  <a:pt x="10667" y="9144"/>
                </a:lnTo>
                <a:lnTo>
                  <a:pt x="6095" y="13716"/>
                </a:lnTo>
                <a:lnTo>
                  <a:pt x="3047" y="18288"/>
                </a:lnTo>
                <a:lnTo>
                  <a:pt x="3047" y="19050"/>
                </a:lnTo>
                <a:lnTo>
                  <a:pt x="761" y="23622"/>
                </a:lnTo>
                <a:lnTo>
                  <a:pt x="761" y="24384"/>
                </a:lnTo>
                <a:lnTo>
                  <a:pt x="0" y="29718"/>
                </a:lnTo>
                <a:lnTo>
                  <a:pt x="0" y="36576"/>
                </a:lnTo>
                <a:lnTo>
                  <a:pt x="1523" y="42672"/>
                </a:lnTo>
                <a:lnTo>
                  <a:pt x="2285" y="42672"/>
                </a:lnTo>
                <a:lnTo>
                  <a:pt x="2285" y="43434"/>
                </a:lnTo>
                <a:lnTo>
                  <a:pt x="4571" y="47244"/>
                </a:lnTo>
                <a:lnTo>
                  <a:pt x="9143" y="51816"/>
                </a:lnTo>
                <a:lnTo>
                  <a:pt x="9143" y="31242"/>
                </a:lnTo>
                <a:lnTo>
                  <a:pt x="9905" y="26670"/>
                </a:lnTo>
                <a:lnTo>
                  <a:pt x="9905" y="27432"/>
                </a:lnTo>
                <a:lnTo>
                  <a:pt x="11429" y="22860"/>
                </a:lnTo>
                <a:close/>
              </a:path>
              <a:path w="69850" h="60960">
                <a:moveTo>
                  <a:pt x="12953" y="42672"/>
                </a:moveTo>
                <a:lnTo>
                  <a:pt x="10667" y="38100"/>
                </a:lnTo>
                <a:lnTo>
                  <a:pt x="10667" y="38862"/>
                </a:lnTo>
                <a:lnTo>
                  <a:pt x="9143" y="34290"/>
                </a:lnTo>
                <a:lnTo>
                  <a:pt x="9143" y="52578"/>
                </a:lnTo>
                <a:lnTo>
                  <a:pt x="9905" y="52578"/>
                </a:lnTo>
                <a:lnTo>
                  <a:pt x="12191" y="54406"/>
                </a:lnTo>
                <a:lnTo>
                  <a:pt x="12191" y="41910"/>
                </a:lnTo>
                <a:lnTo>
                  <a:pt x="12953" y="42672"/>
                </a:lnTo>
                <a:close/>
              </a:path>
              <a:path w="69850" h="60960">
                <a:moveTo>
                  <a:pt x="59435" y="24384"/>
                </a:moveTo>
                <a:lnTo>
                  <a:pt x="59435" y="7620"/>
                </a:lnTo>
                <a:lnTo>
                  <a:pt x="54863" y="4572"/>
                </a:lnTo>
                <a:lnTo>
                  <a:pt x="54101" y="4572"/>
                </a:lnTo>
                <a:lnTo>
                  <a:pt x="49529" y="2286"/>
                </a:lnTo>
                <a:lnTo>
                  <a:pt x="48767" y="2286"/>
                </a:lnTo>
                <a:lnTo>
                  <a:pt x="48005" y="1524"/>
                </a:lnTo>
                <a:lnTo>
                  <a:pt x="42671" y="762"/>
                </a:lnTo>
                <a:lnTo>
                  <a:pt x="41147" y="653"/>
                </a:lnTo>
                <a:lnTo>
                  <a:pt x="36575" y="0"/>
                </a:lnTo>
                <a:lnTo>
                  <a:pt x="35813" y="0"/>
                </a:lnTo>
                <a:lnTo>
                  <a:pt x="30479" y="666"/>
                </a:lnTo>
                <a:lnTo>
                  <a:pt x="28955" y="762"/>
                </a:lnTo>
                <a:lnTo>
                  <a:pt x="22859" y="2286"/>
                </a:lnTo>
                <a:lnTo>
                  <a:pt x="22097" y="2286"/>
                </a:lnTo>
                <a:lnTo>
                  <a:pt x="16763" y="5334"/>
                </a:lnTo>
                <a:lnTo>
                  <a:pt x="16001" y="5334"/>
                </a:lnTo>
                <a:lnTo>
                  <a:pt x="11429" y="8382"/>
                </a:lnTo>
                <a:lnTo>
                  <a:pt x="11429" y="23622"/>
                </a:lnTo>
                <a:lnTo>
                  <a:pt x="13715" y="20193"/>
                </a:lnTo>
                <a:lnTo>
                  <a:pt x="13715" y="19812"/>
                </a:lnTo>
                <a:lnTo>
                  <a:pt x="17525" y="16002"/>
                </a:lnTo>
                <a:lnTo>
                  <a:pt x="17525" y="16129"/>
                </a:lnTo>
                <a:lnTo>
                  <a:pt x="21335" y="12954"/>
                </a:lnTo>
                <a:lnTo>
                  <a:pt x="21335" y="13389"/>
                </a:lnTo>
                <a:lnTo>
                  <a:pt x="25145" y="11756"/>
                </a:lnTo>
                <a:lnTo>
                  <a:pt x="25145" y="11430"/>
                </a:lnTo>
                <a:lnTo>
                  <a:pt x="30479" y="10096"/>
                </a:lnTo>
                <a:lnTo>
                  <a:pt x="30479" y="9906"/>
                </a:lnTo>
                <a:lnTo>
                  <a:pt x="35813" y="9239"/>
                </a:lnTo>
                <a:lnTo>
                  <a:pt x="41147" y="9906"/>
                </a:lnTo>
                <a:lnTo>
                  <a:pt x="41147" y="10123"/>
                </a:lnTo>
                <a:lnTo>
                  <a:pt x="44957" y="11212"/>
                </a:lnTo>
                <a:lnTo>
                  <a:pt x="44957" y="10668"/>
                </a:lnTo>
                <a:lnTo>
                  <a:pt x="50291" y="12954"/>
                </a:lnTo>
                <a:lnTo>
                  <a:pt x="50291" y="13462"/>
                </a:lnTo>
                <a:lnTo>
                  <a:pt x="53339" y="15494"/>
                </a:lnTo>
                <a:lnTo>
                  <a:pt x="53339" y="15240"/>
                </a:lnTo>
                <a:lnTo>
                  <a:pt x="54101" y="16002"/>
                </a:lnTo>
                <a:lnTo>
                  <a:pt x="54101" y="16192"/>
                </a:lnTo>
                <a:lnTo>
                  <a:pt x="56387" y="19050"/>
                </a:lnTo>
                <a:lnTo>
                  <a:pt x="56387" y="18288"/>
                </a:lnTo>
                <a:lnTo>
                  <a:pt x="57149" y="20574"/>
                </a:lnTo>
                <a:lnTo>
                  <a:pt x="58673" y="22098"/>
                </a:lnTo>
                <a:lnTo>
                  <a:pt x="59435" y="24384"/>
                </a:lnTo>
                <a:close/>
              </a:path>
              <a:path w="69850" h="60960">
                <a:moveTo>
                  <a:pt x="16001" y="57041"/>
                </a:moveTo>
                <a:lnTo>
                  <a:pt x="16001" y="45720"/>
                </a:lnTo>
                <a:lnTo>
                  <a:pt x="12191" y="41910"/>
                </a:lnTo>
                <a:lnTo>
                  <a:pt x="12191" y="54406"/>
                </a:lnTo>
                <a:lnTo>
                  <a:pt x="13715" y="55626"/>
                </a:lnTo>
                <a:lnTo>
                  <a:pt x="14477" y="55626"/>
                </a:lnTo>
                <a:lnTo>
                  <a:pt x="14477" y="56388"/>
                </a:lnTo>
                <a:lnTo>
                  <a:pt x="16001" y="57041"/>
                </a:lnTo>
                <a:close/>
              </a:path>
              <a:path w="69850" h="60960">
                <a:moveTo>
                  <a:pt x="14477" y="19050"/>
                </a:moveTo>
                <a:lnTo>
                  <a:pt x="13715" y="19812"/>
                </a:lnTo>
                <a:lnTo>
                  <a:pt x="13715" y="20193"/>
                </a:lnTo>
                <a:lnTo>
                  <a:pt x="14477" y="19050"/>
                </a:lnTo>
                <a:close/>
              </a:path>
              <a:path w="69850" h="60960">
                <a:moveTo>
                  <a:pt x="19354" y="47701"/>
                </a:moveTo>
                <a:lnTo>
                  <a:pt x="15239" y="44958"/>
                </a:lnTo>
                <a:lnTo>
                  <a:pt x="16001" y="45720"/>
                </a:lnTo>
                <a:lnTo>
                  <a:pt x="16001" y="57041"/>
                </a:lnTo>
                <a:lnTo>
                  <a:pt x="18287" y="58020"/>
                </a:lnTo>
                <a:lnTo>
                  <a:pt x="18287" y="47244"/>
                </a:lnTo>
                <a:lnTo>
                  <a:pt x="19354" y="47701"/>
                </a:lnTo>
                <a:close/>
              </a:path>
              <a:path w="69850" h="60960">
                <a:moveTo>
                  <a:pt x="17525" y="16129"/>
                </a:moveTo>
                <a:lnTo>
                  <a:pt x="17525" y="16002"/>
                </a:lnTo>
                <a:lnTo>
                  <a:pt x="16763" y="16764"/>
                </a:lnTo>
                <a:lnTo>
                  <a:pt x="17525" y="16129"/>
                </a:lnTo>
                <a:close/>
              </a:path>
              <a:path w="69850" h="60960">
                <a:moveTo>
                  <a:pt x="19811" y="48006"/>
                </a:moveTo>
                <a:lnTo>
                  <a:pt x="19354" y="47701"/>
                </a:lnTo>
                <a:lnTo>
                  <a:pt x="18287" y="47244"/>
                </a:lnTo>
                <a:lnTo>
                  <a:pt x="19811" y="48006"/>
                </a:lnTo>
                <a:close/>
              </a:path>
              <a:path w="69850" h="60960">
                <a:moveTo>
                  <a:pt x="19811" y="58674"/>
                </a:moveTo>
                <a:lnTo>
                  <a:pt x="19811" y="48006"/>
                </a:lnTo>
                <a:lnTo>
                  <a:pt x="18287" y="47244"/>
                </a:lnTo>
                <a:lnTo>
                  <a:pt x="18287" y="58020"/>
                </a:lnTo>
                <a:lnTo>
                  <a:pt x="19811" y="58674"/>
                </a:lnTo>
                <a:close/>
              </a:path>
              <a:path w="69850" h="60960">
                <a:moveTo>
                  <a:pt x="23621" y="49530"/>
                </a:moveTo>
                <a:lnTo>
                  <a:pt x="19354" y="47701"/>
                </a:lnTo>
                <a:lnTo>
                  <a:pt x="19811" y="48006"/>
                </a:lnTo>
                <a:lnTo>
                  <a:pt x="19811" y="58674"/>
                </a:lnTo>
                <a:lnTo>
                  <a:pt x="20573" y="58674"/>
                </a:lnTo>
                <a:lnTo>
                  <a:pt x="22859" y="59327"/>
                </a:lnTo>
                <a:lnTo>
                  <a:pt x="22859" y="49530"/>
                </a:lnTo>
                <a:lnTo>
                  <a:pt x="23621" y="49530"/>
                </a:lnTo>
                <a:close/>
              </a:path>
              <a:path w="69850" h="60960">
                <a:moveTo>
                  <a:pt x="21335" y="13389"/>
                </a:moveTo>
                <a:lnTo>
                  <a:pt x="21335" y="12954"/>
                </a:lnTo>
                <a:lnTo>
                  <a:pt x="20573" y="13716"/>
                </a:lnTo>
                <a:lnTo>
                  <a:pt x="21335" y="13389"/>
                </a:lnTo>
                <a:close/>
              </a:path>
              <a:path w="69850" h="60960">
                <a:moveTo>
                  <a:pt x="28193" y="51054"/>
                </a:moveTo>
                <a:lnTo>
                  <a:pt x="22859" y="49530"/>
                </a:lnTo>
                <a:lnTo>
                  <a:pt x="22859" y="59327"/>
                </a:lnTo>
                <a:lnTo>
                  <a:pt x="25907" y="60198"/>
                </a:lnTo>
                <a:lnTo>
                  <a:pt x="27431" y="60293"/>
                </a:lnTo>
                <a:lnTo>
                  <a:pt x="27431" y="51054"/>
                </a:lnTo>
                <a:lnTo>
                  <a:pt x="28193" y="51054"/>
                </a:lnTo>
                <a:close/>
              </a:path>
              <a:path w="69850" h="60960">
                <a:moveTo>
                  <a:pt x="25907" y="11430"/>
                </a:moveTo>
                <a:lnTo>
                  <a:pt x="25145" y="11430"/>
                </a:lnTo>
                <a:lnTo>
                  <a:pt x="25145" y="11756"/>
                </a:lnTo>
                <a:lnTo>
                  <a:pt x="25907" y="11430"/>
                </a:lnTo>
                <a:close/>
              </a:path>
              <a:path w="69850" h="60960">
                <a:moveTo>
                  <a:pt x="33527" y="60960"/>
                </a:moveTo>
                <a:lnTo>
                  <a:pt x="33527" y="51054"/>
                </a:lnTo>
                <a:lnTo>
                  <a:pt x="27431" y="51054"/>
                </a:lnTo>
                <a:lnTo>
                  <a:pt x="27431" y="60293"/>
                </a:lnTo>
                <a:lnTo>
                  <a:pt x="32765" y="60960"/>
                </a:lnTo>
                <a:lnTo>
                  <a:pt x="33527" y="60960"/>
                </a:lnTo>
                <a:close/>
              </a:path>
              <a:path w="69850" h="60960">
                <a:moveTo>
                  <a:pt x="31241" y="9906"/>
                </a:moveTo>
                <a:lnTo>
                  <a:pt x="30479" y="9906"/>
                </a:lnTo>
                <a:lnTo>
                  <a:pt x="30479" y="10096"/>
                </a:lnTo>
                <a:lnTo>
                  <a:pt x="31241" y="9906"/>
                </a:lnTo>
                <a:close/>
              </a:path>
              <a:path w="69850" h="60960">
                <a:moveTo>
                  <a:pt x="43433" y="48768"/>
                </a:moveTo>
                <a:lnTo>
                  <a:pt x="38099" y="51054"/>
                </a:lnTo>
                <a:lnTo>
                  <a:pt x="38099" y="50387"/>
                </a:lnTo>
                <a:lnTo>
                  <a:pt x="32765" y="51054"/>
                </a:lnTo>
                <a:lnTo>
                  <a:pt x="33527" y="51054"/>
                </a:lnTo>
                <a:lnTo>
                  <a:pt x="33527" y="60960"/>
                </a:lnTo>
                <a:lnTo>
                  <a:pt x="38099" y="60388"/>
                </a:lnTo>
                <a:lnTo>
                  <a:pt x="38099" y="51054"/>
                </a:lnTo>
                <a:lnTo>
                  <a:pt x="38861" y="50292"/>
                </a:lnTo>
                <a:lnTo>
                  <a:pt x="38861" y="60293"/>
                </a:lnTo>
                <a:lnTo>
                  <a:pt x="40385" y="60198"/>
                </a:lnTo>
                <a:lnTo>
                  <a:pt x="42671" y="59340"/>
                </a:lnTo>
                <a:lnTo>
                  <a:pt x="42671" y="49530"/>
                </a:lnTo>
                <a:lnTo>
                  <a:pt x="43433" y="48768"/>
                </a:lnTo>
                <a:close/>
              </a:path>
              <a:path w="69850" h="60960">
                <a:moveTo>
                  <a:pt x="36169" y="9194"/>
                </a:moveTo>
                <a:lnTo>
                  <a:pt x="35813" y="9144"/>
                </a:lnTo>
                <a:lnTo>
                  <a:pt x="36169" y="9194"/>
                </a:lnTo>
                <a:close/>
              </a:path>
              <a:path w="69850" h="60960">
                <a:moveTo>
                  <a:pt x="36575" y="9252"/>
                </a:moveTo>
                <a:lnTo>
                  <a:pt x="36169" y="9194"/>
                </a:lnTo>
                <a:lnTo>
                  <a:pt x="36575" y="9252"/>
                </a:lnTo>
                <a:close/>
              </a:path>
              <a:path w="69850" h="60960">
                <a:moveTo>
                  <a:pt x="41147" y="10123"/>
                </a:moveTo>
                <a:lnTo>
                  <a:pt x="41147" y="9906"/>
                </a:lnTo>
                <a:lnTo>
                  <a:pt x="40385" y="9906"/>
                </a:lnTo>
                <a:lnTo>
                  <a:pt x="41147" y="10123"/>
                </a:lnTo>
                <a:close/>
              </a:path>
              <a:path w="69850" h="60960">
                <a:moveTo>
                  <a:pt x="48005" y="57585"/>
                </a:moveTo>
                <a:lnTo>
                  <a:pt x="48005" y="47244"/>
                </a:lnTo>
                <a:lnTo>
                  <a:pt x="42671" y="49530"/>
                </a:lnTo>
                <a:lnTo>
                  <a:pt x="42671" y="59340"/>
                </a:lnTo>
                <a:lnTo>
                  <a:pt x="46481" y="57912"/>
                </a:lnTo>
                <a:lnTo>
                  <a:pt x="47243" y="57912"/>
                </a:lnTo>
                <a:lnTo>
                  <a:pt x="48005" y="57585"/>
                </a:lnTo>
                <a:close/>
              </a:path>
              <a:path w="69850" h="60960">
                <a:moveTo>
                  <a:pt x="45719" y="11430"/>
                </a:moveTo>
                <a:lnTo>
                  <a:pt x="44957" y="10668"/>
                </a:lnTo>
                <a:lnTo>
                  <a:pt x="44957" y="11212"/>
                </a:lnTo>
                <a:lnTo>
                  <a:pt x="45719" y="11430"/>
                </a:lnTo>
                <a:close/>
              </a:path>
              <a:path w="69850" h="60960">
                <a:moveTo>
                  <a:pt x="55625" y="53122"/>
                </a:moveTo>
                <a:lnTo>
                  <a:pt x="55625" y="40386"/>
                </a:lnTo>
                <a:lnTo>
                  <a:pt x="51815" y="44958"/>
                </a:lnTo>
                <a:lnTo>
                  <a:pt x="51815" y="44196"/>
                </a:lnTo>
                <a:lnTo>
                  <a:pt x="47243" y="47244"/>
                </a:lnTo>
                <a:lnTo>
                  <a:pt x="48005" y="47244"/>
                </a:lnTo>
                <a:lnTo>
                  <a:pt x="48005" y="57585"/>
                </a:lnTo>
                <a:lnTo>
                  <a:pt x="52577" y="55626"/>
                </a:lnTo>
                <a:lnTo>
                  <a:pt x="52577" y="54864"/>
                </a:lnTo>
                <a:lnTo>
                  <a:pt x="55625" y="53122"/>
                </a:lnTo>
                <a:close/>
              </a:path>
              <a:path w="69850" h="60960">
                <a:moveTo>
                  <a:pt x="50291" y="13462"/>
                </a:moveTo>
                <a:lnTo>
                  <a:pt x="50291" y="12954"/>
                </a:lnTo>
                <a:lnTo>
                  <a:pt x="49529" y="12954"/>
                </a:lnTo>
                <a:lnTo>
                  <a:pt x="50291" y="13462"/>
                </a:lnTo>
                <a:close/>
              </a:path>
              <a:path w="69850" h="60960">
                <a:moveTo>
                  <a:pt x="54101" y="16002"/>
                </a:moveTo>
                <a:lnTo>
                  <a:pt x="53339" y="15240"/>
                </a:lnTo>
                <a:lnTo>
                  <a:pt x="53775" y="15784"/>
                </a:lnTo>
                <a:lnTo>
                  <a:pt x="54101" y="16002"/>
                </a:lnTo>
                <a:close/>
              </a:path>
              <a:path w="69850" h="60960">
                <a:moveTo>
                  <a:pt x="53775" y="15784"/>
                </a:moveTo>
                <a:lnTo>
                  <a:pt x="53339" y="15240"/>
                </a:lnTo>
                <a:lnTo>
                  <a:pt x="53339" y="15494"/>
                </a:lnTo>
                <a:lnTo>
                  <a:pt x="53775" y="15784"/>
                </a:lnTo>
                <a:close/>
              </a:path>
              <a:path w="69850" h="60960">
                <a:moveTo>
                  <a:pt x="54101" y="16192"/>
                </a:moveTo>
                <a:lnTo>
                  <a:pt x="54101" y="16002"/>
                </a:lnTo>
                <a:lnTo>
                  <a:pt x="53775" y="15784"/>
                </a:lnTo>
                <a:lnTo>
                  <a:pt x="54101" y="16192"/>
                </a:lnTo>
                <a:close/>
              </a:path>
              <a:path w="69850" h="60960">
                <a:moveTo>
                  <a:pt x="57911" y="51816"/>
                </a:moveTo>
                <a:lnTo>
                  <a:pt x="57911" y="37338"/>
                </a:lnTo>
                <a:lnTo>
                  <a:pt x="54863" y="41148"/>
                </a:lnTo>
                <a:lnTo>
                  <a:pt x="55625" y="40386"/>
                </a:lnTo>
                <a:lnTo>
                  <a:pt x="55625" y="53122"/>
                </a:lnTo>
                <a:lnTo>
                  <a:pt x="57911" y="51816"/>
                </a:lnTo>
                <a:close/>
              </a:path>
              <a:path w="69850" h="60960">
                <a:moveTo>
                  <a:pt x="69341" y="29718"/>
                </a:moveTo>
                <a:lnTo>
                  <a:pt x="69341" y="26670"/>
                </a:lnTo>
                <a:lnTo>
                  <a:pt x="67055" y="17526"/>
                </a:lnTo>
                <a:lnTo>
                  <a:pt x="64007" y="12954"/>
                </a:lnTo>
                <a:lnTo>
                  <a:pt x="64007" y="12192"/>
                </a:lnTo>
                <a:lnTo>
                  <a:pt x="63245" y="12192"/>
                </a:lnTo>
                <a:lnTo>
                  <a:pt x="60197" y="8382"/>
                </a:lnTo>
                <a:lnTo>
                  <a:pt x="59435" y="8382"/>
                </a:lnTo>
                <a:lnTo>
                  <a:pt x="59435" y="33528"/>
                </a:lnTo>
                <a:lnTo>
                  <a:pt x="57149" y="38100"/>
                </a:lnTo>
                <a:lnTo>
                  <a:pt x="57911" y="37338"/>
                </a:lnTo>
                <a:lnTo>
                  <a:pt x="57911" y="51054"/>
                </a:lnTo>
                <a:lnTo>
                  <a:pt x="61721" y="47244"/>
                </a:lnTo>
                <a:lnTo>
                  <a:pt x="62483" y="47244"/>
                </a:lnTo>
                <a:lnTo>
                  <a:pt x="62483" y="46482"/>
                </a:lnTo>
                <a:lnTo>
                  <a:pt x="65531" y="42672"/>
                </a:lnTo>
                <a:lnTo>
                  <a:pt x="65531" y="41910"/>
                </a:lnTo>
                <a:lnTo>
                  <a:pt x="66293" y="41910"/>
                </a:lnTo>
                <a:lnTo>
                  <a:pt x="67817" y="36576"/>
                </a:lnTo>
                <a:lnTo>
                  <a:pt x="68579" y="35814"/>
                </a:lnTo>
                <a:lnTo>
                  <a:pt x="68579" y="32766"/>
                </a:lnTo>
                <a:lnTo>
                  <a:pt x="69341" y="29718"/>
                </a:lnTo>
                <a:close/>
              </a:path>
              <a:path w="69850" h="60960">
                <a:moveTo>
                  <a:pt x="59435" y="33528"/>
                </a:moveTo>
                <a:lnTo>
                  <a:pt x="59435" y="32004"/>
                </a:lnTo>
                <a:lnTo>
                  <a:pt x="58673" y="34290"/>
                </a:lnTo>
                <a:lnTo>
                  <a:pt x="59435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9" name="object 40">
            <a:extLst>
              <a:ext uri="{FF2B5EF4-FFF2-40B4-BE49-F238E27FC236}">
                <a16:creationId xmlns:a16="http://schemas.microsoft.com/office/drawing/2014/main" id="{83FC8ACF-2D12-4493-B664-5B90C5172A8A}"/>
              </a:ext>
            </a:extLst>
          </p:cNvPr>
          <p:cNvSpPr/>
          <p:nvPr/>
        </p:nvSpPr>
        <p:spPr>
          <a:xfrm>
            <a:off x="4349705" y="4352356"/>
            <a:ext cx="82924" cy="70971"/>
          </a:xfrm>
          <a:custGeom>
            <a:avLst/>
            <a:gdLst/>
            <a:ahLst/>
            <a:cxnLst/>
            <a:rect l="l" t="t" r="r" b="b"/>
            <a:pathLst>
              <a:path w="70485" h="60325">
                <a:moveTo>
                  <a:pt x="3048" y="41910"/>
                </a:moveTo>
                <a:lnTo>
                  <a:pt x="3047" y="18288"/>
                </a:lnTo>
                <a:lnTo>
                  <a:pt x="1523" y="21336"/>
                </a:lnTo>
                <a:lnTo>
                  <a:pt x="0" y="27432"/>
                </a:lnTo>
                <a:lnTo>
                  <a:pt x="0" y="30480"/>
                </a:lnTo>
                <a:lnTo>
                  <a:pt x="762" y="33528"/>
                </a:lnTo>
                <a:lnTo>
                  <a:pt x="762" y="36576"/>
                </a:lnTo>
                <a:lnTo>
                  <a:pt x="2286" y="39624"/>
                </a:lnTo>
                <a:lnTo>
                  <a:pt x="3048" y="41910"/>
                </a:lnTo>
                <a:close/>
              </a:path>
              <a:path w="70485" h="60325">
                <a:moveTo>
                  <a:pt x="6096" y="47244"/>
                </a:moveTo>
                <a:lnTo>
                  <a:pt x="6095" y="13716"/>
                </a:lnTo>
                <a:lnTo>
                  <a:pt x="3047" y="17526"/>
                </a:lnTo>
                <a:lnTo>
                  <a:pt x="3048" y="42672"/>
                </a:lnTo>
                <a:lnTo>
                  <a:pt x="6096" y="47244"/>
                </a:lnTo>
                <a:close/>
              </a:path>
              <a:path w="70485" h="60325">
                <a:moveTo>
                  <a:pt x="54102" y="16002"/>
                </a:moveTo>
                <a:lnTo>
                  <a:pt x="54102" y="4572"/>
                </a:lnTo>
                <a:lnTo>
                  <a:pt x="48768" y="2286"/>
                </a:lnTo>
                <a:lnTo>
                  <a:pt x="48006" y="2286"/>
                </a:lnTo>
                <a:lnTo>
                  <a:pt x="42672" y="762"/>
                </a:lnTo>
                <a:lnTo>
                  <a:pt x="41148" y="666"/>
                </a:lnTo>
                <a:lnTo>
                  <a:pt x="35814" y="0"/>
                </a:lnTo>
                <a:lnTo>
                  <a:pt x="35052" y="0"/>
                </a:lnTo>
                <a:lnTo>
                  <a:pt x="29718" y="666"/>
                </a:lnTo>
                <a:lnTo>
                  <a:pt x="28194" y="762"/>
                </a:lnTo>
                <a:lnTo>
                  <a:pt x="22097" y="2286"/>
                </a:lnTo>
                <a:lnTo>
                  <a:pt x="21336" y="2286"/>
                </a:lnTo>
                <a:lnTo>
                  <a:pt x="16001" y="4572"/>
                </a:lnTo>
                <a:lnTo>
                  <a:pt x="16001" y="5334"/>
                </a:lnTo>
                <a:lnTo>
                  <a:pt x="15239" y="5334"/>
                </a:lnTo>
                <a:lnTo>
                  <a:pt x="11429" y="8382"/>
                </a:lnTo>
                <a:lnTo>
                  <a:pt x="10667" y="8382"/>
                </a:lnTo>
                <a:lnTo>
                  <a:pt x="10667" y="9144"/>
                </a:lnTo>
                <a:lnTo>
                  <a:pt x="6857" y="12954"/>
                </a:lnTo>
                <a:lnTo>
                  <a:pt x="6095" y="12954"/>
                </a:lnTo>
                <a:lnTo>
                  <a:pt x="6096" y="48006"/>
                </a:lnTo>
                <a:lnTo>
                  <a:pt x="6858" y="48006"/>
                </a:lnTo>
                <a:lnTo>
                  <a:pt x="9906" y="51054"/>
                </a:lnTo>
                <a:lnTo>
                  <a:pt x="9906" y="25908"/>
                </a:lnTo>
                <a:lnTo>
                  <a:pt x="10668" y="24384"/>
                </a:lnTo>
                <a:lnTo>
                  <a:pt x="11430" y="22098"/>
                </a:lnTo>
                <a:lnTo>
                  <a:pt x="11430" y="22860"/>
                </a:lnTo>
                <a:lnTo>
                  <a:pt x="13716" y="19050"/>
                </a:lnTo>
                <a:lnTo>
                  <a:pt x="13716" y="19812"/>
                </a:lnTo>
                <a:lnTo>
                  <a:pt x="16763" y="16764"/>
                </a:lnTo>
                <a:lnTo>
                  <a:pt x="16763" y="16002"/>
                </a:lnTo>
                <a:lnTo>
                  <a:pt x="21336" y="12954"/>
                </a:lnTo>
                <a:lnTo>
                  <a:pt x="21336" y="13335"/>
                </a:lnTo>
                <a:lnTo>
                  <a:pt x="24384" y="11811"/>
                </a:lnTo>
                <a:lnTo>
                  <a:pt x="24384" y="11430"/>
                </a:lnTo>
                <a:lnTo>
                  <a:pt x="29718" y="10096"/>
                </a:lnTo>
                <a:lnTo>
                  <a:pt x="29718" y="9906"/>
                </a:lnTo>
                <a:lnTo>
                  <a:pt x="41148" y="9906"/>
                </a:lnTo>
                <a:lnTo>
                  <a:pt x="41148" y="10123"/>
                </a:lnTo>
                <a:lnTo>
                  <a:pt x="45720" y="11430"/>
                </a:lnTo>
                <a:lnTo>
                  <a:pt x="45720" y="11756"/>
                </a:lnTo>
                <a:lnTo>
                  <a:pt x="49530" y="13389"/>
                </a:lnTo>
                <a:lnTo>
                  <a:pt x="49530" y="12954"/>
                </a:lnTo>
                <a:lnTo>
                  <a:pt x="54102" y="16002"/>
                </a:lnTo>
                <a:close/>
              </a:path>
              <a:path w="70485" h="60325">
                <a:moveTo>
                  <a:pt x="17526" y="56279"/>
                </a:moveTo>
                <a:lnTo>
                  <a:pt x="17526" y="44958"/>
                </a:lnTo>
                <a:lnTo>
                  <a:pt x="13716" y="41148"/>
                </a:lnTo>
                <a:lnTo>
                  <a:pt x="13716" y="41910"/>
                </a:lnTo>
                <a:lnTo>
                  <a:pt x="11430" y="37338"/>
                </a:lnTo>
                <a:lnTo>
                  <a:pt x="11430" y="38100"/>
                </a:lnTo>
                <a:lnTo>
                  <a:pt x="10668" y="35814"/>
                </a:lnTo>
                <a:lnTo>
                  <a:pt x="9906" y="34290"/>
                </a:lnTo>
                <a:lnTo>
                  <a:pt x="9906" y="51054"/>
                </a:lnTo>
                <a:lnTo>
                  <a:pt x="11430" y="52578"/>
                </a:lnTo>
                <a:lnTo>
                  <a:pt x="15240" y="55626"/>
                </a:lnTo>
                <a:lnTo>
                  <a:pt x="16002" y="55626"/>
                </a:lnTo>
                <a:lnTo>
                  <a:pt x="17526" y="56279"/>
                </a:lnTo>
                <a:close/>
              </a:path>
              <a:path w="70485" h="60325">
                <a:moveTo>
                  <a:pt x="17526" y="16002"/>
                </a:moveTo>
                <a:lnTo>
                  <a:pt x="16763" y="16002"/>
                </a:lnTo>
                <a:lnTo>
                  <a:pt x="16763" y="16764"/>
                </a:lnTo>
                <a:lnTo>
                  <a:pt x="17526" y="16002"/>
                </a:lnTo>
                <a:close/>
              </a:path>
              <a:path w="70485" h="60325">
                <a:moveTo>
                  <a:pt x="21336" y="47244"/>
                </a:moveTo>
                <a:lnTo>
                  <a:pt x="16763" y="44196"/>
                </a:lnTo>
                <a:lnTo>
                  <a:pt x="17526" y="44958"/>
                </a:lnTo>
                <a:lnTo>
                  <a:pt x="17526" y="56279"/>
                </a:lnTo>
                <a:lnTo>
                  <a:pt x="20574" y="57585"/>
                </a:lnTo>
                <a:lnTo>
                  <a:pt x="20574" y="47244"/>
                </a:lnTo>
                <a:lnTo>
                  <a:pt x="21336" y="47244"/>
                </a:lnTo>
                <a:close/>
              </a:path>
              <a:path w="70485" h="60325">
                <a:moveTo>
                  <a:pt x="21336" y="13335"/>
                </a:moveTo>
                <a:lnTo>
                  <a:pt x="21336" y="12954"/>
                </a:lnTo>
                <a:lnTo>
                  <a:pt x="20574" y="13716"/>
                </a:lnTo>
                <a:lnTo>
                  <a:pt x="21336" y="13335"/>
                </a:lnTo>
                <a:close/>
              </a:path>
              <a:path w="70485" h="60325">
                <a:moveTo>
                  <a:pt x="25146" y="59436"/>
                </a:moveTo>
                <a:lnTo>
                  <a:pt x="25146" y="49530"/>
                </a:lnTo>
                <a:lnTo>
                  <a:pt x="20574" y="47244"/>
                </a:lnTo>
                <a:lnTo>
                  <a:pt x="20574" y="57585"/>
                </a:lnTo>
                <a:lnTo>
                  <a:pt x="21336" y="57912"/>
                </a:lnTo>
                <a:lnTo>
                  <a:pt x="22098" y="57912"/>
                </a:lnTo>
                <a:lnTo>
                  <a:pt x="22098" y="58674"/>
                </a:lnTo>
                <a:lnTo>
                  <a:pt x="25146" y="59436"/>
                </a:lnTo>
                <a:close/>
              </a:path>
              <a:path w="70485" h="60325">
                <a:moveTo>
                  <a:pt x="25146" y="11430"/>
                </a:moveTo>
                <a:lnTo>
                  <a:pt x="24384" y="11430"/>
                </a:lnTo>
                <a:lnTo>
                  <a:pt x="24384" y="11811"/>
                </a:lnTo>
                <a:lnTo>
                  <a:pt x="25146" y="11430"/>
                </a:lnTo>
                <a:close/>
              </a:path>
              <a:path w="70485" h="60325">
                <a:moveTo>
                  <a:pt x="30480" y="50292"/>
                </a:moveTo>
                <a:lnTo>
                  <a:pt x="24384" y="48768"/>
                </a:lnTo>
                <a:lnTo>
                  <a:pt x="25146" y="49530"/>
                </a:lnTo>
                <a:lnTo>
                  <a:pt x="25146" y="59436"/>
                </a:lnTo>
                <a:lnTo>
                  <a:pt x="28194" y="60198"/>
                </a:lnTo>
                <a:lnTo>
                  <a:pt x="29718" y="60198"/>
                </a:lnTo>
                <a:lnTo>
                  <a:pt x="29718" y="50292"/>
                </a:lnTo>
                <a:lnTo>
                  <a:pt x="30480" y="50292"/>
                </a:lnTo>
                <a:close/>
              </a:path>
              <a:path w="70485" h="60325">
                <a:moveTo>
                  <a:pt x="30480" y="9906"/>
                </a:moveTo>
                <a:lnTo>
                  <a:pt x="29718" y="9906"/>
                </a:lnTo>
                <a:lnTo>
                  <a:pt x="29718" y="10096"/>
                </a:lnTo>
                <a:lnTo>
                  <a:pt x="30480" y="9906"/>
                </a:lnTo>
                <a:close/>
              </a:path>
              <a:path w="70485" h="60325">
                <a:moveTo>
                  <a:pt x="35814" y="60198"/>
                </a:moveTo>
                <a:lnTo>
                  <a:pt x="35814" y="51054"/>
                </a:lnTo>
                <a:lnTo>
                  <a:pt x="35052" y="51054"/>
                </a:lnTo>
                <a:lnTo>
                  <a:pt x="29718" y="50292"/>
                </a:lnTo>
                <a:lnTo>
                  <a:pt x="29718" y="60198"/>
                </a:lnTo>
                <a:lnTo>
                  <a:pt x="35814" y="60198"/>
                </a:lnTo>
                <a:close/>
              </a:path>
              <a:path w="70485" h="60325">
                <a:moveTo>
                  <a:pt x="35433" y="51006"/>
                </a:moveTo>
                <a:lnTo>
                  <a:pt x="35052" y="50958"/>
                </a:lnTo>
                <a:lnTo>
                  <a:pt x="35433" y="51006"/>
                </a:lnTo>
                <a:close/>
              </a:path>
              <a:path w="70485" h="60325">
                <a:moveTo>
                  <a:pt x="41148" y="60198"/>
                </a:moveTo>
                <a:lnTo>
                  <a:pt x="41148" y="50292"/>
                </a:lnTo>
                <a:lnTo>
                  <a:pt x="35433" y="51006"/>
                </a:lnTo>
                <a:lnTo>
                  <a:pt x="35814" y="51054"/>
                </a:lnTo>
                <a:lnTo>
                  <a:pt x="35814" y="60198"/>
                </a:lnTo>
                <a:lnTo>
                  <a:pt x="41148" y="60198"/>
                </a:lnTo>
                <a:close/>
              </a:path>
              <a:path w="70485" h="60325">
                <a:moveTo>
                  <a:pt x="41148" y="10123"/>
                </a:moveTo>
                <a:lnTo>
                  <a:pt x="41148" y="9906"/>
                </a:lnTo>
                <a:lnTo>
                  <a:pt x="40386" y="9906"/>
                </a:lnTo>
                <a:lnTo>
                  <a:pt x="41148" y="10123"/>
                </a:lnTo>
                <a:close/>
              </a:path>
              <a:path w="70485" h="60325">
                <a:moveTo>
                  <a:pt x="45720" y="48768"/>
                </a:moveTo>
                <a:lnTo>
                  <a:pt x="40386" y="50292"/>
                </a:lnTo>
                <a:lnTo>
                  <a:pt x="41148" y="50292"/>
                </a:lnTo>
                <a:lnTo>
                  <a:pt x="41148" y="60198"/>
                </a:lnTo>
                <a:lnTo>
                  <a:pt x="42672" y="60198"/>
                </a:lnTo>
                <a:lnTo>
                  <a:pt x="44958" y="59544"/>
                </a:lnTo>
                <a:lnTo>
                  <a:pt x="44958" y="49530"/>
                </a:lnTo>
                <a:lnTo>
                  <a:pt x="45720" y="48768"/>
                </a:lnTo>
                <a:close/>
              </a:path>
              <a:path w="70485" h="60325">
                <a:moveTo>
                  <a:pt x="45720" y="11756"/>
                </a:moveTo>
                <a:lnTo>
                  <a:pt x="45720" y="11430"/>
                </a:lnTo>
                <a:lnTo>
                  <a:pt x="44958" y="11430"/>
                </a:lnTo>
                <a:lnTo>
                  <a:pt x="45720" y="11756"/>
                </a:lnTo>
                <a:close/>
              </a:path>
              <a:path w="70485" h="60325">
                <a:moveTo>
                  <a:pt x="50292" y="57258"/>
                </a:moveTo>
                <a:lnTo>
                  <a:pt x="50292" y="47244"/>
                </a:lnTo>
                <a:lnTo>
                  <a:pt x="44958" y="49530"/>
                </a:lnTo>
                <a:lnTo>
                  <a:pt x="44958" y="59544"/>
                </a:lnTo>
                <a:lnTo>
                  <a:pt x="48006" y="58674"/>
                </a:lnTo>
                <a:lnTo>
                  <a:pt x="48006" y="57912"/>
                </a:lnTo>
                <a:lnTo>
                  <a:pt x="48768" y="57912"/>
                </a:lnTo>
                <a:lnTo>
                  <a:pt x="50292" y="57258"/>
                </a:lnTo>
                <a:close/>
              </a:path>
              <a:path w="70485" h="60325">
                <a:moveTo>
                  <a:pt x="50292" y="13716"/>
                </a:moveTo>
                <a:lnTo>
                  <a:pt x="49530" y="12954"/>
                </a:lnTo>
                <a:lnTo>
                  <a:pt x="49530" y="13389"/>
                </a:lnTo>
                <a:lnTo>
                  <a:pt x="50292" y="13716"/>
                </a:lnTo>
                <a:close/>
              </a:path>
              <a:path w="70485" h="60325">
                <a:moveTo>
                  <a:pt x="53775" y="44413"/>
                </a:moveTo>
                <a:lnTo>
                  <a:pt x="49530" y="47244"/>
                </a:lnTo>
                <a:lnTo>
                  <a:pt x="50292" y="47244"/>
                </a:lnTo>
                <a:lnTo>
                  <a:pt x="50292" y="57258"/>
                </a:lnTo>
                <a:lnTo>
                  <a:pt x="53340" y="55952"/>
                </a:lnTo>
                <a:lnTo>
                  <a:pt x="53340" y="44958"/>
                </a:lnTo>
                <a:lnTo>
                  <a:pt x="53775" y="44413"/>
                </a:lnTo>
                <a:close/>
              </a:path>
              <a:path w="70485" h="60325">
                <a:moveTo>
                  <a:pt x="64008" y="48006"/>
                </a:moveTo>
                <a:lnTo>
                  <a:pt x="64008" y="12954"/>
                </a:lnTo>
                <a:lnTo>
                  <a:pt x="63246" y="12954"/>
                </a:lnTo>
                <a:lnTo>
                  <a:pt x="60198" y="9144"/>
                </a:lnTo>
                <a:lnTo>
                  <a:pt x="59436" y="9144"/>
                </a:lnTo>
                <a:lnTo>
                  <a:pt x="59436" y="8382"/>
                </a:lnTo>
                <a:lnTo>
                  <a:pt x="54864" y="5334"/>
                </a:lnTo>
                <a:lnTo>
                  <a:pt x="54102" y="5334"/>
                </a:lnTo>
                <a:lnTo>
                  <a:pt x="54102" y="16002"/>
                </a:lnTo>
                <a:lnTo>
                  <a:pt x="53340" y="16002"/>
                </a:lnTo>
                <a:lnTo>
                  <a:pt x="56388" y="19812"/>
                </a:lnTo>
                <a:lnTo>
                  <a:pt x="56388" y="19050"/>
                </a:lnTo>
                <a:lnTo>
                  <a:pt x="58674" y="22860"/>
                </a:lnTo>
                <a:lnTo>
                  <a:pt x="58674" y="22098"/>
                </a:lnTo>
                <a:lnTo>
                  <a:pt x="60198" y="26670"/>
                </a:lnTo>
                <a:lnTo>
                  <a:pt x="60198" y="51816"/>
                </a:lnTo>
                <a:lnTo>
                  <a:pt x="63246" y="48006"/>
                </a:lnTo>
                <a:lnTo>
                  <a:pt x="64008" y="48006"/>
                </a:lnTo>
                <a:close/>
              </a:path>
              <a:path w="70485" h="60325">
                <a:moveTo>
                  <a:pt x="54102" y="44196"/>
                </a:moveTo>
                <a:lnTo>
                  <a:pt x="53775" y="44413"/>
                </a:lnTo>
                <a:lnTo>
                  <a:pt x="53340" y="44958"/>
                </a:lnTo>
                <a:lnTo>
                  <a:pt x="54102" y="44196"/>
                </a:lnTo>
                <a:close/>
              </a:path>
              <a:path w="70485" h="60325">
                <a:moveTo>
                  <a:pt x="54102" y="55626"/>
                </a:moveTo>
                <a:lnTo>
                  <a:pt x="54102" y="44196"/>
                </a:lnTo>
                <a:lnTo>
                  <a:pt x="53340" y="44958"/>
                </a:lnTo>
                <a:lnTo>
                  <a:pt x="53340" y="55952"/>
                </a:lnTo>
                <a:lnTo>
                  <a:pt x="54102" y="55626"/>
                </a:lnTo>
                <a:close/>
              </a:path>
              <a:path w="70485" h="60325">
                <a:moveTo>
                  <a:pt x="60198" y="51816"/>
                </a:moveTo>
                <a:lnTo>
                  <a:pt x="60198" y="33528"/>
                </a:lnTo>
                <a:lnTo>
                  <a:pt x="58674" y="38862"/>
                </a:lnTo>
                <a:lnTo>
                  <a:pt x="58674" y="37338"/>
                </a:lnTo>
                <a:lnTo>
                  <a:pt x="56388" y="41910"/>
                </a:lnTo>
                <a:lnTo>
                  <a:pt x="56388" y="41148"/>
                </a:lnTo>
                <a:lnTo>
                  <a:pt x="53775" y="44413"/>
                </a:lnTo>
                <a:lnTo>
                  <a:pt x="54102" y="44196"/>
                </a:lnTo>
                <a:lnTo>
                  <a:pt x="54102" y="55626"/>
                </a:lnTo>
                <a:lnTo>
                  <a:pt x="54864" y="55626"/>
                </a:lnTo>
                <a:lnTo>
                  <a:pt x="59436" y="52578"/>
                </a:lnTo>
                <a:lnTo>
                  <a:pt x="59436" y="51816"/>
                </a:lnTo>
                <a:lnTo>
                  <a:pt x="60198" y="51816"/>
                </a:lnTo>
                <a:close/>
              </a:path>
              <a:path w="70485" h="60325">
                <a:moveTo>
                  <a:pt x="67056" y="42672"/>
                </a:moveTo>
                <a:lnTo>
                  <a:pt x="67056" y="17526"/>
                </a:lnTo>
                <a:lnTo>
                  <a:pt x="64008" y="13716"/>
                </a:lnTo>
                <a:lnTo>
                  <a:pt x="64008" y="47244"/>
                </a:lnTo>
                <a:lnTo>
                  <a:pt x="67056" y="42672"/>
                </a:lnTo>
                <a:close/>
              </a:path>
              <a:path w="70485" h="60325">
                <a:moveTo>
                  <a:pt x="69342" y="37338"/>
                </a:moveTo>
                <a:lnTo>
                  <a:pt x="69342" y="23622"/>
                </a:lnTo>
                <a:lnTo>
                  <a:pt x="67056" y="19050"/>
                </a:lnTo>
                <a:lnTo>
                  <a:pt x="67056" y="41910"/>
                </a:lnTo>
                <a:lnTo>
                  <a:pt x="69342" y="37338"/>
                </a:lnTo>
                <a:close/>
              </a:path>
              <a:path w="70485" h="60325">
                <a:moveTo>
                  <a:pt x="70104" y="33528"/>
                </a:moveTo>
                <a:lnTo>
                  <a:pt x="70104" y="26670"/>
                </a:lnTo>
                <a:lnTo>
                  <a:pt x="69342" y="24384"/>
                </a:lnTo>
                <a:lnTo>
                  <a:pt x="69342" y="36576"/>
                </a:lnTo>
                <a:lnTo>
                  <a:pt x="70104" y="335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1" name="object 41">
            <a:extLst>
              <a:ext uri="{FF2B5EF4-FFF2-40B4-BE49-F238E27FC236}">
                <a16:creationId xmlns:a16="http://schemas.microsoft.com/office/drawing/2014/main" id="{8EC6BDE3-1FC1-43A0-9244-045C426D5984}"/>
              </a:ext>
            </a:extLst>
          </p:cNvPr>
          <p:cNvSpPr/>
          <p:nvPr/>
        </p:nvSpPr>
        <p:spPr>
          <a:xfrm>
            <a:off x="2826600" y="3544634"/>
            <a:ext cx="80683" cy="73212"/>
          </a:xfrm>
          <a:custGeom>
            <a:avLst/>
            <a:gdLst/>
            <a:ahLst/>
            <a:cxnLst/>
            <a:rect l="l" t="t" r="r" b="b"/>
            <a:pathLst>
              <a:path w="68580" h="62229">
                <a:moveTo>
                  <a:pt x="38100" y="9906"/>
                </a:moveTo>
                <a:lnTo>
                  <a:pt x="38100" y="0"/>
                </a:lnTo>
                <a:lnTo>
                  <a:pt x="37338" y="762"/>
                </a:lnTo>
                <a:lnTo>
                  <a:pt x="30886" y="850"/>
                </a:lnTo>
                <a:lnTo>
                  <a:pt x="25146" y="2286"/>
                </a:lnTo>
                <a:lnTo>
                  <a:pt x="24384" y="2286"/>
                </a:lnTo>
                <a:lnTo>
                  <a:pt x="19050" y="5334"/>
                </a:lnTo>
                <a:lnTo>
                  <a:pt x="18288" y="5334"/>
                </a:lnTo>
                <a:lnTo>
                  <a:pt x="12954" y="8382"/>
                </a:lnTo>
                <a:lnTo>
                  <a:pt x="12954" y="9144"/>
                </a:lnTo>
                <a:lnTo>
                  <a:pt x="12192" y="9144"/>
                </a:lnTo>
                <a:lnTo>
                  <a:pt x="7620" y="13716"/>
                </a:lnTo>
                <a:lnTo>
                  <a:pt x="4572" y="18288"/>
                </a:lnTo>
                <a:lnTo>
                  <a:pt x="3810" y="19050"/>
                </a:lnTo>
                <a:lnTo>
                  <a:pt x="1524" y="23622"/>
                </a:lnTo>
                <a:lnTo>
                  <a:pt x="1524" y="24384"/>
                </a:lnTo>
                <a:lnTo>
                  <a:pt x="0" y="29718"/>
                </a:lnTo>
                <a:lnTo>
                  <a:pt x="0" y="36576"/>
                </a:lnTo>
                <a:lnTo>
                  <a:pt x="2286" y="45720"/>
                </a:lnTo>
                <a:lnTo>
                  <a:pt x="3810" y="48006"/>
                </a:lnTo>
                <a:lnTo>
                  <a:pt x="6096" y="50292"/>
                </a:lnTo>
                <a:lnTo>
                  <a:pt x="7620" y="52578"/>
                </a:lnTo>
                <a:lnTo>
                  <a:pt x="8382" y="53340"/>
                </a:lnTo>
                <a:lnTo>
                  <a:pt x="9144" y="53949"/>
                </a:lnTo>
                <a:lnTo>
                  <a:pt x="9144" y="32004"/>
                </a:lnTo>
                <a:lnTo>
                  <a:pt x="10668" y="26670"/>
                </a:lnTo>
                <a:lnTo>
                  <a:pt x="10668" y="27432"/>
                </a:lnTo>
                <a:lnTo>
                  <a:pt x="12192" y="24384"/>
                </a:lnTo>
                <a:lnTo>
                  <a:pt x="12192" y="23622"/>
                </a:lnTo>
                <a:lnTo>
                  <a:pt x="15240" y="19050"/>
                </a:lnTo>
                <a:lnTo>
                  <a:pt x="15240" y="19812"/>
                </a:lnTo>
                <a:lnTo>
                  <a:pt x="19050" y="16002"/>
                </a:lnTo>
                <a:lnTo>
                  <a:pt x="19050" y="16328"/>
                </a:lnTo>
                <a:lnTo>
                  <a:pt x="22860" y="14151"/>
                </a:lnTo>
                <a:lnTo>
                  <a:pt x="22860" y="13716"/>
                </a:lnTo>
                <a:lnTo>
                  <a:pt x="27432" y="11756"/>
                </a:lnTo>
                <a:lnTo>
                  <a:pt x="27432" y="11430"/>
                </a:lnTo>
                <a:lnTo>
                  <a:pt x="33528" y="9906"/>
                </a:lnTo>
                <a:lnTo>
                  <a:pt x="33528" y="10559"/>
                </a:lnTo>
                <a:lnTo>
                  <a:pt x="37338" y="10014"/>
                </a:lnTo>
                <a:lnTo>
                  <a:pt x="38100" y="9906"/>
                </a:lnTo>
                <a:close/>
              </a:path>
              <a:path w="68580" h="62229">
                <a:moveTo>
                  <a:pt x="9906" y="31242"/>
                </a:moveTo>
                <a:lnTo>
                  <a:pt x="9144" y="32004"/>
                </a:lnTo>
                <a:lnTo>
                  <a:pt x="9144" y="32766"/>
                </a:lnTo>
                <a:lnTo>
                  <a:pt x="9906" y="31242"/>
                </a:lnTo>
                <a:close/>
              </a:path>
              <a:path w="68580" h="62229">
                <a:moveTo>
                  <a:pt x="18288" y="59436"/>
                </a:moveTo>
                <a:lnTo>
                  <a:pt x="18288" y="48768"/>
                </a:lnTo>
                <a:lnTo>
                  <a:pt x="14478" y="45720"/>
                </a:lnTo>
                <a:lnTo>
                  <a:pt x="14478" y="46482"/>
                </a:lnTo>
                <a:lnTo>
                  <a:pt x="12954" y="44196"/>
                </a:lnTo>
                <a:lnTo>
                  <a:pt x="12192" y="42672"/>
                </a:lnTo>
                <a:lnTo>
                  <a:pt x="10668" y="41148"/>
                </a:lnTo>
                <a:lnTo>
                  <a:pt x="9906" y="38862"/>
                </a:lnTo>
                <a:lnTo>
                  <a:pt x="9906" y="37338"/>
                </a:lnTo>
                <a:lnTo>
                  <a:pt x="9144" y="35052"/>
                </a:lnTo>
                <a:lnTo>
                  <a:pt x="9144" y="53949"/>
                </a:lnTo>
                <a:lnTo>
                  <a:pt x="12192" y="56388"/>
                </a:lnTo>
                <a:lnTo>
                  <a:pt x="12954" y="56388"/>
                </a:lnTo>
                <a:lnTo>
                  <a:pt x="12954" y="57150"/>
                </a:lnTo>
                <a:lnTo>
                  <a:pt x="17526" y="59436"/>
                </a:lnTo>
                <a:lnTo>
                  <a:pt x="18288" y="59436"/>
                </a:lnTo>
                <a:close/>
              </a:path>
              <a:path w="68580" h="62229">
                <a:moveTo>
                  <a:pt x="12954" y="22860"/>
                </a:moveTo>
                <a:lnTo>
                  <a:pt x="12192" y="23622"/>
                </a:lnTo>
                <a:lnTo>
                  <a:pt x="12192" y="24384"/>
                </a:lnTo>
                <a:lnTo>
                  <a:pt x="12954" y="22860"/>
                </a:lnTo>
                <a:close/>
              </a:path>
              <a:path w="68580" h="62229">
                <a:moveTo>
                  <a:pt x="22098" y="60524"/>
                </a:moveTo>
                <a:lnTo>
                  <a:pt x="22098" y="51054"/>
                </a:lnTo>
                <a:lnTo>
                  <a:pt x="17526" y="48006"/>
                </a:lnTo>
                <a:lnTo>
                  <a:pt x="18288" y="48768"/>
                </a:lnTo>
                <a:lnTo>
                  <a:pt x="18288" y="59436"/>
                </a:lnTo>
                <a:lnTo>
                  <a:pt x="22098" y="60524"/>
                </a:lnTo>
                <a:close/>
              </a:path>
              <a:path w="68580" h="62229">
                <a:moveTo>
                  <a:pt x="19050" y="16328"/>
                </a:moveTo>
                <a:lnTo>
                  <a:pt x="19050" y="16002"/>
                </a:lnTo>
                <a:lnTo>
                  <a:pt x="18288" y="16764"/>
                </a:lnTo>
                <a:lnTo>
                  <a:pt x="19050" y="16328"/>
                </a:lnTo>
                <a:close/>
              </a:path>
              <a:path w="68580" h="62229">
                <a:moveTo>
                  <a:pt x="26670" y="51816"/>
                </a:moveTo>
                <a:lnTo>
                  <a:pt x="21336" y="50292"/>
                </a:lnTo>
                <a:lnTo>
                  <a:pt x="22098" y="51054"/>
                </a:lnTo>
                <a:lnTo>
                  <a:pt x="22098" y="60524"/>
                </a:lnTo>
                <a:lnTo>
                  <a:pt x="23622" y="60960"/>
                </a:lnTo>
                <a:lnTo>
                  <a:pt x="25146" y="61055"/>
                </a:lnTo>
                <a:lnTo>
                  <a:pt x="25908" y="61150"/>
                </a:lnTo>
                <a:lnTo>
                  <a:pt x="25908" y="51816"/>
                </a:lnTo>
                <a:lnTo>
                  <a:pt x="26670" y="51816"/>
                </a:lnTo>
                <a:close/>
              </a:path>
              <a:path w="68580" h="62229">
                <a:moveTo>
                  <a:pt x="23622" y="13716"/>
                </a:moveTo>
                <a:lnTo>
                  <a:pt x="22860" y="13716"/>
                </a:lnTo>
                <a:lnTo>
                  <a:pt x="22860" y="14151"/>
                </a:lnTo>
                <a:lnTo>
                  <a:pt x="23622" y="13716"/>
                </a:lnTo>
                <a:close/>
              </a:path>
              <a:path w="68580" h="62229">
                <a:moveTo>
                  <a:pt x="31242" y="61722"/>
                </a:moveTo>
                <a:lnTo>
                  <a:pt x="31242" y="52578"/>
                </a:lnTo>
                <a:lnTo>
                  <a:pt x="30480" y="52578"/>
                </a:lnTo>
                <a:lnTo>
                  <a:pt x="25908" y="51816"/>
                </a:lnTo>
                <a:lnTo>
                  <a:pt x="25908" y="61150"/>
                </a:lnTo>
                <a:lnTo>
                  <a:pt x="30480" y="61722"/>
                </a:lnTo>
                <a:lnTo>
                  <a:pt x="31242" y="61722"/>
                </a:lnTo>
                <a:close/>
              </a:path>
              <a:path w="68580" h="62229">
                <a:moveTo>
                  <a:pt x="28194" y="11430"/>
                </a:moveTo>
                <a:lnTo>
                  <a:pt x="27432" y="11430"/>
                </a:lnTo>
                <a:lnTo>
                  <a:pt x="27432" y="11756"/>
                </a:lnTo>
                <a:lnTo>
                  <a:pt x="28194" y="11430"/>
                </a:lnTo>
                <a:close/>
              </a:path>
              <a:path w="68580" h="62229">
                <a:moveTo>
                  <a:pt x="30886" y="52527"/>
                </a:moveTo>
                <a:lnTo>
                  <a:pt x="30480" y="52469"/>
                </a:lnTo>
                <a:lnTo>
                  <a:pt x="30886" y="52527"/>
                </a:lnTo>
                <a:close/>
              </a:path>
              <a:path w="68580" h="62229">
                <a:moveTo>
                  <a:pt x="36576" y="61722"/>
                </a:moveTo>
                <a:lnTo>
                  <a:pt x="36576" y="51816"/>
                </a:lnTo>
                <a:lnTo>
                  <a:pt x="30886" y="52527"/>
                </a:lnTo>
                <a:lnTo>
                  <a:pt x="31242" y="52578"/>
                </a:lnTo>
                <a:lnTo>
                  <a:pt x="31242" y="61722"/>
                </a:lnTo>
                <a:lnTo>
                  <a:pt x="36576" y="61722"/>
                </a:lnTo>
                <a:close/>
              </a:path>
              <a:path w="68580" h="62229">
                <a:moveTo>
                  <a:pt x="33528" y="10559"/>
                </a:moveTo>
                <a:lnTo>
                  <a:pt x="33528" y="9906"/>
                </a:lnTo>
                <a:lnTo>
                  <a:pt x="32766" y="10668"/>
                </a:lnTo>
                <a:lnTo>
                  <a:pt x="33528" y="10559"/>
                </a:lnTo>
                <a:close/>
              </a:path>
              <a:path w="68580" h="62229">
                <a:moveTo>
                  <a:pt x="41148" y="50292"/>
                </a:moveTo>
                <a:lnTo>
                  <a:pt x="35052" y="51816"/>
                </a:lnTo>
                <a:lnTo>
                  <a:pt x="36576" y="51816"/>
                </a:lnTo>
                <a:lnTo>
                  <a:pt x="36576" y="61722"/>
                </a:lnTo>
                <a:lnTo>
                  <a:pt x="37338" y="61722"/>
                </a:lnTo>
                <a:lnTo>
                  <a:pt x="37338" y="60960"/>
                </a:lnTo>
                <a:lnTo>
                  <a:pt x="40386" y="60198"/>
                </a:lnTo>
                <a:lnTo>
                  <a:pt x="40386" y="51054"/>
                </a:lnTo>
                <a:lnTo>
                  <a:pt x="41148" y="50292"/>
                </a:lnTo>
                <a:close/>
              </a:path>
              <a:path w="68580" h="62229">
                <a:moveTo>
                  <a:pt x="37744" y="9956"/>
                </a:moveTo>
                <a:lnTo>
                  <a:pt x="37338" y="9906"/>
                </a:lnTo>
                <a:lnTo>
                  <a:pt x="37744" y="9956"/>
                </a:lnTo>
                <a:close/>
              </a:path>
              <a:path w="68580" h="62229">
                <a:moveTo>
                  <a:pt x="68580" y="32766"/>
                </a:moveTo>
                <a:lnTo>
                  <a:pt x="68580" y="22860"/>
                </a:lnTo>
                <a:lnTo>
                  <a:pt x="67056" y="19812"/>
                </a:lnTo>
                <a:lnTo>
                  <a:pt x="66294" y="16764"/>
                </a:lnTo>
                <a:lnTo>
                  <a:pt x="64770" y="14478"/>
                </a:lnTo>
                <a:lnTo>
                  <a:pt x="64770" y="13716"/>
                </a:lnTo>
                <a:lnTo>
                  <a:pt x="60960" y="9906"/>
                </a:lnTo>
                <a:lnTo>
                  <a:pt x="60960" y="9144"/>
                </a:lnTo>
                <a:lnTo>
                  <a:pt x="60198" y="9144"/>
                </a:lnTo>
                <a:lnTo>
                  <a:pt x="56388" y="6096"/>
                </a:lnTo>
                <a:lnTo>
                  <a:pt x="55626" y="5334"/>
                </a:lnTo>
                <a:lnTo>
                  <a:pt x="51054" y="3048"/>
                </a:lnTo>
                <a:lnTo>
                  <a:pt x="50292" y="3048"/>
                </a:lnTo>
                <a:lnTo>
                  <a:pt x="50292" y="2286"/>
                </a:lnTo>
                <a:lnTo>
                  <a:pt x="44958" y="1524"/>
                </a:lnTo>
                <a:lnTo>
                  <a:pt x="44958" y="762"/>
                </a:lnTo>
                <a:lnTo>
                  <a:pt x="38100" y="762"/>
                </a:lnTo>
                <a:lnTo>
                  <a:pt x="38100" y="9906"/>
                </a:lnTo>
                <a:lnTo>
                  <a:pt x="37744" y="9956"/>
                </a:lnTo>
                <a:lnTo>
                  <a:pt x="43434" y="10668"/>
                </a:lnTo>
                <a:lnTo>
                  <a:pt x="43434" y="11103"/>
                </a:lnTo>
                <a:lnTo>
                  <a:pt x="46482" y="11974"/>
                </a:lnTo>
                <a:lnTo>
                  <a:pt x="46482" y="11430"/>
                </a:lnTo>
                <a:lnTo>
                  <a:pt x="51054" y="13716"/>
                </a:lnTo>
                <a:lnTo>
                  <a:pt x="51054" y="14224"/>
                </a:lnTo>
                <a:lnTo>
                  <a:pt x="54102" y="16256"/>
                </a:lnTo>
                <a:lnTo>
                  <a:pt x="54102" y="16002"/>
                </a:lnTo>
                <a:lnTo>
                  <a:pt x="54864" y="16764"/>
                </a:lnTo>
                <a:lnTo>
                  <a:pt x="54864" y="16954"/>
                </a:lnTo>
                <a:lnTo>
                  <a:pt x="57150" y="19812"/>
                </a:lnTo>
                <a:lnTo>
                  <a:pt x="57150" y="20193"/>
                </a:lnTo>
                <a:lnTo>
                  <a:pt x="57912" y="21336"/>
                </a:lnTo>
                <a:lnTo>
                  <a:pt x="58674" y="23622"/>
                </a:lnTo>
                <a:lnTo>
                  <a:pt x="58674" y="25146"/>
                </a:lnTo>
                <a:lnTo>
                  <a:pt x="59436" y="27432"/>
                </a:lnTo>
                <a:lnTo>
                  <a:pt x="59436" y="49682"/>
                </a:lnTo>
                <a:lnTo>
                  <a:pt x="60198" y="48768"/>
                </a:lnTo>
                <a:lnTo>
                  <a:pt x="60960" y="48768"/>
                </a:lnTo>
                <a:lnTo>
                  <a:pt x="64008" y="44196"/>
                </a:lnTo>
                <a:lnTo>
                  <a:pt x="64770" y="43434"/>
                </a:lnTo>
                <a:lnTo>
                  <a:pt x="67056" y="38862"/>
                </a:lnTo>
                <a:lnTo>
                  <a:pt x="67056" y="37338"/>
                </a:lnTo>
                <a:lnTo>
                  <a:pt x="68580" y="32766"/>
                </a:lnTo>
                <a:close/>
              </a:path>
              <a:path w="68580" h="62229">
                <a:moveTo>
                  <a:pt x="46482" y="48006"/>
                </a:moveTo>
                <a:lnTo>
                  <a:pt x="40386" y="51054"/>
                </a:lnTo>
                <a:lnTo>
                  <a:pt x="40386" y="60198"/>
                </a:lnTo>
                <a:lnTo>
                  <a:pt x="43434" y="59436"/>
                </a:lnTo>
                <a:lnTo>
                  <a:pt x="44196" y="59436"/>
                </a:lnTo>
                <a:lnTo>
                  <a:pt x="45720" y="58864"/>
                </a:lnTo>
                <a:lnTo>
                  <a:pt x="45720" y="48768"/>
                </a:lnTo>
                <a:lnTo>
                  <a:pt x="46482" y="48006"/>
                </a:lnTo>
                <a:close/>
              </a:path>
              <a:path w="68580" h="62229">
                <a:moveTo>
                  <a:pt x="43434" y="11103"/>
                </a:moveTo>
                <a:lnTo>
                  <a:pt x="43434" y="10668"/>
                </a:lnTo>
                <a:lnTo>
                  <a:pt x="41910" y="10668"/>
                </a:lnTo>
                <a:lnTo>
                  <a:pt x="43434" y="11103"/>
                </a:lnTo>
                <a:close/>
              </a:path>
              <a:path w="68580" h="62229">
                <a:moveTo>
                  <a:pt x="50292" y="57150"/>
                </a:moveTo>
                <a:lnTo>
                  <a:pt x="50292" y="45720"/>
                </a:lnTo>
                <a:lnTo>
                  <a:pt x="45720" y="48768"/>
                </a:lnTo>
                <a:lnTo>
                  <a:pt x="45720" y="58864"/>
                </a:lnTo>
                <a:lnTo>
                  <a:pt x="50292" y="57150"/>
                </a:lnTo>
                <a:close/>
              </a:path>
              <a:path w="68580" h="62229">
                <a:moveTo>
                  <a:pt x="47244" y="12192"/>
                </a:moveTo>
                <a:lnTo>
                  <a:pt x="46482" y="11430"/>
                </a:lnTo>
                <a:lnTo>
                  <a:pt x="46482" y="11974"/>
                </a:lnTo>
                <a:lnTo>
                  <a:pt x="47244" y="12192"/>
                </a:lnTo>
                <a:close/>
              </a:path>
              <a:path w="68580" h="62229">
                <a:moveTo>
                  <a:pt x="53530" y="42386"/>
                </a:moveTo>
                <a:lnTo>
                  <a:pt x="49530" y="45720"/>
                </a:lnTo>
                <a:lnTo>
                  <a:pt x="50292" y="45720"/>
                </a:lnTo>
                <a:lnTo>
                  <a:pt x="50292" y="57150"/>
                </a:lnTo>
                <a:lnTo>
                  <a:pt x="51054" y="56388"/>
                </a:lnTo>
                <a:lnTo>
                  <a:pt x="53340" y="54864"/>
                </a:lnTo>
                <a:lnTo>
                  <a:pt x="53340" y="42672"/>
                </a:lnTo>
                <a:lnTo>
                  <a:pt x="53530" y="42386"/>
                </a:lnTo>
                <a:close/>
              </a:path>
              <a:path w="68580" h="62229">
                <a:moveTo>
                  <a:pt x="51054" y="14224"/>
                </a:moveTo>
                <a:lnTo>
                  <a:pt x="51054" y="13716"/>
                </a:lnTo>
                <a:lnTo>
                  <a:pt x="50292" y="13716"/>
                </a:lnTo>
                <a:lnTo>
                  <a:pt x="51054" y="14224"/>
                </a:lnTo>
                <a:close/>
              </a:path>
              <a:path w="68580" h="62229">
                <a:moveTo>
                  <a:pt x="54102" y="41910"/>
                </a:moveTo>
                <a:lnTo>
                  <a:pt x="53530" y="42386"/>
                </a:lnTo>
                <a:lnTo>
                  <a:pt x="53340" y="42672"/>
                </a:lnTo>
                <a:lnTo>
                  <a:pt x="54102" y="41910"/>
                </a:lnTo>
                <a:close/>
              </a:path>
              <a:path w="68580" h="62229">
                <a:moveTo>
                  <a:pt x="54102" y="54356"/>
                </a:moveTo>
                <a:lnTo>
                  <a:pt x="54102" y="41910"/>
                </a:lnTo>
                <a:lnTo>
                  <a:pt x="53340" y="42672"/>
                </a:lnTo>
                <a:lnTo>
                  <a:pt x="53340" y="54864"/>
                </a:lnTo>
                <a:lnTo>
                  <a:pt x="54102" y="54356"/>
                </a:lnTo>
                <a:close/>
              </a:path>
              <a:path w="68580" h="62229">
                <a:moveTo>
                  <a:pt x="58674" y="50596"/>
                </a:moveTo>
                <a:lnTo>
                  <a:pt x="58674" y="34290"/>
                </a:lnTo>
                <a:lnTo>
                  <a:pt x="56388" y="39624"/>
                </a:lnTo>
                <a:lnTo>
                  <a:pt x="56388" y="38100"/>
                </a:lnTo>
                <a:lnTo>
                  <a:pt x="53530" y="42386"/>
                </a:lnTo>
                <a:lnTo>
                  <a:pt x="54102" y="41910"/>
                </a:lnTo>
                <a:lnTo>
                  <a:pt x="54102" y="54356"/>
                </a:lnTo>
                <a:lnTo>
                  <a:pt x="55626" y="53340"/>
                </a:lnTo>
                <a:lnTo>
                  <a:pt x="56388" y="53340"/>
                </a:lnTo>
                <a:lnTo>
                  <a:pt x="58674" y="50596"/>
                </a:lnTo>
                <a:close/>
              </a:path>
              <a:path w="68580" h="62229">
                <a:moveTo>
                  <a:pt x="54864" y="16764"/>
                </a:moveTo>
                <a:lnTo>
                  <a:pt x="54102" y="16002"/>
                </a:lnTo>
                <a:lnTo>
                  <a:pt x="54537" y="16546"/>
                </a:lnTo>
                <a:lnTo>
                  <a:pt x="54864" y="16764"/>
                </a:lnTo>
                <a:close/>
              </a:path>
              <a:path w="68580" h="62229">
                <a:moveTo>
                  <a:pt x="54537" y="16546"/>
                </a:moveTo>
                <a:lnTo>
                  <a:pt x="54102" y="16002"/>
                </a:lnTo>
                <a:lnTo>
                  <a:pt x="54102" y="16256"/>
                </a:lnTo>
                <a:lnTo>
                  <a:pt x="54537" y="16546"/>
                </a:lnTo>
                <a:close/>
              </a:path>
              <a:path w="68580" h="62229">
                <a:moveTo>
                  <a:pt x="54864" y="16954"/>
                </a:moveTo>
                <a:lnTo>
                  <a:pt x="54864" y="16764"/>
                </a:lnTo>
                <a:lnTo>
                  <a:pt x="54537" y="16546"/>
                </a:lnTo>
                <a:lnTo>
                  <a:pt x="54864" y="16954"/>
                </a:lnTo>
                <a:close/>
              </a:path>
              <a:path w="68580" h="62229">
                <a:moveTo>
                  <a:pt x="57150" y="20193"/>
                </a:moveTo>
                <a:lnTo>
                  <a:pt x="57150" y="19812"/>
                </a:lnTo>
                <a:lnTo>
                  <a:pt x="56388" y="19050"/>
                </a:lnTo>
                <a:lnTo>
                  <a:pt x="57150" y="20193"/>
                </a:lnTo>
                <a:close/>
              </a:path>
              <a:path w="68580" h="62229">
                <a:moveTo>
                  <a:pt x="59436" y="49682"/>
                </a:moveTo>
                <a:lnTo>
                  <a:pt x="59436" y="30480"/>
                </a:lnTo>
                <a:lnTo>
                  <a:pt x="57912" y="35052"/>
                </a:lnTo>
                <a:lnTo>
                  <a:pt x="58674" y="34290"/>
                </a:lnTo>
                <a:lnTo>
                  <a:pt x="58674" y="50596"/>
                </a:lnTo>
                <a:lnTo>
                  <a:pt x="59436" y="4968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3" name="object 42">
            <a:extLst>
              <a:ext uri="{FF2B5EF4-FFF2-40B4-BE49-F238E27FC236}">
                <a16:creationId xmlns:a16="http://schemas.microsoft.com/office/drawing/2014/main" id="{7CA12CB9-56CE-4DA1-9D50-5A5942733DAD}"/>
              </a:ext>
            </a:extLst>
          </p:cNvPr>
          <p:cNvSpPr/>
          <p:nvPr/>
        </p:nvSpPr>
        <p:spPr>
          <a:xfrm>
            <a:off x="4269023" y="2188861"/>
            <a:ext cx="153296" cy="13279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5" name="object 43">
            <a:extLst>
              <a:ext uri="{FF2B5EF4-FFF2-40B4-BE49-F238E27FC236}">
                <a16:creationId xmlns:a16="http://schemas.microsoft.com/office/drawing/2014/main" id="{7D719534-5A45-4FAA-B674-2F9A75103E32}"/>
              </a:ext>
            </a:extLst>
          </p:cNvPr>
          <p:cNvSpPr/>
          <p:nvPr/>
        </p:nvSpPr>
        <p:spPr>
          <a:xfrm>
            <a:off x="1659398" y="2199930"/>
            <a:ext cx="3913093" cy="3868269"/>
          </a:xfrm>
          <a:custGeom>
            <a:avLst/>
            <a:gdLst/>
            <a:ahLst/>
            <a:cxnLst/>
            <a:rect l="l" t="t" r="r" b="b"/>
            <a:pathLst>
              <a:path w="3326129" h="3288029">
                <a:moveTo>
                  <a:pt x="3326129" y="11429"/>
                </a:moveTo>
                <a:lnTo>
                  <a:pt x="3314700" y="0"/>
                </a:lnTo>
                <a:lnTo>
                  <a:pt x="0" y="3276600"/>
                </a:lnTo>
                <a:lnTo>
                  <a:pt x="11429" y="3288029"/>
                </a:lnTo>
                <a:lnTo>
                  <a:pt x="3326129" y="1142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</p:spTree>
    <p:extLst>
      <p:ext uri="{BB962C8B-B14F-4D97-AF65-F5344CB8AC3E}">
        <p14:creationId xmlns:p14="http://schemas.microsoft.com/office/powerpoint/2010/main" val="11022424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C92A7-D56D-4221-964B-7CCD2A026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Margin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BD1D7-937A-43D6-A21C-542AA50C5B2D}"/>
              </a:ext>
            </a:extLst>
          </p:cNvPr>
          <p:cNvSpPr txBox="1"/>
          <p:nvPr/>
        </p:nvSpPr>
        <p:spPr>
          <a:xfrm>
            <a:off x="743844" y="1267406"/>
            <a:ext cx="10541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Introduce a slack </a:t>
            </a:r>
          </a:p>
          <a:p>
            <a:pPr>
              <a:buClr>
                <a:srgbClr val="0070C0"/>
              </a:buClr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variable in the </a:t>
            </a:r>
          </a:p>
          <a:p>
            <a:pPr>
              <a:buClr>
                <a:srgbClr val="0070C0"/>
              </a:buClr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soft margin.</a:t>
            </a:r>
          </a:p>
          <a:p>
            <a:pPr>
              <a:buClr>
                <a:srgbClr val="0070C0"/>
              </a:buClr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70C0"/>
              </a:buClr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70C0"/>
              </a:buClr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80990" indent="-38099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Slack variables </a:t>
            </a:r>
          </a:p>
          <a:p>
            <a:pPr>
              <a:buClr>
                <a:srgbClr val="0070C0"/>
              </a:buClr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quantify the </a:t>
            </a:r>
          </a:p>
          <a:p>
            <a:pPr>
              <a:buClr>
                <a:srgbClr val="0070C0"/>
              </a:buClr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miss-classification</a:t>
            </a: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7CC23897-5FBE-450F-9DD4-A89FB7793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8308" y="1150358"/>
            <a:ext cx="8422673" cy="512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9098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8FF6E-77DE-4085-8652-D477D7346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47" dirty="0"/>
              <a:t>Hard </a:t>
            </a:r>
            <a:r>
              <a:rPr lang="en-US" spc="-88" dirty="0"/>
              <a:t>Margin </a:t>
            </a:r>
            <a:r>
              <a:rPr lang="en-US" spc="-124" dirty="0"/>
              <a:t>vs. </a:t>
            </a:r>
            <a:r>
              <a:rPr lang="en-US" spc="-100" dirty="0"/>
              <a:t>Soft</a:t>
            </a:r>
            <a:r>
              <a:rPr lang="en-US" spc="240" dirty="0"/>
              <a:t> </a:t>
            </a:r>
            <a:r>
              <a:rPr lang="en-US" spc="-95" dirty="0"/>
              <a:t>Margin</a:t>
            </a:r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EC6FB45-2157-4905-BC4A-76ACDE02C525}"/>
              </a:ext>
            </a:extLst>
          </p:cNvPr>
          <p:cNvSpPr txBox="1"/>
          <p:nvPr/>
        </p:nvSpPr>
        <p:spPr>
          <a:xfrm>
            <a:off x="1293359" y="5409108"/>
            <a:ext cx="9699812" cy="930270"/>
          </a:xfrm>
          <a:prstGeom prst="rect">
            <a:avLst/>
          </a:prstGeom>
        </p:spPr>
        <p:txBody>
          <a:bodyPr vert="horz" wrap="square" lIns="0" tIns="100853" rIns="0" bIns="0" rtlCol="0">
            <a:spAutoFit/>
          </a:bodyPr>
          <a:lstStyle/>
          <a:p>
            <a:pPr marL="418364" indent="-403423">
              <a:spcBef>
                <a:spcPts val="795"/>
              </a:spcBef>
              <a:buClr>
                <a:srgbClr val="0070C0"/>
              </a:buClr>
              <a:buSzPct val="64583"/>
              <a:buFont typeface="Wingdings" panose="05000000000000000000" pitchFamily="2" charset="2"/>
              <a:buChar char="Ø"/>
              <a:tabLst>
                <a:tab pos="418364" algn="l"/>
              </a:tabLst>
            </a:pPr>
            <a:r>
              <a:rPr sz="2400" spc="-5" dirty="0">
                <a:latin typeface="Arial"/>
                <a:cs typeface="Arial"/>
              </a:rPr>
              <a:t>Similar solution can be obtained to that of hard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margin</a:t>
            </a:r>
            <a:endParaRPr sz="2400" dirty="0">
              <a:latin typeface="Arial"/>
              <a:cs typeface="Arial"/>
            </a:endParaRPr>
          </a:p>
          <a:p>
            <a:pPr marL="418364" indent="-403423">
              <a:spcBef>
                <a:spcPts val="676"/>
              </a:spcBef>
              <a:buClr>
                <a:srgbClr val="0070C0"/>
              </a:buClr>
              <a:buSzPct val="64583"/>
              <a:buFont typeface="Wingdings" panose="05000000000000000000" pitchFamily="2" charset="2"/>
              <a:buChar char="Ø"/>
              <a:tabLst>
                <a:tab pos="418364" algn="l"/>
              </a:tabLst>
            </a:pPr>
            <a:r>
              <a:rPr sz="2400" spc="-5" dirty="0">
                <a:latin typeface="Arial"/>
                <a:cs typeface="Arial"/>
              </a:rPr>
              <a:t>Parameter </a:t>
            </a:r>
            <a:r>
              <a:rPr sz="2400" i="1" dirty="0">
                <a:latin typeface="Arial"/>
                <a:cs typeface="Arial"/>
              </a:rPr>
              <a:t>C </a:t>
            </a:r>
            <a:r>
              <a:rPr sz="2400" spc="-5" dirty="0">
                <a:latin typeface="Arial"/>
                <a:cs typeface="Arial"/>
              </a:rPr>
              <a:t>can be viewed as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way to control</a:t>
            </a:r>
            <a:r>
              <a:rPr sz="2400" spc="12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overfitting.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E9FDA0B-5C9C-4975-B23A-9EE6CC8925D7}"/>
              </a:ext>
            </a:extLst>
          </p:cNvPr>
          <p:cNvSpPr/>
          <p:nvPr/>
        </p:nvSpPr>
        <p:spPr>
          <a:xfrm>
            <a:off x="1807391" y="1695467"/>
            <a:ext cx="7605059" cy="1514288"/>
          </a:xfrm>
          <a:custGeom>
            <a:avLst/>
            <a:gdLst/>
            <a:ahLst/>
            <a:cxnLst/>
            <a:rect l="l" t="t" r="r" b="b"/>
            <a:pathLst>
              <a:path w="6464300" h="1287145">
                <a:moveTo>
                  <a:pt x="6464045" y="1287017"/>
                </a:moveTo>
                <a:lnTo>
                  <a:pt x="6464045" y="0"/>
                </a:lnTo>
                <a:lnTo>
                  <a:pt x="0" y="0"/>
                </a:lnTo>
                <a:lnTo>
                  <a:pt x="0" y="1287018"/>
                </a:lnTo>
                <a:lnTo>
                  <a:pt x="12192" y="1287018"/>
                </a:lnTo>
                <a:lnTo>
                  <a:pt x="12191" y="25146"/>
                </a:lnTo>
                <a:lnTo>
                  <a:pt x="25145" y="12192"/>
                </a:lnTo>
                <a:lnTo>
                  <a:pt x="25145" y="25146"/>
                </a:lnTo>
                <a:lnTo>
                  <a:pt x="6438899" y="25146"/>
                </a:lnTo>
                <a:lnTo>
                  <a:pt x="6438899" y="12192"/>
                </a:lnTo>
                <a:lnTo>
                  <a:pt x="6451092" y="25146"/>
                </a:lnTo>
                <a:lnTo>
                  <a:pt x="6451092" y="1287017"/>
                </a:lnTo>
                <a:lnTo>
                  <a:pt x="6464045" y="1287017"/>
                </a:lnTo>
                <a:close/>
              </a:path>
              <a:path w="6464300" h="1287145">
                <a:moveTo>
                  <a:pt x="25145" y="25146"/>
                </a:moveTo>
                <a:lnTo>
                  <a:pt x="25145" y="12192"/>
                </a:lnTo>
                <a:lnTo>
                  <a:pt x="12191" y="25146"/>
                </a:lnTo>
                <a:lnTo>
                  <a:pt x="25145" y="25146"/>
                </a:lnTo>
                <a:close/>
              </a:path>
              <a:path w="6464300" h="1287145">
                <a:moveTo>
                  <a:pt x="25145" y="1261872"/>
                </a:moveTo>
                <a:lnTo>
                  <a:pt x="25145" y="25146"/>
                </a:lnTo>
                <a:lnTo>
                  <a:pt x="12191" y="25146"/>
                </a:lnTo>
                <a:lnTo>
                  <a:pt x="12191" y="1261872"/>
                </a:lnTo>
                <a:lnTo>
                  <a:pt x="25145" y="1261872"/>
                </a:lnTo>
                <a:close/>
              </a:path>
              <a:path w="6464300" h="1287145">
                <a:moveTo>
                  <a:pt x="6451092" y="1261871"/>
                </a:moveTo>
                <a:lnTo>
                  <a:pt x="12191" y="1261872"/>
                </a:lnTo>
                <a:lnTo>
                  <a:pt x="25145" y="1274826"/>
                </a:lnTo>
                <a:lnTo>
                  <a:pt x="25145" y="1287018"/>
                </a:lnTo>
                <a:lnTo>
                  <a:pt x="6438899" y="1287017"/>
                </a:lnTo>
                <a:lnTo>
                  <a:pt x="6438899" y="1274826"/>
                </a:lnTo>
                <a:lnTo>
                  <a:pt x="6451092" y="1261871"/>
                </a:lnTo>
                <a:close/>
              </a:path>
              <a:path w="6464300" h="1287145">
                <a:moveTo>
                  <a:pt x="25145" y="1287018"/>
                </a:moveTo>
                <a:lnTo>
                  <a:pt x="25145" y="1274826"/>
                </a:lnTo>
                <a:lnTo>
                  <a:pt x="12191" y="1261872"/>
                </a:lnTo>
                <a:lnTo>
                  <a:pt x="12192" y="1287018"/>
                </a:lnTo>
                <a:lnTo>
                  <a:pt x="25145" y="1287018"/>
                </a:lnTo>
                <a:close/>
              </a:path>
              <a:path w="6464300" h="1287145">
                <a:moveTo>
                  <a:pt x="6451092" y="25146"/>
                </a:moveTo>
                <a:lnTo>
                  <a:pt x="6438899" y="12192"/>
                </a:lnTo>
                <a:lnTo>
                  <a:pt x="6438899" y="25146"/>
                </a:lnTo>
                <a:lnTo>
                  <a:pt x="6451092" y="25146"/>
                </a:lnTo>
                <a:close/>
              </a:path>
              <a:path w="6464300" h="1287145">
                <a:moveTo>
                  <a:pt x="6451092" y="1261871"/>
                </a:moveTo>
                <a:lnTo>
                  <a:pt x="6451092" y="25146"/>
                </a:lnTo>
                <a:lnTo>
                  <a:pt x="6438899" y="25146"/>
                </a:lnTo>
                <a:lnTo>
                  <a:pt x="6438899" y="1261871"/>
                </a:lnTo>
                <a:lnTo>
                  <a:pt x="6451092" y="1261871"/>
                </a:lnTo>
                <a:close/>
              </a:path>
              <a:path w="6464300" h="1287145">
                <a:moveTo>
                  <a:pt x="6451092" y="1287017"/>
                </a:moveTo>
                <a:lnTo>
                  <a:pt x="6451092" y="1261871"/>
                </a:lnTo>
                <a:lnTo>
                  <a:pt x="6438899" y="1274826"/>
                </a:lnTo>
                <a:lnTo>
                  <a:pt x="6438899" y="1287017"/>
                </a:lnTo>
                <a:lnTo>
                  <a:pt x="6451092" y="1287017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16412DED-DBD1-4171-B968-A507B0FECC82}"/>
              </a:ext>
            </a:extLst>
          </p:cNvPr>
          <p:cNvSpPr/>
          <p:nvPr/>
        </p:nvSpPr>
        <p:spPr>
          <a:xfrm>
            <a:off x="1688564" y="3820917"/>
            <a:ext cx="9084981" cy="1514288"/>
          </a:xfrm>
          <a:custGeom>
            <a:avLst/>
            <a:gdLst/>
            <a:ahLst/>
            <a:cxnLst/>
            <a:rect l="l" t="t" r="r" b="b"/>
            <a:pathLst>
              <a:path w="7722234" h="1287145">
                <a:moveTo>
                  <a:pt x="7722108" y="1287018"/>
                </a:moveTo>
                <a:lnTo>
                  <a:pt x="7722108" y="0"/>
                </a:lnTo>
                <a:lnTo>
                  <a:pt x="0" y="0"/>
                </a:lnTo>
                <a:lnTo>
                  <a:pt x="0" y="1287018"/>
                </a:lnTo>
                <a:lnTo>
                  <a:pt x="12953" y="1287018"/>
                </a:lnTo>
                <a:lnTo>
                  <a:pt x="12953" y="25146"/>
                </a:lnTo>
                <a:lnTo>
                  <a:pt x="25907" y="12192"/>
                </a:lnTo>
                <a:lnTo>
                  <a:pt x="25907" y="25146"/>
                </a:lnTo>
                <a:lnTo>
                  <a:pt x="7696200" y="25146"/>
                </a:lnTo>
                <a:lnTo>
                  <a:pt x="7696200" y="12192"/>
                </a:lnTo>
                <a:lnTo>
                  <a:pt x="7709154" y="25146"/>
                </a:lnTo>
                <a:lnTo>
                  <a:pt x="7709154" y="1287018"/>
                </a:lnTo>
                <a:lnTo>
                  <a:pt x="7722108" y="1287018"/>
                </a:lnTo>
                <a:close/>
              </a:path>
              <a:path w="7722234" h="1287145">
                <a:moveTo>
                  <a:pt x="25907" y="25146"/>
                </a:moveTo>
                <a:lnTo>
                  <a:pt x="25907" y="12192"/>
                </a:lnTo>
                <a:lnTo>
                  <a:pt x="12953" y="25146"/>
                </a:lnTo>
                <a:lnTo>
                  <a:pt x="25907" y="25146"/>
                </a:lnTo>
                <a:close/>
              </a:path>
              <a:path w="7722234" h="1287145">
                <a:moveTo>
                  <a:pt x="25907" y="1261872"/>
                </a:moveTo>
                <a:lnTo>
                  <a:pt x="25907" y="25146"/>
                </a:lnTo>
                <a:lnTo>
                  <a:pt x="12953" y="25146"/>
                </a:lnTo>
                <a:lnTo>
                  <a:pt x="12954" y="1261872"/>
                </a:lnTo>
                <a:lnTo>
                  <a:pt x="25907" y="1261872"/>
                </a:lnTo>
                <a:close/>
              </a:path>
              <a:path w="7722234" h="1287145">
                <a:moveTo>
                  <a:pt x="7709154" y="1261872"/>
                </a:moveTo>
                <a:lnTo>
                  <a:pt x="12954" y="1261872"/>
                </a:lnTo>
                <a:lnTo>
                  <a:pt x="25907" y="1274826"/>
                </a:lnTo>
                <a:lnTo>
                  <a:pt x="25907" y="1287018"/>
                </a:lnTo>
                <a:lnTo>
                  <a:pt x="7696200" y="1287018"/>
                </a:lnTo>
                <a:lnTo>
                  <a:pt x="7696200" y="1274826"/>
                </a:lnTo>
                <a:lnTo>
                  <a:pt x="7709154" y="1261872"/>
                </a:lnTo>
                <a:close/>
              </a:path>
              <a:path w="7722234" h="1287145">
                <a:moveTo>
                  <a:pt x="25907" y="1287018"/>
                </a:moveTo>
                <a:lnTo>
                  <a:pt x="25907" y="1274826"/>
                </a:lnTo>
                <a:lnTo>
                  <a:pt x="12954" y="1261872"/>
                </a:lnTo>
                <a:lnTo>
                  <a:pt x="12953" y="1287018"/>
                </a:lnTo>
                <a:lnTo>
                  <a:pt x="25907" y="1287018"/>
                </a:lnTo>
                <a:close/>
              </a:path>
              <a:path w="7722234" h="1287145">
                <a:moveTo>
                  <a:pt x="7709154" y="25146"/>
                </a:moveTo>
                <a:lnTo>
                  <a:pt x="7696200" y="12192"/>
                </a:lnTo>
                <a:lnTo>
                  <a:pt x="7696200" y="25146"/>
                </a:lnTo>
                <a:lnTo>
                  <a:pt x="7709154" y="25146"/>
                </a:lnTo>
                <a:close/>
              </a:path>
              <a:path w="7722234" h="1287145">
                <a:moveTo>
                  <a:pt x="7709154" y="1261872"/>
                </a:moveTo>
                <a:lnTo>
                  <a:pt x="7709154" y="25146"/>
                </a:lnTo>
                <a:lnTo>
                  <a:pt x="7696200" y="25146"/>
                </a:lnTo>
                <a:lnTo>
                  <a:pt x="7696200" y="1261872"/>
                </a:lnTo>
                <a:lnTo>
                  <a:pt x="7709154" y="1261872"/>
                </a:lnTo>
                <a:close/>
              </a:path>
              <a:path w="7722234" h="1287145">
                <a:moveTo>
                  <a:pt x="7709154" y="1287018"/>
                </a:moveTo>
                <a:lnTo>
                  <a:pt x="7709154" y="1261872"/>
                </a:lnTo>
                <a:lnTo>
                  <a:pt x="7696200" y="1274826"/>
                </a:lnTo>
                <a:lnTo>
                  <a:pt x="7696200" y="1287018"/>
                </a:lnTo>
                <a:lnTo>
                  <a:pt x="7709154" y="1287018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D167B88B-9947-4F11-A1AE-03CD04FFB374}"/>
              </a:ext>
            </a:extLst>
          </p:cNvPr>
          <p:cNvSpPr txBox="1"/>
          <p:nvPr/>
        </p:nvSpPr>
        <p:spPr>
          <a:xfrm>
            <a:off x="1286839" y="983705"/>
            <a:ext cx="8410388" cy="3265581"/>
          </a:xfrm>
          <a:prstGeom prst="rect">
            <a:avLst/>
          </a:prstGeom>
        </p:spPr>
        <p:txBody>
          <a:bodyPr vert="horz" wrap="square" lIns="0" tIns="209176" rIns="0" bIns="0" rtlCol="0">
            <a:spAutoFit/>
          </a:bodyPr>
          <a:lstStyle/>
          <a:p>
            <a:pPr marL="418364" indent="-403423">
              <a:spcBef>
                <a:spcPts val="1647"/>
              </a:spcBef>
              <a:buClr>
                <a:srgbClr val="0070C0"/>
              </a:buClr>
              <a:buSzPct val="64583"/>
              <a:buFont typeface="Wingdings" panose="05000000000000000000" pitchFamily="2" charset="2"/>
              <a:buChar char="Ø"/>
              <a:tabLst>
                <a:tab pos="418364" algn="l"/>
              </a:tabLst>
            </a:pPr>
            <a:r>
              <a:rPr sz="2400" spc="-5" dirty="0">
                <a:latin typeface="Arial"/>
                <a:cs typeface="Arial"/>
              </a:rPr>
              <a:t>The old</a:t>
            </a:r>
            <a:r>
              <a:rPr sz="2400" spc="12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formulation:</a:t>
            </a:r>
            <a:endParaRPr sz="2400" dirty="0">
              <a:latin typeface="Arial"/>
              <a:cs typeface="Arial"/>
            </a:endParaRPr>
          </a:p>
          <a:p>
            <a:pPr marL="642489">
              <a:lnSpc>
                <a:spcPts val="3383"/>
              </a:lnSpc>
              <a:spcBef>
                <a:spcPts val="1529"/>
              </a:spcBef>
              <a:buClr>
                <a:srgbClr val="0070C0"/>
              </a:buClr>
            </a:pPr>
            <a:r>
              <a:rPr sz="2824" spc="-5" dirty="0">
                <a:latin typeface="Times New Roman"/>
                <a:cs typeface="Times New Roman"/>
              </a:rPr>
              <a:t>Find </a:t>
            </a:r>
            <a:r>
              <a:rPr sz="2824" dirty="0">
                <a:latin typeface="Times New Roman"/>
                <a:cs typeface="Times New Roman"/>
              </a:rPr>
              <a:t>w and </a:t>
            </a:r>
            <a:r>
              <a:rPr sz="2824" i="1" dirty="0">
                <a:latin typeface="Times New Roman"/>
                <a:cs typeface="Times New Roman"/>
              </a:rPr>
              <a:t>b </a:t>
            </a:r>
            <a:r>
              <a:rPr sz="2824" spc="-5" dirty="0">
                <a:latin typeface="Times New Roman"/>
                <a:cs typeface="Times New Roman"/>
              </a:rPr>
              <a:t>such</a:t>
            </a:r>
            <a:r>
              <a:rPr sz="2824" spc="-29" dirty="0">
                <a:latin typeface="Times New Roman"/>
                <a:cs typeface="Times New Roman"/>
              </a:rPr>
              <a:t> </a:t>
            </a:r>
            <a:r>
              <a:rPr sz="2824" dirty="0">
                <a:latin typeface="Times New Roman"/>
                <a:cs typeface="Times New Roman"/>
              </a:rPr>
              <a:t>that</a:t>
            </a:r>
          </a:p>
          <a:p>
            <a:pPr marL="641741">
              <a:lnSpc>
                <a:spcPts val="3947"/>
              </a:lnSpc>
              <a:buClr>
                <a:srgbClr val="0070C0"/>
              </a:buClr>
              <a:tabLst>
                <a:tab pos="2879247" algn="l"/>
              </a:tabLst>
            </a:pPr>
            <a:r>
              <a:rPr sz="2824" spc="-5" dirty="0">
                <a:latin typeface="Times New Roman"/>
                <a:cs typeface="Times New Roman"/>
              </a:rPr>
              <a:t>Φ(w)</a:t>
            </a:r>
            <a:r>
              <a:rPr sz="2824" dirty="0">
                <a:latin typeface="Times New Roman"/>
                <a:cs typeface="Times New Roman"/>
              </a:rPr>
              <a:t> </a:t>
            </a:r>
            <a:r>
              <a:rPr sz="2824" spc="-5" dirty="0">
                <a:latin typeface="Times New Roman"/>
                <a:cs typeface="Times New Roman"/>
              </a:rPr>
              <a:t>=½</a:t>
            </a:r>
            <a:r>
              <a:rPr sz="2824" dirty="0">
                <a:latin typeface="Times New Roman"/>
                <a:cs typeface="Times New Roman"/>
              </a:rPr>
              <a:t> </a:t>
            </a:r>
            <a:r>
              <a:rPr sz="2824" spc="-47" dirty="0">
                <a:latin typeface="Times New Roman"/>
                <a:cs typeface="Times New Roman"/>
              </a:rPr>
              <a:t>w</a:t>
            </a:r>
            <a:r>
              <a:rPr sz="2824" spc="-71" baseline="24305" dirty="0">
                <a:latin typeface="Times New Roman"/>
                <a:cs typeface="Times New Roman"/>
              </a:rPr>
              <a:t>T</a:t>
            </a:r>
            <a:r>
              <a:rPr sz="2824" spc="-47" dirty="0">
                <a:latin typeface="Times New Roman"/>
                <a:cs typeface="Times New Roman"/>
              </a:rPr>
              <a:t>w</a:t>
            </a:r>
            <a:r>
              <a:rPr lang="en-US" sz="2824" spc="-47" dirty="0">
                <a:latin typeface="Times New Roman"/>
                <a:cs typeface="Times New Roman"/>
              </a:rPr>
              <a:t> </a:t>
            </a:r>
            <a:r>
              <a:rPr sz="2824" spc="-5" dirty="0">
                <a:latin typeface="Times New Roman"/>
                <a:cs typeface="Times New Roman"/>
              </a:rPr>
              <a:t>is minimized and for all </a:t>
            </a:r>
            <a:r>
              <a:rPr sz="3295" spc="-5" dirty="0">
                <a:latin typeface="Times New Roman"/>
                <a:cs typeface="Times New Roman"/>
              </a:rPr>
              <a:t>{</a:t>
            </a:r>
            <a:r>
              <a:rPr sz="2824" spc="-5" dirty="0">
                <a:latin typeface="Times New Roman"/>
                <a:cs typeface="Times New Roman"/>
              </a:rPr>
              <a:t>(</a:t>
            </a:r>
            <a:r>
              <a:rPr sz="3295" spc="-5" dirty="0">
                <a:latin typeface="Times New Roman"/>
                <a:cs typeface="Times New Roman"/>
              </a:rPr>
              <a:t>x</a:t>
            </a:r>
            <a:r>
              <a:rPr sz="3265" spc="-8" baseline="-21021" dirty="0">
                <a:latin typeface="Times New Roman"/>
                <a:cs typeface="Times New Roman"/>
              </a:rPr>
              <a:t>i</a:t>
            </a:r>
            <a:r>
              <a:rPr sz="3265" spc="-211" baseline="-21021" dirty="0">
                <a:latin typeface="Times New Roman"/>
                <a:cs typeface="Times New Roman"/>
              </a:rPr>
              <a:t> </a:t>
            </a:r>
            <a:r>
              <a:rPr sz="3295" spc="-5" dirty="0">
                <a:latin typeface="Times New Roman"/>
                <a:cs typeface="Times New Roman"/>
              </a:rPr>
              <a:t>,</a:t>
            </a:r>
            <a:r>
              <a:rPr sz="3295" i="1" spc="-5" dirty="0">
                <a:latin typeface="Times New Roman"/>
                <a:cs typeface="Times New Roman"/>
              </a:rPr>
              <a:t>y</a:t>
            </a:r>
            <a:r>
              <a:rPr sz="3265" i="1" spc="-8" baseline="-21021" dirty="0">
                <a:latin typeface="Times New Roman"/>
                <a:cs typeface="Times New Roman"/>
              </a:rPr>
              <a:t>i</a:t>
            </a:r>
            <a:r>
              <a:rPr sz="3295" spc="-5" dirty="0">
                <a:latin typeface="Times New Roman"/>
                <a:cs typeface="Times New Roman"/>
              </a:rPr>
              <a:t>)}</a:t>
            </a:r>
            <a:endParaRPr sz="3295" dirty="0">
              <a:latin typeface="Times New Roman"/>
              <a:cs typeface="Times New Roman"/>
            </a:endParaRPr>
          </a:p>
          <a:p>
            <a:pPr marL="642489">
              <a:spcBef>
                <a:spcPts val="12"/>
              </a:spcBef>
              <a:buClr>
                <a:srgbClr val="0070C0"/>
              </a:buClr>
            </a:pPr>
            <a:r>
              <a:rPr sz="2824" i="1" dirty="0">
                <a:latin typeface="Times New Roman"/>
                <a:cs typeface="Times New Roman"/>
              </a:rPr>
              <a:t>y</a:t>
            </a:r>
            <a:r>
              <a:rPr sz="2824" i="1" baseline="-20833" dirty="0">
                <a:latin typeface="Times New Roman"/>
                <a:cs typeface="Times New Roman"/>
              </a:rPr>
              <a:t>i </a:t>
            </a:r>
            <a:r>
              <a:rPr sz="2824" spc="-5" dirty="0">
                <a:latin typeface="Times New Roman"/>
                <a:cs typeface="Times New Roman"/>
              </a:rPr>
              <a:t>(w</a:t>
            </a:r>
            <a:r>
              <a:rPr sz="2824" spc="-8" baseline="24305" dirty="0">
                <a:latin typeface="Times New Roman"/>
                <a:cs typeface="Times New Roman"/>
              </a:rPr>
              <a:t>T</a:t>
            </a:r>
            <a:r>
              <a:rPr sz="2824" spc="-5" dirty="0">
                <a:latin typeface="Times New Roman"/>
                <a:cs typeface="Times New Roman"/>
              </a:rPr>
              <a:t>x</a:t>
            </a:r>
            <a:r>
              <a:rPr sz="2824" spc="-8" baseline="-20833" dirty="0">
                <a:latin typeface="Times New Roman"/>
                <a:cs typeface="Times New Roman"/>
              </a:rPr>
              <a:t>i </a:t>
            </a:r>
            <a:r>
              <a:rPr sz="2824" dirty="0">
                <a:latin typeface="Times New Roman"/>
                <a:cs typeface="Times New Roman"/>
              </a:rPr>
              <a:t>+ b) ≥</a:t>
            </a:r>
            <a:r>
              <a:rPr sz="2824" spc="-29" dirty="0">
                <a:latin typeface="Times New Roman"/>
                <a:cs typeface="Times New Roman"/>
              </a:rPr>
              <a:t> </a:t>
            </a:r>
            <a:r>
              <a:rPr sz="2824" dirty="0">
                <a:latin typeface="Times New Roman"/>
                <a:cs typeface="Times New Roman"/>
              </a:rPr>
              <a:t>1</a:t>
            </a:r>
          </a:p>
          <a:p>
            <a:pPr marL="418364" indent="-403423">
              <a:spcBef>
                <a:spcPts val="1629"/>
              </a:spcBef>
              <a:buClr>
                <a:srgbClr val="0070C0"/>
              </a:buClr>
              <a:buSzPct val="64583"/>
              <a:buFont typeface="Wingdings" panose="05000000000000000000" pitchFamily="2" charset="2"/>
              <a:buChar char="Ø"/>
              <a:tabLst>
                <a:tab pos="418364" algn="l"/>
              </a:tabLst>
            </a:pPr>
            <a:r>
              <a:rPr sz="2133" spc="-5" dirty="0">
                <a:latin typeface="Arial"/>
                <a:cs typeface="Arial"/>
              </a:rPr>
              <a:t>The new formulation incorporating slack</a:t>
            </a:r>
            <a:r>
              <a:rPr sz="2133" spc="12" dirty="0">
                <a:latin typeface="Arial"/>
                <a:cs typeface="Arial"/>
              </a:rPr>
              <a:t> </a:t>
            </a:r>
            <a:r>
              <a:rPr sz="2133" spc="-5" dirty="0">
                <a:latin typeface="Arial"/>
                <a:cs typeface="Arial"/>
              </a:rPr>
              <a:t>variables:</a:t>
            </a:r>
            <a:endParaRPr sz="2133" dirty="0">
              <a:latin typeface="Arial"/>
              <a:cs typeface="Arial"/>
            </a:endParaRPr>
          </a:p>
          <a:p>
            <a:pPr marL="608870">
              <a:spcBef>
                <a:spcPts val="1195"/>
              </a:spcBef>
              <a:buClr>
                <a:srgbClr val="0070C0"/>
              </a:buClr>
            </a:pPr>
            <a:r>
              <a:rPr sz="2824" spc="-5" dirty="0">
                <a:latin typeface="Times New Roman"/>
                <a:cs typeface="Times New Roman"/>
              </a:rPr>
              <a:t>Find </a:t>
            </a:r>
            <a:r>
              <a:rPr sz="2824" dirty="0">
                <a:latin typeface="Times New Roman"/>
                <a:cs typeface="Times New Roman"/>
              </a:rPr>
              <a:t>w and </a:t>
            </a:r>
            <a:r>
              <a:rPr sz="2824" i="1" dirty="0">
                <a:latin typeface="Times New Roman"/>
                <a:cs typeface="Times New Roman"/>
              </a:rPr>
              <a:t>b </a:t>
            </a:r>
            <a:r>
              <a:rPr sz="2824" spc="-5" dirty="0">
                <a:latin typeface="Times New Roman"/>
                <a:cs typeface="Times New Roman"/>
              </a:rPr>
              <a:t>such</a:t>
            </a:r>
            <a:r>
              <a:rPr sz="2824" spc="-29" dirty="0">
                <a:latin typeface="Times New Roman"/>
                <a:cs typeface="Times New Roman"/>
              </a:rPr>
              <a:t> </a:t>
            </a:r>
            <a:r>
              <a:rPr sz="2824" dirty="0">
                <a:latin typeface="Times New Roman"/>
                <a:cs typeface="Times New Roman"/>
              </a:rPr>
              <a:t>that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BA389D2F-7760-4FCC-AFC0-08AC8EC0D9F1}"/>
              </a:ext>
            </a:extLst>
          </p:cNvPr>
          <p:cNvSpPr txBox="1"/>
          <p:nvPr/>
        </p:nvSpPr>
        <p:spPr>
          <a:xfrm>
            <a:off x="1881165" y="4316141"/>
            <a:ext cx="3172759" cy="955246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4941" marR="5977" indent="-747">
              <a:lnSpc>
                <a:spcPct val="100299"/>
              </a:lnSpc>
              <a:spcBef>
                <a:spcPts val="105"/>
              </a:spcBef>
            </a:pPr>
            <a:r>
              <a:rPr sz="2824" spc="-5" dirty="0">
                <a:latin typeface="Times New Roman"/>
                <a:cs typeface="Times New Roman"/>
              </a:rPr>
              <a:t>Φ(w) =½ </a:t>
            </a:r>
            <a:r>
              <a:rPr sz="2824" spc="-47" dirty="0">
                <a:latin typeface="Times New Roman"/>
                <a:cs typeface="Times New Roman"/>
              </a:rPr>
              <a:t>w</a:t>
            </a:r>
            <a:r>
              <a:rPr sz="2824" spc="-71" baseline="24305" dirty="0">
                <a:latin typeface="Times New Roman"/>
                <a:cs typeface="Times New Roman"/>
              </a:rPr>
              <a:t>T</a:t>
            </a:r>
            <a:r>
              <a:rPr sz="2824" spc="-47" dirty="0">
                <a:latin typeface="Times New Roman"/>
                <a:cs typeface="Times New Roman"/>
              </a:rPr>
              <a:t>w </a:t>
            </a:r>
            <a:r>
              <a:rPr sz="2824" dirty="0">
                <a:latin typeface="Times New Roman"/>
                <a:cs typeface="Times New Roman"/>
              </a:rPr>
              <a:t>+ </a:t>
            </a:r>
            <a:r>
              <a:rPr sz="2824" i="1" spc="-5" dirty="0">
                <a:latin typeface="Times New Roman"/>
                <a:cs typeface="Times New Roman"/>
              </a:rPr>
              <a:t>C</a:t>
            </a:r>
            <a:r>
              <a:rPr sz="3295" spc="-5" dirty="0">
                <a:latin typeface="Times New Roman"/>
                <a:cs typeface="Times New Roman"/>
              </a:rPr>
              <a:t>Σ</a:t>
            </a:r>
            <a:r>
              <a:rPr sz="2824" i="1" spc="-5" dirty="0">
                <a:latin typeface="Times New Roman"/>
                <a:cs typeface="Times New Roman"/>
              </a:rPr>
              <a:t>ξ</a:t>
            </a:r>
            <a:r>
              <a:rPr sz="2824" i="1" spc="-8" baseline="-20833" dirty="0">
                <a:latin typeface="Times New Roman"/>
                <a:cs typeface="Times New Roman"/>
              </a:rPr>
              <a:t>i  </a:t>
            </a:r>
            <a:r>
              <a:rPr sz="2824" i="1" dirty="0">
                <a:latin typeface="Times New Roman"/>
                <a:cs typeface="Times New Roman"/>
              </a:rPr>
              <a:t>y</a:t>
            </a:r>
            <a:r>
              <a:rPr sz="2824" i="1" baseline="-20833" dirty="0">
                <a:latin typeface="Times New Roman"/>
                <a:cs typeface="Times New Roman"/>
              </a:rPr>
              <a:t>i </a:t>
            </a:r>
            <a:r>
              <a:rPr sz="2824" spc="-5" dirty="0">
                <a:latin typeface="Times New Roman"/>
                <a:cs typeface="Times New Roman"/>
              </a:rPr>
              <a:t>(w</a:t>
            </a:r>
            <a:r>
              <a:rPr sz="2824" spc="-8" baseline="24305" dirty="0">
                <a:latin typeface="Times New Roman"/>
                <a:cs typeface="Times New Roman"/>
              </a:rPr>
              <a:t>T</a:t>
            </a:r>
            <a:r>
              <a:rPr sz="2824" spc="-5" dirty="0">
                <a:latin typeface="Times New Roman"/>
                <a:cs typeface="Times New Roman"/>
              </a:rPr>
              <a:t>x</a:t>
            </a:r>
            <a:r>
              <a:rPr sz="2824" spc="-8" baseline="-20833" dirty="0">
                <a:latin typeface="Times New Roman"/>
                <a:cs typeface="Times New Roman"/>
              </a:rPr>
              <a:t>i </a:t>
            </a:r>
            <a:r>
              <a:rPr sz="2824" dirty="0">
                <a:latin typeface="Times New Roman"/>
                <a:cs typeface="Times New Roman"/>
              </a:rPr>
              <a:t>+ </a:t>
            </a:r>
            <a:r>
              <a:rPr sz="2824" i="1" spc="-5" dirty="0">
                <a:latin typeface="Times New Roman"/>
                <a:cs typeface="Times New Roman"/>
              </a:rPr>
              <a:t>b</a:t>
            </a:r>
            <a:r>
              <a:rPr sz="2824" spc="-5" dirty="0">
                <a:latin typeface="Times New Roman"/>
                <a:cs typeface="Times New Roman"/>
              </a:rPr>
              <a:t>) </a:t>
            </a:r>
            <a:r>
              <a:rPr sz="2824" dirty="0">
                <a:latin typeface="Times New Roman"/>
                <a:cs typeface="Times New Roman"/>
              </a:rPr>
              <a:t>≥ </a:t>
            </a:r>
            <a:r>
              <a:rPr sz="2824" spc="-5" dirty="0">
                <a:latin typeface="Times New Roman"/>
                <a:cs typeface="Times New Roman"/>
              </a:rPr>
              <a:t>1-</a:t>
            </a:r>
            <a:r>
              <a:rPr sz="2824" spc="-53" dirty="0">
                <a:latin typeface="Times New Roman"/>
                <a:cs typeface="Times New Roman"/>
              </a:rPr>
              <a:t> </a:t>
            </a:r>
            <a:r>
              <a:rPr sz="2824" i="1" spc="-5" dirty="0">
                <a:latin typeface="Times New Roman"/>
                <a:cs typeface="Times New Roman"/>
              </a:rPr>
              <a:t>ξ</a:t>
            </a:r>
            <a:r>
              <a:rPr sz="2824" i="1" spc="-8" baseline="-20833" dirty="0">
                <a:latin typeface="Times New Roman"/>
                <a:cs typeface="Times New Roman"/>
              </a:rPr>
              <a:t>i</a:t>
            </a:r>
            <a:endParaRPr sz="2824" baseline="-20833" dirty="0">
              <a:latin typeface="Times New Roman"/>
              <a:cs typeface="Times New Roman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CDECFAFF-8F16-40A8-8EF3-7DD6D6A932FF}"/>
              </a:ext>
            </a:extLst>
          </p:cNvPr>
          <p:cNvSpPr txBox="1"/>
          <p:nvPr/>
        </p:nvSpPr>
        <p:spPr>
          <a:xfrm>
            <a:off x="5080703" y="4316151"/>
            <a:ext cx="5350435" cy="956755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404918">
              <a:spcBef>
                <a:spcPts val="117"/>
              </a:spcBef>
            </a:pPr>
            <a:r>
              <a:rPr sz="2824" spc="-5" dirty="0">
                <a:latin typeface="Times New Roman"/>
                <a:cs typeface="Times New Roman"/>
              </a:rPr>
              <a:t>is minimized and for all </a:t>
            </a:r>
            <a:r>
              <a:rPr sz="3295" spc="-5" dirty="0">
                <a:latin typeface="Times New Roman"/>
                <a:cs typeface="Times New Roman"/>
              </a:rPr>
              <a:t>{</a:t>
            </a:r>
            <a:r>
              <a:rPr sz="2824" spc="-5" dirty="0">
                <a:latin typeface="Times New Roman"/>
                <a:cs typeface="Times New Roman"/>
              </a:rPr>
              <a:t>(</a:t>
            </a:r>
            <a:r>
              <a:rPr sz="3295" spc="-5" dirty="0">
                <a:latin typeface="Times New Roman"/>
                <a:cs typeface="Times New Roman"/>
              </a:rPr>
              <a:t>x</a:t>
            </a:r>
            <a:r>
              <a:rPr sz="3265" spc="-8" baseline="-21021" dirty="0">
                <a:latin typeface="Times New Roman"/>
                <a:cs typeface="Times New Roman"/>
              </a:rPr>
              <a:t>i</a:t>
            </a:r>
            <a:r>
              <a:rPr sz="3265" spc="-245" baseline="-21021" dirty="0">
                <a:latin typeface="Times New Roman"/>
                <a:cs typeface="Times New Roman"/>
              </a:rPr>
              <a:t> </a:t>
            </a:r>
            <a:r>
              <a:rPr sz="3295" spc="-5" dirty="0">
                <a:latin typeface="Times New Roman"/>
                <a:cs typeface="Times New Roman"/>
              </a:rPr>
              <a:t>,</a:t>
            </a:r>
            <a:r>
              <a:rPr sz="3295" i="1" spc="-5" dirty="0">
                <a:latin typeface="Times New Roman"/>
                <a:cs typeface="Times New Roman"/>
              </a:rPr>
              <a:t>y</a:t>
            </a:r>
            <a:r>
              <a:rPr sz="3265" i="1" spc="-8" baseline="-21021" dirty="0">
                <a:latin typeface="Times New Roman"/>
                <a:cs typeface="Times New Roman"/>
              </a:rPr>
              <a:t>i</a:t>
            </a:r>
            <a:r>
              <a:rPr sz="3295" spc="-5" dirty="0">
                <a:latin typeface="Times New Roman"/>
                <a:cs typeface="Times New Roman"/>
              </a:rPr>
              <a:t>)}</a:t>
            </a:r>
            <a:endParaRPr sz="3295" dirty="0">
              <a:latin typeface="Times New Roman"/>
              <a:cs typeface="Times New Roman"/>
            </a:endParaRPr>
          </a:p>
          <a:p>
            <a:pPr marL="14941">
              <a:spcBef>
                <a:spcPts val="12"/>
              </a:spcBef>
              <a:tabLst>
                <a:tab pos="890519" algn="l"/>
              </a:tabLst>
            </a:pPr>
            <a:r>
              <a:rPr sz="2824" dirty="0">
                <a:latin typeface="Times New Roman"/>
                <a:cs typeface="Times New Roman"/>
              </a:rPr>
              <a:t>and	</a:t>
            </a:r>
            <a:r>
              <a:rPr sz="2824" i="1" spc="-5" dirty="0">
                <a:latin typeface="Times New Roman"/>
                <a:cs typeface="Times New Roman"/>
              </a:rPr>
              <a:t>ξ</a:t>
            </a:r>
            <a:r>
              <a:rPr sz="2824" i="1" spc="-8" baseline="-20833" dirty="0">
                <a:latin typeface="Times New Roman"/>
                <a:cs typeface="Times New Roman"/>
              </a:rPr>
              <a:t>i </a:t>
            </a:r>
            <a:r>
              <a:rPr sz="2824" dirty="0">
                <a:latin typeface="Times New Roman"/>
                <a:cs typeface="Times New Roman"/>
              </a:rPr>
              <a:t>≥ 0 </a:t>
            </a:r>
            <a:r>
              <a:rPr sz="2824" spc="-5" dirty="0">
                <a:latin typeface="Times New Roman"/>
                <a:cs typeface="Times New Roman"/>
              </a:rPr>
              <a:t>for all</a:t>
            </a:r>
            <a:r>
              <a:rPr sz="2824" spc="-188" dirty="0">
                <a:latin typeface="Times New Roman"/>
                <a:cs typeface="Times New Roman"/>
              </a:rPr>
              <a:t> </a:t>
            </a:r>
            <a:r>
              <a:rPr sz="2824" i="1" dirty="0">
                <a:latin typeface="Times New Roman"/>
                <a:cs typeface="Times New Roman"/>
              </a:rPr>
              <a:t>i</a:t>
            </a:r>
            <a:endParaRPr sz="2824" dirty="0">
              <a:latin typeface="Times New Roman"/>
              <a:cs typeface="Times New Roman"/>
            </a:endParaRPr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93FBA18C-20D6-4630-BFFF-E752EDAB92A6}"/>
              </a:ext>
            </a:extLst>
          </p:cNvPr>
          <p:cNvSpPr/>
          <p:nvPr/>
        </p:nvSpPr>
        <p:spPr>
          <a:xfrm>
            <a:off x="4266110" y="4381144"/>
            <a:ext cx="826247" cy="467659"/>
          </a:xfrm>
          <a:custGeom>
            <a:avLst/>
            <a:gdLst/>
            <a:ahLst/>
            <a:cxnLst/>
            <a:rect l="l" t="t" r="r" b="b"/>
            <a:pathLst>
              <a:path w="702310" h="397510">
                <a:moveTo>
                  <a:pt x="701802" y="393192"/>
                </a:moveTo>
                <a:lnTo>
                  <a:pt x="701802" y="3810"/>
                </a:lnTo>
                <a:lnTo>
                  <a:pt x="697992" y="0"/>
                </a:lnTo>
                <a:lnTo>
                  <a:pt x="3809" y="0"/>
                </a:lnTo>
                <a:lnTo>
                  <a:pt x="0" y="3810"/>
                </a:lnTo>
                <a:lnTo>
                  <a:pt x="0" y="393192"/>
                </a:lnTo>
                <a:lnTo>
                  <a:pt x="3810" y="397002"/>
                </a:lnTo>
                <a:lnTo>
                  <a:pt x="7620" y="397002"/>
                </a:lnTo>
                <a:lnTo>
                  <a:pt x="7620" y="16002"/>
                </a:lnTo>
                <a:lnTo>
                  <a:pt x="16002" y="8382"/>
                </a:lnTo>
                <a:lnTo>
                  <a:pt x="16001" y="16002"/>
                </a:lnTo>
                <a:lnTo>
                  <a:pt x="685800" y="16002"/>
                </a:lnTo>
                <a:lnTo>
                  <a:pt x="685800" y="8382"/>
                </a:lnTo>
                <a:lnTo>
                  <a:pt x="693420" y="16002"/>
                </a:lnTo>
                <a:lnTo>
                  <a:pt x="693420" y="397002"/>
                </a:lnTo>
                <a:lnTo>
                  <a:pt x="697992" y="397002"/>
                </a:lnTo>
                <a:lnTo>
                  <a:pt x="701802" y="393192"/>
                </a:lnTo>
                <a:close/>
              </a:path>
              <a:path w="702310" h="397510">
                <a:moveTo>
                  <a:pt x="16002" y="16002"/>
                </a:moveTo>
                <a:lnTo>
                  <a:pt x="16002" y="8382"/>
                </a:lnTo>
                <a:lnTo>
                  <a:pt x="7620" y="16002"/>
                </a:lnTo>
                <a:lnTo>
                  <a:pt x="16002" y="16002"/>
                </a:lnTo>
                <a:close/>
              </a:path>
              <a:path w="702310" h="397510">
                <a:moveTo>
                  <a:pt x="16002" y="381000"/>
                </a:moveTo>
                <a:lnTo>
                  <a:pt x="16002" y="16002"/>
                </a:lnTo>
                <a:lnTo>
                  <a:pt x="7620" y="16002"/>
                </a:lnTo>
                <a:lnTo>
                  <a:pt x="7620" y="381000"/>
                </a:lnTo>
                <a:lnTo>
                  <a:pt x="16002" y="381000"/>
                </a:lnTo>
                <a:close/>
              </a:path>
              <a:path w="702310" h="397510">
                <a:moveTo>
                  <a:pt x="693420" y="381000"/>
                </a:moveTo>
                <a:lnTo>
                  <a:pt x="7620" y="381000"/>
                </a:lnTo>
                <a:lnTo>
                  <a:pt x="16002" y="389382"/>
                </a:lnTo>
                <a:lnTo>
                  <a:pt x="16001" y="397002"/>
                </a:lnTo>
                <a:lnTo>
                  <a:pt x="685800" y="397002"/>
                </a:lnTo>
                <a:lnTo>
                  <a:pt x="685800" y="389382"/>
                </a:lnTo>
                <a:lnTo>
                  <a:pt x="693420" y="381000"/>
                </a:lnTo>
                <a:close/>
              </a:path>
              <a:path w="702310" h="397510">
                <a:moveTo>
                  <a:pt x="16001" y="397002"/>
                </a:moveTo>
                <a:lnTo>
                  <a:pt x="16002" y="389382"/>
                </a:lnTo>
                <a:lnTo>
                  <a:pt x="7620" y="381000"/>
                </a:lnTo>
                <a:lnTo>
                  <a:pt x="7620" y="397002"/>
                </a:lnTo>
                <a:lnTo>
                  <a:pt x="16001" y="397002"/>
                </a:lnTo>
                <a:close/>
              </a:path>
              <a:path w="702310" h="397510">
                <a:moveTo>
                  <a:pt x="693420" y="16002"/>
                </a:moveTo>
                <a:lnTo>
                  <a:pt x="685800" y="8382"/>
                </a:lnTo>
                <a:lnTo>
                  <a:pt x="685800" y="16002"/>
                </a:lnTo>
                <a:lnTo>
                  <a:pt x="693420" y="16002"/>
                </a:lnTo>
                <a:close/>
              </a:path>
              <a:path w="702310" h="397510">
                <a:moveTo>
                  <a:pt x="693420" y="381000"/>
                </a:moveTo>
                <a:lnTo>
                  <a:pt x="693420" y="16002"/>
                </a:lnTo>
                <a:lnTo>
                  <a:pt x="685800" y="16002"/>
                </a:lnTo>
                <a:lnTo>
                  <a:pt x="685800" y="381000"/>
                </a:lnTo>
                <a:lnTo>
                  <a:pt x="693420" y="381000"/>
                </a:lnTo>
                <a:close/>
              </a:path>
              <a:path w="702310" h="397510">
                <a:moveTo>
                  <a:pt x="693420" y="397002"/>
                </a:moveTo>
                <a:lnTo>
                  <a:pt x="693420" y="381000"/>
                </a:lnTo>
                <a:lnTo>
                  <a:pt x="685800" y="389382"/>
                </a:lnTo>
                <a:lnTo>
                  <a:pt x="685800" y="397002"/>
                </a:lnTo>
                <a:lnTo>
                  <a:pt x="693420" y="3970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F9F07BF0-67F5-453E-9313-7A03AD9A650C}"/>
              </a:ext>
            </a:extLst>
          </p:cNvPr>
          <p:cNvSpPr/>
          <p:nvPr/>
        </p:nvSpPr>
        <p:spPr>
          <a:xfrm>
            <a:off x="4298233" y="4890489"/>
            <a:ext cx="378012" cy="378012"/>
          </a:xfrm>
          <a:custGeom>
            <a:avLst/>
            <a:gdLst/>
            <a:ahLst/>
            <a:cxnLst/>
            <a:rect l="l" t="t" r="r" b="b"/>
            <a:pathLst>
              <a:path w="321310" h="321310">
                <a:moveTo>
                  <a:pt x="320802" y="317754"/>
                </a:moveTo>
                <a:lnTo>
                  <a:pt x="320802" y="3810"/>
                </a:lnTo>
                <a:lnTo>
                  <a:pt x="316992" y="0"/>
                </a:lnTo>
                <a:lnTo>
                  <a:pt x="3809" y="0"/>
                </a:lnTo>
                <a:lnTo>
                  <a:pt x="0" y="3810"/>
                </a:lnTo>
                <a:lnTo>
                  <a:pt x="0" y="317754"/>
                </a:lnTo>
                <a:lnTo>
                  <a:pt x="3810" y="320802"/>
                </a:lnTo>
                <a:lnTo>
                  <a:pt x="7620" y="320802"/>
                </a:lnTo>
                <a:lnTo>
                  <a:pt x="7620" y="16002"/>
                </a:lnTo>
                <a:lnTo>
                  <a:pt x="16002" y="8382"/>
                </a:lnTo>
                <a:lnTo>
                  <a:pt x="16002" y="16002"/>
                </a:lnTo>
                <a:lnTo>
                  <a:pt x="304800" y="16002"/>
                </a:lnTo>
                <a:lnTo>
                  <a:pt x="304800" y="8382"/>
                </a:lnTo>
                <a:lnTo>
                  <a:pt x="312420" y="16002"/>
                </a:lnTo>
                <a:lnTo>
                  <a:pt x="312420" y="320802"/>
                </a:lnTo>
                <a:lnTo>
                  <a:pt x="316992" y="320802"/>
                </a:lnTo>
                <a:lnTo>
                  <a:pt x="320802" y="317754"/>
                </a:lnTo>
                <a:close/>
              </a:path>
              <a:path w="321310" h="321310">
                <a:moveTo>
                  <a:pt x="16002" y="16002"/>
                </a:moveTo>
                <a:lnTo>
                  <a:pt x="16002" y="8382"/>
                </a:lnTo>
                <a:lnTo>
                  <a:pt x="7620" y="16002"/>
                </a:lnTo>
                <a:lnTo>
                  <a:pt x="16002" y="16002"/>
                </a:lnTo>
                <a:close/>
              </a:path>
              <a:path w="321310" h="321310">
                <a:moveTo>
                  <a:pt x="16002" y="304800"/>
                </a:moveTo>
                <a:lnTo>
                  <a:pt x="16002" y="16002"/>
                </a:lnTo>
                <a:lnTo>
                  <a:pt x="7620" y="16002"/>
                </a:lnTo>
                <a:lnTo>
                  <a:pt x="7620" y="304800"/>
                </a:lnTo>
                <a:lnTo>
                  <a:pt x="16002" y="304800"/>
                </a:lnTo>
                <a:close/>
              </a:path>
              <a:path w="321310" h="321310">
                <a:moveTo>
                  <a:pt x="312420" y="304800"/>
                </a:moveTo>
                <a:lnTo>
                  <a:pt x="7620" y="304800"/>
                </a:lnTo>
                <a:lnTo>
                  <a:pt x="16002" y="313182"/>
                </a:lnTo>
                <a:lnTo>
                  <a:pt x="16001" y="320802"/>
                </a:lnTo>
                <a:lnTo>
                  <a:pt x="304800" y="320802"/>
                </a:lnTo>
                <a:lnTo>
                  <a:pt x="304800" y="313182"/>
                </a:lnTo>
                <a:lnTo>
                  <a:pt x="312420" y="304800"/>
                </a:lnTo>
                <a:close/>
              </a:path>
              <a:path w="321310" h="321310">
                <a:moveTo>
                  <a:pt x="16001" y="320802"/>
                </a:moveTo>
                <a:lnTo>
                  <a:pt x="16002" y="313182"/>
                </a:lnTo>
                <a:lnTo>
                  <a:pt x="7620" y="304800"/>
                </a:lnTo>
                <a:lnTo>
                  <a:pt x="7620" y="320802"/>
                </a:lnTo>
                <a:lnTo>
                  <a:pt x="16001" y="320802"/>
                </a:lnTo>
                <a:close/>
              </a:path>
              <a:path w="321310" h="321310">
                <a:moveTo>
                  <a:pt x="312420" y="16002"/>
                </a:moveTo>
                <a:lnTo>
                  <a:pt x="304800" y="8382"/>
                </a:lnTo>
                <a:lnTo>
                  <a:pt x="304800" y="16002"/>
                </a:lnTo>
                <a:lnTo>
                  <a:pt x="312420" y="16002"/>
                </a:lnTo>
                <a:close/>
              </a:path>
              <a:path w="321310" h="321310">
                <a:moveTo>
                  <a:pt x="312420" y="304800"/>
                </a:moveTo>
                <a:lnTo>
                  <a:pt x="312420" y="16002"/>
                </a:lnTo>
                <a:lnTo>
                  <a:pt x="304800" y="16002"/>
                </a:lnTo>
                <a:lnTo>
                  <a:pt x="304800" y="304800"/>
                </a:lnTo>
                <a:lnTo>
                  <a:pt x="312420" y="304800"/>
                </a:lnTo>
                <a:close/>
              </a:path>
              <a:path w="321310" h="321310">
                <a:moveTo>
                  <a:pt x="312420" y="320802"/>
                </a:moveTo>
                <a:lnTo>
                  <a:pt x="312420" y="304800"/>
                </a:lnTo>
                <a:lnTo>
                  <a:pt x="304800" y="313182"/>
                </a:lnTo>
                <a:lnTo>
                  <a:pt x="304800" y="320802"/>
                </a:lnTo>
                <a:lnTo>
                  <a:pt x="312420" y="3208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</p:spTree>
    <p:extLst>
      <p:ext uri="{BB962C8B-B14F-4D97-AF65-F5344CB8AC3E}">
        <p14:creationId xmlns:p14="http://schemas.microsoft.com/office/powerpoint/2010/main" val="32307223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4EF89-7211-45B8-9B8B-BBED5AA9A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SVM: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326BB-0000-49EA-B69A-BC2E51C50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133" dirty="0"/>
              <a:t>The classifier is essentially a separating hyperplane.</a:t>
            </a:r>
          </a:p>
          <a:p>
            <a:pPr eaLnBrk="1" hangingPunct="1"/>
            <a:endParaRPr lang="en-US" altLang="en-US" sz="1067" dirty="0"/>
          </a:p>
          <a:p>
            <a:pPr eaLnBrk="1" hangingPunct="1"/>
            <a:r>
              <a:rPr lang="en-US" altLang="en-US" sz="2133" dirty="0"/>
              <a:t>The most “important” training points are the support vectors; they define the hyperplane.</a:t>
            </a:r>
          </a:p>
          <a:p>
            <a:pPr eaLnBrk="1" hangingPunct="1"/>
            <a:endParaRPr lang="en-US" altLang="en-US" sz="1067" dirty="0"/>
          </a:p>
          <a:p>
            <a:pPr eaLnBrk="1" hangingPunct="1"/>
            <a:r>
              <a:rPr lang="en-US" altLang="en-US" sz="2133" dirty="0"/>
              <a:t>Quadratic optimization algorithms can identify which training points </a:t>
            </a:r>
            <a:r>
              <a:rPr lang="en-US" altLang="en-US" sz="2133" b="1" dirty="0"/>
              <a:t>x</a:t>
            </a:r>
            <a:r>
              <a:rPr lang="en-US" altLang="en-US" sz="2133" b="1" baseline="-25000" dirty="0"/>
              <a:t>i </a:t>
            </a:r>
            <a:r>
              <a:rPr lang="en-US" altLang="en-US" sz="2133" dirty="0"/>
              <a:t>are support vectors with non-zero </a:t>
            </a:r>
            <a:r>
              <a:rPr lang="en-US" altLang="en-US" sz="2133" dirty="0" err="1"/>
              <a:t>Lagrangian</a:t>
            </a:r>
            <a:r>
              <a:rPr lang="en-US" altLang="en-US" sz="2133" dirty="0"/>
              <a:t> multipliers </a:t>
            </a:r>
            <a:r>
              <a:rPr lang="el-GR" altLang="en-US" sz="2133" i="1" dirty="0">
                <a:cs typeface="Times New Roman" panose="02020603050405020304" pitchFamily="18" charset="0"/>
              </a:rPr>
              <a:t>α</a:t>
            </a:r>
            <a:r>
              <a:rPr lang="en-US" altLang="en-US" sz="2133" i="1" baseline="-25000" dirty="0">
                <a:cs typeface="Times New Roman" panose="02020603050405020304" pitchFamily="18" charset="0"/>
              </a:rPr>
              <a:t>i</a:t>
            </a:r>
            <a:r>
              <a:rPr lang="en-US" altLang="en-US" sz="2133" b="1" i="1" dirty="0">
                <a:cs typeface="Times New Roman" panose="02020603050405020304" pitchFamily="18" charset="0"/>
              </a:rPr>
              <a:t>.</a:t>
            </a:r>
            <a:r>
              <a:rPr lang="en-US" altLang="en-US" sz="2133" i="1" dirty="0"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altLang="en-US" sz="1067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133" dirty="0">
                <a:cs typeface="Times New Roman" panose="02020603050405020304" pitchFamily="18" charset="0"/>
              </a:rPr>
              <a:t>Both in the dual formulation of the problem and in the solution, training points appear only inside inner products: </a:t>
            </a:r>
            <a:endParaRPr lang="en-US" altLang="en-US" sz="2133" b="1" baseline="-25000" dirty="0"/>
          </a:p>
          <a:p>
            <a:endParaRPr lang="en-US" sz="2133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A96C2D55-2680-4EB5-BE6F-732C37DF8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680" y="4765144"/>
            <a:ext cx="5537200" cy="1487458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133">
                <a:latin typeface="Times New Roman" panose="02020603050405020304" pitchFamily="18" charset="0"/>
              </a:rPr>
              <a:t>Find </a:t>
            </a:r>
            <a:r>
              <a:rPr lang="el-GR" altLang="en-US" sz="2133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133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133" i="1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en-US" sz="2133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133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133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33">
                <a:latin typeface="Times New Roman" panose="02020603050405020304" pitchFamily="18" charset="0"/>
              </a:rPr>
              <a:t>such that</a:t>
            </a:r>
          </a:p>
          <a:p>
            <a:pPr eaLnBrk="1" hangingPunct="1"/>
            <a:r>
              <a:rPr lang="en-US" altLang="en-US" sz="2133" b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133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b="1">
                <a:latin typeface="Times New Roman" panose="02020603050405020304" pitchFamily="18" charset="0"/>
              </a:rPr>
              <a:t>α</a:t>
            </a:r>
            <a:r>
              <a:rPr lang="en-US" altLang="en-US" sz="2133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133" b="1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l-G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altLang="en-US" sz="2133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133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133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133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133" b="1">
                <a:latin typeface="Times New Roman" panose="02020603050405020304" pitchFamily="18" charset="0"/>
                <a:cs typeface="Times New Roman" panose="02020603050405020304" pitchFamily="18" charset="0"/>
              </a:rPr>
              <a:t>½</a:t>
            </a:r>
            <a:r>
              <a:rPr lang="el-GR" altLang="en-US">
                <a:latin typeface="Times New Roman" panose="02020603050405020304" pitchFamily="18" charset="0"/>
              </a:rPr>
              <a:t>ΣΣ</a:t>
            </a:r>
            <a:r>
              <a:rPr lang="el-GR" altLang="en-US" sz="2133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133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l-GR" altLang="en-US" sz="2133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133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133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133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133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133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133" b="1">
                <a:latin typeface="Times New Roman" panose="02020603050405020304" pitchFamily="18" charset="0"/>
              </a:rPr>
              <a:t>x</a:t>
            </a:r>
            <a:r>
              <a:rPr lang="en-US" altLang="en-US" sz="2133" b="1" baseline="-25000">
                <a:latin typeface="Times New Roman" panose="02020603050405020304" pitchFamily="18" charset="0"/>
              </a:rPr>
              <a:t>i</a:t>
            </a:r>
            <a:r>
              <a:rPr lang="en-US" altLang="en-US" sz="2133" b="1" baseline="30000">
                <a:latin typeface="Times New Roman" panose="02020603050405020304" pitchFamily="18" charset="0"/>
              </a:rPr>
              <a:t>T</a:t>
            </a:r>
            <a:r>
              <a:rPr lang="en-US" altLang="en-US" sz="2133" b="1">
                <a:latin typeface="Times New Roman" panose="02020603050405020304" pitchFamily="18" charset="0"/>
              </a:rPr>
              <a:t>x</a:t>
            </a:r>
            <a:r>
              <a:rPr lang="en-US" altLang="en-US" sz="2133" b="1" baseline="-25000">
                <a:latin typeface="Times New Roman" panose="02020603050405020304" pitchFamily="18" charset="0"/>
              </a:rPr>
              <a:t>j</a:t>
            </a:r>
            <a:r>
              <a:rPr lang="en-US" altLang="en-US" sz="2133" b="1">
                <a:latin typeface="Times New Roman" panose="02020603050405020304" pitchFamily="18" charset="0"/>
              </a:rPr>
              <a:t> </a:t>
            </a:r>
            <a:r>
              <a:rPr lang="en-US" altLang="en-US" sz="2133">
                <a:latin typeface="Times New Roman" panose="02020603050405020304" pitchFamily="18" charset="0"/>
              </a:rPr>
              <a:t>is maximized and </a:t>
            </a:r>
          </a:p>
          <a:p>
            <a:pPr eaLnBrk="1" hangingPunct="1"/>
            <a:r>
              <a:rPr lang="en-US" altLang="en-US" sz="2133">
                <a:latin typeface="Times New Roman" panose="02020603050405020304" pitchFamily="18" charset="0"/>
              </a:rPr>
              <a:t>(1)</a:t>
            </a:r>
            <a:r>
              <a:rPr lang="en-US" altLang="en-US">
                <a:latin typeface="Times New Roman" panose="02020603050405020304" pitchFamily="18" charset="0"/>
              </a:rPr>
              <a:t>  </a:t>
            </a:r>
            <a:r>
              <a:rPr lang="el-GR" altLang="en-US">
                <a:latin typeface="Times New Roman" panose="02020603050405020304" pitchFamily="18" charset="0"/>
              </a:rPr>
              <a:t>Σ</a:t>
            </a:r>
            <a:r>
              <a:rPr lang="el-GR" altLang="en-US" sz="2133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133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133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133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133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33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endParaRPr lang="en-US" altLang="en-US" sz="2133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133">
                <a:latin typeface="Times New Roman" panose="02020603050405020304" pitchFamily="18" charset="0"/>
              </a:rPr>
              <a:t>(2)  0 </a:t>
            </a:r>
            <a:r>
              <a:rPr lang="en-US" altLang="en-US" sz="2133" b="1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en-US" sz="2133">
                <a:latin typeface="Times New Roman" panose="02020603050405020304" pitchFamily="18" charset="0"/>
              </a:rPr>
              <a:t> </a:t>
            </a:r>
            <a:r>
              <a:rPr lang="el-GR" altLang="en-US" sz="2133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133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133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33" b="1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en-US" sz="2133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133">
                <a:latin typeface="Times New Roman" panose="02020603050405020304" pitchFamily="18" charset="0"/>
                <a:cs typeface="Times New Roman" panose="02020603050405020304" pitchFamily="18" charset="0"/>
              </a:rPr>
              <a:t> for all </a:t>
            </a:r>
            <a:r>
              <a:rPr lang="el-GR" altLang="en-US" sz="2133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133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E9FE02CD-2945-42C3-8C33-4EEE5D32F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0" y="5223364"/>
            <a:ext cx="558800" cy="4318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C995D2DD-584D-4E8D-AB3E-8E525D577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753465"/>
            <a:ext cx="3124200" cy="584775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667" i="1">
                <a:latin typeface="Times New Roman" panose="02020603050405020304" pitchFamily="18" charset="0"/>
              </a:rPr>
              <a:t>f</a:t>
            </a:r>
            <a:r>
              <a:rPr lang="en-US" altLang="en-US" sz="2667">
                <a:latin typeface="Times New Roman" panose="02020603050405020304" pitchFamily="18" charset="0"/>
              </a:rPr>
              <a:t>(</a:t>
            </a:r>
            <a:r>
              <a:rPr lang="en-US" altLang="en-US" sz="2667" b="1">
                <a:latin typeface="Times New Roman" panose="02020603050405020304" pitchFamily="18" charset="0"/>
              </a:rPr>
              <a:t>x</a:t>
            </a:r>
            <a:r>
              <a:rPr lang="en-US" altLang="en-US" sz="2667">
                <a:latin typeface="Times New Roman" panose="02020603050405020304" pitchFamily="18" charset="0"/>
              </a:rPr>
              <a:t>) = </a:t>
            </a:r>
            <a:r>
              <a:rPr lang="el-GR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altLang="en-US" sz="2667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667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667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667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667" b="1">
                <a:latin typeface="Times New Roman" panose="02020603050405020304" pitchFamily="18" charset="0"/>
              </a:rPr>
              <a:t>x</a:t>
            </a:r>
            <a:r>
              <a:rPr lang="en-US" altLang="en-US" sz="2667" b="1" baseline="-25000">
                <a:latin typeface="Times New Roman" panose="02020603050405020304" pitchFamily="18" charset="0"/>
              </a:rPr>
              <a:t>i</a:t>
            </a:r>
            <a:r>
              <a:rPr lang="en-US" altLang="en-US" sz="2667" b="1" baseline="30000">
                <a:latin typeface="Times New Roman" panose="02020603050405020304" pitchFamily="18" charset="0"/>
              </a:rPr>
              <a:t>T</a:t>
            </a:r>
            <a:r>
              <a:rPr lang="en-US" altLang="en-US" sz="2667" b="1">
                <a:latin typeface="Times New Roman" panose="02020603050405020304" pitchFamily="18" charset="0"/>
              </a:rPr>
              <a:t>x + </a:t>
            </a:r>
            <a:r>
              <a:rPr lang="en-US" altLang="en-US" sz="2667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03FF68B3-D1D8-4859-8FDB-3EB01256A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1900" y="4905864"/>
            <a:ext cx="584200" cy="4318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</p:spTree>
    <p:extLst>
      <p:ext uri="{BB962C8B-B14F-4D97-AF65-F5344CB8AC3E}">
        <p14:creationId xmlns:p14="http://schemas.microsoft.com/office/powerpoint/2010/main" val="25981621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CB1-6340-438D-B65C-9474F820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38" y="78447"/>
            <a:ext cx="5137025" cy="707823"/>
          </a:xfrm>
        </p:spPr>
        <p:txBody>
          <a:bodyPr/>
          <a:lstStyle/>
          <a:p>
            <a:r>
              <a:rPr lang="en-US" dirty="0"/>
              <a:t>Non-linear SVM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9CBF1CC0-81FA-4BF5-BEEE-5254B8DE91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6332" y="5907871"/>
            <a:ext cx="52832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F23B7F61-4B27-4044-A6B9-7ABFC7476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3083" y="4546855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59C209B2-3B11-4C00-B03F-5AC5DD22D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9332" y="5831671"/>
            <a:ext cx="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902DF36C-42DB-4D85-B84E-621E1CA1A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8832" y="5869772"/>
            <a:ext cx="457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" name="AutoShape 8">
            <a:extLst>
              <a:ext uri="{FF2B5EF4-FFF2-40B4-BE49-F238E27FC236}">
                <a16:creationId xmlns:a16="http://schemas.microsoft.com/office/drawing/2014/main" id="{5D73340F-2773-4EB7-BC4E-2430B44E7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4883" y="5181855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id="{5101B532-D8F4-43E9-9FFF-943141C25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4483" y="5600955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17" name="AutoShape 10">
            <a:extLst>
              <a:ext uri="{FF2B5EF4-FFF2-40B4-BE49-F238E27FC236}">
                <a16:creationId xmlns:a16="http://schemas.microsoft.com/office/drawing/2014/main" id="{D9F08A44-0C40-4951-804F-2FBA0493C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9283" y="5727955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7419D4BD-8AE2-452D-8BC9-4B163E895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883" y="5613655"/>
            <a:ext cx="118533" cy="118533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21" name="AutoShape 12">
            <a:extLst>
              <a:ext uri="{FF2B5EF4-FFF2-40B4-BE49-F238E27FC236}">
                <a16:creationId xmlns:a16="http://schemas.microsoft.com/office/drawing/2014/main" id="{A9EA3069-50C4-47DE-8338-DF1A0D694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1683" y="5372355"/>
            <a:ext cx="118533" cy="118533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23" name="AutoShape 13">
            <a:extLst>
              <a:ext uri="{FF2B5EF4-FFF2-40B4-BE49-F238E27FC236}">
                <a16:creationId xmlns:a16="http://schemas.microsoft.com/office/drawing/2014/main" id="{C988F5E4-8FEE-4B41-BFF8-3DB37D760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2883" y="5702555"/>
            <a:ext cx="118533" cy="118533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E44814A-633F-431A-92FA-A4BEBF96D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9683" y="4940555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27" name="AutoShape 15">
            <a:extLst>
              <a:ext uri="{FF2B5EF4-FFF2-40B4-BE49-F238E27FC236}">
                <a16:creationId xmlns:a16="http://schemas.microsoft.com/office/drawing/2014/main" id="{1D01C721-7E91-4846-BE1B-89347F990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0683" y="4534155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29" name="AutoShape 16">
            <a:extLst>
              <a:ext uri="{FF2B5EF4-FFF2-40B4-BE49-F238E27FC236}">
                <a16:creationId xmlns:a16="http://schemas.microsoft.com/office/drawing/2014/main" id="{6CEEDE18-7BEC-407F-A47B-9D57DBBE8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9483" y="3835655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31" name="Line 17">
            <a:extLst>
              <a:ext uri="{FF2B5EF4-FFF2-40B4-BE49-F238E27FC236}">
                <a16:creationId xmlns:a16="http://schemas.microsoft.com/office/drawing/2014/main" id="{FBC6E88F-BE02-401E-AAEA-A135647FBD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9332" y="3977471"/>
            <a:ext cx="0" cy="1981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33" name="Text Box 18">
            <a:extLst>
              <a:ext uri="{FF2B5EF4-FFF2-40B4-BE49-F238E27FC236}">
                <a16:creationId xmlns:a16="http://schemas.microsoft.com/office/drawing/2014/main" id="{641AC78C-85F9-4095-9E0B-D8ED945A2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9332" y="3736172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 i="1" baseline="30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5" name="Text Box 19">
            <a:extLst>
              <a:ext uri="{FF2B5EF4-FFF2-40B4-BE49-F238E27FC236}">
                <a16:creationId xmlns:a16="http://schemas.microsoft.com/office/drawing/2014/main" id="{C5562F20-A144-4CA8-9931-2D1BD7D51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0632" y="5780872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endParaRPr lang="en-US" altLang="en-US" i="1" baseline="30000">
              <a:latin typeface="Times New Roman" panose="02020603050405020304" pitchFamily="18" charset="0"/>
            </a:endParaRPr>
          </a:p>
        </p:txBody>
      </p:sp>
      <p:sp>
        <p:nvSpPr>
          <p:cNvPr id="37" name="Line 21">
            <a:extLst>
              <a:ext uri="{FF2B5EF4-FFF2-40B4-BE49-F238E27FC236}">
                <a16:creationId xmlns:a16="http://schemas.microsoft.com/office/drawing/2014/main" id="{3565A4B9-07E6-4DB4-97F0-09399CD40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8708" y="3132969"/>
            <a:ext cx="52832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39" name="AutoShape 22">
            <a:extLst>
              <a:ext uri="{FF2B5EF4-FFF2-40B4-BE49-F238E27FC236}">
                <a16:creationId xmlns:a16="http://schemas.microsoft.com/office/drawing/2014/main" id="{DFE97309-4609-4F63-908D-CA99CC2BB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9259" y="3080054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41" name="Line 23">
            <a:extLst>
              <a:ext uri="{FF2B5EF4-FFF2-40B4-BE49-F238E27FC236}">
                <a16:creationId xmlns:a16="http://schemas.microsoft.com/office/drawing/2014/main" id="{6805F71D-4F84-4E75-9EAA-E5433B529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931708" y="3056769"/>
            <a:ext cx="0" cy="152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43" name="Text Box 24">
            <a:extLst>
              <a:ext uri="{FF2B5EF4-FFF2-40B4-BE49-F238E27FC236}">
                <a16:creationId xmlns:a16="http://schemas.microsoft.com/office/drawing/2014/main" id="{5EB330FB-427D-4EDF-AD7A-D9CC7B8E6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1208" y="3132970"/>
            <a:ext cx="457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5" name="AutoShape 25">
            <a:extLst>
              <a:ext uri="{FF2B5EF4-FFF2-40B4-BE49-F238E27FC236}">
                <a16:creationId xmlns:a16="http://schemas.microsoft.com/office/drawing/2014/main" id="{841B04A6-1232-4AA5-A936-3843F195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859" y="3067354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47" name="AutoShape 26">
            <a:extLst>
              <a:ext uri="{FF2B5EF4-FFF2-40B4-BE49-F238E27FC236}">
                <a16:creationId xmlns:a16="http://schemas.microsoft.com/office/drawing/2014/main" id="{333FCFA7-6934-4E8C-B5DC-5760ED821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6859" y="3080054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49" name="AutoShape 27">
            <a:extLst>
              <a:ext uri="{FF2B5EF4-FFF2-40B4-BE49-F238E27FC236}">
                <a16:creationId xmlns:a16="http://schemas.microsoft.com/office/drawing/2014/main" id="{691E3872-1284-4C99-8E3F-7ED0FEF84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6259" y="3080054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51" name="AutoShape 28">
            <a:extLst>
              <a:ext uri="{FF2B5EF4-FFF2-40B4-BE49-F238E27FC236}">
                <a16:creationId xmlns:a16="http://schemas.microsoft.com/office/drawing/2014/main" id="{45123E6B-BE53-4911-8A31-2AA5D19FE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9259" y="3080054"/>
            <a:ext cx="118533" cy="118533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53" name="AutoShape 29">
            <a:extLst>
              <a:ext uri="{FF2B5EF4-FFF2-40B4-BE49-F238E27FC236}">
                <a16:creationId xmlns:a16="http://schemas.microsoft.com/office/drawing/2014/main" id="{AAD43900-2D4F-4719-9A59-E3B33EB8C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4059" y="3080054"/>
            <a:ext cx="118533" cy="118533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55" name="AutoShape 30">
            <a:extLst>
              <a:ext uri="{FF2B5EF4-FFF2-40B4-BE49-F238E27FC236}">
                <a16:creationId xmlns:a16="http://schemas.microsoft.com/office/drawing/2014/main" id="{A1C3C587-38AC-4C96-A853-136404BB1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1459" y="3080054"/>
            <a:ext cx="118533" cy="118533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57" name="AutoShape 31">
            <a:extLst>
              <a:ext uri="{FF2B5EF4-FFF2-40B4-BE49-F238E27FC236}">
                <a16:creationId xmlns:a16="http://schemas.microsoft.com/office/drawing/2014/main" id="{794B7B29-2DC0-4E47-8083-1B08005D3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2059" y="3080054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59" name="AutoShape 32">
            <a:extLst>
              <a:ext uri="{FF2B5EF4-FFF2-40B4-BE49-F238E27FC236}">
                <a16:creationId xmlns:a16="http://schemas.microsoft.com/office/drawing/2014/main" id="{976B4F27-7A7B-4916-9C7E-CD8FD6F5A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6859" y="3080054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61" name="AutoShape 33">
            <a:extLst>
              <a:ext uri="{FF2B5EF4-FFF2-40B4-BE49-F238E27FC236}">
                <a16:creationId xmlns:a16="http://schemas.microsoft.com/office/drawing/2014/main" id="{2EBEB747-0A02-4BBA-B7C2-E2290371D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7259" y="3067354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63" name="Text Box 34">
            <a:extLst>
              <a:ext uri="{FF2B5EF4-FFF2-40B4-BE49-F238E27FC236}">
                <a16:creationId xmlns:a16="http://schemas.microsoft.com/office/drawing/2014/main" id="{0502ADC3-4A73-4255-9261-AFBBE6CDA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4108" y="3056770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endParaRPr lang="en-US" altLang="en-US" i="1" baseline="30000">
              <a:latin typeface="Times New Roman" panose="02020603050405020304" pitchFamily="18" charset="0"/>
            </a:endParaRPr>
          </a:p>
        </p:txBody>
      </p:sp>
      <p:sp>
        <p:nvSpPr>
          <p:cNvPr id="65" name="Line 36">
            <a:extLst>
              <a:ext uri="{FF2B5EF4-FFF2-40B4-BE49-F238E27FC236}">
                <a16:creationId xmlns:a16="http://schemas.microsoft.com/office/drawing/2014/main" id="{3F0ADB54-9F4E-49D4-B37F-E2F9FF92A57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5217" y="1912553"/>
            <a:ext cx="52832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7" name="AutoShape 37">
            <a:extLst>
              <a:ext uri="{FF2B5EF4-FFF2-40B4-BE49-F238E27FC236}">
                <a16:creationId xmlns:a16="http://schemas.microsoft.com/office/drawing/2014/main" id="{B92612F8-8083-4090-A854-7A001CE3C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768" y="1859638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69" name="Line 38">
            <a:extLst>
              <a:ext uri="{FF2B5EF4-FFF2-40B4-BE49-F238E27FC236}">
                <a16:creationId xmlns:a16="http://schemas.microsoft.com/office/drawing/2014/main" id="{33806F06-F423-473E-9800-E0D3E2007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8938217" y="1836353"/>
            <a:ext cx="0" cy="152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71" name="Text Box 39">
            <a:extLst>
              <a:ext uri="{FF2B5EF4-FFF2-40B4-BE49-F238E27FC236}">
                <a16:creationId xmlns:a16="http://schemas.microsoft.com/office/drawing/2014/main" id="{3E2A3264-F9C0-4D09-9C06-51DE71E3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717" y="1912554"/>
            <a:ext cx="457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73" name="AutoShape 40">
            <a:extLst>
              <a:ext uri="{FF2B5EF4-FFF2-40B4-BE49-F238E27FC236}">
                <a16:creationId xmlns:a16="http://schemas.microsoft.com/office/drawing/2014/main" id="{B2162E3A-08EF-4D36-B18D-129A03798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8368" y="1846938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75" name="AutoShape 41">
            <a:extLst>
              <a:ext uri="{FF2B5EF4-FFF2-40B4-BE49-F238E27FC236}">
                <a16:creationId xmlns:a16="http://schemas.microsoft.com/office/drawing/2014/main" id="{A604061B-751B-4EF0-BC5C-07C8AE690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3368" y="1859638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77" name="AutoShape 42">
            <a:extLst>
              <a:ext uri="{FF2B5EF4-FFF2-40B4-BE49-F238E27FC236}">
                <a16:creationId xmlns:a16="http://schemas.microsoft.com/office/drawing/2014/main" id="{E9A7B74A-07F8-4A2D-A1EF-254F25CE8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2768" y="1859638"/>
            <a:ext cx="118533" cy="118533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79" name="AutoShape 43">
            <a:extLst>
              <a:ext uri="{FF2B5EF4-FFF2-40B4-BE49-F238E27FC236}">
                <a16:creationId xmlns:a16="http://schemas.microsoft.com/office/drawing/2014/main" id="{392B431A-781D-486E-AB83-FA6067971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5768" y="1859638"/>
            <a:ext cx="118533" cy="118533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81" name="AutoShape 44">
            <a:extLst>
              <a:ext uri="{FF2B5EF4-FFF2-40B4-BE49-F238E27FC236}">
                <a16:creationId xmlns:a16="http://schemas.microsoft.com/office/drawing/2014/main" id="{C6044CCB-700D-4DC1-AC61-AA794EECE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0568" y="1859638"/>
            <a:ext cx="118533" cy="118533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83" name="AutoShape 45">
            <a:extLst>
              <a:ext uri="{FF2B5EF4-FFF2-40B4-BE49-F238E27FC236}">
                <a16:creationId xmlns:a16="http://schemas.microsoft.com/office/drawing/2014/main" id="{70F53598-32E5-4CA3-AFD9-783193A1E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968" y="1859638"/>
            <a:ext cx="118533" cy="118533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85" name="Line 46">
            <a:extLst>
              <a:ext uri="{FF2B5EF4-FFF2-40B4-BE49-F238E27FC236}">
                <a16:creationId xmlns:a16="http://schemas.microsoft.com/office/drawing/2014/main" id="{D3F0146C-69A0-4D51-9CDF-7DE09F65756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0617" y="1582353"/>
            <a:ext cx="0" cy="7366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87" name="Oval 47">
            <a:extLst>
              <a:ext uri="{FF2B5EF4-FFF2-40B4-BE49-F238E27FC236}">
                <a16:creationId xmlns:a16="http://schemas.microsoft.com/office/drawing/2014/main" id="{7A0E5C9A-A9B8-4B07-A423-4E79E15EA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0601" y="1774971"/>
            <a:ext cx="304800" cy="2921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89" name="Oval 48">
            <a:extLst>
              <a:ext uri="{FF2B5EF4-FFF2-40B4-BE49-F238E27FC236}">
                <a16:creationId xmlns:a16="http://schemas.microsoft.com/office/drawing/2014/main" id="{0B3EA7EB-8DD2-43C9-9CE6-AD1DF21A8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8101" y="1762271"/>
            <a:ext cx="304800" cy="2921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91" name="Line 49">
            <a:extLst>
              <a:ext uri="{FF2B5EF4-FFF2-40B4-BE49-F238E27FC236}">
                <a16:creationId xmlns:a16="http://schemas.microsoft.com/office/drawing/2014/main" id="{1EF3E050-D8C7-4350-83DE-E088EBF2B89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528769" y="1544253"/>
            <a:ext cx="12700" cy="797984"/>
          </a:xfrm>
          <a:prstGeom prst="line">
            <a:avLst/>
          </a:prstGeom>
          <a:noFill/>
          <a:ln w="19050" cap="rnd">
            <a:solidFill>
              <a:schemeClr val="tx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3" name="Line 50">
            <a:extLst>
              <a:ext uri="{FF2B5EF4-FFF2-40B4-BE49-F238E27FC236}">
                <a16:creationId xmlns:a16="http://schemas.microsoft.com/office/drawing/2014/main" id="{A2DD272B-D716-4ECA-9D7B-A057A433AAC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76269" y="1544253"/>
            <a:ext cx="12700" cy="797984"/>
          </a:xfrm>
          <a:prstGeom prst="line">
            <a:avLst/>
          </a:prstGeom>
          <a:noFill/>
          <a:ln w="19050" cap="rnd">
            <a:solidFill>
              <a:schemeClr val="tx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5" name="Text Box 51">
            <a:extLst>
              <a:ext uri="{FF2B5EF4-FFF2-40B4-BE49-F238E27FC236}">
                <a16:creationId xmlns:a16="http://schemas.microsoft.com/office/drawing/2014/main" id="{799B1CA7-666B-4687-9DC5-92B69EF60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1417" y="1810954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endParaRPr lang="en-US" altLang="en-US" i="1" baseline="30000">
              <a:latin typeface="Times New Roman" panose="02020603050405020304" pitchFamily="18" charset="0"/>
            </a:endParaRPr>
          </a:p>
        </p:txBody>
      </p:sp>
      <p:sp>
        <p:nvSpPr>
          <p:cNvPr id="97" name="Line 52">
            <a:extLst>
              <a:ext uri="{FF2B5EF4-FFF2-40B4-BE49-F238E27FC236}">
                <a16:creationId xmlns:a16="http://schemas.microsoft.com/office/drawing/2014/main" id="{CCDE42AC-169F-4666-8F38-196F12D4DB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8432" y="4383871"/>
            <a:ext cx="4241800" cy="1727200"/>
          </a:xfrm>
          <a:prstGeom prst="line">
            <a:avLst/>
          </a:prstGeom>
          <a:noFill/>
          <a:ln w="222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9" name="Line 53">
            <a:extLst>
              <a:ext uri="{FF2B5EF4-FFF2-40B4-BE49-F238E27FC236}">
                <a16:creationId xmlns:a16="http://schemas.microsoft.com/office/drawing/2014/main" id="{514DDB0D-52A1-4778-9E41-B95B8C5D44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2083" y="4282271"/>
            <a:ext cx="4152900" cy="1712384"/>
          </a:xfrm>
          <a:prstGeom prst="line">
            <a:avLst/>
          </a:prstGeom>
          <a:noFill/>
          <a:ln w="19050" cap="rnd">
            <a:solidFill>
              <a:schemeClr val="tx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01" name="Line 54">
            <a:extLst>
              <a:ext uri="{FF2B5EF4-FFF2-40B4-BE49-F238E27FC236}">
                <a16:creationId xmlns:a16="http://schemas.microsoft.com/office/drawing/2014/main" id="{5537EB2C-49F7-45AA-BD3B-7B511C471E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14483" y="4510871"/>
            <a:ext cx="4076700" cy="1661584"/>
          </a:xfrm>
          <a:prstGeom prst="line">
            <a:avLst/>
          </a:prstGeom>
          <a:noFill/>
          <a:ln w="19050" cap="rnd">
            <a:solidFill>
              <a:schemeClr val="tx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03" name="Oval 55">
            <a:extLst>
              <a:ext uri="{FF2B5EF4-FFF2-40B4-BE49-F238E27FC236}">
                <a16:creationId xmlns:a16="http://schemas.microsoft.com/office/drawing/2014/main" id="{1D78D881-CEEF-42DD-86DA-4F5D9E7EC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5016" y="4855889"/>
            <a:ext cx="304800" cy="2921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105" name="Oval 56">
            <a:extLst>
              <a:ext uri="{FF2B5EF4-FFF2-40B4-BE49-F238E27FC236}">
                <a16:creationId xmlns:a16="http://schemas.microsoft.com/office/drawing/2014/main" id="{9377CEDE-CE1B-41E9-A8A4-561B24C11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4316" y="5274989"/>
            <a:ext cx="304800" cy="2921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107" name="Oval 57">
            <a:extLst>
              <a:ext uri="{FF2B5EF4-FFF2-40B4-BE49-F238E27FC236}">
                <a16:creationId xmlns:a16="http://schemas.microsoft.com/office/drawing/2014/main" id="{BD3DAD67-F9A8-4ADA-9E97-88D2E0F74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1916" y="5643289"/>
            <a:ext cx="304800" cy="2921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32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B00A97F-FA9E-4556-AF01-3A4BD322C24B}"/>
              </a:ext>
            </a:extLst>
          </p:cNvPr>
          <p:cNvSpPr txBox="1"/>
          <p:nvPr/>
        </p:nvSpPr>
        <p:spPr>
          <a:xfrm>
            <a:off x="138119" y="1483541"/>
            <a:ext cx="6167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dirty="0"/>
              <a:t>Datasets that are linearly separable (with some noise) work out great: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24C46C4-44C7-477D-92C7-1602FF0FE680}"/>
              </a:ext>
            </a:extLst>
          </p:cNvPr>
          <p:cNvSpPr txBox="1"/>
          <p:nvPr/>
        </p:nvSpPr>
        <p:spPr>
          <a:xfrm>
            <a:off x="101938" y="2970071"/>
            <a:ext cx="6167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dirty="0"/>
              <a:t>But what are we going to do if the dataset is just too hard?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6287970-B873-4845-B610-4B69BA4CBEFD}"/>
              </a:ext>
            </a:extLst>
          </p:cNvPr>
          <p:cNvSpPr txBox="1"/>
          <p:nvPr/>
        </p:nvSpPr>
        <p:spPr>
          <a:xfrm>
            <a:off x="108307" y="5330934"/>
            <a:ext cx="62166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dirty="0"/>
              <a:t>How about … mapping data to a higher-dimensional space:</a:t>
            </a:r>
          </a:p>
        </p:txBody>
      </p:sp>
    </p:spTree>
    <p:extLst>
      <p:ext uri="{BB962C8B-B14F-4D97-AF65-F5344CB8AC3E}">
        <p14:creationId xmlns:p14="http://schemas.microsoft.com/office/powerpoint/2010/main" val="14956658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85E68-C657-45CD-86C2-F8DC04E2A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2" dirty="0"/>
              <a:t>Non-linear</a:t>
            </a:r>
            <a:r>
              <a:rPr lang="en-US" spc="35" dirty="0"/>
              <a:t> </a:t>
            </a:r>
            <a:r>
              <a:rPr lang="en-US" spc="-183" dirty="0"/>
              <a:t>SVMs: </a:t>
            </a:r>
            <a:r>
              <a:rPr lang="en-US" spc="-83" dirty="0"/>
              <a:t>Feature</a:t>
            </a:r>
            <a:r>
              <a:rPr lang="en-US" spc="-47" dirty="0"/>
              <a:t> </a:t>
            </a:r>
            <a:r>
              <a:rPr lang="en-US" spc="65" dirty="0"/>
              <a:t>spaces</a:t>
            </a:r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145DC25-23A2-4C1F-88E8-55335C7D3D65}"/>
              </a:ext>
            </a:extLst>
          </p:cNvPr>
          <p:cNvSpPr txBox="1"/>
          <p:nvPr/>
        </p:nvSpPr>
        <p:spPr>
          <a:xfrm>
            <a:off x="1079819" y="1215585"/>
            <a:ext cx="8947524" cy="1123083"/>
          </a:xfrm>
          <a:prstGeom prst="rect">
            <a:avLst/>
          </a:prstGeom>
        </p:spPr>
        <p:txBody>
          <a:bodyPr vert="horz" wrap="square" lIns="0" tIns="14941" rIns="0" bIns="0" rtlCol="0">
            <a:spAutoFit/>
          </a:bodyPr>
          <a:lstStyle/>
          <a:p>
            <a:pPr marL="418364" marR="5977" indent="-403423">
              <a:spcBef>
                <a:spcPts val="117"/>
              </a:spcBef>
              <a:buClr>
                <a:srgbClr val="0070C0"/>
              </a:buClr>
              <a:buSzPct val="64583"/>
              <a:buFont typeface="Wingdings" panose="05000000000000000000" pitchFamily="2" charset="2"/>
              <a:buChar char="Ø"/>
              <a:tabLst>
                <a:tab pos="418364" algn="l"/>
                <a:tab pos="2870282" algn="l"/>
              </a:tabLst>
            </a:pPr>
            <a:r>
              <a:rPr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General</a:t>
            </a:r>
            <a:r>
              <a:rPr sz="2400" spc="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idea:</a:t>
            </a:r>
            <a:r>
              <a:rPr lang="en-US"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the original input space can always be  mapped to some higher-dimensional feature space  where the training set is linearly</a:t>
            </a:r>
            <a:r>
              <a:rPr sz="2400" spc="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separable: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DB3E95BC-4C55-496B-923F-B3B3760465C4}"/>
              </a:ext>
            </a:extLst>
          </p:cNvPr>
          <p:cNvSpPr/>
          <p:nvPr/>
        </p:nvSpPr>
        <p:spPr>
          <a:xfrm>
            <a:off x="3136682" y="2662429"/>
            <a:ext cx="89647" cy="3578412"/>
          </a:xfrm>
          <a:custGeom>
            <a:avLst/>
            <a:gdLst/>
            <a:ahLst/>
            <a:cxnLst/>
            <a:rect l="l" t="t" r="r" b="b"/>
            <a:pathLst>
              <a:path w="76200" h="304165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25145" y="76200"/>
                </a:lnTo>
                <a:lnTo>
                  <a:pt x="25145" y="63246"/>
                </a:lnTo>
                <a:lnTo>
                  <a:pt x="51053" y="63246"/>
                </a:lnTo>
                <a:lnTo>
                  <a:pt x="51053" y="76200"/>
                </a:lnTo>
                <a:lnTo>
                  <a:pt x="76200" y="76200"/>
                </a:lnTo>
                <a:close/>
              </a:path>
              <a:path w="76200" h="3041650">
                <a:moveTo>
                  <a:pt x="51053" y="76200"/>
                </a:moveTo>
                <a:lnTo>
                  <a:pt x="51053" y="63246"/>
                </a:lnTo>
                <a:lnTo>
                  <a:pt x="25145" y="63246"/>
                </a:lnTo>
                <a:lnTo>
                  <a:pt x="25145" y="76200"/>
                </a:lnTo>
                <a:lnTo>
                  <a:pt x="51053" y="76200"/>
                </a:lnTo>
                <a:close/>
              </a:path>
              <a:path w="76200" h="3041650">
                <a:moveTo>
                  <a:pt x="51053" y="3041142"/>
                </a:moveTo>
                <a:lnTo>
                  <a:pt x="51053" y="76200"/>
                </a:lnTo>
                <a:lnTo>
                  <a:pt x="25145" y="76200"/>
                </a:lnTo>
                <a:lnTo>
                  <a:pt x="25145" y="3041142"/>
                </a:lnTo>
                <a:lnTo>
                  <a:pt x="51053" y="30411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6E90EC4E-0E10-42A0-9E9E-9E0B979CF8BB}"/>
              </a:ext>
            </a:extLst>
          </p:cNvPr>
          <p:cNvSpPr/>
          <p:nvPr/>
        </p:nvSpPr>
        <p:spPr>
          <a:xfrm>
            <a:off x="1274713" y="4512746"/>
            <a:ext cx="3905623" cy="89647"/>
          </a:xfrm>
          <a:custGeom>
            <a:avLst/>
            <a:gdLst/>
            <a:ahLst/>
            <a:cxnLst/>
            <a:rect l="l" t="t" r="r" b="b"/>
            <a:pathLst>
              <a:path w="3319779" h="76200">
                <a:moveTo>
                  <a:pt x="3256025" y="51054"/>
                </a:moveTo>
                <a:lnTo>
                  <a:pt x="3256025" y="25908"/>
                </a:lnTo>
                <a:lnTo>
                  <a:pt x="0" y="25908"/>
                </a:lnTo>
                <a:lnTo>
                  <a:pt x="0" y="51054"/>
                </a:lnTo>
                <a:lnTo>
                  <a:pt x="3256025" y="51054"/>
                </a:lnTo>
                <a:close/>
              </a:path>
              <a:path w="3319779" h="76200">
                <a:moveTo>
                  <a:pt x="3319271" y="38100"/>
                </a:moveTo>
                <a:lnTo>
                  <a:pt x="3243071" y="0"/>
                </a:lnTo>
                <a:lnTo>
                  <a:pt x="3243071" y="25908"/>
                </a:lnTo>
                <a:lnTo>
                  <a:pt x="3256025" y="25908"/>
                </a:lnTo>
                <a:lnTo>
                  <a:pt x="3256025" y="69723"/>
                </a:lnTo>
                <a:lnTo>
                  <a:pt x="3319271" y="38100"/>
                </a:lnTo>
                <a:close/>
              </a:path>
              <a:path w="3319779" h="76200">
                <a:moveTo>
                  <a:pt x="3256025" y="69723"/>
                </a:moveTo>
                <a:lnTo>
                  <a:pt x="3256025" y="51054"/>
                </a:lnTo>
                <a:lnTo>
                  <a:pt x="3243071" y="51054"/>
                </a:lnTo>
                <a:lnTo>
                  <a:pt x="3243071" y="76200"/>
                </a:lnTo>
                <a:lnTo>
                  <a:pt x="3256025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BC63E269-C0A1-40EA-AB15-AF4CDB89DEE2}"/>
              </a:ext>
            </a:extLst>
          </p:cNvPr>
          <p:cNvSpPr/>
          <p:nvPr/>
        </p:nvSpPr>
        <p:spPr>
          <a:xfrm>
            <a:off x="3211090" y="3635102"/>
            <a:ext cx="116541" cy="115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BB9821A8-F0E4-4067-921F-968474C18751}"/>
              </a:ext>
            </a:extLst>
          </p:cNvPr>
          <p:cNvSpPr/>
          <p:nvPr/>
        </p:nvSpPr>
        <p:spPr>
          <a:xfrm>
            <a:off x="2535150" y="4055545"/>
            <a:ext cx="115645" cy="115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2AD2C892-F43F-4225-873C-CA616AA87B1B}"/>
              </a:ext>
            </a:extLst>
          </p:cNvPr>
          <p:cNvSpPr/>
          <p:nvPr/>
        </p:nvSpPr>
        <p:spPr>
          <a:xfrm>
            <a:off x="2714444" y="4698314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B3499A5D-1B20-4184-9992-8D0EF3290509}"/>
              </a:ext>
            </a:extLst>
          </p:cNvPr>
          <p:cNvSpPr/>
          <p:nvPr/>
        </p:nvSpPr>
        <p:spPr>
          <a:xfrm>
            <a:off x="3341974" y="5258607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ED0E3C72-35E2-49BE-BE21-F6CF037FE923}"/>
              </a:ext>
            </a:extLst>
          </p:cNvPr>
          <p:cNvSpPr/>
          <p:nvPr/>
        </p:nvSpPr>
        <p:spPr>
          <a:xfrm>
            <a:off x="2848915" y="3689784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6E9A9560-3E49-4473-805B-BA1DB8BD34D9}"/>
              </a:ext>
            </a:extLst>
          </p:cNvPr>
          <p:cNvSpPr/>
          <p:nvPr/>
        </p:nvSpPr>
        <p:spPr>
          <a:xfrm>
            <a:off x="2266208" y="4429372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468D41DD-E1F0-4A0D-9128-C64A547CF43C}"/>
              </a:ext>
            </a:extLst>
          </p:cNvPr>
          <p:cNvSpPr/>
          <p:nvPr/>
        </p:nvSpPr>
        <p:spPr>
          <a:xfrm>
            <a:off x="2759267" y="5303431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5" name="object 13">
            <a:extLst>
              <a:ext uri="{FF2B5EF4-FFF2-40B4-BE49-F238E27FC236}">
                <a16:creationId xmlns:a16="http://schemas.microsoft.com/office/drawing/2014/main" id="{71194744-5D0C-4E62-B0D2-075DF1AB836D}"/>
              </a:ext>
            </a:extLst>
          </p:cNvPr>
          <p:cNvSpPr/>
          <p:nvPr/>
        </p:nvSpPr>
        <p:spPr>
          <a:xfrm>
            <a:off x="3341974" y="4160431"/>
            <a:ext cx="115645" cy="1156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8094BAA-4E69-4666-A00E-5E7B4EFEED1E}"/>
              </a:ext>
            </a:extLst>
          </p:cNvPr>
          <p:cNvSpPr/>
          <p:nvPr/>
        </p:nvSpPr>
        <p:spPr>
          <a:xfrm>
            <a:off x="4403395" y="4145191"/>
            <a:ext cx="115645" cy="1156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B90C2A7D-F48E-4B98-943A-45B0DAF5921E}"/>
              </a:ext>
            </a:extLst>
          </p:cNvPr>
          <p:cNvSpPr/>
          <p:nvPr/>
        </p:nvSpPr>
        <p:spPr>
          <a:xfrm>
            <a:off x="4238444" y="5572372"/>
            <a:ext cx="115645" cy="115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68EFF9F9-B8EF-4606-B071-CDE486EFEC7C}"/>
              </a:ext>
            </a:extLst>
          </p:cNvPr>
          <p:cNvSpPr/>
          <p:nvPr/>
        </p:nvSpPr>
        <p:spPr>
          <a:xfrm>
            <a:off x="1593857" y="4294902"/>
            <a:ext cx="115644" cy="115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9BC2694F-013A-4EDB-A62A-74EF8E25BB6E}"/>
              </a:ext>
            </a:extLst>
          </p:cNvPr>
          <p:cNvSpPr/>
          <p:nvPr/>
        </p:nvSpPr>
        <p:spPr>
          <a:xfrm>
            <a:off x="3372454" y="6005367"/>
            <a:ext cx="115645" cy="1156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9904A3EF-9648-489E-8164-BB73FA6BD3D5}"/>
              </a:ext>
            </a:extLst>
          </p:cNvPr>
          <p:cNvSpPr/>
          <p:nvPr/>
        </p:nvSpPr>
        <p:spPr>
          <a:xfrm>
            <a:off x="4507386" y="5012078"/>
            <a:ext cx="115645" cy="115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7" name="object 19">
            <a:extLst>
              <a:ext uri="{FF2B5EF4-FFF2-40B4-BE49-F238E27FC236}">
                <a16:creationId xmlns:a16="http://schemas.microsoft.com/office/drawing/2014/main" id="{109C3423-94E6-4B05-B503-939549F2E79A}"/>
              </a:ext>
            </a:extLst>
          </p:cNvPr>
          <p:cNvSpPr/>
          <p:nvPr/>
        </p:nvSpPr>
        <p:spPr>
          <a:xfrm>
            <a:off x="2229454" y="5646779"/>
            <a:ext cx="115645" cy="1156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39" name="object 20">
            <a:extLst>
              <a:ext uri="{FF2B5EF4-FFF2-40B4-BE49-F238E27FC236}">
                <a16:creationId xmlns:a16="http://schemas.microsoft.com/office/drawing/2014/main" id="{B876F2C3-1BB2-4B92-B6F9-BABDB2B785D7}"/>
              </a:ext>
            </a:extLst>
          </p:cNvPr>
          <p:cNvSpPr/>
          <p:nvPr/>
        </p:nvSpPr>
        <p:spPr>
          <a:xfrm>
            <a:off x="1862798" y="5079314"/>
            <a:ext cx="115644" cy="115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6321F838-ABF3-455F-B7F6-B57C57F2F087}"/>
              </a:ext>
            </a:extLst>
          </p:cNvPr>
          <p:cNvSpPr/>
          <p:nvPr/>
        </p:nvSpPr>
        <p:spPr>
          <a:xfrm>
            <a:off x="1930033" y="3286372"/>
            <a:ext cx="115644" cy="115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D6F468B8-1FF2-4280-8454-21F721F266B3}"/>
              </a:ext>
            </a:extLst>
          </p:cNvPr>
          <p:cNvSpPr/>
          <p:nvPr/>
        </p:nvSpPr>
        <p:spPr>
          <a:xfrm>
            <a:off x="3689804" y="4621218"/>
            <a:ext cx="115645" cy="11564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B1B936DF-6E83-4A14-ACBF-BD0789BE6365}"/>
              </a:ext>
            </a:extLst>
          </p:cNvPr>
          <p:cNvSpPr/>
          <p:nvPr/>
        </p:nvSpPr>
        <p:spPr>
          <a:xfrm>
            <a:off x="3241568" y="4778100"/>
            <a:ext cx="115645" cy="11564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7" name="object 24">
            <a:extLst>
              <a:ext uri="{FF2B5EF4-FFF2-40B4-BE49-F238E27FC236}">
                <a16:creationId xmlns:a16="http://schemas.microsoft.com/office/drawing/2014/main" id="{58735397-D8F6-4589-A0A6-E3160ADCCED1}"/>
              </a:ext>
            </a:extLst>
          </p:cNvPr>
          <p:cNvSpPr/>
          <p:nvPr/>
        </p:nvSpPr>
        <p:spPr>
          <a:xfrm>
            <a:off x="3577744" y="3321337"/>
            <a:ext cx="115645" cy="1156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49" name="object 25">
            <a:extLst>
              <a:ext uri="{FF2B5EF4-FFF2-40B4-BE49-F238E27FC236}">
                <a16:creationId xmlns:a16="http://schemas.microsoft.com/office/drawing/2014/main" id="{4681BA4A-7968-4057-A4A9-03AF4F230682}"/>
              </a:ext>
            </a:extLst>
          </p:cNvPr>
          <p:cNvSpPr/>
          <p:nvPr/>
        </p:nvSpPr>
        <p:spPr>
          <a:xfrm>
            <a:off x="2050160" y="3419052"/>
            <a:ext cx="2236693" cy="2259105"/>
          </a:xfrm>
          <a:custGeom>
            <a:avLst/>
            <a:gdLst/>
            <a:ahLst/>
            <a:cxnLst/>
            <a:rect l="l" t="t" r="r" b="b"/>
            <a:pathLst>
              <a:path w="1901189" h="1920239">
                <a:moveTo>
                  <a:pt x="16764" y="1008888"/>
                </a:moveTo>
                <a:lnTo>
                  <a:pt x="16002" y="992886"/>
                </a:lnTo>
                <a:lnTo>
                  <a:pt x="762" y="993647"/>
                </a:lnTo>
                <a:lnTo>
                  <a:pt x="762" y="1009650"/>
                </a:lnTo>
                <a:lnTo>
                  <a:pt x="16764" y="1008888"/>
                </a:lnTo>
                <a:close/>
              </a:path>
              <a:path w="1901189" h="1920239">
                <a:moveTo>
                  <a:pt x="16002" y="976884"/>
                </a:moveTo>
                <a:lnTo>
                  <a:pt x="15240" y="961644"/>
                </a:lnTo>
                <a:lnTo>
                  <a:pt x="0" y="961644"/>
                </a:lnTo>
                <a:lnTo>
                  <a:pt x="0" y="977646"/>
                </a:lnTo>
                <a:lnTo>
                  <a:pt x="16002" y="976884"/>
                </a:lnTo>
                <a:close/>
              </a:path>
              <a:path w="1901189" h="1920239">
                <a:moveTo>
                  <a:pt x="16002" y="945641"/>
                </a:moveTo>
                <a:lnTo>
                  <a:pt x="16002" y="929640"/>
                </a:lnTo>
                <a:lnTo>
                  <a:pt x="762" y="929640"/>
                </a:lnTo>
                <a:lnTo>
                  <a:pt x="0" y="945641"/>
                </a:lnTo>
                <a:lnTo>
                  <a:pt x="16002" y="945641"/>
                </a:lnTo>
                <a:close/>
              </a:path>
              <a:path w="1901189" h="1920239">
                <a:moveTo>
                  <a:pt x="17526" y="898397"/>
                </a:moveTo>
                <a:lnTo>
                  <a:pt x="1524" y="897636"/>
                </a:lnTo>
                <a:lnTo>
                  <a:pt x="762" y="910590"/>
                </a:lnTo>
                <a:lnTo>
                  <a:pt x="762" y="913638"/>
                </a:lnTo>
                <a:lnTo>
                  <a:pt x="16764" y="914400"/>
                </a:lnTo>
                <a:lnTo>
                  <a:pt x="16764" y="911352"/>
                </a:lnTo>
                <a:lnTo>
                  <a:pt x="17526" y="898397"/>
                </a:lnTo>
                <a:close/>
              </a:path>
              <a:path w="1901189" h="1920239">
                <a:moveTo>
                  <a:pt x="19812" y="867156"/>
                </a:moveTo>
                <a:lnTo>
                  <a:pt x="4572" y="865632"/>
                </a:lnTo>
                <a:lnTo>
                  <a:pt x="3048" y="881634"/>
                </a:lnTo>
                <a:lnTo>
                  <a:pt x="19050" y="883157"/>
                </a:lnTo>
                <a:lnTo>
                  <a:pt x="19812" y="867156"/>
                </a:lnTo>
                <a:close/>
              </a:path>
              <a:path w="1901189" h="1920239">
                <a:moveTo>
                  <a:pt x="23622" y="835913"/>
                </a:moveTo>
                <a:lnTo>
                  <a:pt x="8382" y="833628"/>
                </a:lnTo>
                <a:lnTo>
                  <a:pt x="6096" y="849630"/>
                </a:lnTo>
                <a:lnTo>
                  <a:pt x="22098" y="851916"/>
                </a:lnTo>
                <a:lnTo>
                  <a:pt x="23622" y="835913"/>
                </a:lnTo>
                <a:close/>
              </a:path>
              <a:path w="1901189" h="1920239">
                <a:moveTo>
                  <a:pt x="28194" y="804672"/>
                </a:moveTo>
                <a:lnTo>
                  <a:pt x="12954" y="802386"/>
                </a:lnTo>
                <a:lnTo>
                  <a:pt x="10668" y="813816"/>
                </a:lnTo>
                <a:lnTo>
                  <a:pt x="9906" y="818388"/>
                </a:lnTo>
                <a:lnTo>
                  <a:pt x="25908" y="819912"/>
                </a:lnTo>
                <a:lnTo>
                  <a:pt x="26670" y="816102"/>
                </a:lnTo>
                <a:lnTo>
                  <a:pt x="28194" y="804672"/>
                </a:lnTo>
                <a:close/>
              </a:path>
              <a:path w="1901189" h="1920239">
                <a:moveTo>
                  <a:pt x="33528" y="773430"/>
                </a:moveTo>
                <a:lnTo>
                  <a:pt x="18288" y="771144"/>
                </a:lnTo>
                <a:lnTo>
                  <a:pt x="15240" y="786384"/>
                </a:lnTo>
                <a:lnTo>
                  <a:pt x="31242" y="789432"/>
                </a:lnTo>
                <a:lnTo>
                  <a:pt x="33528" y="773430"/>
                </a:lnTo>
                <a:close/>
              </a:path>
              <a:path w="1901189" h="1920239">
                <a:moveTo>
                  <a:pt x="40386" y="742950"/>
                </a:moveTo>
                <a:lnTo>
                  <a:pt x="25146" y="739140"/>
                </a:lnTo>
                <a:lnTo>
                  <a:pt x="21336" y="755142"/>
                </a:lnTo>
                <a:lnTo>
                  <a:pt x="37338" y="758190"/>
                </a:lnTo>
                <a:lnTo>
                  <a:pt x="40386" y="742950"/>
                </a:lnTo>
                <a:close/>
              </a:path>
              <a:path w="1901189" h="1920239">
                <a:moveTo>
                  <a:pt x="48006" y="712470"/>
                </a:moveTo>
                <a:lnTo>
                  <a:pt x="32766" y="707897"/>
                </a:lnTo>
                <a:lnTo>
                  <a:pt x="29718" y="720090"/>
                </a:lnTo>
                <a:lnTo>
                  <a:pt x="28956" y="723900"/>
                </a:lnTo>
                <a:lnTo>
                  <a:pt x="44196" y="727710"/>
                </a:lnTo>
                <a:lnTo>
                  <a:pt x="44958" y="723900"/>
                </a:lnTo>
                <a:lnTo>
                  <a:pt x="48006" y="712470"/>
                </a:lnTo>
                <a:close/>
              </a:path>
              <a:path w="1901189" h="1920239">
                <a:moveTo>
                  <a:pt x="57150" y="681990"/>
                </a:moveTo>
                <a:lnTo>
                  <a:pt x="41148" y="677418"/>
                </a:lnTo>
                <a:lnTo>
                  <a:pt x="37338" y="692658"/>
                </a:lnTo>
                <a:lnTo>
                  <a:pt x="52578" y="697230"/>
                </a:lnTo>
                <a:lnTo>
                  <a:pt x="57150" y="681990"/>
                </a:lnTo>
                <a:close/>
              </a:path>
              <a:path w="1901189" h="1920239">
                <a:moveTo>
                  <a:pt x="66294" y="652272"/>
                </a:moveTo>
                <a:lnTo>
                  <a:pt x="51816" y="646938"/>
                </a:lnTo>
                <a:lnTo>
                  <a:pt x="46482" y="662178"/>
                </a:lnTo>
                <a:lnTo>
                  <a:pt x="61722" y="667512"/>
                </a:lnTo>
                <a:lnTo>
                  <a:pt x="66294" y="652272"/>
                </a:lnTo>
                <a:close/>
              </a:path>
              <a:path w="1901189" h="1920239">
                <a:moveTo>
                  <a:pt x="76962" y="622554"/>
                </a:moveTo>
                <a:lnTo>
                  <a:pt x="62484" y="617220"/>
                </a:lnTo>
                <a:lnTo>
                  <a:pt x="57150" y="630174"/>
                </a:lnTo>
                <a:lnTo>
                  <a:pt x="56388" y="632460"/>
                </a:lnTo>
                <a:lnTo>
                  <a:pt x="71628" y="637032"/>
                </a:lnTo>
                <a:lnTo>
                  <a:pt x="72390" y="635508"/>
                </a:lnTo>
                <a:lnTo>
                  <a:pt x="76962" y="622554"/>
                </a:lnTo>
                <a:close/>
              </a:path>
              <a:path w="1901189" h="1920239">
                <a:moveTo>
                  <a:pt x="88392" y="592836"/>
                </a:moveTo>
                <a:lnTo>
                  <a:pt x="73914" y="587502"/>
                </a:lnTo>
                <a:lnTo>
                  <a:pt x="67818" y="601980"/>
                </a:lnTo>
                <a:lnTo>
                  <a:pt x="83058" y="608076"/>
                </a:lnTo>
                <a:lnTo>
                  <a:pt x="88392" y="592836"/>
                </a:lnTo>
                <a:close/>
              </a:path>
              <a:path w="1901189" h="1920239">
                <a:moveTo>
                  <a:pt x="101346" y="564642"/>
                </a:moveTo>
                <a:lnTo>
                  <a:pt x="86868" y="557784"/>
                </a:lnTo>
                <a:lnTo>
                  <a:pt x="80772" y="572262"/>
                </a:lnTo>
                <a:lnTo>
                  <a:pt x="95250" y="579120"/>
                </a:lnTo>
                <a:lnTo>
                  <a:pt x="101346" y="564642"/>
                </a:lnTo>
                <a:close/>
              </a:path>
              <a:path w="1901189" h="1920239">
                <a:moveTo>
                  <a:pt x="115062" y="536448"/>
                </a:moveTo>
                <a:lnTo>
                  <a:pt x="100584" y="528828"/>
                </a:lnTo>
                <a:lnTo>
                  <a:pt x="93726" y="543306"/>
                </a:lnTo>
                <a:lnTo>
                  <a:pt x="108204" y="550164"/>
                </a:lnTo>
                <a:lnTo>
                  <a:pt x="115062" y="536448"/>
                </a:lnTo>
                <a:close/>
              </a:path>
              <a:path w="1901189" h="1920239">
                <a:moveTo>
                  <a:pt x="129540" y="508254"/>
                </a:moveTo>
                <a:lnTo>
                  <a:pt x="115824" y="500634"/>
                </a:lnTo>
                <a:lnTo>
                  <a:pt x="114300" y="502158"/>
                </a:lnTo>
                <a:lnTo>
                  <a:pt x="108204" y="515112"/>
                </a:lnTo>
                <a:lnTo>
                  <a:pt x="121920" y="521970"/>
                </a:lnTo>
                <a:lnTo>
                  <a:pt x="128778" y="509778"/>
                </a:lnTo>
                <a:lnTo>
                  <a:pt x="129540" y="508254"/>
                </a:lnTo>
                <a:close/>
              </a:path>
              <a:path w="1901189" h="1920239">
                <a:moveTo>
                  <a:pt x="144780" y="480822"/>
                </a:moveTo>
                <a:lnTo>
                  <a:pt x="131064" y="472440"/>
                </a:lnTo>
                <a:lnTo>
                  <a:pt x="123444" y="486918"/>
                </a:lnTo>
                <a:lnTo>
                  <a:pt x="137160" y="494538"/>
                </a:lnTo>
                <a:lnTo>
                  <a:pt x="144780" y="480822"/>
                </a:lnTo>
                <a:close/>
              </a:path>
              <a:path w="1901189" h="1920239">
                <a:moveTo>
                  <a:pt x="161544" y="454152"/>
                </a:moveTo>
                <a:lnTo>
                  <a:pt x="147827" y="445008"/>
                </a:lnTo>
                <a:lnTo>
                  <a:pt x="139446" y="458723"/>
                </a:lnTo>
                <a:lnTo>
                  <a:pt x="153162" y="467106"/>
                </a:lnTo>
                <a:lnTo>
                  <a:pt x="161544" y="454152"/>
                </a:lnTo>
                <a:close/>
              </a:path>
              <a:path w="1901189" h="1920239">
                <a:moveTo>
                  <a:pt x="178308" y="427481"/>
                </a:moveTo>
                <a:lnTo>
                  <a:pt x="165354" y="418338"/>
                </a:lnTo>
                <a:lnTo>
                  <a:pt x="162306" y="423672"/>
                </a:lnTo>
                <a:lnTo>
                  <a:pt x="156210" y="432054"/>
                </a:lnTo>
                <a:lnTo>
                  <a:pt x="169926" y="440436"/>
                </a:lnTo>
                <a:lnTo>
                  <a:pt x="175260" y="432054"/>
                </a:lnTo>
                <a:lnTo>
                  <a:pt x="178308" y="427481"/>
                </a:lnTo>
                <a:close/>
              </a:path>
              <a:path w="1901189" h="1920239">
                <a:moveTo>
                  <a:pt x="196595" y="401573"/>
                </a:moveTo>
                <a:lnTo>
                  <a:pt x="183642" y="392430"/>
                </a:lnTo>
                <a:lnTo>
                  <a:pt x="174497" y="405384"/>
                </a:lnTo>
                <a:lnTo>
                  <a:pt x="187451" y="414528"/>
                </a:lnTo>
                <a:lnTo>
                  <a:pt x="196595" y="401573"/>
                </a:lnTo>
                <a:close/>
              </a:path>
              <a:path w="1901189" h="1920239">
                <a:moveTo>
                  <a:pt x="215646" y="376428"/>
                </a:moveTo>
                <a:lnTo>
                  <a:pt x="202692" y="366522"/>
                </a:lnTo>
                <a:lnTo>
                  <a:pt x="193547" y="379476"/>
                </a:lnTo>
                <a:lnTo>
                  <a:pt x="205740" y="389381"/>
                </a:lnTo>
                <a:lnTo>
                  <a:pt x="215646" y="376428"/>
                </a:lnTo>
                <a:close/>
              </a:path>
              <a:path w="1901189" h="1920239">
                <a:moveTo>
                  <a:pt x="235458" y="352044"/>
                </a:moveTo>
                <a:lnTo>
                  <a:pt x="223265" y="341376"/>
                </a:lnTo>
                <a:lnTo>
                  <a:pt x="216408" y="348995"/>
                </a:lnTo>
                <a:lnTo>
                  <a:pt x="212597" y="354330"/>
                </a:lnTo>
                <a:lnTo>
                  <a:pt x="225551" y="364236"/>
                </a:lnTo>
                <a:lnTo>
                  <a:pt x="229361" y="358902"/>
                </a:lnTo>
                <a:lnTo>
                  <a:pt x="235458" y="352044"/>
                </a:lnTo>
                <a:close/>
              </a:path>
              <a:path w="1901189" h="1920239">
                <a:moveTo>
                  <a:pt x="256032" y="327659"/>
                </a:moveTo>
                <a:lnTo>
                  <a:pt x="243840" y="317754"/>
                </a:lnTo>
                <a:lnTo>
                  <a:pt x="233172" y="329945"/>
                </a:lnTo>
                <a:lnTo>
                  <a:pt x="245364" y="339852"/>
                </a:lnTo>
                <a:lnTo>
                  <a:pt x="256032" y="327659"/>
                </a:lnTo>
                <a:close/>
              </a:path>
              <a:path w="1901189" h="1920239">
                <a:moveTo>
                  <a:pt x="277368" y="304800"/>
                </a:moveTo>
                <a:lnTo>
                  <a:pt x="265938" y="294131"/>
                </a:lnTo>
                <a:lnTo>
                  <a:pt x="254508" y="305562"/>
                </a:lnTo>
                <a:lnTo>
                  <a:pt x="266700" y="316230"/>
                </a:lnTo>
                <a:lnTo>
                  <a:pt x="277368" y="304800"/>
                </a:lnTo>
                <a:close/>
              </a:path>
              <a:path w="1901189" h="1920239">
                <a:moveTo>
                  <a:pt x="299466" y="282702"/>
                </a:moveTo>
                <a:lnTo>
                  <a:pt x="288036" y="271272"/>
                </a:lnTo>
                <a:lnTo>
                  <a:pt x="276605" y="282702"/>
                </a:lnTo>
                <a:lnTo>
                  <a:pt x="288036" y="293370"/>
                </a:lnTo>
                <a:lnTo>
                  <a:pt x="289559" y="291845"/>
                </a:lnTo>
                <a:lnTo>
                  <a:pt x="299466" y="282702"/>
                </a:lnTo>
                <a:close/>
              </a:path>
              <a:path w="1901189" h="1920239">
                <a:moveTo>
                  <a:pt x="322326" y="260604"/>
                </a:moveTo>
                <a:lnTo>
                  <a:pt x="311658" y="249173"/>
                </a:lnTo>
                <a:lnTo>
                  <a:pt x="310896" y="249173"/>
                </a:lnTo>
                <a:lnTo>
                  <a:pt x="299466" y="260604"/>
                </a:lnTo>
                <a:lnTo>
                  <a:pt x="310896" y="272034"/>
                </a:lnTo>
                <a:lnTo>
                  <a:pt x="322326" y="260604"/>
                </a:lnTo>
                <a:close/>
              </a:path>
              <a:path w="1901189" h="1920239">
                <a:moveTo>
                  <a:pt x="345948" y="240029"/>
                </a:moveTo>
                <a:lnTo>
                  <a:pt x="335280" y="227837"/>
                </a:lnTo>
                <a:lnTo>
                  <a:pt x="323088" y="238506"/>
                </a:lnTo>
                <a:lnTo>
                  <a:pt x="333755" y="250698"/>
                </a:lnTo>
                <a:lnTo>
                  <a:pt x="345948" y="240029"/>
                </a:lnTo>
                <a:close/>
              </a:path>
              <a:path w="1901189" h="1920239">
                <a:moveTo>
                  <a:pt x="369570" y="220218"/>
                </a:moveTo>
                <a:lnTo>
                  <a:pt x="359664" y="207264"/>
                </a:lnTo>
                <a:lnTo>
                  <a:pt x="347472" y="217170"/>
                </a:lnTo>
                <a:lnTo>
                  <a:pt x="357377" y="230123"/>
                </a:lnTo>
                <a:lnTo>
                  <a:pt x="369570" y="220218"/>
                </a:lnTo>
                <a:close/>
              </a:path>
              <a:path w="1901189" h="1920239">
                <a:moveTo>
                  <a:pt x="394716" y="200406"/>
                </a:moveTo>
                <a:lnTo>
                  <a:pt x="385572" y="187452"/>
                </a:lnTo>
                <a:lnTo>
                  <a:pt x="381762" y="190500"/>
                </a:lnTo>
                <a:lnTo>
                  <a:pt x="372618" y="197358"/>
                </a:lnTo>
                <a:lnTo>
                  <a:pt x="382523" y="210312"/>
                </a:lnTo>
                <a:lnTo>
                  <a:pt x="391668" y="202692"/>
                </a:lnTo>
                <a:lnTo>
                  <a:pt x="394716" y="200406"/>
                </a:lnTo>
                <a:close/>
              </a:path>
              <a:path w="1901189" h="1920239">
                <a:moveTo>
                  <a:pt x="420623" y="182118"/>
                </a:moveTo>
                <a:lnTo>
                  <a:pt x="411480" y="169163"/>
                </a:lnTo>
                <a:lnTo>
                  <a:pt x="398526" y="178308"/>
                </a:lnTo>
                <a:lnTo>
                  <a:pt x="407669" y="191262"/>
                </a:lnTo>
                <a:lnTo>
                  <a:pt x="420623" y="182118"/>
                </a:lnTo>
                <a:close/>
              </a:path>
              <a:path w="1901189" h="1920239">
                <a:moveTo>
                  <a:pt x="446531" y="164591"/>
                </a:moveTo>
                <a:lnTo>
                  <a:pt x="438149" y="151637"/>
                </a:lnTo>
                <a:lnTo>
                  <a:pt x="424433" y="160019"/>
                </a:lnTo>
                <a:lnTo>
                  <a:pt x="432816" y="173736"/>
                </a:lnTo>
                <a:lnTo>
                  <a:pt x="446531" y="164591"/>
                </a:lnTo>
                <a:close/>
              </a:path>
              <a:path w="1901189" h="1920239">
                <a:moveTo>
                  <a:pt x="473202" y="147828"/>
                </a:moveTo>
                <a:lnTo>
                  <a:pt x="464819" y="134112"/>
                </a:lnTo>
                <a:lnTo>
                  <a:pt x="457199" y="138684"/>
                </a:lnTo>
                <a:lnTo>
                  <a:pt x="451103" y="142494"/>
                </a:lnTo>
                <a:lnTo>
                  <a:pt x="459485" y="156209"/>
                </a:lnTo>
                <a:lnTo>
                  <a:pt x="465581" y="152400"/>
                </a:lnTo>
                <a:lnTo>
                  <a:pt x="473202" y="147828"/>
                </a:lnTo>
                <a:close/>
              </a:path>
              <a:path w="1901189" h="1920239">
                <a:moveTo>
                  <a:pt x="500633" y="131825"/>
                </a:moveTo>
                <a:lnTo>
                  <a:pt x="492252" y="118109"/>
                </a:lnTo>
                <a:lnTo>
                  <a:pt x="478535" y="126491"/>
                </a:lnTo>
                <a:lnTo>
                  <a:pt x="486917" y="140208"/>
                </a:lnTo>
                <a:lnTo>
                  <a:pt x="500633" y="131825"/>
                </a:lnTo>
                <a:close/>
              </a:path>
              <a:path w="1901189" h="1920239">
                <a:moveTo>
                  <a:pt x="528066" y="117347"/>
                </a:moveTo>
                <a:lnTo>
                  <a:pt x="521207" y="103631"/>
                </a:lnTo>
                <a:lnTo>
                  <a:pt x="506730" y="110490"/>
                </a:lnTo>
                <a:lnTo>
                  <a:pt x="514349" y="124968"/>
                </a:lnTo>
                <a:lnTo>
                  <a:pt x="528066" y="117347"/>
                </a:lnTo>
                <a:close/>
              </a:path>
              <a:path w="1901189" h="1920239">
                <a:moveTo>
                  <a:pt x="556260" y="103631"/>
                </a:moveTo>
                <a:lnTo>
                  <a:pt x="549402" y="89153"/>
                </a:lnTo>
                <a:lnTo>
                  <a:pt x="537971" y="94487"/>
                </a:lnTo>
                <a:lnTo>
                  <a:pt x="534924" y="96012"/>
                </a:lnTo>
                <a:lnTo>
                  <a:pt x="542543" y="110490"/>
                </a:lnTo>
                <a:lnTo>
                  <a:pt x="545591" y="108203"/>
                </a:lnTo>
                <a:lnTo>
                  <a:pt x="556260" y="103631"/>
                </a:lnTo>
                <a:close/>
              </a:path>
              <a:path w="1901189" h="1920239">
                <a:moveTo>
                  <a:pt x="585216" y="90678"/>
                </a:moveTo>
                <a:lnTo>
                  <a:pt x="578357" y="76200"/>
                </a:lnTo>
                <a:lnTo>
                  <a:pt x="563880" y="82296"/>
                </a:lnTo>
                <a:lnTo>
                  <a:pt x="570738" y="96774"/>
                </a:lnTo>
                <a:lnTo>
                  <a:pt x="585216" y="90678"/>
                </a:lnTo>
                <a:close/>
              </a:path>
              <a:path w="1901189" h="1920239">
                <a:moveTo>
                  <a:pt x="614171" y="78486"/>
                </a:moveTo>
                <a:lnTo>
                  <a:pt x="608076" y="64008"/>
                </a:lnTo>
                <a:lnTo>
                  <a:pt x="593597" y="70103"/>
                </a:lnTo>
                <a:lnTo>
                  <a:pt x="599693" y="84581"/>
                </a:lnTo>
                <a:lnTo>
                  <a:pt x="614171" y="78486"/>
                </a:lnTo>
                <a:close/>
              </a:path>
              <a:path w="1901189" h="1920239">
                <a:moveTo>
                  <a:pt x="643890" y="67818"/>
                </a:moveTo>
                <a:lnTo>
                  <a:pt x="638555" y="52578"/>
                </a:lnTo>
                <a:lnTo>
                  <a:pt x="623316" y="57912"/>
                </a:lnTo>
                <a:lnTo>
                  <a:pt x="629411" y="73152"/>
                </a:lnTo>
                <a:lnTo>
                  <a:pt x="643890" y="67818"/>
                </a:lnTo>
                <a:close/>
              </a:path>
              <a:path w="1901189" h="1920239">
                <a:moveTo>
                  <a:pt x="673607" y="57912"/>
                </a:moveTo>
                <a:lnTo>
                  <a:pt x="669035" y="42671"/>
                </a:lnTo>
                <a:lnTo>
                  <a:pt x="667511" y="42671"/>
                </a:lnTo>
                <a:lnTo>
                  <a:pt x="653796" y="48006"/>
                </a:lnTo>
                <a:lnTo>
                  <a:pt x="658368" y="62484"/>
                </a:lnTo>
                <a:lnTo>
                  <a:pt x="672846" y="57912"/>
                </a:lnTo>
                <a:lnTo>
                  <a:pt x="673607" y="57912"/>
                </a:lnTo>
                <a:close/>
              </a:path>
              <a:path w="1901189" h="1920239">
                <a:moveTo>
                  <a:pt x="704088" y="48768"/>
                </a:moveTo>
                <a:lnTo>
                  <a:pt x="699516" y="33528"/>
                </a:lnTo>
                <a:lnTo>
                  <a:pt x="684276" y="38100"/>
                </a:lnTo>
                <a:lnTo>
                  <a:pt x="688847" y="53340"/>
                </a:lnTo>
                <a:lnTo>
                  <a:pt x="704088" y="48768"/>
                </a:lnTo>
                <a:close/>
              </a:path>
              <a:path w="1901189" h="1920239">
                <a:moveTo>
                  <a:pt x="734568" y="41147"/>
                </a:moveTo>
                <a:lnTo>
                  <a:pt x="730757" y="25908"/>
                </a:lnTo>
                <a:lnTo>
                  <a:pt x="715518" y="29718"/>
                </a:lnTo>
                <a:lnTo>
                  <a:pt x="718566" y="44958"/>
                </a:lnTo>
                <a:lnTo>
                  <a:pt x="734568" y="41147"/>
                </a:lnTo>
                <a:close/>
              </a:path>
              <a:path w="1901189" h="1920239">
                <a:moveTo>
                  <a:pt x="765047" y="34290"/>
                </a:moveTo>
                <a:lnTo>
                  <a:pt x="761999" y="18287"/>
                </a:lnTo>
                <a:lnTo>
                  <a:pt x="758952" y="19050"/>
                </a:lnTo>
                <a:lnTo>
                  <a:pt x="745997" y="22097"/>
                </a:lnTo>
                <a:lnTo>
                  <a:pt x="749807" y="37337"/>
                </a:lnTo>
                <a:lnTo>
                  <a:pt x="761999" y="34290"/>
                </a:lnTo>
                <a:lnTo>
                  <a:pt x="765047" y="34290"/>
                </a:lnTo>
                <a:close/>
              </a:path>
              <a:path w="1901189" h="1920239">
                <a:moveTo>
                  <a:pt x="796290" y="28956"/>
                </a:moveTo>
                <a:lnTo>
                  <a:pt x="793241" y="12953"/>
                </a:lnTo>
                <a:lnTo>
                  <a:pt x="777240" y="16002"/>
                </a:lnTo>
                <a:lnTo>
                  <a:pt x="780288" y="31241"/>
                </a:lnTo>
                <a:lnTo>
                  <a:pt x="796290" y="28956"/>
                </a:lnTo>
                <a:close/>
              </a:path>
              <a:path w="1901189" h="1920239">
                <a:moveTo>
                  <a:pt x="826770" y="23621"/>
                </a:moveTo>
                <a:lnTo>
                  <a:pt x="825246" y="8381"/>
                </a:lnTo>
                <a:lnTo>
                  <a:pt x="809243" y="9906"/>
                </a:lnTo>
                <a:lnTo>
                  <a:pt x="811530" y="25908"/>
                </a:lnTo>
                <a:lnTo>
                  <a:pt x="826770" y="23621"/>
                </a:lnTo>
                <a:close/>
              </a:path>
              <a:path w="1901189" h="1920239">
                <a:moveTo>
                  <a:pt x="858012" y="19812"/>
                </a:moveTo>
                <a:lnTo>
                  <a:pt x="857250" y="4571"/>
                </a:lnTo>
                <a:lnTo>
                  <a:pt x="853440" y="4571"/>
                </a:lnTo>
                <a:lnTo>
                  <a:pt x="840486" y="6096"/>
                </a:lnTo>
                <a:lnTo>
                  <a:pt x="842772" y="22097"/>
                </a:lnTo>
                <a:lnTo>
                  <a:pt x="854964" y="20574"/>
                </a:lnTo>
                <a:lnTo>
                  <a:pt x="858012" y="19812"/>
                </a:lnTo>
                <a:close/>
              </a:path>
              <a:path w="1901189" h="1920239">
                <a:moveTo>
                  <a:pt x="890016" y="17525"/>
                </a:moveTo>
                <a:lnTo>
                  <a:pt x="888492" y="1524"/>
                </a:lnTo>
                <a:lnTo>
                  <a:pt x="872490" y="3047"/>
                </a:lnTo>
                <a:lnTo>
                  <a:pt x="874014" y="19050"/>
                </a:lnTo>
                <a:lnTo>
                  <a:pt x="890016" y="17525"/>
                </a:lnTo>
                <a:close/>
              </a:path>
              <a:path w="1901189" h="1920239">
                <a:moveTo>
                  <a:pt x="921258" y="16002"/>
                </a:moveTo>
                <a:lnTo>
                  <a:pt x="920496" y="762"/>
                </a:lnTo>
                <a:lnTo>
                  <a:pt x="904494" y="762"/>
                </a:lnTo>
                <a:lnTo>
                  <a:pt x="905256" y="16763"/>
                </a:lnTo>
                <a:lnTo>
                  <a:pt x="921258" y="16002"/>
                </a:lnTo>
                <a:close/>
              </a:path>
              <a:path w="1901189" h="1920239">
                <a:moveTo>
                  <a:pt x="952500" y="15240"/>
                </a:moveTo>
                <a:lnTo>
                  <a:pt x="952500" y="0"/>
                </a:lnTo>
                <a:lnTo>
                  <a:pt x="936498" y="0"/>
                </a:lnTo>
                <a:lnTo>
                  <a:pt x="937260" y="16002"/>
                </a:lnTo>
                <a:lnTo>
                  <a:pt x="950976" y="15240"/>
                </a:lnTo>
                <a:lnTo>
                  <a:pt x="952500" y="15240"/>
                </a:lnTo>
                <a:close/>
              </a:path>
              <a:path w="1901189" h="1920239">
                <a:moveTo>
                  <a:pt x="984504" y="16763"/>
                </a:moveTo>
                <a:lnTo>
                  <a:pt x="984504" y="762"/>
                </a:lnTo>
                <a:lnTo>
                  <a:pt x="968502" y="0"/>
                </a:lnTo>
                <a:lnTo>
                  <a:pt x="968502" y="16002"/>
                </a:lnTo>
                <a:lnTo>
                  <a:pt x="984504" y="16763"/>
                </a:lnTo>
                <a:close/>
              </a:path>
              <a:path w="1901189" h="1920239">
                <a:moveTo>
                  <a:pt x="1016508" y="2286"/>
                </a:moveTo>
                <a:lnTo>
                  <a:pt x="1000506" y="762"/>
                </a:lnTo>
                <a:lnTo>
                  <a:pt x="999744" y="16763"/>
                </a:lnTo>
                <a:lnTo>
                  <a:pt x="1015746" y="18287"/>
                </a:lnTo>
                <a:lnTo>
                  <a:pt x="1016508" y="2286"/>
                </a:lnTo>
                <a:close/>
              </a:path>
              <a:path w="1901189" h="1920239">
                <a:moveTo>
                  <a:pt x="1048512" y="4571"/>
                </a:moveTo>
                <a:lnTo>
                  <a:pt x="1046226" y="4495"/>
                </a:lnTo>
                <a:lnTo>
                  <a:pt x="1032510" y="3809"/>
                </a:lnTo>
                <a:lnTo>
                  <a:pt x="1030986" y="19050"/>
                </a:lnTo>
                <a:lnTo>
                  <a:pt x="1046226" y="20574"/>
                </a:lnTo>
                <a:lnTo>
                  <a:pt x="1046988" y="20574"/>
                </a:lnTo>
                <a:lnTo>
                  <a:pt x="1048512" y="4571"/>
                </a:lnTo>
                <a:close/>
              </a:path>
              <a:path w="1901189" h="1920239">
                <a:moveTo>
                  <a:pt x="1080516" y="8381"/>
                </a:moveTo>
                <a:lnTo>
                  <a:pt x="1064514" y="6858"/>
                </a:lnTo>
                <a:lnTo>
                  <a:pt x="1062228" y="22859"/>
                </a:lnTo>
                <a:lnTo>
                  <a:pt x="1078230" y="24384"/>
                </a:lnTo>
                <a:lnTo>
                  <a:pt x="1080516" y="8381"/>
                </a:lnTo>
                <a:close/>
              </a:path>
              <a:path w="1901189" h="1920239">
                <a:moveTo>
                  <a:pt x="1111758" y="13715"/>
                </a:moveTo>
                <a:lnTo>
                  <a:pt x="1096518" y="10668"/>
                </a:lnTo>
                <a:lnTo>
                  <a:pt x="1093470" y="26669"/>
                </a:lnTo>
                <a:lnTo>
                  <a:pt x="1109472" y="28956"/>
                </a:lnTo>
                <a:lnTo>
                  <a:pt x="1111758" y="13715"/>
                </a:lnTo>
                <a:close/>
              </a:path>
              <a:path w="1901189" h="1920239">
                <a:moveTo>
                  <a:pt x="1143762" y="19812"/>
                </a:moveTo>
                <a:lnTo>
                  <a:pt x="1142238" y="19050"/>
                </a:lnTo>
                <a:lnTo>
                  <a:pt x="1127760" y="16763"/>
                </a:lnTo>
                <a:lnTo>
                  <a:pt x="1124712" y="32003"/>
                </a:lnTo>
                <a:lnTo>
                  <a:pt x="1139190" y="35052"/>
                </a:lnTo>
                <a:lnTo>
                  <a:pt x="1139952" y="35052"/>
                </a:lnTo>
                <a:lnTo>
                  <a:pt x="1143762" y="19812"/>
                </a:lnTo>
                <a:close/>
              </a:path>
              <a:path w="1901189" h="1920239">
                <a:moveTo>
                  <a:pt x="1174242" y="26669"/>
                </a:moveTo>
                <a:lnTo>
                  <a:pt x="1159002" y="22859"/>
                </a:lnTo>
                <a:lnTo>
                  <a:pt x="1155192" y="38862"/>
                </a:lnTo>
                <a:lnTo>
                  <a:pt x="1171194" y="41909"/>
                </a:lnTo>
                <a:lnTo>
                  <a:pt x="1174242" y="26669"/>
                </a:lnTo>
                <a:close/>
              </a:path>
              <a:path w="1901189" h="1920239">
                <a:moveTo>
                  <a:pt x="1205484" y="35052"/>
                </a:moveTo>
                <a:lnTo>
                  <a:pt x="1190244" y="30480"/>
                </a:lnTo>
                <a:lnTo>
                  <a:pt x="1185672" y="45719"/>
                </a:lnTo>
                <a:lnTo>
                  <a:pt x="1200912" y="50291"/>
                </a:lnTo>
                <a:lnTo>
                  <a:pt x="1205484" y="35052"/>
                </a:lnTo>
                <a:close/>
              </a:path>
              <a:path w="1901189" h="1920239">
                <a:moveTo>
                  <a:pt x="1236726" y="44196"/>
                </a:moveTo>
                <a:lnTo>
                  <a:pt x="1232916" y="42671"/>
                </a:lnTo>
                <a:lnTo>
                  <a:pt x="1220724" y="39624"/>
                </a:lnTo>
                <a:lnTo>
                  <a:pt x="1216152" y="54863"/>
                </a:lnTo>
                <a:lnTo>
                  <a:pt x="1229106" y="57912"/>
                </a:lnTo>
                <a:lnTo>
                  <a:pt x="1231392" y="58674"/>
                </a:lnTo>
                <a:lnTo>
                  <a:pt x="1236726" y="44196"/>
                </a:lnTo>
                <a:close/>
              </a:path>
              <a:path w="1901189" h="1920239">
                <a:moveTo>
                  <a:pt x="1266444" y="54102"/>
                </a:moveTo>
                <a:lnTo>
                  <a:pt x="1251204" y="48768"/>
                </a:lnTo>
                <a:lnTo>
                  <a:pt x="1246632" y="64008"/>
                </a:lnTo>
                <a:lnTo>
                  <a:pt x="1261110" y="69341"/>
                </a:lnTo>
                <a:lnTo>
                  <a:pt x="1266444" y="54102"/>
                </a:lnTo>
                <a:close/>
              </a:path>
              <a:path w="1901189" h="1920239">
                <a:moveTo>
                  <a:pt x="1296924" y="65531"/>
                </a:moveTo>
                <a:lnTo>
                  <a:pt x="1281684" y="59436"/>
                </a:lnTo>
                <a:lnTo>
                  <a:pt x="1275588" y="74675"/>
                </a:lnTo>
                <a:lnTo>
                  <a:pt x="1290828" y="80009"/>
                </a:lnTo>
                <a:lnTo>
                  <a:pt x="1296924" y="65531"/>
                </a:lnTo>
                <a:close/>
              </a:path>
              <a:path w="1901189" h="1920239">
                <a:moveTo>
                  <a:pt x="1326642" y="77724"/>
                </a:moveTo>
                <a:lnTo>
                  <a:pt x="1320546" y="75437"/>
                </a:lnTo>
                <a:lnTo>
                  <a:pt x="1311402" y="71628"/>
                </a:lnTo>
                <a:lnTo>
                  <a:pt x="1305306" y="86106"/>
                </a:lnTo>
                <a:lnTo>
                  <a:pt x="1314450" y="89915"/>
                </a:lnTo>
                <a:lnTo>
                  <a:pt x="1319784" y="92202"/>
                </a:lnTo>
                <a:lnTo>
                  <a:pt x="1326642" y="77724"/>
                </a:lnTo>
                <a:close/>
              </a:path>
              <a:path w="1901189" h="1920239">
                <a:moveTo>
                  <a:pt x="1354836" y="90678"/>
                </a:moveTo>
                <a:lnTo>
                  <a:pt x="1341120" y="84581"/>
                </a:lnTo>
                <a:lnTo>
                  <a:pt x="1334262" y="99059"/>
                </a:lnTo>
                <a:lnTo>
                  <a:pt x="1348740" y="105156"/>
                </a:lnTo>
                <a:lnTo>
                  <a:pt x="1354836" y="90678"/>
                </a:lnTo>
                <a:close/>
              </a:path>
              <a:path w="1901189" h="1920239">
                <a:moveTo>
                  <a:pt x="1383792" y="105156"/>
                </a:moveTo>
                <a:lnTo>
                  <a:pt x="1370076" y="98297"/>
                </a:lnTo>
                <a:lnTo>
                  <a:pt x="1362456" y="112013"/>
                </a:lnTo>
                <a:lnTo>
                  <a:pt x="1376934" y="119634"/>
                </a:lnTo>
                <a:lnTo>
                  <a:pt x="1383792" y="105156"/>
                </a:lnTo>
                <a:close/>
              </a:path>
              <a:path w="1901189" h="1920239">
                <a:moveTo>
                  <a:pt x="1411986" y="120396"/>
                </a:moveTo>
                <a:lnTo>
                  <a:pt x="1403604" y="115824"/>
                </a:lnTo>
                <a:lnTo>
                  <a:pt x="1398270" y="112775"/>
                </a:lnTo>
                <a:lnTo>
                  <a:pt x="1390650" y="126491"/>
                </a:lnTo>
                <a:lnTo>
                  <a:pt x="1396746" y="129540"/>
                </a:lnTo>
                <a:lnTo>
                  <a:pt x="1404366" y="134112"/>
                </a:lnTo>
                <a:lnTo>
                  <a:pt x="1411986" y="120396"/>
                </a:lnTo>
                <a:close/>
              </a:path>
              <a:path w="1901189" h="1920239">
                <a:moveTo>
                  <a:pt x="1439418" y="136397"/>
                </a:moveTo>
                <a:lnTo>
                  <a:pt x="1425702" y="128778"/>
                </a:lnTo>
                <a:lnTo>
                  <a:pt x="1418082" y="142494"/>
                </a:lnTo>
                <a:lnTo>
                  <a:pt x="1431798" y="150113"/>
                </a:lnTo>
                <a:lnTo>
                  <a:pt x="1439418" y="136397"/>
                </a:lnTo>
                <a:close/>
              </a:path>
              <a:path w="1901189" h="1920239">
                <a:moveTo>
                  <a:pt x="1466850" y="153924"/>
                </a:moveTo>
                <a:lnTo>
                  <a:pt x="1453134" y="144780"/>
                </a:lnTo>
                <a:lnTo>
                  <a:pt x="1444752" y="158496"/>
                </a:lnTo>
                <a:lnTo>
                  <a:pt x="1458468" y="166878"/>
                </a:lnTo>
                <a:lnTo>
                  <a:pt x="1466850" y="153924"/>
                </a:lnTo>
                <a:close/>
              </a:path>
              <a:path w="1901189" h="1920239">
                <a:moveTo>
                  <a:pt x="1493520" y="171449"/>
                </a:moveTo>
                <a:lnTo>
                  <a:pt x="1479804" y="162305"/>
                </a:lnTo>
                <a:lnTo>
                  <a:pt x="1471422" y="176022"/>
                </a:lnTo>
                <a:lnTo>
                  <a:pt x="1473708" y="176784"/>
                </a:lnTo>
                <a:lnTo>
                  <a:pt x="1484376" y="184403"/>
                </a:lnTo>
                <a:lnTo>
                  <a:pt x="1493520" y="171449"/>
                </a:lnTo>
                <a:close/>
              </a:path>
              <a:path w="1901189" h="1920239">
                <a:moveTo>
                  <a:pt x="1519428" y="190499"/>
                </a:moveTo>
                <a:lnTo>
                  <a:pt x="1506474" y="180593"/>
                </a:lnTo>
                <a:lnTo>
                  <a:pt x="1497330" y="193547"/>
                </a:lnTo>
                <a:lnTo>
                  <a:pt x="1510284" y="203453"/>
                </a:lnTo>
                <a:lnTo>
                  <a:pt x="1519428" y="190499"/>
                </a:lnTo>
                <a:close/>
              </a:path>
              <a:path w="1901189" h="1920239">
                <a:moveTo>
                  <a:pt x="1544574" y="210311"/>
                </a:moveTo>
                <a:lnTo>
                  <a:pt x="1531620" y="200405"/>
                </a:lnTo>
                <a:lnTo>
                  <a:pt x="1521714" y="212597"/>
                </a:lnTo>
                <a:lnTo>
                  <a:pt x="1534668" y="222503"/>
                </a:lnTo>
                <a:lnTo>
                  <a:pt x="1544574" y="210311"/>
                </a:lnTo>
                <a:close/>
              </a:path>
              <a:path w="1901189" h="1920239">
                <a:moveTo>
                  <a:pt x="1568958" y="230885"/>
                </a:moveTo>
                <a:lnTo>
                  <a:pt x="1556766" y="220217"/>
                </a:lnTo>
                <a:lnTo>
                  <a:pt x="1546860" y="232409"/>
                </a:lnTo>
                <a:lnTo>
                  <a:pt x="1558290" y="243077"/>
                </a:lnTo>
                <a:lnTo>
                  <a:pt x="1568958" y="230885"/>
                </a:lnTo>
                <a:close/>
              </a:path>
              <a:path w="1901189" h="1920239">
                <a:moveTo>
                  <a:pt x="1593342" y="252221"/>
                </a:moveTo>
                <a:lnTo>
                  <a:pt x="1589532" y="249173"/>
                </a:lnTo>
                <a:lnTo>
                  <a:pt x="1581150" y="241553"/>
                </a:lnTo>
                <a:lnTo>
                  <a:pt x="1570482" y="252983"/>
                </a:lnTo>
                <a:lnTo>
                  <a:pt x="1579626" y="261365"/>
                </a:lnTo>
                <a:lnTo>
                  <a:pt x="1581912" y="263651"/>
                </a:lnTo>
                <a:lnTo>
                  <a:pt x="1593342" y="252221"/>
                </a:lnTo>
                <a:close/>
              </a:path>
              <a:path w="1901189" h="1920239">
                <a:moveTo>
                  <a:pt x="1616202" y="274319"/>
                </a:moveTo>
                <a:lnTo>
                  <a:pt x="1604772" y="262889"/>
                </a:lnTo>
                <a:lnTo>
                  <a:pt x="1593342" y="274319"/>
                </a:lnTo>
                <a:lnTo>
                  <a:pt x="1604772" y="285749"/>
                </a:lnTo>
                <a:lnTo>
                  <a:pt x="1616202" y="274319"/>
                </a:lnTo>
                <a:close/>
              </a:path>
              <a:path w="1901189" h="1920239">
                <a:moveTo>
                  <a:pt x="1638300" y="297179"/>
                </a:moveTo>
                <a:lnTo>
                  <a:pt x="1627632" y="285749"/>
                </a:lnTo>
                <a:lnTo>
                  <a:pt x="1616202" y="296417"/>
                </a:lnTo>
                <a:lnTo>
                  <a:pt x="1626870" y="307847"/>
                </a:lnTo>
                <a:lnTo>
                  <a:pt x="1638300" y="297179"/>
                </a:lnTo>
                <a:close/>
              </a:path>
              <a:path w="1901189" h="1920239">
                <a:moveTo>
                  <a:pt x="1660398" y="320801"/>
                </a:moveTo>
                <a:lnTo>
                  <a:pt x="1654302" y="313943"/>
                </a:lnTo>
                <a:lnTo>
                  <a:pt x="1648968" y="308609"/>
                </a:lnTo>
                <a:lnTo>
                  <a:pt x="1637538" y="319277"/>
                </a:lnTo>
                <a:lnTo>
                  <a:pt x="1648206" y="331469"/>
                </a:lnTo>
                <a:lnTo>
                  <a:pt x="1660398" y="320801"/>
                </a:lnTo>
                <a:close/>
              </a:path>
              <a:path w="1901189" h="1920239">
                <a:moveTo>
                  <a:pt x="1680972" y="345185"/>
                </a:moveTo>
                <a:lnTo>
                  <a:pt x="1670304" y="332993"/>
                </a:lnTo>
                <a:lnTo>
                  <a:pt x="1658112" y="342899"/>
                </a:lnTo>
                <a:lnTo>
                  <a:pt x="1668780" y="355091"/>
                </a:lnTo>
                <a:lnTo>
                  <a:pt x="1680972" y="345185"/>
                </a:lnTo>
                <a:close/>
              </a:path>
              <a:path w="1901189" h="1920239">
                <a:moveTo>
                  <a:pt x="1700784" y="370331"/>
                </a:moveTo>
                <a:lnTo>
                  <a:pt x="1690878" y="357377"/>
                </a:lnTo>
                <a:lnTo>
                  <a:pt x="1678686" y="367283"/>
                </a:lnTo>
                <a:lnTo>
                  <a:pt x="1687830" y="379475"/>
                </a:lnTo>
                <a:lnTo>
                  <a:pt x="1700784" y="370331"/>
                </a:lnTo>
                <a:close/>
              </a:path>
              <a:path w="1901189" h="1920239">
                <a:moveTo>
                  <a:pt x="1719834" y="395477"/>
                </a:moveTo>
                <a:lnTo>
                  <a:pt x="1712214" y="385571"/>
                </a:lnTo>
                <a:lnTo>
                  <a:pt x="1710689" y="382523"/>
                </a:lnTo>
                <a:lnTo>
                  <a:pt x="1697736" y="392429"/>
                </a:lnTo>
                <a:lnTo>
                  <a:pt x="1700022" y="394715"/>
                </a:lnTo>
                <a:lnTo>
                  <a:pt x="1706880" y="404621"/>
                </a:lnTo>
                <a:lnTo>
                  <a:pt x="1719834" y="395477"/>
                </a:lnTo>
                <a:close/>
              </a:path>
              <a:path w="1901189" h="1920239">
                <a:moveTo>
                  <a:pt x="1738122" y="422147"/>
                </a:moveTo>
                <a:lnTo>
                  <a:pt x="1728978" y="408431"/>
                </a:lnTo>
                <a:lnTo>
                  <a:pt x="1716024" y="417575"/>
                </a:lnTo>
                <a:lnTo>
                  <a:pt x="1725168" y="431291"/>
                </a:lnTo>
                <a:lnTo>
                  <a:pt x="1738122" y="422147"/>
                </a:lnTo>
                <a:close/>
              </a:path>
              <a:path w="1901189" h="1920239">
                <a:moveTo>
                  <a:pt x="1755648" y="448817"/>
                </a:moveTo>
                <a:lnTo>
                  <a:pt x="1747266" y="435101"/>
                </a:lnTo>
                <a:lnTo>
                  <a:pt x="1733550" y="444245"/>
                </a:lnTo>
                <a:lnTo>
                  <a:pt x="1741932" y="457199"/>
                </a:lnTo>
                <a:lnTo>
                  <a:pt x="1755648" y="448817"/>
                </a:lnTo>
                <a:close/>
              </a:path>
              <a:path w="1901189" h="1920239">
                <a:moveTo>
                  <a:pt x="1771650" y="476249"/>
                </a:moveTo>
                <a:lnTo>
                  <a:pt x="1764030" y="462533"/>
                </a:lnTo>
                <a:lnTo>
                  <a:pt x="1750314" y="470153"/>
                </a:lnTo>
                <a:lnTo>
                  <a:pt x="1757934" y="484631"/>
                </a:lnTo>
                <a:lnTo>
                  <a:pt x="1771650" y="476249"/>
                </a:lnTo>
                <a:close/>
              </a:path>
              <a:path w="1901189" h="1920239">
                <a:moveTo>
                  <a:pt x="1787652" y="504443"/>
                </a:moveTo>
                <a:lnTo>
                  <a:pt x="1786889" y="502157"/>
                </a:lnTo>
                <a:lnTo>
                  <a:pt x="1780032" y="489965"/>
                </a:lnTo>
                <a:lnTo>
                  <a:pt x="1766316" y="498347"/>
                </a:lnTo>
                <a:lnTo>
                  <a:pt x="1773174" y="509777"/>
                </a:lnTo>
                <a:lnTo>
                  <a:pt x="1773936" y="511301"/>
                </a:lnTo>
                <a:lnTo>
                  <a:pt x="1787652" y="504443"/>
                </a:lnTo>
                <a:close/>
              </a:path>
              <a:path w="1901189" h="1920239">
                <a:moveTo>
                  <a:pt x="1802130" y="532637"/>
                </a:moveTo>
                <a:lnTo>
                  <a:pt x="1795272" y="518921"/>
                </a:lnTo>
                <a:lnTo>
                  <a:pt x="1780794" y="525779"/>
                </a:lnTo>
                <a:lnTo>
                  <a:pt x="1787652" y="540257"/>
                </a:lnTo>
                <a:lnTo>
                  <a:pt x="1802130" y="532637"/>
                </a:lnTo>
                <a:close/>
              </a:path>
              <a:path w="1901189" h="1920239">
                <a:moveTo>
                  <a:pt x="1815845" y="561593"/>
                </a:moveTo>
                <a:lnTo>
                  <a:pt x="1808988" y="547115"/>
                </a:lnTo>
                <a:lnTo>
                  <a:pt x="1794510" y="553973"/>
                </a:lnTo>
                <a:lnTo>
                  <a:pt x="1801368" y="568451"/>
                </a:lnTo>
                <a:lnTo>
                  <a:pt x="1815845" y="561593"/>
                </a:lnTo>
                <a:close/>
              </a:path>
              <a:path w="1901189" h="1920239">
                <a:moveTo>
                  <a:pt x="1828800" y="591311"/>
                </a:moveTo>
                <a:lnTo>
                  <a:pt x="1826514" y="585977"/>
                </a:lnTo>
                <a:lnTo>
                  <a:pt x="1821942" y="576071"/>
                </a:lnTo>
                <a:lnTo>
                  <a:pt x="1807464" y="582929"/>
                </a:lnTo>
                <a:lnTo>
                  <a:pt x="1812036" y="592835"/>
                </a:lnTo>
                <a:lnTo>
                  <a:pt x="1813560" y="596645"/>
                </a:lnTo>
                <a:lnTo>
                  <a:pt x="1828800" y="591311"/>
                </a:lnTo>
                <a:close/>
              </a:path>
              <a:path w="1901189" h="1920239">
                <a:moveTo>
                  <a:pt x="1840230" y="621029"/>
                </a:moveTo>
                <a:lnTo>
                  <a:pt x="1834134" y="605789"/>
                </a:lnTo>
                <a:lnTo>
                  <a:pt x="1819656" y="611885"/>
                </a:lnTo>
                <a:lnTo>
                  <a:pt x="1825752" y="626363"/>
                </a:lnTo>
                <a:lnTo>
                  <a:pt x="1840230" y="621029"/>
                </a:lnTo>
                <a:close/>
              </a:path>
              <a:path w="1901189" h="1920239">
                <a:moveTo>
                  <a:pt x="1850898" y="650747"/>
                </a:moveTo>
                <a:lnTo>
                  <a:pt x="1845564" y="636269"/>
                </a:lnTo>
                <a:lnTo>
                  <a:pt x="1831086" y="640841"/>
                </a:lnTo>
                <a:lnTo>
                  <a:pt x="1835658" y="656082"/>
                </a:lnTo>
                <a:lnTo>
                  <a:pt x="1850898" y="650747"/>
                </a:lnTo>
                <a:close/>
              </a:path>
              <a:path w="1901189" h="1920239">
                <a:moveTo>
                  <a:pt x="1860804" y="681989"/>
                </a:moveTo>
                <a:lnTo>
                  <a:pt x="1858518" y="674369"/>
                </a:lnTo>
                <a:lnTo>
                  <a:pt x="1856232" y="665987"/>
                </a:lnTo>
                <a:lnTo>
                  <a:pt x="1840992" y="671321"/>
                </a:lnTo>
                <a:lnTo>
                  <a:pt x="1843278" y="679703"/>
                </a:lnTo>
                <a:lnTo>
                  <a:pt x="1845564" y="685799"/>
                </a:lnTo>
                <a:lnTo>
                  <a:pt x="1860804" y="681989"/>
                </a:lnTo>
                <a:close/>
              </a:path>
              <a:path w="1901189" h="1920239">
                <a:moveTo>
                  <a:pt x="1869186" y="712469"/>
                </a:moveTo>
                <a:lnTo>
                  <a:pt x="1865376" y="697229"/>
                </a:lnTo>
                <a:lnTo>
                  <a:pt x="1850136" y="701039"/>
                </a:lnTo>
                <a:lnTo>
                  <a:pt x="1853945" y="716279"/>
                </a:lnTo>
                <a:lnTo>
                  <a:pt x="1869186" y="712469"/>
                </a:lnTo>
                <a:close/>
              </a:path>
              <a:path w="1901189" h="1920239">
                <a:moveTo>
                  <a:pt x="1876806" y="743711"/>
                </a:moveTo>
                <a:lnTo>
                  <a:pt x="1872995" y="727709"/>
                </a:lnTo>
                <a:lnTo>
                  <a:pt x="1857756" y="731519"/>
                </a:lnTo>
                <a:lnTo>
                  <a:pt x="1861566" y="746759"/>
                </a:lnTo>
                <a:lnTo>
                  <a:pt x="1876806" y="743711"/>
                </a:lnTo>
                <a:close/>
              </a:path>
              <a:path w="1901189" h="1920239">
                <a:moveTo>
                  <a:pt x="1883664" y="774953"/>
                </a:moveTo>
                <a:lnTo>
                  <a:pt x="1882139" y="766571"/>
                </a:lnTo>
                <a:lnTo>
                  <a:pt x="1880616" y="758951"/>
                </a:lnTo>
                <a:lnTo>
                  <a:pt x="1864614" y="762761"/>
                </a:lnTo>
                <a:lnTo>
                  <a:pt x="1866900" y="769619"/>
                </a:lnTo>
                <a:lnTo>
                  <a:pt x="1867662" y="778001"/>
                </a:lnTo>
                <a:lnTo>
                  <a:pt x="1883664" y="774953"/>
                </a:lnTo>
                <a:close/>
              </a:path>
              <a:path w="1901189" h="1920239">
                <a:moveTo>
                  <a:pt x="1888998" y="806195"/>
                </a:moveTo>
                <a:lnTo>
                  <a:pt x="1886712" y="790193"/>
                </a:lnTo>
                <a:lnTo>
                  <a:pt x="1870710" y="793241"/>
                </a:lnTo>
                <a:lnTo>
                  <a:pt x="1873758" y="809243"/>
                </a:lnTo>
                <a:lnTo>
                  <a:pt x="1888998" y="806195"/>
                </a:lnTo>
                <a:close/>
              </a:path>
              <a:path w="1901189" h="1920239">
                <a:moveTo>
                  <a:pt x="1893570" y="838199"/>
                </a:moveTo>
                <a:lnTo>
                  <a:pt x="1891284" y="822197"/>
                </a:lnTo>
                <a:lnTo>
                  <a:pt x="1876044" y="824483"/>
                </a:lnTo>
                <a:lnTo>
                  <a:pt x="1877568" y="839723"/>
                </a:lnTo>
                <a:lnTo>
                  <a:pt x="1893570" y="838199"/>
                </a:lnTo>
                <a:close/>
              </a:path>
              <a:path w="1901189" h="1920239">
                <a:moveTo>
                  <a:pt x="1897380" y="870204"/>
                </a:moveTo>
                <a:lnTo>
                  <a:pt x="1895856" y="853439"/>
                </a:lnTo>
                <a:lnTo>
                  <a:pt x="1879854" y="855726"/>
                </a:lnTo>
                <a:lnTo>
                  <a:pt x="1881378" y="870965"/>
                </a:lnTo>
                <a:lnTo>
                  <a:pt x="1897380" y="870204"/>
                </a:lnTo>
                <a:close/>
              </a:path>
              <a:path w="1901189" h="1920239">
                <a:moveTo>
                  <a:pt x="1899666" y="901445"/>
                </a:moveTo>
                <a:lnTo>
                  <a:pt x="1898142" y="885444"/>
                </a:lnTo>
                <a:lnTo>
                  <a:pt x="1882902" y="886967"/>
                </a:lnTo>
                <a:lnTo>
                  <a:pt x="1883664" y="902969"/>
                </a:lnTo>
                <a:lnTo>
                  <a:pt x="1899666" y="901445"/>
                </a:lnTo>
                <a:close/>
              </a:path>
              <a:path w="1901189" h="1920239">
                <a:moveTo>
                  <a:pt x="1901189" y="933449"/>
                </a:moveTo>
                <a:lnTo>
                  <a:pt x="1900428" y="918210"/>
                </a:lnTo>
                <a:lnTo>
                  <a:pt x="1884426" y="918210"/>
                </a:lnTo>
                <a:lnTo>
                  <a:pt x="1885188" y="934211"/>
                </a:lnTo>
                <a:lnTo>
                  <a:pt x="1901189" y="933449"/>
                </a:lnTo>
                <a:close/>
              </a:path>
              <a:path w="1901189" h="1920239">
                <a:moveTo>
                  <a:pt x="1901189" y="966215"/>
                </a:moveTo>
                <a:lnTo>
                  <a:pt x="1901189" y="949451"/>
                </a:lnTo>
                <a:lnTo>
                  <a:pt x="1885188" y="950213"/>
                </a:lnTo>
                <a:lnTo>
                  <a:pt x="1885950" y="960119"/>
                </a:lnTo>
                <a:lnTo>
                  <a:pt x="1885950" y="965490"/>
                </a:lnTo>
                <a:lnTo>
                  <a:pt x="1901189" y="966215"/>
                </a:lnTo>
                <a:close/>
              </a:path>
              <a:path w="1901189" h="1920239">
                <a:moveTo>
                  <a:pt x="1885950" y="965490"/>
                </a:moveTo>
                <a:lnTo>
                  <a:pt x="1885950" y="960119"/>
                </a:lnTo>
                <a:lnTo>
                  <a:pt x="1885188" y="965454"/>
                </a:lnTo>
                <a:lnTo>
                  <a:pt x="1885950" y="965490"/>
                </a:lnTo>
                <a:close/>
              </a:path>
              <a:path w="1901189" h="1920239">
                <a:moveTo>
                  <a:pt x="1901189" y="981455"/>
                </a:moveTo>
                <a:lnTo>
                  <a:pt x="1885188" y="981455"/>
                </a:lnTo>
                <a:lnTo>
                  <a:pt x="1884426" y="997457"/>
                </a:lnTo>
                <a:lnTo>
                  <a:pt x="1900428" y="997457"/>
                </a:lnTo>
                <a:lnTo>
                  <a:pt x="1901189" y="981455"/>
                </a:lnTo>
                <a:close/>
              </a:path>
              <a:path w="1901189" h="1920239">
                <a:moveTo>
                  <a:pt x="1899666" y="1014221"/>
                </a:moveTo>
                <a:lnTo>
                  <a:pt x="1884426" y="1012697"/>
                </a:lnTo>
                <a:lnTo>
                  <a:pt x="1882902" y="1028699"/>
                </a:lnTo>
                <a:lnTo>
                  <a:pt x="1898904" y="1029461"/>
                </a:lnTo>
                <a:lnTo>
                  <a:pt x="1899666" y="1014221"/>
                </a:lnTo>
                <a:close/>
              </a:path>
              <a:path w="1901189" h="1920239">
                <a:moveTo>
                  <a:pt x="1897380" y="1045463"/>
                </a:moveTo>
                <a:lnTo>
                  <a:pt x="1881378" y="1044701"/>
                </a:lnTo>
                <a:lnTo>
                  <a:pt x="1880616" y="1056893"/>
                </a:lnTo>
                <a:lnTo>
                  <a:pt x="1880616" y="1059942"/>
                </a:lnTo>
                <a:lnTo>
                  <a:pt x="1895856" y="1061465"/>
                </a:lnTo>
                <a:lnTo>
                  <a:pt x="1896618" y="1058417"/>
                </a:lnTo>
                <a:lnTo>
                  <a:pt x="1897380" y="1045463"/>
                </a:lnTo>
                <a:close/>
              </a:path>
              <a:path w="1901189" h="1920239">
                <a:moveTo>
                  <a:pt x="1894332" y="1077467"/>
                </a:moveTo>
                <a:lnTo>
                  <a:pt x="1878330" y="1075182"/>
                </a:lnTo>
                <a:lnTo>
                  <a:pt x="1876806" y="1091183"/>
                </a:lnTo>
                <a:lnTo>
                  <a:pt x="1892045" y="1093470"/>
                </a:lnTo>
                <a:lnTo>
                  <a:pt x="1894332" y="1077467"/>
                </a:lnTo>
                <a:close/>
              </a:path>
              <a:path w="1901189" h="1920239">
                <a:moveTo>
                  <a:pt x="1889760" y="1109471"/>
                </a:moveTo>
                <a:lnTo>
                  <a:pt x="1874520" y="1106423"/>
                </a:lnTo>
                <a:lnTo>
                  <a:pt x="1871472" y="1122426"/>
                </a:lnTo>
                <a:lnTo>
                  <a:pt x="1887474" y="1124711"/>
                </a:lnTo>
                <a:lnTo>
                  <a:pt x="1889760" y="1109471"/>
                </a:lnTo>
                <a:close/>
              </a:path>
              <a:path w="1901189" h="1920239">
                <a:moveTo>
                  <a:pt x="1884426" y="1140714"/>
                </a:moveTo>
                <a:lnTo>
                  <a:pt x="1869186" y="1137665"/>
                </a:lnTo>
                <a:lnTo>
                  <a:pt x="1866900" y="1150620"/>
                </a:lnTo>
                <a:lnTo>
                  <a:pt x="1866138" y="1152905"/>
                </a:lnTo>
                <a:lnTo>
                  <a:pt x="1881378" y="1156715"/>
                </a:lnTo>
                <a:lnTo>
                  <a:pt x="1882139" y="1153667"/>
                </a:lnTo>
                <a:lnTo>
                  <a:pt x="1884426" y="1140714"/>
                </a:lnTo>
                <a:close/>
              </a:path>
              <a:path w="1901189" h="1920239">
                <a:moveTo>
                  <a:pt x="1878330" y="1171955"/>
                </a:moveTo>
                <a:lnTo>
                  <a:pt x="1862328" y="1168908"/>
                </a:lnTo>
                <a:lnTo>
                  <a:pt x="1859280" y="1184148"/>
                </a:lnTo>
                <a:lnTo>
                  <a:pt x="1874520" y="1187195"/>
                </a:lnTo>
                <a:lnTo>
                  <a:pt x="1878330" y="1171955"/>
                </a:lnTo>
                <a:close/>
              </a:path>
              <a:path w="1901189" h="1920239">
                <a:moveTo>
                  <a:pt x="1870710" y="1203198"/>
                </a:moveTo>
                <a:lnTo>
                  <a:pt x="1855470" y="1199388"/>
                </a:lnTo>
                <a:lnTo>
                  <a:pt x="1850898" y="1214627"/>
                </a:lnTo>
                <a:lnTo>
                  <a:pt x="1866138" y="1218438"/>
                </a:lnTo>
                <a:lnTo>
                  <a:pt x="1870710" y="1203198"/>
                </a:lnTo>
                <a:close/>
              </a:path>
              <a:path w="1901189" h="1920239">
                <a:moveTo>
                  <a:pt x="1862328" y="1233677"/>
                </a:moveTo>
                <a:lnTo>
                  <a:pt x="1847088" y="1229867"/>
                </a:lnTo>
                <a:lnTo>
                  <a:pt x="1843278" y="1241297"/>
                </a:lnTo>
                <a:lnTo>
                  <a:pt x="1842516" y="1244345"/>
                </a:lnTo>
                <a:lnTo>
                  <a:pt x="1857756" y="1249680"/>
                </a:lnTo>
                <a:lnTo>
                  <a:pt x="1858518" y="1245870"/>
                </a:lnTo>
                <a:lnTo>
                  <a:pt x="1862328" y="1233677"/>
                </a:lnTo>
                <a:close/>
              </a:path>
              <a:path w="1901189" h="1920239">
                <a:moveTo>
                  <a:pt x="1852422" y="1264920"/>
                </a:moveTo>
                <a:lnTo>
                  <a:pt x="1837182" y="1259586"/>
                </a:lnTo>
                <a:lnTo>
                  <a:pt x="1832610" y="1274826"/>
                </a:lnTo>
                <a:lnTo>
                  <a:pt x="1847088" y="1279397"/>
                </a:lnTo>
                <a:lnTo>
                  <a:pt x="1852422" y="1264920"/>
                </a:lnTo>
                <a:close/>
              </a:path>
              <a:path w="1901189" h="1920239">
                <a:moveTo>
                  <a:pt x="1841754" y="1294638"/>
                </a:moveTo>
                <a:lnTo>
                  <a:pt x="1827276" y="1289304"/>
                </a:lnTo>
                <a:lnTo>
                  <a:pt x="1821180" y="1303782"/>
                </a:lnTo>
                <a:lnTo>
                  <a:pt x="1836420" y="1309877"/>
                </a:lnTo>
                <a:lnTo>
                  <a:pt x="1841754" y="1294638"/>
                </a:lnTo>
                <a:close/>
              </a:path>
              <a:path w="1901189" h="1920239">
                <a:moveTo>
                  <a:pt x="1830324" y="1324356"/>
                </a:moveTo>
                <a:lnTo>
                  <a:pt x="1815845" y="1319021"/>
                </a:lnTo>
                <a:lnTo>
                  <a:pt x="1812036" y="1328165"/>
                </a:lnTo>
                <a:lnTo>
                  <a:pt x="1809750" y="1332738"/>
                </a:lnTo>
                <a:lnTo>
                  <a:pt x="1824228" y="1339595"/>
                </a:lnTo>
                <a:lnTo>
                  <a:pt x="1826514" y="1333500"/>
                </a:lnTo>
                <a:lnTo>
                  <a:pt x="1830324" y="1324356"/>
                </a:lnTo>
                <a:close/>
              </a:path>
              <a:path w="1901189" h="1920239">
                <a:moveTo>
                  <a:pt x="1818132" y="1354073"/>
                </a:moveTo>
                <a:lnTo>
                  <a:pt x="1802892" y="1347215"/>
                </a:lnTo>
                <a:lnTo>
                  <a:pt x="1796795" y="1362456"/>
                </a:lnTo>
                <a:lnTo>
                  <a:pt x="1811274" y="1368552"/>
                </a:lnTo>
                <a:lnTo>
                  <a:pt x="1818132" y="1354073"/>
                </a:lnTo>
                <a:close/>
              </a:path>
              <a:path w="1901189" h="1920239">
                <a:moveTo>
                  <a:pt x="1804416" y="1383030"/>
                </a:moveTo>
                <a:lnTo>
                  <a:pt x="1789938" y="1376171"/>
                </a:lnTo>
                <a:lnTo>
                  <a:pt x="1783080" y="1389888"/>
                </a:lnTo>
                <a:lnTo>
                  <a:pt x="1796795" y="1397508"/>
                </a:lnTo>
                <a:lnTo>
                  <a:pt x="1804416" y="1383030"/>
                </a:lnTo>
                <a:close/>
              </a:path>
              <a:path w="1901189" h="1920239">
                <a:moveTo>
                  <a:pt x="1789938" y="1411223"/>
                </a:moveTo>
                <a:lnTo>
                  <a:pt x="1775460" y="1404365"/>
                </a:lnTo>
                <a:lnTo>
                  <a:pt x="1768602" y="1418082"/>
                </a:lnTo>
                <a:lnTo>
                  <a:pt x="1782318" y="1425702"/>
                </a:lnTo>
                <a:lnTo>
                  <a:pt x="1786889" y="1417320"/>
                </a:lnTo>
                <a:lnTo>
                  <a:pt x="1789938" y="1411223"/>
                </a:lnTo>
                <a:close/>
              </a:path>
              <a:path w="1901189" h="1920239">
                <a:moveTo>
                  <a:pt x="1774698" y="1439418"/>
                </a:moveTo>
                <a:lnTo>
                  <a:pt x="1760220" y="1431798"/>
                </a:lnTo>
                <a:lnTo>
                  <a:pt x="1752600" y="1445514"/>
                </a:lnTo>
                <a:lnTo>
                  <a:pt x="1766316" y="1453133"/>
                </a:lnTo>
                <a:lnTo>
                  <a:pt x="1774698" y="1439418"/>
                </a:lnTo>
                <a:close/>
              </a:path>
              <a:path w="1901189" h="1920239">
                <a:moveTo>
                  <a:pt x="1757934" y="1467612"/>
                </a:moveTo>
                <a:lnTo>
                  <a:pt x="1744980" y="1458468"/>
                </a:lnTo>
                <a:lnTo>
                  <a:pt x="1735836" y="1472183"/>
                </a:lnTo>
                <a:lnTo>
                  <a:pt x="1749552" y="1480565"/>
                </a:lnTo>
                <a:lnTo>
                  <a:pt x="1757934" y="1467612"/>
                </a:lnTo>
                <a:close/>
              </a:path>
              <a:path w="1901189" h="1920239">
                <a:moveTo>
                  <a:pt x="1741170" y="1494282"/>
                </a:moveTo>
                <a:lnTo>
                  <a:pt x="1727454" y="1485900"/>
                </a:lnTo>
                <a:lnTo>
                  <a:pt x="1725930" y="1488186"/>
                </a:lnTo>
                <a:lnTo>
                  <a:pt x="1719072" y="1498092"/>
                </a:lnTo>
                <a:lnTo>
                  <a:pt x="1732026" y="1507236"/>
                </a:lnTo>
                <a:lnTo>
                  <a:pt x="1738884" y="1496568"/>
                </a:lnTo>
                <a:lnTo>
                  <a:pt x="1741170" y="1494282"/>
                </a:lnTo>
                <a:close/>
              </a:path>
              <a:path w="1901189" h="1920239">
                <a:moveTo>
                  <a:pt x="1722882" y="1520189"/>
                </a:moveTo>
                <a:lnTo>
                  <a:pt x="1709928" y="1511045"/>
                </a:lnTo>
                <a:lnTo>
                  <a:pt x="1700784" y="1524000"/>
                </a:lnTo>
                <a:lnTo>
                  <a:pt x="1713738" y="1533144"/>
                </a:lnTo>
                <a:lnTo>
                  <a:pt x="1722882" y="1520189"/>
                </a:lnTo>
                <a:close/>
              </a:path>
              <a:path w="1901189" h="1920239">
                <a:moveTo>
                  <a:pt x="1703832" y="1546098"/>
                </a:moveTo>
                <a:lnTo>
                  <a:pt x="1690878" y="1536954"/>
                </a:lnTo>
                <a:lnTo>
                  <a:pt x="1680972" y="1549145"/>
                </a:lnTo>
                <a:lnTo>
                  <a:pt x="1693926" y="1559052"/>
                </a:lnTo>
                <a:lnTo>
                  <a:pt x="1703832" y="1546098"/>
                </a:lnTo>
                <a:close/>
              </a:path>
              <a:path w="1901189" h="1920239">
                <a:moveTo>
                  <a:pt x="1684020" y="1572006"/>
                </a:moveTo>
                <a:lnTo>
                  <a:pt x="1671828" y="1561338"/>
                </a:lnTo>
                <a:lnTo>
                  <a:pt x="1661160" y="1573530"/>
                </a:lnTo>
                <a:lnTo>
                  <a:pt x="1673352" y="1583436"/>
                </a:lnTo>
                <a:lnTo>
                  <a:pt x="1684020" y="1572006"/>
                </a:lnTo>
                <a:close/>
              </a:path>
              <a:path w="1901189" h="1920239">
                <a:moveTo>
                  <a:pt x="1663445" y="1595627"/>
                </a:moveTo>
                <a:lnTo>
                  <a:pt x="1651254" y="1585721"/>
                </a:lnTo>
                <a:lnTo>
                  <a:pt x="1642872" y="1595627"/>
                </a:lnTo>
                <a:lnTo>
                  <a:pt x="1640586" y="1597152"/>
                </a:lnTo>
                <a:lnTo>
                  <a:pt x="1652778" y="1607820"/>
                </a:lnTo>
                <a:lnTo>
                  <a:pt x="1654302" y="1605533"/>
                </a:lnTo>
                <a:lnTo>
                  <a:pt x="1663445" y="1595627"/>
                </a:lnTo>
                <a:close/>
              </a:path>
              <a:path w="1901189" h="1920239">
                <a:moveTo>
                  <a:pt x="1619250" y="1642871"/>
                </a:moveTo>
                <a:lnTo>
                  <a:pt x="1608582" y="1631441"/>
                </a:lnTo>
                <a:lnTo>
                  <a:pt x="1597152" y="1642109"/>
                </a:lnTo>
                <a:lnTo>
                  <a:pt x="1607820" y="1653539"/>
                </a:lnTo>
                <a:lnTo>
                  <a:pt x="1619250" y="1642871"/>
                </a:lnTo>
                <a:close/>
              </a:path>
              <a:path w="1901189" h="1920239">
                <a:moveTo>
                  <a:pt x="1641348" y="1619250"/>
                </a:moveTo>
                <a:lnTo>
                  <a:pt x="1629918" y="1608582"/>
                </a:lnTo>
                <a:lnTo>
                  <a:pt x="1619250" y="1620012"/>
                </a:lnTo>
                <a:lnTo>
                  <a:pt x="1630680" y="1631441"/>
                </a:lnTo>
                <a:lnTo>
                  <a:pt x="1641348" y="1619250"/>
                </a:lnTo>
                <a:close/>
              </a:path>
              <a:path w="1901189" h="1920239">
                <a:moveTo>
                  <a:pt x="1596390" y="1664970"/>
                </a:moveTo>
                <a:lnTo>
                  <a:pt x="1585722" y="1653539"/>
                </a:lnTo>
                <a:lnTo>
                  <a:pt x="1578864" y="1659636"/>
                </a:lnTo>
                <a:lnTo>
                  <a:pt x="1574292" y="1664208"/>
                </a:lnTo>
                <a:lnTo>
                  <a:pt x="1584198" y="1675638"/>
                </a:lnTo>
                <a:lnTo>
                  <a:pt x="1590294" y="1671065"/>
                </a:lnTo>
                <a:lnTo>
                  <a:pt x="1596390" y="1664970"/>
                </a:lnTo>
                <a:close/>
              </a:path>
              <a:path w="1901189" h="1920239">
                <a:moveTo>
                  <a:pt x="1572768" y="1686306"/>
                </a:moveTo>
                <a:lnTo>
                  <a:pt x="1562100" y="1674114"/>
                </a:lnTo>
                <a:lnTo>
                  <a:pt x="1549908" y="1684782"/>
                </a:lnTo>
                <a:lnTo>
                  <a:pt x="1560576" y="1696974"/>
                </a:lnTo>
                <a:lnTo>
                  <a:pt x="1572768" y="1686306"/>
                </a:lnTo>
                <a:close/>
              </a:path>
              <a:path w="1901189" h="1920239">
                <a:moveTo>
                  <a:pt x="1548384" y="1706879"/>
                </a:moveTo>
                <a:lnTo>
                  <a:pt x="1538478" y="1694688"/>
                </a:lnTo>
                <a:lnTo>
                  <a:pt x="1525524" y="1704594"/>
                </a:lnTo>
                <a:lnTo>
                  <a:pt x="1535430" y="1716786"/>
                </a:lnTo>
                <a:lnTo>
                  <a:pt x="1548384" y="1706879"/>
                </a:lnTo>
                <a:close/>
              </a:path>
              <a:path w="1901189" h="1920239">
                <a:moveTo>
                  <a:pt x="1523238" y="1726691"/>
                </a:moveTo>
                <a:lnTo>
                  <a:pt x="1513332" y="1714500"/>
                </a:lnTo>
                <a:lnTo>
                  <a:pt x="1509522" y="1716786"/>
                </a:lnTo>
                <a:lnTo>
                  <a:pt x="1501140" y="1723644"/>
                </a:lnTo>
                <a:lnTo>
                  <a:pt x="1510284" y="1736598"/>
                </a:lnTo>
                <a:lnTo>
                  <a:pt x="1519428" y="1729739"/>
                </a:lnTo>
                <a:lnTo>
                  <a:pt x="1523238" y="1726691"/>
                </a:lnTo>
                <a:close/>
              </a:path>
              <a:path w="1901189" h="1920239">
                <a:moveTo>
                  <a:pt x="1497330" y="1745741"/>
                </a:moveTo>
                <a:lnTo>
                  <a:pt x="1488186" y="1732788"/>
                </a:lnTo>
                <a:lnTo>
                  <a:pt x="1475232" y="1741932"/>
                </a:lnTo>
                <a:lnTo>
                  <a:pt x="1484376" y="1754886"/>
                </a:lnTo>
                <a:lnTo>
                  <a:pt x="1497330" y="1745741"/>
                </a:lnTo>
                <a:close/>
              </a:path>
              <a:path w="1901189" h="1920239">
                <a:moveTo>
                  <a:pt x="1470660" y="1764029"/>
                </a:moveTo>
                <a:lnTo>
                  <a:pt x="1462278" y="1750314"/>
                </a:lnTo>
                <a:lnTo>
                  <a:pt x="1448562" y="1759458"/>
                </a:lnTo>
                <a:lnTo>
                  <a:pt x="1457706" y="1772412"/>
                </a:lnTo>
                <a:lnTo>
                  <a:pt x="1470660" y="1764029"/>
                </a:lnTo>
                <a:close/>
              </a:path>
              <a:path w="1901189" h="1920239">
                <a:moveTo>
                  <a:pt x="1443990" y="1781556"/>
                </a:moveTo>
                <a:lnTo>
                  <a:pt x="1435608" y="1767839"/>
                </a:lnTo>
                <a:lnTo>
                  <a:pt x="1434846" y="1767839"/>
                </a:lnTo>
                <a:lnTo>
                  <a:pt x="1421892" y="1775459"/>
                </a:lnTo>
                <a:lnTo>
                  <a:pt x="1430274" y="1789176"/>
                </a:lnTo>
                <a:lnTo>
                  <a:pt x="1443990" y="1781556"/>
                </a:lnTo>
                <a:close/>
              </a:path>
              <a:path w="1901189" h="1920239">
                <a:moveTo>
                  <a:pt x="1416558" y="1797558"/>
                </a:moveTo>
                <a:lnTo>
                  <a:pt x="1408176" y="1783841"/>
                </a:lnTo>
                <a:lnTo>
                  <a:pt x="1395984" y="1790700"/>
                </a:lnTo>
                <a:lnTo>
                  <a:pt x="1395222" y="1791462"/>
                </a:lnTo>
                <a:lnTo>
                  <a:pt x="1402080" y="1805177"/>
                </a:lnTo>
                <a:lnTo>
                  <a:pt x="1404366" y="1804415"/>
                </a:lnTo>
                <a:lnTo>
                  <a:pt x="1416558" y="1797558"/>
                </a:lnTo>
                <a:close/>
              </a:path>
              <a:path w="1901189" h="1920239">
                <a:moveTo>
                  <a:pt x="1388364" y="1812798"/>
                </a:moveTo>
                <a:lnTo>
                  <a:pt x="1380744" y="1798320"/>
                </a:lnTo>
                <a:lnTo>
                  <a:pt x="1367028" y="1805939"/>
                </a:lnTo>
                <a:lnTo>
                  <a:pt x="1373886" y="1819656"/>
                </a:lnTo>
                <a:lnTo>
                  <a:pt x="1388364" y="1812798"/>
                </a:lnTo>
                <a:close/>
              </a:path>
              <a:path w="1901189" h="1920239">
                <a:moveTo>
                  <a:pt x="1359408" y="1827276"/>
                </a:moveTo>
                <a:lnTo>
                  <a:pt x="1353312" y="1812798"/>
                </a:lnTo>
                <a:lnTo>
                  <a:pt x="1338834" y="1819656"/>
                </a:lnTo>
                <a:lnTo>
                  <a:pt x="1344930" y="1834134"/>
                </a:lnTo>
                <a:lnTo>
                  <a:pt x="1359408" y="1827276"/>
                </a:lnTo>
                <a:close/>
              </a:path>
              <a:path w="1901189" h="1920239">
                <a:moveTo>
                  <a:pt x="1330452" y="1840230"/>
                </a:moveTo>
                <a:lnTo>
                  <a:pt x="1324356" y="1825752"/>
                </a:lnTo>
                <a:lnTo>
                  <a:pt x="1314450" y="1830324"/>
                </a:lnTo>
                <a:lnTo>
                  <a:pt x="1309878" y="1832610"/>
                </a:lnTo>
                <a:lnTo>
                  <a:pt x="1315974" y="1847088"/>
                </a:lnTo>
                <a:lnTo>
                  <a:pt x="1320546" y="1844802"/>
                </a:lnTo>
                <a:lnTo>
                  <a:pt x="1330452" y="1840230"/>
                </a:lnTo>
                <a:close/>
              </a:path>
              <a:path w="1901189" h="1920239">
                <a:moveTo>
                  <a:pt x="1300734" y="1853184"/>
                </a:moveTo>
                <a:lnTo>
                  <a:pt x="1295400" y="1837944"/>
                </a:lnTo>
                <a:lnTo>
                  <a:pt x="1280160" y="1844039"/>
                </a:lnTo>
                <a:lnTo>
                  <a:pt x="1286256" y="1858518"/>
                </a:lnTo>
                <a:lnTo>
                  <a:pt x="1300734" y="1853184"/>
                </a:lnTo>
                <a:close/>
              </a:path>
              <a:path w="1901189" h="1920239">
                <a:moveTo>
                  <a:pt x="1271016" y="1864614"/>
                </a:moveTo>
                <a:lnTo>
                  <a:pt x="1265682" y="1849374"/>
                </a:lnTo>
                <a:lnTo>
                  <a:pt x="1251204" y="1854708"/>
                </a:lnTo>
                <a:lnTo>
                  <a:pt x="1255776" y="1869948"/>
                </a:lnTo>
                <a:lnTo>
                  <a:pt x="1271016" y="1864614"/>
                </a:lnTo>
                <a:close/>
              </a:path>
              <a:path w="1901189" h="1920239">
                <a:moveTo>
                  <a:pt x="1241298" y="1874520"/>
                </a:moveTo>
                <a:lnTo>
                  <a:pt x="1235964" y="1860041"/>
                </a:lnTo>
                <a:lnTo>
                  <a:pt x="1220724" y="1864614"/>
                </a:lnTo>
                <a:lnTo>
                  <a:pt x="1225296" y="1879853"/>
                </a:lnTo>
                <a:lnTo>
                  <a:pt x="1233678" y="1877568"/>
                </a:lnTo>
                <a:lnTo>
                  <a:pt x="1241298" y="1874520"/>
                </a:lnTo>
                <a:close/>
              </a:path>
              <a:path w="1901189" h="1920239">
                <a:moveTo>
                  <a:pt x="1210056" y="1883664"/>
                </a:moveTo>
                <a:lnTo>
                  <a:pt x="1205484" y="1868424"/>
                </a:lnTo>
                <a:lnTo>
                  <a:pt x="1190244" y="1872996"/>
                </a:lnTo>
                <a:lnTo>
                  <a:pt x="1194816" y="1888236"/>
                </a:lnTo>
                <a:lnTo>
                  <a:pt x="1210056" y="1883664"/>
                </a:lnTo>
                <a:close/>
              </a:path>
              <a:path w="1901189" h="1920239">
                <a:moveTo>
                  <a:pt x="1179576" y="1892046"/>
                </a:moveTo>
                <a:lnTo>
                  <a:pt x="1175766" y="1876806"/>
                </a:lnTo>
                <a:lnTo>
                  <a:pt x="1159764" y="1880615"/>
                </a:lnTo>
                <a:lnTo>
                  <a:pt x="1163574" y="1895856"/>
                </a:lnTo>
                <a:lnTo>
                  <a:pt x="1179576" y="1892046"/>
                </a:lnTo>
                <a:close/>
              </a:path>
              <a:path w="1901189" h="1920239">
                <a:moveTo>
                  <a:pt x="1148334" y="1899665"/>
                </a:moveTo>
                <a:lnTo>
                  <a:pt x="1144524" y="1884426"/>
                </a:lnTo>
                <a:lnTo>
                  <a:pt x="1139190" y="1885188"/>
                </a:lnTo>
                <a:lnTo>
                  <a:pt x="1129284" y="1887474"/>
                </a:lnTo>
                <a:lnTo>
                  <a:pt x="1132332" y="1902714"/>
                </a:lnTo>
                <a:lnTo>
                  <a:pt x="1142238" y="1901189"/>
                </a:lnTo>
                <a:lnTo>
                  <a:pt x="1148334" y="1899665"/>
                </a:lnTo>
                <a:close/>
              </a:path>
              <a:path w="1901189" h="1920239">
                <a:moveTo>
                  <a:pt x="1116330" y="1905762"/>
                </a:moveTo>
                <a:lnTo>
                  <a:pt x="1114044" y="1889760"/>
                </a:lnTo>
                <a:lnTo>
                  <a:pt x="1098042" y="1892808"/>
                </a:lnTo>
                <a:lnTo>
                  <a:pt x="1101090" y="1908810"/>
                </a:lnTo>
                <a:lnTo>
                  <a:pt x="1116330" y="1905762"/>
                </a:lnTo>
                <a:close/>
              </a:path>
              <a:path w="1901189" h="1920239">
                <a:moveTo>
                  <a:pt x="1085088" y="1911096"/>
                </a:moveTo>
                <a:lnTo>
                  <a:pt x="1082802" y="1895094"/>
                </a:lnTo>
                <a:lnTo>
                  <a:pt x="1067562" y="1897380"/>
                </a:lnTo>
                <a:lnTo>
                  <a:pt x="1069086" y="1912620"/>
                </a:lnTo>
                <a:lnTo>
                  <a:pt x="1085088" y="1911096"/>
                </a:lnTo>
                <a:close/>
              </a:path>
              <a:path w="1901189" h="1920239">
                <a:moveTo>
                  <a:pt x="1053846" y="1914906"/>
                </a:moveTo>
                <a:lnTo>
                  <a:pt x="1051560" y="1898903"/>
                </a:lnTo>
                <a:lnTo>
                  <a:pt x="1046226" y="1899665"/>
                </a:lnTo>
                <a:lnTo>
                  <a:pt x="1036320" y="1900427"/>
                </a:lnTo>
                <a:lnTo>
                  <a:pt x="1037082" y="1916430"/>
                </a:lnTo>
                <a:lnTo>
                  <a:pt x="1047750" y="1915668"/>
                </a:lnTo>
                <a:lnTo>
                  <a:pt x="1053846" y="1914906"/>
                </a:lnTo>
                <a:close/>
              </a:path>
              <a:path w="1901189" h="1920239">
                <a:moveTo>
                  <a:pt x="1021080" y="1917953"/>
                </a:moveTo>
                <a:lnTo>
                  <a:pt x="1020318" y="1901952"/>
                </a:lnTo>
                <a:lnTo>
                  <a:pt x="1004316" y="1902714"/>
                </a:lnTo>
                <a:lnTo>
                  <a:pt x="1005840" y="1918715"/>
                </a:lnTo>
                <a:lnTo>
                  <a:pt x="1021080" y="1917953"/>
                </a:lnTo>
                <a:close/>
              </a:path>
              <a:path w="1901189" h="1920239">
                <a:moveTo>
                  <a:pt x="989076" y="1919477"/>
                </a:moveTo>
                <a:lnTo>
                  <a:pt x="989076" y="1903476"/>
                </a:lnTo>
                <a:lnTo>
                  <a:pt x="973074" y="1904238"/>
                </a:lnTo>
                <a:lnTo>
                  <a:pt x="973836" y="1920239"/>
                </a:lnTo>
                <a:lnTo>
                  <a:pt x="989076" y="1919477"/>
                </a:lnTo>
                <a:close/>
              </a:path>
              <a:path w="1901189" h="1920239">
                <a:moveTo>
                  <a:pt x="957834" y="1920239"/>
                </a:moveTo>
                <a:lnTo>
                  <a:pt x="957072" y="1904238"/>
                </a:lnTo>
                <a:lnTo>
                  <a:pt x="950214" y="1905000"/>
                </a:lnTo>
                <a:lnTo>
                  <a:pt x="941832" y="1904238"/>
                </a:lnTo>
                <a:lnTo>
                  <a:pt x="941070" y="1920239"/>
                </a:lnTo>
                <a:lnTo>
                  <a:pt x="957834" y="1920239"/>
                </a:lnTo>
                <a:close/>
              </a:path>
              <a:path w="1901189" h="1920239">
                <a:moveTo>
                  <a:pt x="925830" y="1920239"/>
                </a:moveTo>
                <a:lnTo>
                  <a:pt x="925830" y="1904238"/>
                </a:lnTo>
                <a:lnTo>
                  <a:pt x="909828" y="1903476"/>
                </a:lnTo>
                <a:lnTo>
                  <a:pt x="909828" y="1919477"/>
                </a:lnTo>
                <a:lnTo>
                  <a:pt x="925830" y="1920239"/>
                </a:lnTo>
                <a:close/>
              </a:path>
              <a:path w="1901189" h="1920239">
                <a:moveTo>
                  <a:pt x="894588" y="1902714"/>
                </a:moveTo>
                <a:lnTo>
                  <a:pt x="878586" y="1901952"/>
                </a:lnTo>
                <a:lnTo>
                  <a:pt x="877824" y="1917191"/>
                </a:lnTo>
                <a:lnTo>
                  <a:pt x="893064" y="1918715"/>
                </a:lnTo>
                <a:lnTo>
                  <a:pt x="894588" y="1902714"/>
                </a:lnTo>
                <a:close/>
              </a:path>
              <a:path w="1901189" h="1920239">
                <a:moveTo>
                  <a:pt x="862584" y="1900427"/>
                </a:moveTo>
                <a:lnTo>
                  <a:pt x="847344" y="1898903"/>
                </a:lnTo>
                <a:lnTo>
                  <a:pt x="845820" y="1914906"/>
                </a:lnTo>
                <a:lnTo>
                  <a:pt x="853440" y="1915668"/>
                </a:lnTo>
                <a:lnTo>
                  <a:pt x="861822" y="1916430"/>
                </a:lnTo>
                <a:lnTo>
                  <a:pt x="862584" y="1900427"/>
                </a:lnTo>
                <a:close/>
              </a:path>
              <a:path w="1901189" h="1920239">
                <a:moveTo>
                  <a:pt x="832104" y="1896618"/>
                </a:moveTo>
                <a:lnTo>
                  <a:pt x="816102" y="1895094"/>
                </a:lnTo>
                <a:lnTo>
                  <a:pt x="813816" y="1910334"/>
                </a:lnTo>
                <a:lnTo>
                  <a:pt x="829818" y="1912620"/>
                </a:lnTo>
                <a:lnTo>
                  <a:pt x="832104" y="1896618"/>
                </a:lnTo>
                <a:close/>
              </a:path>
              <a:path w="1901189" h="1920239">
                <a:moveTo>
                  <a:pt x="800862" y="1892808"/>
                </a:moveTo>
                <a:lnTo>
                  <a:pt x="784860" y="1889760"/>
                </a:lnTo>
                <a:lnTo>
                  <a:pt x="782574" y="1905000"/>
                </a:lnTo>
                <a:lnTo>
                  <a:pt x="797814" y="1908048"/>
                </a:lnTo>
                <a:lnTo>
                  <a:pt x="800862" y="1892808"/>
                </a:lnTo>
                <a:close/>
              </a:path>
              <a:path w="1901189" h="1920239">
                <a:moveTo>
                  <a:pt x="769620" y="1886712"/>
                </a:moveTo>
                <a:lnTo>
                  <a:pt x="754380" y="1883664"/>
                </a:lnTo>
                <a:lnTo>
                  <a:pt x="750570" y="1898903"/>
                </a:lnTo>
                <a:lnTo>
                  <a:pt x="758952" y="1901189"/>
                </a:lnTo>
                <a:lnTo>
                  <a:pt x="766572" y="1902714"/>
                </a:lnTo>
                <a:lnTo>
                  <a:pt x="769620" y="1886712"/>
                </a:lnTo>
                <a:close/>
              </a:path>
              <a:path w="1901189" h="1920239">
                <a:moveTo>
                  <a:pt x="739140" y="1879853"/>
                </a:moveTo>
                <a:lnTo>
                  <a:pt x="723138" y="1876806"/>
                </a:lnTo>
                <a:lnTo>
                  <a:pt x="720090" y="1892046"/>
                </a:lnTo>
                <a:lnTo>
                  <a:pt x="735330" y="1895856"/>
                </a:lnTo>
                <a:lnTo>
                  <a:pt x="739140" y="1879853"/>
                </a:lnTo>
                <a:close/>
              </a:path>
              <a:path w="1901189" h="1920239">
                <a:moveTo>
                  <a:pt x="708660" y="1872234"/>
                </a:moveTo>
                <a:lnTo>
                  <a:pt x="693420" y="1868424"/>
                </a:lnTo>
                <a:lnTo>
                  <a:pt x="688848" y="1883664"/>
                </a:lnTo>
                <a:lnTo>
                  <a:pt x="704088" y="1887474"/>
                </a:lnTo>
                <a:lnTo>
                  <a:pt x="708660" y="1872234"/>
                </a:lnTo>
                <a:close/>
              </a:path>
              <a:path w="1901189" h="1920239">
                <a:moveTo>
                  <a:pt x="678180" y="1863852"/>
                </a:moveTo>
                <a:lnTo>
                  <a:pt x="672084" y="1862327"/>
                </a:lnTo>
                <a:lnTo>
                  <a:pt x="662940" y="1859280"/>
                </a:lnTo>
                <a:lnTo>
                  <a:pt x="658368" y="1873758"/>
                </a:lnTo>
                <a:lnTo>
                  <a:pt x="668274" y="1877568"/>
                </a:lnTo>
                <a:lnTo>
                  <a:pt x="673608" y="1879091"/>
                </a:lnTo>
                <a:lnTo>
                  <a:pt x="678180" y="1863852"/>
                </a:lnTo>
                <a:close/>
              </a:path>
              <a:path w="1901189" h="1920239">
                <a:moveTo>
                  <a:pt x="648462" y="1853946"/>
                </a:moveTo>
                <a:lnTo>
                  <a:pt x="633222" y="1848612"/>
                </a:lnTo>
                <a:lnTo>
                  <a:pt x="627888" y="1863852"/>
                </a:lnTo>
                <a:lnTo>
                  <a:pt x="643128" y="1869186"/>
                </a:lnTo>
                <a:lnTo>
                  <a:pt x="648462" y="1853946"/>
                </a:lnTo>
                <a:close/>
              </a:path>
              <a:path w="1901189" h="1920239">
                <a:moveTo>
                  <a:pt x="618744" y="1843277"/>
                </a:moveTo>
                <a:lnTo>
                  <a:pt x="604266" y="1837182"/>
                </a:lnTo>
                <a:lnTo>
                  <a:pt x="598170" y="1852422"/>
                </a:lnTo>
                <a:lnTo>
                  <a:pt x="612648" y="1857756"/>
                </a:lnTo>
                <a:lnTo>
                  <a:pt x="618744" y="1843277"/>
                </a:lnTo>
                <a:close/>
              </a:path>
              <a:path w="1901189" h="1920239">
                <a:moveTo>
                  <a:pt x="589026" y="1831086"/>
                </a:moveTo>
                <a:lnTo>
                  <a:pt x="586740" y="1830324"/>
                </a:lnTo>
                <a:lnTo>
                  <a:pt x="575310" y="1824989"/>
                </a:lnTo>
                <a:lnTo>
                  <a:pt x="568452" y="1839468"/>
                </a:lnTo>
                <a:lnTo>
                  <a:pt x="580644" y="1844802"/>
                </a:lnTo>
                <a:lnTo>
                  <a:pt x="583692" y="1846326"/>
                </a:lnTo>
                <a:lnTo>
                  <a:pt x="589026" y="1831086"/>
                </a:lnTo>
                <a:close/>
              </a:path>
              <a:path w="1901189" h="1920239">
                <a:moveTo>
                  <a:pt x="560832" y="1818894"/>
                </a:moveTo>
                <a:lnTo>
                  <a:pt x="546354" y="1812036"/>
                </a:lnTo>
                <a:lnTo>
                  <a:pt x="539496" y="1826514"/>
                </a:lnTo>
                <a:lnTo>
                  <a:pt x="553974" y="1833372"/>
                </a:lnTo>
                <a:lnTo>
                  <a:pt x="560832" y="1818894"/>
                </a:lnTo>
                <a:close/>
              </a:path>
              <a:path w="1901189" h="1920239">
                <a:moveTo>
                  <a:pt x="532638" y="1805177"/>
                </a:moveTo>
                <a:lnTo>
                  <a:pt x="518160" y="1797558"/>
                </a:lnTo>
                <a:lnTo>
                  <a:pt x="511302" y="1812036"/>
                </a:lnTo>
                <a:lnTo>
                  <a:pt x="525018" y="1818894"/>
                </a:lnTo>
                <a:lnTo>
                  <a:pt x="532638" y="1805177"/>
                </a:lnTo>
                <a:close/>
              </a:path>
              <a:path w="1901189" h="1920239">
                <a:moveTo>
                  <a:pt x="504444" y="1790700"/>
                </a:moveTo>
                <a:lnTo>
                  <a:pt x="490728" y="1782318"/>
                </a:lnTo>
                <a:lnTo>
                  <a:pt x="483108" y="1796034"/>
                </a:lnTo>
                <a:lnTo>
                  <a:pt x="496824" y="1804415"/>
                </a:lnTo>
                <a:lnTo>
                  <a:pt x="504444" y="1790700"/>
                </a:lnTo>
                <a:close/>
              </a:path>
              <a:path w="1901189" h="1920239">
                <a:moveTo>
                  <a:pt x="477012" y="1774698"/>
                </a:moveTo>
                <a:lnTo>
                  <a:pt x="465582" y="1767839"/>
                </a:lnTo>
                <a:lnTo>
                  <a:pt x="464058" y="1766315"/>
                </a:lnTo>
                <a:lnTo>
                  <a:pt x="454914" y="1780032"/>
                </a:lnTo>
                <a:lnTo>
                  <a:pt x="457962" y="1781556"/>
                </a:lnTo>
                <a:lnTo>
                  <a:pt x="469392" y="1788414"/>
                </a:lnTo>
                <a:lnTo>
                  <a:pt x="477012" y="1774698"/>
                </a:lnTo>
                <a:close/>
              </a:path>
              <a:path w="1901189" h="1920239">
                <a:moveTo>
                  <a:pt x="450342" y="1757934"/>
                </a:moveTo>
                <a:lnTo>
                  <a:pt x="437388" y="1749552"/>
                </a:lnTo>
                <a:lnTo>
                  <a:pt x="428244" y="1762506"/>
                </a:lnTo>
                <a:lnTo>
                  <a:pt x="441960" y="1771650"/>
                </a:lnTo>
                <a:lnTo>
                  <a:pt x="450342" y="1757934"/>
                </a:lnTo>
                <a:close/>
              </a:path>
              <a:path w="1901189" h="1920239">
                <a:moveTo>
                  <a:pt x="424434" y="1741170"/>
                </a:moveTo>
                <a:lnTo>
                  <a:pt x="411480" y="1731264"/>
                </a:lnTo>
                <a:lnTo>
                  <a:pt x="402336" y="1744218"/>
                </a:lnTo>
                <a:lnTo>
                  <a:pt x="415290" y="1753362"/>
                </a:lnTo>
                <a:lnTo>
                  <a:pt x="424434" y="1741170"/>
                </a:lnTo>
                <a:close/>
              </a:path>
              <a:path w="1901189" h="1920239">
                <a:moveTo>
                  <a:pt x="398526" y="1722120"/>
                </a:moveTo>
                <a:lnTo>
                  <a:pt x="390906" y="1716786"/>
                </a:lnTo>
                <a:lnTo>
                  <a:pt x="386334" y="1712976"/>
                </a:lnTo>
                <a:lnTo>
                  <a:pt x="376428" y="1725168"/>
                </a:lnTo>
                <a:lnTo>
                  <a:pt x="381762" y="1729739"/>
                </a:lnTo>
                <a:lnTo>
                  <a:pt x="389382" y="1735074"/>
                </a:lnTo>
                <a:lnTo>
                  <a:pt x="398526" y="1722120"/>
                </a:lnTo>
                <a:close/>
              </a:path>
              <a:path w="1901189" h="1920239">
                <a:moveTo>
                  <a:pt x="373380" y="1703070"/>
                </a:moveTo>
                <a:lnTo>
                  <a:pt x="361188" y="1693164"/>
                </a:lnTo>
                <a:lnTo>
                  <a:pt x="351282" y="1705356"/>
                </a:lnTo>
                <a:lnTo>
                  <a:pt x="363474" y="1715262"/>
                </a:lnTo>
                <a:lnTo>
                  <a:pt x="373380" y="1703070"/>
                </a:lnTo>
                <a:close/>
              </a:path>
              <a:path w="1901189" h="1920239">
                <a:moveTo>
                  <a:pt x="348996" y="1683258"/>
                </a:moveTo>
                <a:lnTo>
                  <a:pt x="337566" y="1672589"/>
                </a:lnTo>
                <a:lnTo>
                  <a:pt x="326898" y="1684782"/>
                </a:lnTo>
                <a:lnTo>
                  <a:pt x="339090" y="1695450"/>
                </a:lnTo>
                <a:lnTo>
                  <a:pt x="348996" y="1683258"/>
                </a:lnTo>
                <a:close/>
              </a:path>
              <a:path w="1901189" h="1920239">
                <a:moveTo>
                  <a:pt x="325374" y="1662684"/>
                </a:moveTo>
                <a:lnTo>
                  <a:pt x="321564" y="1658874"/>
                </a:lnTo>
                <a:lnTo>
                  <a:pt x="313944" y="1652015"/>
                </a:lnTo>
                <a:lnTo>
                  <a:pt x="303276" y="1663445"/>
                </a:lnTo>
                <a:lnTo>
                  <a:pt x="311658" y="1671065"/>
                </a:lnTo>
                <a:lnTo>
                  <a:pt x="314706" y="1674114"/>
                </a:lnTo>
                <a:lnTo>
                  <a:pt x="325374" y="1662684"/>
                </a:lnTo>
                <a:close/>
              </a:path>
              <a:path w="1901189" h="1920239">
                <a:moveTo>
                  <a:pt x="302514" y="1640586"/>
                </a:moveTo>
                <a:lnTo>
                  <a:pt x="291084" y="1629918"/>
                </a:lnTo>
                <a:lnTo>
                  <a:pt x="280416" y="1641348"/>
                </a:lnTo>
                <a:lnTo>
                  <a:pt x="291846" y="1652015"/>
                </a:lnTo>
                <a:lnTo>
                  <a:pt x="302514" y="1640586"/>
                </a:lnTo>
                <a:close/>
              </a:path>
              <a:path w="1901189" h="1920239">
                <a:moveTo>
                  <a:pt x="280416" y="1618488"/>
                </a:moveTo>
                <a:lnTo>
                  <a:pt x="269748" y="1607058"/>
                </a:lnTo>
                <a:lnTo>
                  <a:pt x="258318" y="1617726"/>
                </a:lnTo>
                <a:lnTo>
                  <a:pt x="268986" y="1629156"/>
                </a:lnTo>
                <a:lnTo>
                  <a:pt x="280416" y="1618488"/>
                </a:lnTo>
                <a:close/>
              </a:path>
              <a:path w="1901189" h="1920239">
                <a:moveTo>
                  <a:pt x="259080" y="1595628"/>
                </a:moveTo>
                <a:lnTo>
                  <a:pt x="258318" y="1594866"/>
                </a:lnTo>
                <a:lnTo>
                  <a:pt x="248412" y="1583436"/>
                </a:lnTo>
                <a:lnTo>
                  <a:pt x="236220" y="1594104"/>
                </a:lnTo>
                <a:lnTo>
                  <a:pt x="246888" y="1606295"/>
                </a:lnTo>
                <a:lnTo>
                  <a:pt x="259080" y="1595628"/>
                </a:lnTo>
                <a:close/>
              </a:path>
              <a:path w="1901189" h="1920239">
                <a:moveTo>
                  <a:pt x="238506" y="1572006"/>
                </a:moveTo>
                <a:lnTo>
                  <a:pt x="228600" y="1560576"/>
                </a:lnTo>
                <a:lnTo>
                  <a:pt x="228600" y="1559814"/>
                </a:lnTo>
                <a:lnTo>
                  <a:pt x="215646" y="1569720"/>
                </a:lnTo>
                <a:lnTo>
                  <a:pt x="217170" y="1571244"/>
                </a:lnTo>
                <a:lnTo>
                  <a:pt x="226314" y="1581912"/>
                </a:lnTo>
                <a:lnTo>
                  <a:pt x="238506" y="1572006"/>
                </a:lnTo>
                <a:close/>
              </a:path>
              <a:path w="1901189" h="1920239">
                <a:moveTo>
                  <a:pt x="218694" y="1547622"/>
                </a:moveTo>
                <a:lnTo>
                  <a:pt x="208788" y="1534668"/>
                </a:lnTo>
                <a:lnTo>
                  <a:pt x="196596" y="1544574"/>
                </a:lnTo>
                <a:lnTo>
                  <a:pt x="205740" y="1556766"/>
                </a:lnTo>
                <a:lnTo>
                  <a:pt x="218694" y="1547622"/>
                </a:lnTo>
                <a:close/>
              </a:path>
              <a:path w="1901189" h="1920239">
                <a:moveTo>
                  <a:pt x="199644" y="1522476"/>
                </a:moveTo>
                <a:lnTo>
                  <a:pt x="190500" y="1509522"/>
                </a:lnTo>
                <a:lnTo>
                  <a:pt x="177546" y="1518666"/>
                </a:lnTo>
                <a:lnTo>
                  <a:pt x="186690" y="1531620"/>
                </a:lnTo>
                <a:lnTo>
                  <a:pt x="199644" y="1522476"/>
                </a:lnTo>
                <a:close/>
              </a:path>
              <a:path w="1901189" h="1920239">
                <a:moveTo>
                  <a:pt x="181356" y="1496568"/>
                </a:moveTo>
                <a:lnTo>
                  <a:pt x="175260" y="1488186"/>
                </a:lnTo>
                <a:lnTo>
                  <a:pt x="172212" y="1483614"/>
                </a:lnTo>
                <a:lnTo>
                  <a:pt x="159258" y="1491995"/>
                </a:lnTo>
                <a:lnTo>
                  <a:pt x="162306" y="1497330"/>
                </a:lnTo>
                <a:lnTo>
                  <a:pt x="168402" y="1505712"/>
                </a:lnTo>
                <a:lnTo>
                  <a:pt x="181356" y="1496568"/>
                </a:lnTo>
                <a:close/>
              </a:path>
              <a:path w="1901189" h="1920239">
                <a:moveTo>
                  <a:pt x="163830" y="1470660"/>
                </a:moveTo>
                <a:lnTo>
                  <a:pt x="155448" y="1456944"/>
                </a:lnTo>
                <a:lnTo>
                  <a:pt x="141732" y="1465326"/>
                </a:lnTo>
                <a:lnTo>
                  <a:pt x="150876" y="1479042"/>
                </a:lnTo>
                <a:lnTo>
                  <a:pt x="163830" y="1470660"/>
                </a:lnTo>
                <a:close/>
              </a:path>
              <a:path w="1901189" h="1920239">
                <a:moveTo>
                  <a:pt x="147066" y="1443990"/>
                </a:moveTo>
                <a:lnTo>
                  <a:pt x="139446" y="1429512"/>
                </a:lnTo>
                <a:lnTo>
                  <a:pt x="125730" y="1437894"/>
                </a:lnTo>
                <a:lnTo>
                  <a:pt x="133350" y="1451610"/>
                </a:lnTo>
                <a:lnTo>
                  <a:pt x="147066" y="1443990"/>
                </a:lnTo>
                <a:close/>
              </a:path>
              <a:path w="1901189" h="1920239">
                <a:moveTo>
                  <a:pt x="131826" y="1415796"/>
                </a:moveTo>
                <a:lnTo>
                  <a:pt x="128016" y="1410462"/>
                </a:lnTo>
                <a:lnTo>
                  <a:pt x="124206" y="1402080"/>
                </a:lnTo>
                <a:lnTo>
                  <a:pt x="110490" y="1409700"/>
                </a:lnTo>
                <a:lnTo>
                  <a:pt x="114300" y="1418082"/>
                </a:lnTo>
                <a:lnTo>
                  <a:pt x="118110" y="1424178"/>
                </a:lnTo>
                <a:lnTo>
                  <a:pt x="131826" y="1415796"/>
                </a:lnTo>
                <a:close/>
              </a:path>
              <a:path w="1901189" h="1920239">
                <a:moveTo>
                  <a:pt x="117348" y="1388364"/>
                </a:moveTo>
                <a:lnTo>
                  <a:pt x="109728" y="1373886"/>
                </a:lnTo>
                <a:lnTo>
                  <a:pt x="96012" y="1381506"/>
                </a:lnTo>
                <a:lnTo>
                  <a:pt x="102870" y="1395222"/>
                </a:lnTo>
                <a:lnTo>
                  <a:pt x="117348" y="1388364"/>
                </a:lnTo>
                <a:close/>
              </a:path>
              <a:path w="1901189" h="1920239">
                <a:moveTo>
                  <a:pt x="103632" y="1360170"/>
                </a:moveTo>
                <a:lnTo>
                  <a:pt x="96774" y="1345692"/>
                </a:lnTo>
                <a:lnTo>
                  <a:pt x="82296" y="1351788"/>
                </a:lnTo>
                <a:lnTo>
                  <a:pt x="89154" y="1366266"/>
                </a:lnTo>
                <a:lnTo>
                  <a:pt x="103632" y="1360170"/>
                </a:lnTo>
                <a:close/>
              </a:path>
              <a:path w="1901189" h="1920239">
                <a:moveTo>
                  <a:pt x="90678" y="1331214"/>
                </a:moveTo>
                <a:lnTo>
                  <a:pt x="89154" y="1327404"/>
                </a:lnTo>
                <a:lnTo>
                  <a:pt x="84582" y="1316736"/>
                </a:lnTo>
                <a:lnTo>
                  <a:pt x="70104" y="1322832"/>
                </a:lnTo>
                <a:lnTo>
                  <a:pt x="74676" y="1334262"/>
                </a:lnTo>
                <a:lnTo>
                  <a:pt x="76200" y="1337310"/>
                </a:lnTo>
                <a:lnTo>
                  <a:pt x="90678" y="1331214"/>
                </a:lnTo>
                <a:close/>
              </a:path>
              <a:path w="1901189" h="1920239">
                <a:moveTo>
                  <a:pt x="79248" y="1302258"/>
                </a:moveTo>
                <a:lnTo>
                  <a:pt x="73152" y="1287018"/>
                </a:lnTo>
                <a:lnTo>
                  <a:pt x="58674" y="1293114"/>
                </a:lnTo>
                <a:lnTo>
                  <a:pt x="64008" y="1307592"/>
                </a:lnTo>
                <a:lnTo>
                  <a:pt x="79248" y="1302258"/>
                </a:lnTo>
                <a:close/>
              </a:path>
              <a:path w="1901189" h="1920239">
                <a:moveTo>
                  <a:pt x="67818" y="1272540"/>
                </a:moveTo>
                <a:lnTo>
                  <a:pt x="63246" y="1257300"/>
                </a:lnTo>
                <a:lnTo>
                  <a:pt x="48006" y="1262634"/>
                </a:lnTo>
                <a:lnTo>
                  <a:pt x="53340" y="1277874"/>
                </a:lnTo>
                <a:lnTo>
                  <a:pt x="67818" y="1272540"/>
                </a:lnTo>
                <a:close/>
              </a:path>
              <a:path w="1901189" h="1920239">
                <a:moveTo>
                  <a:pt x="57912" y="1242060"/>
                </a:moveTo>
                <a:lnTo>
                  <a:pt x="57150" y="1240536"/>
                </a:lnTo>
                <a:lnTo>
                  <a:pt x="54102" y="1227582"/>
                </a:lnTo>
                <a:lnTo>
                  <a:pt x="38862" y="1232154"/>
                </a:lnTo>
                <a:lnTo>
                  <a:pt x="42672" y="1245870"/>
                </a:lnTo>
                <a:lnTo>
                  <a:pt x="42672" y="1247394"/>
                </a:lnTo>
                <a:lnTo>
                  <a:pt x="57912" y="1242060"/>
                </a:lnTo>
                <a:close/>
              </a:path>
              <a:path w="1901189" h="1920239">
                <a:moveTo>
                  <a:pt x="49530" y="1212342"/>
                </a:moveTo>
                <a:lnTo>
                  <a:pt x="44958" y="1197102"/>
                </a:lnTo>
                <a:lnTo>
                  <a:pt x="29718" y="1200912"/>
                </a:lnTo>
                <a:lnTo>
                  <a:pt x="34290" y="1216914"/>
                </a:lnTo>
                <a:lnTo>
                  <a:pt x="49530" y="1212342"/>
                </a:lnTo>
                <a:close/>
              </a:path>
              <a:path w="1901189" h="1920239">
                <a:moveTo>
                  <a:pt x="41910" y="1181862"/>
                </a:moveTo>
                <a:lnTo>
                  <a:pt x="38100" y="1166622"/>
                </a:lnTo>
                <a:lnTo>
                  <a:pt x="22860" y="1169670"/>
                </a:lnTo>
                <a:lnTo>
                  <a:pt x="25908" y="1185672"/>
                </a:lnTo>
                <a:lnTo>
                  <a:pt x="41910" y="1181862"/>
                </a:lnTo>
                <a:close/>
              </a:path>
              <a:path w="1901189" h="1920239">
                <a:moveTo>
                  <a:pt x="34290" y="1150620"/>
                </a:moveTo>
                <a:lnTo>
                  <a:pt x="32004" y="1135380"/>
                </a:lnTo>
                <a:lnTo>
                  <a:pt x="16002" y="1138428"/>
                </a:lnTo>
                <a:lnTo>
                  <a:pt x="19050" y="1153668"/>
                </a:lnTo>
                <a:lnTo>
                  <a:pt x="19050" y="1154430"/>
                </a:lnTo>
                <a:lnTo>
                  <a:pt x="34290" y="1150620"/>
                </a:lnTo>
                <a:close/>
              </a:path>
              <a:path w="1901189" h="1920239">
                <a:moveTo>
                  <a:pt x="28956" y="1120140"/>
                </a:moveTo>
                <a:lnTo>
                  <a:pt x="26670" y="1104138"/>
                </a:lnTo>
                <a:lnTo>
                  <a:pt x="10668" y="1107186"/>
                </a:lnTo>
                <a:lnTo>
                  <a:pt x="13716" y="1123188"/>
                </a:lnTo>
                <a:lnTo>
                  <a:pt x="28956" y="1120140"/>
                </a:lnTo>
                <a:close/>
              </a:path>
              <a:path w="1901189" h="1920239">
                <a:moveTo>
                  <a:pt x="24384" y="1088898"/>
                </a:moveTo>
                <a:lnTo>
                  <a:pt x="22098" y="1073658"/>
                </a:lnTo>
                <a:lnTo>
                  <a:pt x="6858" y="1075182"/>
                </a:lnTo>
                <a:lnTo>
                  <a:pt x="8382" y="1091184"/>
                </a:lnTo>
                <a:lnTo>
                  <a:pt x="24384" y="1088898"/>
                </a:lnTo>
                <a:close/>
              </a:path>
              <a:path w="1901189" h="1920239">
                <a:moveTo>
                  <a:pt x="20574" y="1057656"/>
                </a:moveTo>
                <a:lnTo>
                  <a:pt x="20574" y="1056132"/>
                </a:lnTo>
                <a:lnTo>
                  <a:pt x="19050" y="1042416"/>
                </a:lnTo>
                <a:lnTo>
                  <a:pt x="3810" y="1043178"/>
                </a:lnTo>
                <a:lnTo>
                  <a:pt x="4572" y="1058418"/>
                </a:lnTo>
                <a:lnTo>
                  <a:pt x="4572" y="1059180"/>
                </a:lnTo>
                <a:lnTo>
                  <a:pt x="20574" y="1057656"/>
                </a:lnTo>
                <a:close/>
              </a:path>
              <a:path w="1901189" h="1920239">
                <a:moveTo>
                  <a:pt x="18288" y="1026413"/>
                </a:moveTo>
                <a:lnTo>
                  <a:pt x="16764" y="1010412"/>
                </a:lnTo>
                <a:lnTo>
                  <a:pt x="762" y="1011936"/>
                </a:lnTo>
                <a:lnTo>
                  <a:pt x="2286" y="1027176"/>
                </a:lnTo>
                <a:lnTo>
                  <a:pt x="18288" y="10264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1" name="object 26">
            <a:extLst>
              <a:ext uri="{FF2B5EF4-FFF2-40B4-BE49-F238E27FC236}">
                <a16:creationId xmlns:a16="http://schemas.microsoft.com/office/drawing/2014/main" id="{661F6CDA-9055-4F57-ABAB-F5D7A203548C}"/>
              </a:ext>
            </a:extLst>
          </p:cNvPr>
          <p:cNvSpPr/>
          <p:nvPr/>
        </p:nvSpPr>
        <p:spPr>
          <a:xfrm>
            <a:off x="2109326" y="3465666"/>
            <a:ext cx="115645" cy="115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3" name="object 27">
            <a:extLst>
              <a:ext uri="{FF2B5EF4-FFF2-40B4-BE49-F238E27FC236}">
                <a16:creationId xmlns:a16="http://schemas.microsoft.com/office/drawing/2014/main" id="{0B61BC23-1FC3-4F36-83B3-6AD116A9BB21}"/>
              </a:ext>
            </a:extLst>
          </p:cNvPr>
          <p:cNvSpPr/>
          <p:nvPr/>
        </p:nvSpPr>
        <p:spPr>
          <a:xfrm>
            <a:off x="4372915" y="3443255"/>
            <a:ext cx="115645" cy="1156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5" name="object 28">
            <a:extLst>
              <a:ext uri="{FF2B5EF4-FFF2-40B4-BE49-F238E27FC236}">
                <a16:creationId xmlns:a16="http://schemas.microsoft.com/office/drawing/2014/main" id="{55BF8B02-FE54-4CE1-9DA1-078EDC249F55}"/>
              </a:ext>
            </a:extLst>
          </p:cNvPr>
          <p:cNvSpPr/>
          <p:nvPr/>
        </p:nvSpPr>
        <p:spPr>
          <a:xfrm>
            <a:off x="7887978" y="2371077"/>
            <a:ext cx="89647" cy="2435412"/>
          </a:xfrm>
          <a:custGeom>
            <a:avLst/>
            <a:gdLst/>
            <a:ahLst/>
            <a:cxnLst/>
            <a:rect l="l" t="t" r="r" b="b"/>
            <a:pathLst>
              <a:path w="76200" h="20701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25146" y="76200"/>
                </a:lnTo>
                <a:lnTo>
                  <a:pt x="25146" y="63246"/>
                </a:lnTo>
                <a:lnTo>
                  <a:pt x="51053" y="63246"/>
                </a:lnTo>
                <a:lnTo>
                  <a:pt x="51053" y="76200"/>
                </a:lnTo>
                <a:lnTo>
                  <a:pt x="76200" y="76200"/>
                </a:lnTo>
                <a:close/>
              </a:path>
              <a:path w="76200" h="2070100">
                <a:moveTo>
                  <a:pt x="51053" y="76200"/>
                </a:moveTo>
                <a:lnTo>
                  <a:pt x="51053" y="63246"/>
                </a:lnTo>
                <a:lnTo>
                  <a:pt x="25146" y="63246"/>
                </a:lnTo>
                <a:lnTo>
                  <a:pt x="25146" y="76200"/>
                </a:lnTo>
                <a:lnTo>
                  <a:pt x="51053" y="76200"/>
                </a:lnTo>
                <a:close/>
              </a:path>
              <a:path w="76200" h="2070100">
                <a:moveTo>
                  <a:pt x="51053" y="2069591"/>
                </a:moveTo>
                <a:lnTo>
                  <a:pt x="51053" y="76200"/>
                </a:lnTo>
                <a:lnTo>
                  <a:pt x="25146" y="76200"/>
                </a:lnTo>
                <a:lnTo>
                  <a:pt x="25146" y="2069591"/>
                </a:lnTo>
                <a:lnTo>
                  <a:pt x="51053" y="20695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7" name="object 29">
            <a:extLst>
              <a:ext uri="{FF2B5EF4-FFF2-40B4-BE49-F238E27FC236}">
                <a16:creationId xmlns:a16="http://schemas.microsoft.com/office/drawing/2014/main" id="{5861EE04-E973-4621-84FD-2222D289019B}"/>
              </a:ext>
            </a:extLst>
          </p:cNvPr>
          <p:cNvSpPr/>
          <p:nvPr/>
        </p:nvSpPr>
        <p:spPr>
          <a:xfrm>
            <a:off x="7896941" y="4781687"/>
            <a:ext cx="2763371" cy="89647"/>
          </a:xfrm>
          <a:custGeom>
            <a:avLst/>
            <a:gdLst/>
            <a:ahLst/>
            <a:cxnLst/>
            <a:rect l="l" t="t" r="r" b="b"/>
            <a:pathLst>
              <a:path w="2348865" h="76200">
                <a:moveTo>
                  <a:pt x="2284476" y="51053"/>
                </a:moveTo>
                <a:lnTo>
                  <a:pt x="2284476" y="25907"/>
                </a:lnTo>
                <a:lnTo>
                  <a:pt x="0" y="25907"/>
                </a:lnTo>
                <a:lnTo>
                  <a:pt x="0" y="51053"/>
                </a:lnTo>
                <a:lnTo>
                  <a:pt x="2284476" y="51053"/>
                </a:lnTo>
                <a:close/>
              </a:path>
              <a:path w="2348865" h="76200">
                <a:moveTo>
                  <a:pt x="2348483" y="38100"/>
                </a:moveTo>
                <a:lnTo>
                  <a:pt x="2272283" y="0"/>
                </a:lnTo>
                <a:lnTo>
                  <a:pt x="2272283" y="25907"/>
                </a:lnTo>
                <a:lnTo>
                  <a:pt x="2284476" y="25907"/>
                </a:lnTo>
                <a:lnTo>
                  <a:pt x="2284476" y="70103"/>
                </a:lnTo>
                <a:lnTo>
                  <a:pt x="2348483" y="38100"/>
                </a:lnTo>
                <a:close/>
              </a:path>
              <a:path w="2348865" h="76200">
                <a:moveTo>
                  <a:pt x="2284476" y="70103"/>
                </a:moveTo>
                <a:lnTo>
                  <a:pt x="2284476" y="51053"/>
                </a:lnTo>
                <a:lnTo>
                  <a:pt x="2272283" y="51053"/>
                </a:lnTo>
                <a:lnTo>
                  <a:pt x="2272283" y="76200"/>
                </a:lnTo>
                <a:lnTo>
                  <a:pt x="2284476" y="70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2F0061B8-D8F1-4C50-9E34-EEDD09FE4087}"/>
              </a:ext>
            </a:extLst>
          </p:cNvPr>
          <p:cNvSpPr/>
          <p:nvPr/>
        </p:nvSpPr>
        <p:spPr>
          <a:xfrm>
            <a:off x="6164960" y="3196726"/>
            <a:ext cx="3497131" cy="309551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1" name="object 31">
            <a:extLst>
              <a:ext uri="{FF2B5EF4-FFF2-40B4-BE49-F238E27FC236}">
                <a16:creationId xmlns:a16="http://schemas.microsoft.com/office/drawing/2014/main" id="{064B6C9E-CDC2-4942-8DA6-7EBC64F62B62}"/>
              </a:ext>
            </a:extLst>
          </p:cNvPr>
          <p:cNvSpPr/>
          <p:nvPr/>
        </p:nvSpPr>
        <p:spPr>
          <a:xfrm>
            <a:off x="10263624" y="4167603"/>
            <a:ext cx="115645" cy="1156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3" name="object 32">
            <a:extLst>
              <a:ext uri="{FF2B5EF4-FFF2-40B4-BE49-F238E27FC236}">
                <a16:creationId xmlns:a16="http://schemas.microsoft.com/office/drawing/2014/main" id="{92178969-60AA-4671-922A-586E5202BFDD}"/>
              </a:ext>
            </a:extLst>
          </p:cNvPr>
          <p:cNvSpPr/>
          <p:nvPr/>
        </p:nvSpPr>
        <p:spPr>
          <a:xfrm>
            <a:off x="10099568" y="5594784"/>
            <a:ext cx="115645" cy="11564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5" name="object 33">
            <a:extLst>
              <a:ext uri="{FF2B5EF4-FFF2-40B4-BE49-F238E27FC236}">
                <a16:creationId xmlns:a16="http://schemas.microsoft.com/office/drawing/2014/main" id="{FDAD62D9-CCCB-4DF5-A505-91FA87FD03AB}"/>
              </a:ext>
            </a:extLst>
          </p:cNvPr>
          <p:cNvSpPr/>
          <p:nvPr/>
        </p:nvSpPr>
        <p:spPr>
          <a:xfrm>
            <a:off x="9539275" y="2950195"/>
            <a:ext cx="115645" cy="11564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7" name="object 34">
            <a:extLst>
              <a:ext uri="{FF2B5EF4-FFF2-40B4-BE49-F238E27FC236}">
                <a16:creationId xmlns:a16="http://schemas.microsoft.com/office/drawing/2014/main" id="{1EC4E7AB-D5D3-488C-9C3E-655024C8FA78}"/>
              </a:ext>
            </a:extLst>
          </p:cNvPr>
          <p:cNvSpPr/>
          <p:nvPr/>
        </p:nvSpPr>
        <p:spPr>
          <a:xfrm>
            <a:off x="10368510" y="5034490"/>
            <a:ext cx="115645" cy="11564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69" name="object 35">
            <a:extLst>
              <a:ext uri="{FF2B5EF4-FFF2-40B4-BE49-F238E27FC236}">
                <a16:creationId xmlns:a16="http://schemas.microsoft.com/office/drawing/2014/main" id="{D9166E74-0DD5-41F9-8E10-4CECAE566AEA}"/>
              </a:ext>
            </a:extLst>
          </p:cNvPr>
          <p:cNvSpPr/>
          <p:nvPr/>
        </p:nvSpPr>
        <p:spPr>
          <a:xfrm>
            <a:off x="9696156" y="5236195"/>
            <a:ext cx="115645" cy="11564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1" name="object 36">
            <a:extLst>
              <a:ext uri="{FF2B5EF4-FFF2-40B4-BE49-F238E27FC236}">
                <a16:creationId xmlns:a16="http://schemas.microsoft.com/office/drawing/2014/main" id="{D21C98E7-8DF9-4AD0-ABE6-E8AC6B49A343}"/>
              </a:ext>
            </a:extLst>
          </p:cNvPr>
          <p:cNvSpPr/>
          <p:nvPr/>
        </p:nvSpPr>
        <p:spPr>
          <a:xfrm>
            <a:off x="8911744" y="2793315"/>
            <a:ext cx="115645" cy="11564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3" name="object 37">
            <a:extLst>
              <a:ext uri="{FF2B5EF4-FFF2-40B4-BE49-F238E27FC236}">
                <a16:creationId xmlns:a16="http://schemas.microsoft.com/office/drawing/2014/main" id="{C4576B17-800A-4DC5-B39E-F467833D2EB9}"/>
              </a:ext>
            </a:extLst>
          </p:cNvPr>
          <p:cNvSpPr/>
          <p:nvPr/>
        </p:nvSpPr>
        <p:spPr>
          <a:xfrm>
            <a:off x="10234039" y="3465666"/>
            <a:ext cx="115645" cy="11564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5" name="object 38">
            <a:extLst>
              <a:ext uri="{FF2B5EF4-FFF2-40B4-BE49-F238E27FC236}">
                <a16:creationId xmlns:a16="http://schemas.microsoft.com/office/drawing/2014/main" id="{EDDA0433-9667-4B32-8850-EF1F56FC3961}"/>
              </a:ext>
            </a:extLst>
          </p:cNvPr>
          <p:cNvSpPr/>
          <p:nvPr/>
        </p:nvSpPr>
        <p:spPr>
          <a:xfrm>
            <a:off x="5636041" y="2430244"/>
            <a:ext cx="1213971" cy="537883"/>
          </a:xfrm>
          <a:custGeom>
            <a:avLst/>
            <a:gdLst/>
            <a:ahLst/>
            <a:cxnLst/>
            <a:rect l="l" t="t" r="r" b="b"/>
            <a:pathLst>
              <a:path w="1031875" h="457200">
                <a:moveTo>
                  <a:pt x="1031747" y="304800"/>
                </a:moveTo>
                <a:lnTo>
                  <a:pt x="867917" y="304800"/>
                </a:lnTo>
                <a:lnTo>
                  <a:pt x="848573" y="266707"/>
                </a:lnTo>
                <a:lnTo>
                  <a:pt x="825314" y="230572"/>
                </a:lnTo>
                <a:lnTo>
                  <a:pt x="798380" y="196534"/>
                </a:lnTo>
                <a:lnTo>
                  <a:pt x="768009" y="164729"/>
                </a:lnTo>
                <a:lnTo>
                  <a:pt x="734438" y="135298"/>
                </a:lnTo>
                <a:lnTo>
                  <a:pt x="697907" y="108377"/>
                </a:lnTo>
                <a:lnTo>
                  <a:pt x="658653" y="84105"/>
                </a:lnTo>
                <a:lnTo>
                  <a:pt x="616915" y="62621"/>
                </a:lnTo>
                <a:lnTo>
                  <a:pt x="572931" y="44063"/>
                </a:lnTo>
                <a:lnTo>
                  <a:pt x="526939" y="28569"/>
                </a:lnTo>
                <a:lnTo>
                  <a:pt x="479178" y="16277"/>
                </a:lnTo>
                <a:lnTo>
                  <a:pt x="429885" y="7326"/>
                </a:lnTo>
                <a:lnTo>
                  <a:pt x="379300" y="1854"/>
                </a:lnTo>
                <a:lnTo>
                  <a:pt x="330993" y="119"/>
                </a:lnTo>
                <a:lnTo>
                  <a:pt x="0" y="0"/>
                </a:lnTo>
                <a:lnTo>
                  <a:pt x="51640" y="1854"/>
                </a:lnTo>
                <a:lnTo>
                  <a:pt x="102225" y="7326"/>
                </a:lnTo>
                <a:lnTo>
                  <a:pt x="151518" y="16277"/>
                </a:lnTo>
                <a:lnTo>
                  <a:pt x="199279" y="28569"/>
                </a:lnTo>
                <a:lnTo>
                  <a:pt x="245271" y="44063"/>
                </a:lnTo>
                <a:lnTo>
                  <a:pt x="289255" y="62621"/>
                </a:lnTo>
                <a:lnTo>
                  <a:pt x="330993" y="84105"/>
                </a:lnTo>
                <a:lnTo>
                  <a:pt x="370247" y="108377"/>
                </a:lnTo>
                <a:lnTo>
                  <a:pt x="406778" y="135298"/>
                </a:lnTo>
                <a:lnTo>
                  <a:pt x="440349" y="164729"/>
                </a:lnTo>
                <a:lnTo>
                  <a:pt x="470720" y="196534"/>
                </a:lnTo>
                <a:lnTo>
                  <a:pt x="497654" y="230572"/>
                </a:lnTo>
                <a:lnTo>
                  <a:pt x="520913" y="266707"/>
                </a:lnTo>
                <a:lnTo>
                  <a:pt x="540257" y="304800"/>
                </a:lnTo>
                <a:lnTo>
                  <a:pt x="540257" y="374072"/>
                </a:lnTo>
                <a:lnTo>
                  <a:pt x="736853" y="457200"/>
                </a:lnTo>
                <a:lnTo>
                  <a:pt x="1031747" y="304800"/>
                </a:lnTo>
                <a:close/>
              </a:path>
              <a:path w="1031875" h="457200">
                <a:moveTo>
                  <a:pt x="540257" y="374072"/>
                </a:moveTo>
                <a:lnTo>
                  <a:pt x="540257" y="304800"/>
                </a:lnTo>
                <a:lnTo>
                  <a:pt x="376427" y="304800"/>
                </a:lnTo>
                <a:lnTo>
                  <a:pt x="540257" y="374072"/>
                </a:lnTo>
                <a:close/>
              </a:path>
            </a:pathLst>
          </a:cu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7" name="object 39">
            <a:extLst>
              <a:ext uri="{FF2B5EF4-FFF2-40B4-BE49-F238E27FC236}">
                <a16:creationId xmlns:a16="http://schemas.microsoft.com/office/drawing/2014/main" id="{0D8005C8-ECD8-40E6-B0C4-05D039AFE0C0}"/>
              </a:ext>
            </a:extLst>
          </p:cNvPr>
          <p:cNvSpPr/>
          <p:nvPr/>
        </p:nvSpPr>
        <p:spPr>
          <a:xfrm>
            <a:off x="4961000" y="2430244"/>
            <a:ext cx="868083" cy="537883"/>
          </a:xfrm>
          <a:custGeom>
            <a:avLst/>
            <a:gdLst/>
            <a:ahLst/>
            <a:cxnLst/>
            <a:rect l="l" t="t" r="r" b="b"/>
            <a:pathLst>
              <a:path w="737870" h="457200">
                <a:moveTo>
                  <a:pt x="737615" y="19050"/>
                </a:moveTo>
                <a:lnTo>
                  <a:pt x="697337" y="10929"/>
                </a:lnTo>
                <a:lnTo>
                  <a:pt x="656558" y="4953"/>
                </a:lnTo>
                <a:lnTo>
                  <a:pt x="615350" y="1262"/>
                </a:lnTo>
                <a:lnTo>
                  <a:pt x="573785" y="0"/>
                </a:lnTo>
                <a:lnTo>
                  <a:pt x="521545" y="1870"/>
                </a:lnTo>
                <a:lnTo>
                  <a:pt x="470621" y="7375"/>
                </a:lnTo>
                <a:lnTo>
                  <a:pt x="421216" y="16351"/>
                </a:lnTo>
                <a:lnTo>
                  <a:pt x="373533" y="28636"/>
                </a:lnTo>
                <a:lnTo>
                  <a:pt x="327659" y="44116"/>
                </a:lnTo>
                <a:lnTo>
                  <a:pt x="284141" y="62484"/>
                </a:lnTo>
                <a:lnTo>
                  <a:pt x="242836" y="83722"/>
                </a:lnTo>
                <a:lnTo>
                  <a:pt x="204062" y="107620"/>
                </a:lnTo>
                <a:lnTo>
                  <a:pt x="168020" y="134016"/>
                </a:lnTo>
                <a:lnTo>
                  <a:pt x="134914" y="162748"/>
                </a:lnTo>
                <a:lnTo>
                  <a:pt x="104945" y="193652"/>
                </a:lnTo>
                <a:lnTo>
                  <a:pt x="78316" y="226568"/>
                </a:lnTo>
                <a:lnTo>
                  <a:pt x="55229" y="261331"/>
                </a:lnTo>
                <a:lnTo>
                  <a:pt x="35886" y="297782"/>
                </a:lnTo>
                <a:lnTo>
                  <a:pt x="20489" y="335756"/>
                </a:lnTo>
                <a:lnTo>
                  <a:pt x="9241" y="375092"/>
                </a:lnTo>
                <a:lnTo>
                  <a:pt x="2344" y="415627"/>
                </a:lnTo>
                <a:lnTo>
                  <a:pt x="0" y="457200"/>
                </a:lnTo>
                <a:lnTo>
                  <a:pt x="327659" y="457200"/>
                </a:lnTo>
                <a:lnTo>
                  <a:pt x="330181" y="414326"/>
                </a:lnTo>
                <a:lnTo>
                  <a:pt x="337612" y="372386"/>
                </a:lnTo>
                <a:lnTo>
                  <a:pt x="349756" y="331594"/>
                </a:lnTo>
                <a:lnTo>
                  <a:pt x="366413" y="292159"/>
                </a:lnTo>
                <a:lnTo>
                  <a:pt x="387385" y="254293"/>
                </a:lnTo>
                <a:lnTo>
                  <a:pt x="412475" y="218209"/>
                </a:lnTo>
                <a:lnTo>
                  <a:pt x="441483" y="184118"/>
                </a:lnTo>
                <a:lnTo>
                  <a:pt x="474212" y="152231"/>
                </a:lnTo>
                <a:lnTo>
                  <a:pt x="510464" y="122760"/>
                </a:lnTo>
                <a:lnTo>
                  <a:pt x="550039" y="95916"/>
                </a:lnTo>
                <a:lnTo>
                  <a:pt x="592740" y="71912"/>
                </a:lnTo>
                <a:lnTo>
                  <a:pt x="638369" y="50958"/>
                </a:lnTo>
                <a:lnTo>
                  <a:pt x="686727" y="33267"/>
                </a:lnTo>
                <a:lnTo>
                  <a:pt x="737615" y="19050"/>
                </a:lnTo>
                <a:close/>
              </a:path>
            </a:pathLst>
          </a:cu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79" name="object 40">
            <a:extLst>
              <a:ext uri="{FF2B5EF4-FFF2-40B4-BE49-F238E27FC236}">
                <a16:creationId xmlns:a16="http://schemas.microsoft.com/office/drawing/2014/main" id="{8B52C7EE-5337-412B-8A59-14B5C533925E}"/>
              </a:ext>
            </a:extLst>
          </p:cNvPr>
          <p:cNvSpPr/>
          <p:nvPr/>
        </p:nvSpPr>
        <p:spPr>
          <a:xfrm>
            <a:off x="4955622" y="2424864"/>
            <a:ext cx="1912471" cy="549835"/>
          </a:xfrm>
          <a:custGeom>
            <a:avLst/>
            <a:gdLst/>
            <a:ahLst/>
            <a:cxnLst/>
            <a:rect l="l" t="t" r="r" b="b"/>
            <a:pathLst>
              <a:path w="1625600" h="467360">
                <a:moveTo>
                  <a:pt x="685157" y="9669"/>
                </a:moveTo>
                <a:lnTo>
                  <a:pt x="647700" y="3641"/>
                </a:lnTo>
                <a:lnTo>
                  <a:pt x="596900" y="761"/>
                </a:lnTo>
                <a:lnTo>
                  <a:pt x="571500" y="0"/>
                </a:lnTo>
                <a:lnTo>
                  <a:pt x="558800" y="0"/>
                </a:lnTo>
                <a:lnTo>
                  <a:pt x="533400" y="1523"/>
                </a:lnTo>
                <a:lnTo>
                  <a:pt x="508000" y="2285"/>
                </a:lnTo>
                <a:lnTo>
                  <a:pt x="482600" y="5333"/>
                </a:lnTo>
                <a:lnTo>
                  <a:pt x="457200" y="9143"/>
                </a:lnTo>
                <a:lnTo>
                  <a:pt x="431800" y="14477"/>
                </a:lnTo>
                <a:lnTo>
                  <a:pt x="381000" y="24966"/>
                </a:lnTo>
                <a:lnTo>
                  <a:pt x="342900" y="38899"/>
                </a:lnTo>
                <a:lnTo>
                  <a:pt x="292100" y="56176"/>
                </a:lnTo>
                <a:lnTo>
                  <a:pt x="254000" y="76696"/>
                </a:lnTo>
                <a:lnTo>
                  <a:pt x="215900" y="100359"/>
                </a:lnTo>
                <a:lnTo>
                  <a:pt x="177800" y="127063"/>
                </a:lnTo>
                <a:lnTo>
                  <a:pt x="139700" y="156710"/>
                </a:lnTo>
                <a:lnTo>
                  <a:pt x="101600" y="189197"/>
                </a:lnTo>
                <a:lnTo>
                  <a:pt x="76200" y="224424"/>
                </a:lnTo>
                <a:lnTo>
                  <a:pt x="50800" y="262292"/>
                </a:lnTo>
                <a:lnTo>
                  <a:pt x="25400" y="302699"/>
                </a:lnTo>
                <a:lnTo>
                  <a:pt x="12700" y="345544"/>
                </a:lnTo>
                <a:lnTo>
                  <a:pt x="0" y="390728"/>
                </a:lnTo>
                <a:lnTo>
                  <a:pt x="0" y="427579"/>
                </a:lnTo>
                <a:lnTo>
                  <a:pt x="12700" y="404893"/>
                </a:lnTo>
                <a:lnTo>
                  <a:pt x="12700" y="360425"/>
                </a:lnTo>
                <a:lnTo>
                  <a:pt x="25400" y="348995"/>
                </a:lnTo>
                <a:lnTo>
                  <a:pt x="25400" y="327659"/>
                </a:lnTo>
                <a:lnTo>
                  <a:pt x="38100" y="316991"/>
                </a:lnTo>
                <a:lnTo>
                  <a:pt x="38100" y="296417"/>
                </a:lnTo>
                <a:lnTo>
                  <a:pt x="50800" y="276605"/>
                </a:lnTo>
                <a:lnTo>
                  <a:pt x="63500" y="265937"/>
                </a:lnTo>
                <a:lnTo>
                  <a:pt x="63500" y="266699"/>
                </a:lnTo>
                <a:lnTo>
                  <a:pt x="76200" y="246887"/>
                </a:lnTo>
                <a:lnTo>
                  <a:pt x="76200" y="237743"/>
                </a:lnTo>
                <a:lnTo>
                  <a:pt x="88900" y="227837"/>
                </a:lnTo>
                <a:lnTo>
                  <a:pt x="101600" y="209549"/>
                </a:lnTo>
                <a:lnTo>
                  <a:pt x="127000" y="174497"/>
                </a:lnTo>
                <a:lnTo>
                  <a:pt x="177800" y="134359"/>
                </a:lnTo>
                <a:lnTo>
                  <a:pt x="228600" y="99821"/>
                </a:lnTo>
                <a:lnTo>
                  <a:pt x="254000" y="86867"/>
                </a:lnTo>
                <a:lnTo>
                  <a:pt x="254000" y="87629"/>
                </a:lnTo>
                <a:lnTo>
                  <a:pt x="279400" y="75437"/>
                </a:lnTo>
                <a:lnTo>
                  <a:pt x="330200" y="54101"/>
                </a:lnTo>
                <a:lnTo>
                  <a:pt x="355600" y="44957"/>
                </a:lnTo>
                <a:lnTo>
                  <a:pt x="355600" y="45719"/>
                </a:lnTo>
                <a:lnTo>
                  <a:pt x="381000" y="37337"/>
                </a:lnTo>
                <a:lnTo>
                  <a:pt x="406400" y="29717"/>
                </a:lnTo>
                <a:lnTo>
                  <a:pt x="406400" y="30479"/>
                </a:lnTo>
                <a:lnTo>
                  <a:pt x="431800" y="23621"/>
                </a:lnTo>
                <a:lnTo>
                  <a:pt x="457200" y="19049"/>
                </a:lnTo>
                <a:lnTo>
                  <a:pt x="482600" y="15239"/>
                </a:lnTo>
                <a:lnTo>
                  <a:pt x="508000" y="12191"/>
                </a:lnTo>
                <a:lnTo>
                  <a:pt x="546100" y="9905"/>
                </a:lnTo>
                <a:lnTo>
                  <a:pt x="558800" y="9905"/>
                </a:lnTo>
                <a:lnTo>
                  <a:pt x="571500" y="10039"/>
                </a:lnTo>
                <a:lnTo>
                  <a:pt x="571500" y="9905"/>
                </a:lnTo>
                <a:lnTo>
                  <a:pt x="596900" y="9905"/>
                </a:lnTo>
                <a:lnTo>
                  <a:pt x="605018" y="10393"/>
                </a:lnTo>
                <a:lnTo>
                  <a:pt x="635000" y="10271"/>
                </a:lnTo>
                <a:lnTo>
                  <a:pt x="647700" y="10186"/>
                </a:lnTo>
                <a:lnTo>
                  <a:pt x="685157" y="9669"/>
                </a:lnTo>
                <a:close/>
              </a:path>
              <a:path w="1625600" h="467360">
                <a:moveTo>
                  <a:pt x="330200" y="457199"/>
                </a:moveTo>
                <a:lnTo>
                  <a:pt x="0" y="457199"/>
                </a:lnTo>
                <a:lnTo>
                  <a:pt x="0" y="467105"/>
                </a:lnTo>
                <a:lnTo>
                  <a:pt x="317500" y="467105"/>
                </a:lnTo>
                <a:lnTo>
                  <a:pt x="317500" y="461771"/>
                </a:lnTo>
                <a:lnTo>
                  <a:pt x="330200" y="457199"/>
                </a:lnTo>
                <a:close/>
              </a:path>
              <a:path w="1625600" h="467360">
                <a:moveTo>
                  <a:pt x="736600" y="28955"/>
                </a:moveTo>
                <a:lnTo>
                  <a:pt x="713014" y="24710"/>
                </a:lnTo>
                <a:lnTo>
                  <a:pt x="711200" y="25145"/>
                </a:lnTo>
                <a:lnTo>
                  <a:pt x="673100" y="38805"/>
                </a:lnTo>
                <a:lnTo>
                  <a:pt x="622300" y="55971"/>
                </a:lnTo>
                <a:lnTo>
                  <a:pt x="584200" y="76527"/>
                </a:lnTo>
                <a:lnTo>
                  <a:pt x="546100" y="100355"/>
                </a:lnTo>
                <a:lnTo>
                  <a:pt x="495300" y="127339"/>
                </a:lnTo>
                <a:lnTo>
                  <a:pt x="469900" y="157360"/>
                </a:lnTo>
                <a:lnTo>
                  <a:pt x="431800" y="190302"/>
                </a:lnTo>
                <a:lnTo>
                  <a:pt x="406400" y="226048"/>
                </a:lnTo>
                <a:lnTo>
                  <a:pt x="381000" y="264479"/>
                </a:lnTo>
                <a:lnTo>
                  <a:pt x="355600" y="305480"/>
                </a:lnTo>
                <a:lnTo>
                  <a:pt x="342900" y="348932"/>
                </a:lnTo>
                <a:lnTo>
                  <a:pt x="330200" y="394718"/>
                </a:lnTo>
                <a:lnTo>
                  <a:pt x="317500" y="442721"/>
                </a:lnTo>
                <a:lnTo>
                  <a:pt x="317500" y="457199"/>
                </a:lnTo>
                <a:lnTo>
                  <a:pt x="330200" y="457199"/>
                </a:lnTo>
                <a:lnTo>
                  <a:pt x="330200" y="406907"/>
                </a:lnTo>
                <a:lnTo>
                  <a:pt x="342900" y="370331"/>
                </a:lnTo>
                <a:lnTo>
                  <a:pt x="342900" y="352805"/>
                </a:lnTo>
                <a:lnTo>
                  <a:pt x="355600" y="335279"/>
                </a:lnTo>
                <a:lnTo>
                  <a:pt x="355600" y="318515"/>
                </a:lnTo>
                <a:lnTo>
                  <a:pt x="368300" y="300989"/>
                </a:lnTo>
                <a:lnTo>
                  <a:pt x="368300" y="301751"/>
                </a:lnTo>
                <a:lnTo>
                  <a:pt x="381000" y="284987"/>
                </a:lnTo>
                <a:lnTo>
                  <a:pt x="381000" y="268223"/>
                </a:lnTo>
                <a:lnTo>
                  <a:pt x="393700" y="252221"/>
                </a:lnTo>
                <a:lnTo>
                  <a:pt x="393700" y="252983"/>
                </a:lnTo>
                <a:lnTo>
                  <a:pt x="406400" y="236981"/>
                </a:lnTo>
                <a:lnTo>
                  <a:pt x="419100" y="217125"/>
                </a:lnTo>
                <a:lnTo>
                  <a:pt x="431800" y="198934"/>
                </a:lnTo>
                <a:lnTo>
                  <a:pt x="457200" y="181669"/>
                </a:lnTo>
                <a:lnTo>
                  <a:pt x="469900" y="164591"/>
                </a:lnTo>
                <a:lnTo>
                  <a:pt x="482600" y="150875"/>
                </a:lnTo>
                <a:lnTo>
                  <a:pt x="482600" y="151637"/>
                </a:lnTo>
                <a:lnTo>
                  <a:pt x="508000" y="138683"/>
                </a:lnTo>
                <a:lnTo>
                  <a:pt x="533400" y="114299"/>
                </a:lnTo>
                <a:lnTo>
                  <a:pt x="558800" y="102869"/>
                </a:lnTo>
                <a:lnTo>
                  <a:pt x="558800" y="103631"/>
                </a:lnTo>
                <a:lnTo>
                  <a:pt x="571500" y="92201"/>
                </a:lnTo>
                <a:lnTo>
                  <a:pt x="571500" y="92963"/>
                </a:lnTo>
                <a:lnTo>
                  <a:pt x="584200" y="82295"/>
                </a:lnTo>
                <a:lnTo>
                  <a:pt x="622300" y="67922"/>
                </a:lnTo>
                <a:lnTo>
                  <a:pt x="647700" y="55416"/>
                </a:lnTo>
                <a:lnTo>
                  <a:pt x="685800" y="44348"/>
                </a:lnTo>
                <a:lnTo>
                  <a:pt x="711200" y="34289"/>
                </a:lnTo>
                <a:lnTo>
                  <a:pt x="736600" y="28955"/>
                </a:lnTo>
                <a:close/>
              </a:path>
              <a:path w="1625600" h="467360">
                <a:moveTo>
                  <a:pt x="330200" y="467105"/>
                </a:moveTo>
                <a:lnTo>
                  <a:pt x="330200" y="457199"/>
                </a:lnTo>
                <a:lnTo>
                  <a:pt x="317500" y="461771"/>
                </a:lnTo>
                <a:lnTo>
                  <a:pt x="317500" y="467105"/>
                </a:lnTo>
                <a:lnTo>
                  <a:pt x="330200" y="467105"/>
                </a:lnTo>
                <a:close/>
              </a:path>
              <a:path w="1625600" h="467360">
                <a:moveTo>
                  <a:pt x="1422400" y="278891"/>
                </a:moveTo>
                <a:lnTo>
                  <a:pt x="1422400" y="257555"/>
                </a:lnTo>
                <a:lnTo>
                  <a:pt x="1384300" y="214771"/>
                </a:lnTo>
                <a:lnTo>
                  <a:pt x="1358900" y="175118"/>
                </a:lnTo>
                <a:lnTo>
                  <a:pt x="1308100" y="139064"/>
                </a:lnTo>
                <a:lnTo>
                  <a:pt x="1270000" y="107075"/>
                </a:lnTo>
                <a:lnTo>
                  <a:pt x="1219200" y="79614"/>
                </a:lnTo>
                <a:lnTo>
                  <a:pt x="1181100" y="57149"/>
                </a:lnTo>
                <a:lnTo>
                  <a:pt x="1155700" y="48767"/>
                </a:lnTo>
                <a:lnTo>
                  <a:pt x="1143000" y="41147"/>
                </a:lnTo>
                <a:lnTo>
                  <a:pt x="1117600" y="34289"/>
                </a:lnTo>
                <a:lnTo>
                  <a:pt x="1092200" y="24948"/>
                </a:lnTo>
                <a:lnTo>
                  <a:pt x="1054100" y="17144"/>
                </a:lnTo>
                <a:lnTo>
                  <a:pt x="1016000" y="10865"/>
                </a:lnTo>
                <a:lnTo>
                  <a:pt x="990600" y="6095"/>
                </a:lnTo>
                <a:lnTo>
                  <a:pt x="965200" y="3047"/>
                </a:lnTo>
                <a:lnTo>
                  <a:pt x="939800" y="1523"/>
                </a:lnTo>
                <a:lnTo>
                  <a:pt x="901700" y="0"/>
                </a:lnTo>
                <a:lnTo>
                  <a:pt x="571500" y="0"/>
                </a:lnTo>
                <a:lnTo>
                  <a:pt x="596900" y="761"/>
                </a:lnTo>
                <a:lnTo>
                  <a:pt x="647700" y="3641"/>
                </a:lnTo>
                <a:lnTo>
                  <a:pt x="685157" y="9669"/>
                </a:lnTo>
                <a:lnTo>
                  <a:pt x="698500" y="9485"/>
                </a:lnTo>
                <a:lnTo>
                  <a:pt x="749300" y="8684"/>
                </a:lnTo>
                <a:lnTo>
                  <a:pt x="800100" y="8126"/>
                </a:lnTo>
                <a:lnTo>
                  <a:pt x="850900" y="8159"/>
                </a:lnTo>
                <a:lnTo>
                  <a:pt x="889000" y="9125"/>
                </a:lnTo>
                <a:lnTo>
                  <a:pt x="939800" y="11370"/>
                </a:lnTo>
                <a:lnTo>
                  <a:pt x="990600" y="15239"/>
                </a:lnTo>
                <a:lnTo>
                  <a:pt x="1028700" y="22097"/>
                </a:lnTo>
                <a:lnTo>
                  <a:pt x="1079500" y="31241"/>
                </a:lnTo>
                <a:lnTo>
                  <a:pt x="1117600" y="43433"/>
                </a:lnTo>
                <a:lnTo>
                  <a:pt x="1130300" y="50291"/>
                </a:lnTo>
                <a:lnTo>
                  <a:pt x="1168400" y="65531"/>
                </a:lnTo>
                <a:lnTo>
                  <a:pt x="1193800" y="73913"/>
                </a:lnTo>
                <a:lnTo>
                  <a:pt x="1206500" y="83057"/>
                </a:lnTo>
                <a:lnTo>
                  <a:pt x="1231900" y="92963"/>
                </a:lnTo>
                <a:lnTo>
                  <a:pt x="1244600" y="102869"/>
                </a:lnTo>
                <a:lnTo>
                  <a:pt x="1257300" y="114299"/>
                </a:lnTo>
                <a:lnTo>
                  <a:pt x="1257300" y="113537"/>
                </a:lnTo>
                <a:lnTo>
                  <a:pt x="1282700" y="124967"/>
                </a:lnTo>
                <a:lnTo>
                  <a:pt x="1295400" y="137159"/>
                </a:lnTo>
                <a:lnTo>
                  <a:pt x="1295400" y="136397"/>
                </a:lnTo>
                <a:lnTo>
                  <a:pt x="1308100" y="149351"/>
                </a:lnTo>
                <a:lnTo>
                  <a:pt x="1308100" y="148589"/>
                </a:lnTo>
                <a:lnTo>
                  <a:pt x="1333500" y="174497"/>
                </a:lnTo>
                <a:lnTo>
                  <a:pt x="1346200" y="188213"/>
                </a:lnTo>
                <a:lnTo>
                  <a:pt x="1371600" y="202691"/>
                </a:lnTo>
                <a:lnTo>
                  <a:pt x="1371600" y="216407"/>
                </a:lnTo>
                <a:lnTo>
                  <a:pt x="1397000" y="246887"/>
                </a:lnTo>
                <a:lnTo>
                  <a:pt x="1409700" y="262889"/>
                </a:lnTo>
                <a:lnTo>
                  <a:pt x="1409700" y="262127"/>
                </a:lnTo>
                <a:lnTo>
                  <a:pt x="1422400" y="278891"/>
                </a:lnTo>
                <a:close/>
              </a:path>
              <a:path w="1625600" h="467360">
                <a:moveTo>
                  <a:pt x="605018" y="10393"/>
                </a:moveTo>
                <a:lnTo>
                  <a:pt x="596900" y="9905"/>
                </a:lnTo>
                <a:lnTo>
                  <a:pt x="571500" y="9905"/>
                </a:lnTo>
                <a:lnTo>
                  <a:pt x="571500" y="10039"/>
                </a:lnTo>
                <a:lnTo>
                  <a:pt x="605018" y="10393"/>
                </a:lnTo>
                <a:close/>
              </a:path>
              <a:path w="1625600" h="467360">
                <a:moveTo>
                  <a:pt x="736361" y="19107"/>
                </a:moveTo>
                <a:lnTo>
                  <a:pt x="685800" y="9772"/>
                </a:lnTo>
                <a:lnTo>
                  <a:pt x="685157" y="9669"/>
                </a:lnTo>
                <a:lnTo>
                  <a:pt x="647700" y="10186"/>
                </a:lnTo>
                <a:lnTo>
                  <a:pt x="635000" y="10271"/>
                </a:lnTo>
                <a:lnTo>
                  <a:pt x="605018" y="10393"/>
                </a:lnTo>
                <a:lnTo>
                  <a:pt x="622300" y="11429"/>
                </a:lnTo>
                <a:lnTo>
                  <a:pt x="635000" y="12953"/>
                </a:lnTo>
                <a:lnTo>
                  <a:pt x="660400" y="15239"/>
                </a:lnTo>
                <a:lnTo>
                  <a:pt x="685800" y="18287"/>
                </a:lnTo>
                <a:lnTo>
                  <a:pt x="698500" y="22097"/>
                </a:lnTo>
                <a:lnTo>
                  <a:pt x="713014" y="24710"/>
                </a:lnTo>
                <a:lnTo>
                  <a:pt x="736361" y="19107"/>
                </a:lnTo>
                <a:close/>
              </a:path>
              <a:path w="1625600" h="467360">
                <a:moveTo>
                  <a:pt x="1112440" y="304799"/>
                </a:moveTo>
                <a:lnTo>
                  <a:pt x="1079500" y="248772"/>
                </a:lnTo>
                <a:lnTo>
                  <a:pt x="1054100" y="210416"/>
                </a:lnTo>
                <a:lnTo>
                  <a:pt x="1028700" y="175257"/>
                </a:lnTo>
                <a:lnTo>
                  <a:pt x="990600" y="143302"/>
                </a:lnTo>
                <a:lnTo>
                  <a:pt x="952500" y="114557"/>
                </a:lnTo>
                <a:lnTo>
                  <a:pt x="914400" y="89025"/>
                </a:lnTo>
                <a:lnTo>
                  <a:pt x="876300" y="66713"/>
                </a:lnTo>
                <a:lnTo>
                  <a:pt x="825500" y="47627"/>
                </a:lnTo>
                <a:lnTo>
                  <a:pt x="787400" y="31771"/>
                </a:lnTo>
                <a:lnTo>
                  <a:pt x="736600" y="19151"/>
                </a:lnTo>
                <a:lnTo>
                  <a:pt x="736361" y="19107"/>
                </a:lnTo>
                <a:lnTo>
                  <a:pt x="713014" y="24710"/>
                </a:lnTo>
                <a:lnTo>
                  <a:pt x="749300" y="31241"/>
                </a:lnTo>
                <a:lnTo>
                  <a:pt x="787400" y="43433"/>
                </a:lnTo>
                <a:lnTo>
                  <a:pt x="812800" y="50291"/>
                </a:lnTo>
                <a:lnTo>
                  <a:pt x="850900" y="65531"/>
                </a:lnTo>
                <a:lnTo>
                  <a:pt x="863600" y="73913"/>
                </a:lnTo>
                <a:lnTo>
                  <a:pt x="889000" y="83057"/>
                </a:lnTo>
                <a:lnTo>
                  <a:pt x="914400" y="102869"/>
                </a:lnTo>
                <a:lnTo>
                  <a:pt x="939800" y="114299"/>
                </a:lnTo>
                <a:lnTo>
                  <a:pt x="939800" y="113537"/>
                </a:lnTo>
                <a:lnTo>
                  <a:pt x="952500" y="124967"/>
                </a:lnTo>
                <a:lnTo>
                  <a:pt x="965200" y="137159"/>
                </a:lnTo>
                <a:lnTo>
                  <a:pt x="965200" y="136397"/>
                </a:lnTo>
                <a:lnTo>
                  <a:pt x="977900" y="149351"/>
                </a:lnTo>
                <a:lnTo>
                  <a:pt x="977900" y="148589"/>
                </a:lnTo>
                <a:lnTo>
                  <a:pt x="1003300" y="161543"/>
                </a:lnTo>
                <a:lnTo>
                  <a:pt x="1016000" y="174497"/>
                </a:lnTo>
                <a:lnTo>
                  <a:pt x="1028700" y="188213"/>
                </a:lnTo>
                <a:lnTo>
                  <a:pt x="1054100" y="217169"/>
                </a:lnTo>
                <a:lnTo>
                  <a:pt x="1054100" y="216407"/>
                </a:lnTo>
                <a:lnTo>
                  <a:pt x="1066800" y="231647"/>
                </a:lnTo>
                <a:lnTo>
                  <a:pt x="1066800" y="246887"/>
                </a:lnTo>
                <a:lnTo>
                  <a:pt x="1079500" y="262889"/>
                </a:lnTo>
                <a:lnTo>
                  <a:pt x="1079500" y="262127"/>
                </a:lnTo>
                <a:lnTo>
                  <a:pt x="1092200" y="278891"/>
                </a:lnTo>
                <a:lnTo>
                  <a:pt x="1092200" y="278129"/>
                </a:lnTo>
                <a:lnTo>
                  <a:pt x="1102302" y="304799"/>
                </a:lnTo>
                <a:lnTo>
                  <a:pt x="1112440" y="304799"/>
                </a:lnTo>
                <a:close/>
              </a:path>
              <a:path w="1625600" h="467360">
                <a:moveTo>
                  <a:pt x="736600" y="19151"/>
                </a:moveTo>
                <a:lnTo>
                  <a:pt x="736361" y="19107"/>
                </a:lnTo>
                <a:lnTo>
                  <a:pt x="736600" y="19151"/>
                </a:lnTo>
                <a:close/>
              </a:path>
              <a:path w="1625600" h="467360">
                <a:moveTo>
                  <a:pt x="1117600" y="314705"/>
                </a:moveTo>
                <a:lnTo>
                  <a:pt x="1113573" y="306974"/>
                </a:lnTo>
                <a:lnTo>
                  <a:pt x="1104900" y="311657"/>
                </a:lnTo>
                <a:lnTo>
                  <a:pt x="1102302" y="304799"/>
                </a:lnTo>
                <a:lnTo>
                  <a:pt x="927100" y="304799"/>
                </a:lnTo>
                <a:lnTo>
                  <a:pt x="952500" y="315620"/>
                </a:lnTo>
                <a:lnTo>
                  <a:pt x="952500" y="305561"/>
                </a:lnTo>
                <a:lnTo>
                  <a:pt x="973835" y="314705"/>
                </a:lnTo>
                <a:lnTo>
                  <a:pt x="1117600" y="314705"/>
                </a:lnTo>
                <a:close/>
              </a:path>
              <a:path w="1625600" h="467360">
                <a:moveTo>
                  <a:pt x="973835" y="314705"/>
                </a:moveTo>
                <a:lnTo>
                  <a:pt x="952500" y="305561"/>
                </a:lnTo>
                <a:lnTo>
                  <a:pt x="952500" y="314705"/>
                </a:lnTo>
                <a:lnTo>
                  <a:pt x="973835" y="314705"/>
                </a:lnTo>
                <a:close/>
              </a:path>
              <a:path w="1625600" h="467360">
                <a:moveTo>
                  <a:pt x="1600200" y="317784"/>
                </a:moveTo>
                <a:lnTo>
                  <a:pt x="1600200" y="314705"/>
                </a:lnTo>
                <a:lnTo>
                  <a:pt x="1582674" y="314705"/>
                </a:lnTo>
                <a:lnTo>
                  <a:pt x="1308100" y="457961"/>
                </a:lnTo>
                <a:lnTo>
                  <a:pt x="973835" y="314705"/>
                </a:lnTo>
                <a:lnTo>
                  <a:pt x="952500" y="314705"/>
                </a:lnTo>
                <a:lnTo>
                  <a:pt x="952500" y="315620"/>
                </a:lnTo>
                <a:lnTo>
                  <a:pt x="1308100" y="467105"/>
                </a:lnTo>
                <a:lnTo>
                  <a:pt x="1600200" y="317784"/>
                </a:lnTo>
                <a:close/>
              </a:path>
              <a:path w="1625600" h="467360">
                <a:moveTo>
                  <a:pt x="1113573" y="306974"/>
                </a:moveTo>
                <a:lnTo>
                  <a:pt x="1112440" y="304799"/>
                </a:lnTo>
                <a:lnTo>
                  <a:pt x="1102302" y="304799"/>
                </a:lnTo>
                <a:lnTo>
                  <a:pt x="1104900" y="311657"/>
                </a:lnTo>
                <a:lnTo>
                  <a:pt x="1113573" y="306974"/>
                </a:lnTo>
                <a:close/>
              </a:path>
              <a:path w="1625600" h="467360">
                <a:moveTo>
                  <a:pt x="1117600" y="304799"/>
                </a:moveTo>
                <a:lnTo>
                  <a:pt x="1112440" y="304799"/>
                </a:lnTo>
                <a:lnTo>
                  <a:pt x="1113573" y="306974"/>
                </a:lnTo>
                <a:lnTo>
                  <a:pt x="1117600" y="304799"/>
                </a:lnTo>
                <a:close/>
              </a:path>
              <a:path w="1625600" h="467360">
                <a:moveTo>
                  <a:pt x="1447800" y="314705"/>
                </a:moveTo>
                <a:lnTo>
                  <a:pt x="1447800" y="307847"/>
                </a:lnTo>
                <a:lnTo>
                  <a:pt x="1435100" y="304799"/>
                </a:lnTo>
                <a:lnTo>
                  <a:pt x="1435100" y="290321"/>
                </a:lnTo>
                <a:lnTo>
                  <a:pt x="1422400" y="273557"/>
                </a:lnTo>
                <a:lnTo>
                  <a:pt x="1422400" y="278129"/>
                </a:lnTo>
                <a:lnTo>
                  <a:pt x="1435100" y="314705"/>
                </a:lnTo>
                <a:lnTo>
                  <a:pt x="1435100" y="304799"/>
                </a:lnTo>
                <a:lnTo>
                  <a:pt x="1445591" y="304799"/>
                </a:lnTo>
                <a:lnTo>
                  <a:pt x="1445591" y="314705"/>
                </a:lnTo>
                <a:lnTo>
                  <a:pt x="1447800" y="314705"/>
                </a:lnTo>
                <a:close/>
              </a:path>
              <a:path w="1625600" h="467360">
                <a:moveTo>
                  <a:pt x="1447800" y="307847"/>
                </a:moveTo>
                <a:lnTo>
                  <a:pt x="1445591" y="304799"/>
                </a:lnTo>
                <a:lnTo>
                  <a:pt x="1435100" y="304799"/>
                </a:lnTo>
                <a:lnTo>
                  <a:pt x="1447800" y="307847"/>
                </a:lnTo>
                <a:close/>
              </a:path>
              <a:path w="1625600" h="467360">
                <a:moveTo>
                  <a:pt x="1625600" y="304799"/>
                </a:moveTo>
                <a:lnTo>
                  <a:pt x="1445591" y="304799"/>
                </a:lnTo>
                <a:lnTo>
                  <a:pt x="1447800" y="307847"/>
                </a:lnTo>
                <a:lnTo>
                  <a:pt x="1447800" y="314705"/>
                </a:lnTo>
                <a:lnTo>
                  <a:pt x="1582674" y="314705"/>
                </a:lnTo>
                <a:lnTo>
                  <a:pt x="1600200" y="305561"/>
                </a:lnTo>
                <a:lnTo>
                  <a:pt x="1600200" y="317784"/>
                </a:lnTo>
                <a:lnTo>
                  <a:pt x="1625600" y="304799"/>
                </a:lnTo>
                <a:close/>
              </a:path>
              <a:path w="1625600" h="467360">
                <a:moveTo>
                  <a:pt x="1600200" y="314705"/>
                </a:moveTo>
                <a:lnTo>
                  <a:pt x="1600200" y="305561"/>
                </a:lnTo>
                <a:lnTo>
                  <a:pt x="1582674" y="314705"/>
                </a:lnTo>
                <a:lnTo>
                  <a:pt x="1600200" y="314705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 sz="2117"/>
          </a:p>
        </p:txBody>
      </p:sp>
      <p:sp>
        <p:nvSpPr>
          <p:cNvPr id="81" name="object 41">
            <a:extLst>
              <a:ext uri="{FF2B5EF4-FFF2-40B4-BE49-F238E27FC236}">
                <a16:creationId xmlns:a16="http://schemas.microsoft.com/office/drawing/2014/main" id="{30AFFCDA-FB4F-4D45-A9FA-CADC5884E3CE}"/>
              </a:ext>
            </a:extLst>
          </p:cNvPr>
          <p:cNvSpPr txBox="1"/>
          <p:nvPr/>
        </p:nvSpPr>
        <p:spPr>
          <a:xfrm>
            <a:off x="5053636" y="3266054"/>
            <a:ext cx="1636059" cy="376420"/>
          </a:xfrm>
          <a:prstGeom prst="rect">
            <a:avLst/>
          </a:prstGeom>
        </p:spPr>
        <p:txBody>
          <a:bodyPr vert="horz" wrap="square" lIns="0" tIns="14195" rIns="0" bIns="0" rtlCol="0">
            <a:spAutoFit/>
          </a:bodyPr>
          <a:lstStyle/>
          <a:p>
            <a:pPr marL="14941">
              <a:spcBef>
                <a:spcPts val="112"/>
              </a:spcBef>
              <a:tabLst>
                <a:tab pos="511003" algn="l"/>
              </a:tabLst>
            </a:pPr>
            <a:r>
              <a:rPr sz="2353" b="1" spc="-5" dirty="0">
                <a:latin typeface="Times New Roman"/>
                <a:cs typeface="Times New Roman"/>
              </a:rPr>
              <a:t>Φ:	x →</a:t>
            </a:r>
            <a:r>
              <a:rPr sz="2353" b="1" spc="-269" dirty="0">
                <a:latin typeface="Times New Roman"/>
                <a:cs typeface="Times New Roman"/>
              </a:rPr>
              <a:t> </a:t>
            </a:r>
            <a:r>
              <a:rPr sz="2353" b="1" spc="-5" dirty="0">
                <a:latin typeface="Times New Roman"/>
                <a:cs typeface="Times New Roman"/>
              </a:rPr>
              <a:t>φ(x)</a:t>
            </a:r>
            <a:endParaRPr sz="235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84383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3D75-27EA-4FE2-87CB-433961755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48" y="397785"/>
            <a:ext cx="9632104" cy="707823"/>
          </a:xfrm>
        </p:spPr>
        <p:txBody>
          <a:bodyPr/>
          <a:lstStyle/>
          <a:p>
            <a:r>
              <a:rPr lang="en-US" altLang="en-US" dirty="0"/>
              <a:t>Kernels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29C94-74DC-42C4-BBEE-428ADDC49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sz="2400" dirty="0"/>
              <a:t>Why use kernels?</a:t>
            </a:r>
          </a:p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sz="2133" dirty="0"/>
              <a:t>Make non-separable problem separable.</a:t>
            </a:r>
          </a:p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sz="2133" dirty="0"/>
              <a:t>Map data into better representational space</a:t>
            </a:r>
          </a:p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altLang="en-US" sz="2133" dirty="0"/>
          </a:p>
          <a:p>
            <a:pPr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sz="2400" dirty="0"/>
              <a:t>Common kernels</a:t>
            </a:r>
          </a:p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sz="2133" dirty="0"/>
              <a:t>Linear</a:t>
            </a:r>
          </a:p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sz="2133" dirty="0"/>
              <a:t>Polynomial K(</a:t>
            </a:r>
            <a:r>
              <a:rPr lang="en-US" altLang="en-US" sz="2133" dirty="0" err="1"/>
              <a:t>x,z</a:t>
            </a:r>
            <a:r>
              <a:rPr lang="en-US" altLang="en-US" sz="2133" dirty="0"/>
              <a:t>) = (1+x</a:t>
            </a:r>
            <a:r>
              <a:rPr lang="en-US" altLang="en-US" sz="2133" baseline="30000" dirty="0"/>
              <a:t>T</a:t>
            </a:r>
            <a:r>
              <a:rPr lang="en-US" altLang="en-US" sz="2133" dirty="0"/>
              <a:t>z)</a:t>
            </a:r>
            <a:r>
              <a:rPr lang="en-US" altLang="en-US" sz="2133" baseline="30000" dirty="0"/>
              <a:t>d</a:t>
            </a:r>
          </a:p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sz="2133" dirty="0"/>
              <a:t>Radial basis function (infinite dimensional space)</a:t>
            </a:r>
          </a:p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sz="2133" dirty="0"/>
              <a:t>K(x</a:t>
            </a:r>
            <a:r>
              <a:rPr lang="en-US" altLang="en-US" sz="2133" baseline="-25000" dirty="0"/>
              <a:t>i</a:t>
            </a:r>
            <a:r>
              <a:rPr lang="en-US" altLang="en-US" sz="2133" dirty="0"/>
              <a:t>,x</a:t>
            </a:r>
            <a:r>
              <a:rPr lang="en-US" altLang="en-US" sz="2133" baseline="-25000" dirty="0"/>
              <a:t>j</a:t>
            </a:r>
            <a:r>
              <a:rPr lang="en-US" altLang="en-US" sz="2133" dirty="0"/>
              <a:t>) = exp-{||x</a:t>
            </a:r>
            <a:r>
              <a:rPr lang="en-US" altLang="en-US" sz="2133" baseline="-25000" dirty="0"/>
              <a:t>i</a:t>
            </a:r>
            <a:r>
              <a:rPr lang="en-US" altLang="en-US" sz="2133" dirty="0"/>
              <a:t>-x</a:t>
            </a:r>
            <a:r>
              <a:rPr lang="en-US" altLang="en-US" sz="2133" baseline="-25000" dirty="0"/>
              <a:t>j</a:t>
            </a:r>
            <a:r>
              <a:rPr lang="en-US" altLang="en-US" sz="2133" dirty="0"/>
              <a:t>||</a:t>
            </a:r>
            <a:r>
              <a:rPr lang="en-US" altLang="en-US" sz="2133" baseline="30000" dirty="0"/>
              <a:t>2</a:t>
            </a:r>
            <a:r>
              <a:rPr lang="en-US" altLang="en-US" sz="2133" dirty="0"/>
              <a:t>}/2</a:t>
            </a:r>
            <a:r>
              <a:rPr lang="el-GR" sz="1867" dirty="0">
                <a:latin typeface="arial" panose="020B0604020202020204" pitchFamily="34" charset="0"/>
              </a:rPr>
              <a:t>σ</a:t>
            </a:r>
            <a:r>
              <a:rPr lang="en-US" sz="1867" baseline="30000" dirty="0">
                <a:latin typeface="arial" panose="020B0604020202020204" pitchFamily="34" charset="0"/>
              </a:rPr>
              <a:t>2</a:t>
            </a:r>
            <a:endParaRPr lang="en-US" altLang="en-US" sz="2133" baseline="30000" dirty="0"/>
          </a:p>
          <a:p>
            <a:pPr lvl="1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altLang="en-US" sz="2133" dirty="0"/>
          </a:p>
          <a:p>
            <a:pPr lvl="1" eaLnBrk="1" hangingPunct="1"/>
            <a:endParaRPr lang="en-US" altLang="en-US" sz="2133" dirty="0"/>
          </a:p>
          <a:p>
            <a:pPr lvl="1" eaLnBrk="1" hangingPunct="1"/>
            <a:endParaRPr lang="en-US" altLang="en-US" sz="2133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133" dirty="0"/>
          </a:p>
          <a:p>
            <a:endParaRPr lang="en-US" sz="2400" dirty="0"/>
          </a:p>
        </p:txBody>
      </p:sp>
      <p:pic>
        <p:nvPicPr>
          <p:cNvPr id="5" name="Picture 4" descr="A picture containing indoor, light, dark, sitting&#10;&#10;Description automatically generated">
            <a:extLst>
              <a:ext uri="{FF2B5EF4-FFF2-40B4-BE49-F238E27FC236}">
                <a16:creationId xmlns:a16="http://schemas.microsoft.com/office/drawing/2014/main" id="{06CCC226-E932-40B4-BF8F-A6AA20C41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900" y="2189777"/>
            <a:ext cx="4746360" cy="37954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16DBE6-AB04-4F16-BD9C-06BDA4F41F24}"/>
              </a:ext>
            </a:extLst>
          </p:cNvPr>
          <p:cNvSpPr txBox="1"/>
          <p:nvPr/>
        </p:nvSpPr>
        <p:spPr>
          <a:xfrm>
            <a:off x="0" y="6021650"/>
            <a:ext cx="7406477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67" dirty="0"/>
              <a:t>https://www.r-bloggers.com/support-vector-machines-with-the-mlr-package/</a:t>
            </a:r>
          </a:p>
        </p:txBody>
      </p:sp>
    </p:spTree>
    <p:extLst>
      <p:ext uri="{BB962C8B-B14F-4D97-AF65-F5344CB8AC3E}">
        <p14:creationId xmlns:p14="http://schemas.microsoft.com/office/powerpoint/2010/main" val="1350074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1468-ECDC-43F9-97C4-34EAFF01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312B5-0351-435A-B938-9FD9F2AA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133" dirty="0">
                <a:latin typeface="Arial" panose="020B0604020202020204" pitchFamily="34" charset="0"/>
              </a:rPr>
              <a:t>In general, complex real-world applications require more expressive models than linear functions.</a:t>
            </a:r>
            <a:endParaRPr lang="en-US" sz="2133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133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133" dirty="0">
                <a:solidFill>
                  <a:srgbClr val="FF0000"/>
                </a:solidFill>
                <a:latin typeface="Arial" panose="020B0604020202020204" pitchFamily="34" charset="0"/>
              </a:rPr>
              <a:t>Kernel representation </a:t>
            </a:r>
            <a:r>
              <a:rPr lang="en-US" sz="2133" dirty="0">
                <a:solidFill>
                  <a:srgbClr val="000000"/>
                </a:solidFill>
                <a:latin typeface="Arial" panose="020B0604020202020204" pitchFamily="34" charset="0"/>
              </a:rPr>
              <a:t>offers an alternative solution by projecting the data into a </a:t>
            </a:r>
            <a:r>
              <a:rPr lang="en-US" sz="2133" dirty="0">
                <a:solidFill>
                  <a:srgbClr val="FF0000"/>
                </a:solidFill>
                <a:latin typeface="Arial" panose="020B0604020202020204" pitchFamily="34" charset="0"/>
              </a:rPr>
              <a:t>high (abstract) dimensional feature </a:t>
            </a:r>
            <a:r>
              <a:rPr lang="en-US" sz="2133" dirty="0">
                <a:solidFill>
                  <a:srgbClr val="000000"/>
                </a:solidFill>
                <a:latin typeface="Arial" panose="020B0604020202020204" pitchFamily="34" charset="0"/>
              </a:rPr>
              <a:t>space to </a:t>
            </a:r>
            <a:r>
              <a:rPr lang="en-US" sz="2133" dirty="0">
                <a:solidFill>
                  <a:srgbClr val="FF0000"/>
                </a:solidFill>
                <a:latin typeface="Arial" panose="020B0604020202020204" pitchFamily="34" charset="0"/>
              </a:rPr>
              <a:t>increase the computational power </a:t>
            </a:r>
            <a:r>
              <a:rPr lang="en-US" sz="2133" dirty="0">
                <a:solidFill>
                  <a:srgbClr val="000000"/>
                </a:solidFill>
                <a:latin typeface="Arial" panose="020B0604020202020204" pitchFamily="34" charset="0"/>
              </a:rPr>
              <a:t>of the linear learning machines (i.e., classifiers and regressors).</a:t>
            </a:r>
          </a:p>
          <a:p>
            <a:pPr marL="0" indent="0">
              <a:buNone/>
            </a:pPr>
            <a:endParaRPr lang="en-US" sz="2133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133" dirty="0">
                <a:solidFill>
                  <a:srgbClr val="000000"/>
                </a:solidFill>
                <a:latin typeface="Arial" panose="020B0604020202020204" pitchFamily="34" charset="0"/>
              </a:rPr>
              <a:t>The use of linear machines in the dual formulation makes it possible to apply the so-called </a:t>
            </a:r>
            <a:r>
              <a:rPr lang="en-US" sz="2133" dirty="0">
                <a:solidFill>
                  <a:srgbClr val="FF0000"/>
                </a:solidFill>
                <a:latin typeface="Arial" panose="020B0604020202020204" pitchFamily="34" charset="0"/>
              </a:rPr>
              <a:t>kernel trick</a:t>
            </a:r>
            <a:r>
              <a:rPr lang="en-US" sz="2133" dirty="0">
                <a:solidFill>
                  <a:srgbClr val="000000"/>
                </a:solidFill>
                <a:latin typeface="Arial" panose="020B0604020202020204" pitchFamily="34" charset="0"/>
              </a:rPr>
              <a:t>, i.e., to replace the inner product with an appropriate kernel function, performing thus implicitly the desired mapping into a feature space of higher dimensionality.</a:t>
            </a:r>
          </a:p>
          <a:p>
            <a:pPr marL="0" indent="0">
              <a:buNone/>
            </a:pPr>
            <a:endParaRPr lang="en-US" sz="2667" dirty="0"/>
          </a:p>
        </p:txBody>
      </p:sp>
    </p:spTree>
    <p:extLst>
      <p:ext uri="{BB962C8B-B14F-4D97-AF65-F5344CB8AC3E}">
        <p14:creationId xmlns:p14="http://schemas.microsoft.com/office/powerpoint/2010/main" val="34419923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8249-8A4F-49F7-B456-1F184D5F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“Kernel Trick”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08CB8-0C21-4FB7-ADAE-228B41DC3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133" dirty="0"/>
              <a:t>The linear classifier relies on an inner product between vectors </a:t>
            </a:r>
            <a:r>
              <a:rPr lang="en-US" altLang="en-US" sz="2133" i="1" dirty="0"/>
              <a:t>K</a:t>
            </a:r>
            <a:r>
              <a:rPr lang="en-US" altLang="en-US" sz="2133" dirty="0"/>
              <a:t>(</a:t>
            </a:r>
            <a:r>
              <a:rPr lang="en-US" altLang="en-US" sz="2133" b="1" dirty="0"/>
              <a:t>x</a:t>
            </a:r>
            <a:r>
              <a:rPr lang="en-US" altLang="en-US" sz="2133" b="1" baseline="-25000" dirty="0"/>
              <a:t>i</a:t>
            </a:r>
            <a:r>
              <a:rPr lang="en-US" altLang="en-US" sz="2133" dirty="0"/>
              <a:t>,</a:t>
            </a:r>
            <a:r>
              <a:rPr lang="en-US" altLang="en-US" sz="2133" b="1" dirty="0"/>
              <a:t>x</a:t>
            </a:r>
            <a:r>
              <a:rPr lang="en-US" altLang="en-US" sz="2133" b="1" baseline="-25000" dirty="0"/>
              <a:t>j</a:t>
            </a:r>
            <a:r>
              <a:rPr lang="en-US" altLang="en-US" sz="2133" dirty="0"/>
              <a:t>)=</a:t>
            </a:r>
            <a:r>
              <a:rPr lang="en-US" altLang="en-US" sz="2133" b="1" dirty="0"/>
              <a:t>x</a:t>
            </a:r>
            <a:r>
              <a:rPr lang="en-US" altLang="en-US" sz="2133" b="1" baseline="-25000" dirty="0"/>
              <a:t>i</a:t>
            </a:r>
            <a:r>
              <a:rPr lang="en-US" altLang="en-US" sz="2133" b="1" baseline="30000" dirty="0"/>
              <a:t>T</a:t>
            </a:r>
            <a:r>
              <a:rPr lang="en-US" altLang="en-US" sz="2133" b="1" dirty="0"/>
              <a:t>x</a:t>
            </a:r>
            <a:r>
              <a:rPr lang="en-US" altLang="en-US" sz="2133" b="1" baseline="-25000" dirty="0"/>
              <a:t>j</a:t>
            </a:r>
          </a:p>
          <a:p>
            <a:pPr eaLnBrk="1" hangingPunct="1"/>
            <a:endParaRPr lang="en-US" altLang="en-US" sz="2133" dirty="0"/>
          </a:p>
          <a:p>
            <a:pPr eaLnBrk="1" hangingPunct="1"/>
            <a:r>
              <a:rPr lang="en-US" altLang="en-US" sz="2133" dirty="0"/>
              <a:t>If every datapoint is mapped into high-dimensional space via some transformation </a:t>
            </a:r>
          </a:p>
          <a:p>
            <a:pPr marL="0" indent="0">
              <a:buNone/>
            </a:pPr>
            <a:r>
              <a:rPr lang="en-US" altLang="en-US" sz="2133" dirty="0">
                <a:cs typeface="Times New Roman" panose="02020603050405020304" pitchFamily="18" charset="0"/>
              </a:rPr>
              <a:t>	</a:t>
            </a:r>
            <a:r>
              <a:rPr lang="el-GR" altLang="en-US" sz="2133" dirty="0">
                <a:cs typeface="Times New Roman" panose="02020603050405020304" pitchFamily="18" charset="0"/>
              </a:rPr>
              <a:t>Φ</a:t>
            </a:r>
            <a:r>
              <a:rPr lang="en-US" altLang="en-US" sz="2133" dirty="0">
                <a:cs typeface="Times New Roman" panose="02020603050405020304" pitchFamily="18" charset="0"/>
              </a:rPr>
              <a:t>:  </a:t>
            </a:r>
            <a:r>
              <a:rPr lang="en-US" altLang="en-US" sz="2133" b="1" dirty="0">
                <a:cs typeface="Times New Roman" panose="02020603050405020304" pitchFamily="18" charset="0"/>
              </a:rPr>
              <a:t>x</a:t>
            </a:r>
            <a:r>
              <a:rPr lang="en-US" altLang="en-US" sz="2133" b="1" baseline="-25000" dirty="0">
                <a:cs typeface="Times New Roman" panose="02020603050405020304" pitchFamily="18" charset="0"/>
              </a:rPr>
              <a:t> </a:t>
            </a:r>
            <a:r>
              <a:rPr lang="en-US" altLang="en-US" sz="2133" b="1" dirty="0">
                <a:cs typeface="Times New Roman" panose="02020603050405020304" pitchFamily="18" charset="0"/>
              </a:rPr>
              <a:t>→</a:t>
            </a:r>
            <a:r>
              <a:rPr lang="en-US" altLang="en-US" sz="2133" dirty="0">
                <a:cs typeface="Times New Roman" panose="02020603050405020304" pitchFamily="18" charset="0"/>
              </a:rPr>
              <a:t> </a:t>
            </a:r>
            <a:r>
              <a:rPr lang="el-GR" altLang="en-US" sz="2133" dirty="0">
                <a:cs typeface="Times New Roman" panose="02020603050405020304" pitchFamily="18" charset="0"/>
              </a:rPr>
              <a:t>φ</a:t>
            </a:r>
            <a:r>
              <a:rPr lang="en-US" altLang="en-US" sz="2133" dirty="0">
                <a:cs typeface="Times New Roman" panose="02020603050405020304" pitchFamily="18" charset="0"/>
              </a:rPr>
              <a:t>(</a:t>
            </a:r>
            <a:r>
              <a:rPr lang="en-US" altLang="en-US" sz="2133" b="1" dirty="0">
                <a:cs typeface="Times New Roman" panose="02020603050405020304" pitchFamily="18" charset="0"/>
              </a:rPr>
              <a:t>x</a:t>
            </a:r>
            <a:r>
              <a:rPr lang="en-US" altLang="en-US" sz="2133" dirty="0">
                <a:cs typeface="Times New Roman" panose="02020603050405020304" pitchFamily="18" charset="0"/>
              </a:rPr>
              <a:t>), the inner product becomes: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 sz="2133" i="1" dirty="0"/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133" i="1" dirty="0"/>
              <a:t>K</a:t>
            </a:r>
            <a:r>
              <a:rPr lang="en-US" altLang="en-US" sz="2133" dirty="0"/>
              <a:t>(</a:t>
            </a:r>
            <a:r>
              <a:rPr lang="en-US" altLang="en-US" sz="2133" b="1" dirty="0"/>
              <a:t>x</a:t>
            </a:r>
            <a:r>
              <a:rPr lang="en-US" altLang="en-US" sz="2133" b="1" baseline="-25000" dirty="0"/>
              <a:t>i</a:t>
            </a:r>
            <a:r>
              <a:rPr lang="en-US" altLang="en-US" sz="2133" dirty="0"/>
              <a:t>,</a:t>
            </a:r>
            <a:r>
              <a:rPr lang="en-US" altLang="en-US" sz="2133" b="1" dirty="0"/>
              <a:t>x</a:t>
            </a:r>
            <a:r>
              <a:rPr lang="en-US" altLang="en-US" sz="2133" b="1" baseline="-25000" dirty="0"/>
              <a:t>j</a:t>
            </a:r>
            <a:r>
              <a:rPr lang="en-US" altLang="en-US" sz="2133" dirty="0"/>
              <a:t>)= </a:t>
            </a:r>
            <a:r>
              <a:rPr lang="el-GR" altLang="en-US" sz="2133" dirty="0">
                <a:cs typeface="Times New Roman" panose="02020603050405020304" pitchFamily="18" charset="0"/>
              </a:rPr>
              <a:t>φ</a:t>
            </a:r>
            <a:r>
              <a:rPr lang="en-US" altLang="en-US" sz="2133" dirty="0"/>
              <a:t>(</a:t>
            </a:r>
            <a:r>
              <a:rPr lang="en-US" altLang="en-US" sz="2133" b="1" dirty="0"/>
              <a:t>x</a:t>
            </a:r>
            <a:r>
              <a:rPr lang="en-US" altLang="en-US" sz="2133" b="1" baseline="-25000" dirty="0"/>
              <a:t>i</a:t>
            </a:r>
            <a:r>
              <a:rPr lang="en-US" altLang="en-US" sz="2133" dirty="0"/>
              <a:t>)</a:t>
            </a:r>
            <a:r>
              <a:rPr lang="en-US" altLang="en-US" sz="2133" b="1" baseline="-25000" dirty="0"/>
              <a:t> </a:t>
            </a:r>
            <a:r>
              <a:rPr lang="en-US" altLang="en-US" sz="2133" b="1" baseline="30000" dirty="0"/>
              <a:t>T</a:t>
            </a:r>
            <a:r>
              <a:rPr lang="el-GR" altLang="en-US" sz="2133" dirty="0">
                <a:cs typeface="Times New Roman" panose="02020603050405020304" pitchFamily="18" charset="0"/>
              </a:rPr>
              <a:t>φ</a:t>
            </a:r>
            <a:r>
              <a:rPr lang="en-US" altLang="en-US" sz="2133" dirty="0"/>
              <a:t>(</a:t>
            </a:r>
            <a:r>
              <a:rPr lang="en-US" altLang="en-US" sz="2133" b="1" dirty="0"/>
              <a:t>x</a:t>
            </a:r>
            <a:r>
              <a:rPr lang="en-US" altLang="en-US" sz="2133" b="1" baseline="-25000" dirty="0"/>
              <a:t>j</a:t>
            </a:r>
            <a:r>
              <a:rPr lang="en-US" altLang="en-US" sz="2133" dirty="0"/>
              <a:t>)</a:t>
            </a:r>
          </a:p>
          <a:p>
            <a:pPr eaLnBrk="1" hangingPunct="1"/>
            <a:endParaRPr lang="en-US" altLang="en-US" sz="2133" dirty="0"/>
          </a:p>
          <a:p>
            <a:pPr eaLnBrk="1" hangingPunct="1"/>
            <a:r>
              <a:rPr lang="en-US" altLang="en-US" sz="2133" dirty="0"/>
              <a:t>A </a:t>
            </a:r>
            <a:r>
              <a:rPr lang="en-US" altLang="en-US" sz="2133" i="1" dirty="0"/>
              <a:t>kernel function</a:t>
            </a:r>
            <a:r>
              <a:rPr lang="en-US" altLang="en-US" sz="2133" dirty="0"/>
              <a:t> is some function that corresponds to an inner product in some expanded feature space.</a:t>
            </a:r>
          </a:p>
          <a:p>
            <a:pPr eaLnBrk="1" hangingPunct="1"/>
            <a:endParaRPr lang="en-US" altLang="en-US" sz="2133" dirty="0"/>
          </a:p>
          <a:p>
            <a:endParaRPr lang="en-US" sz="2133" dirty="0"/>
          </a:p>
        </p:txBody>
      </p:sp>
      <p:pic>
        <p:nvPicPr>
          <p:cNvPr id="7" name="Picture 6" descr="A picture containing game, person, air&#10;&#10;Description automatically generated">
            <a:extLst>
              <a:ext uri="{FF2B5EF4-FFF2-40B4-BE49-F238E27FC236}">
                <a16:creationId xmlns:a16="http://schemas.microsoft.com/office/drawing/2014/main" id="{98814FD8-DF97-4F5C-B0BA-5479F7878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700" y="4208697"/>
            <a:ext cx="3523288" cy="277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821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D9F5C-ECDD-41F8-9169-41F95F6A2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“Kernel Trick”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716BE-BC2B-429D-A382-21D1E0989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667" dirty="0"/>
              <a:t>In a nutshell, kernel trick allow us to operate in the original feature space without computing the coordinates of the date in a higher dimensional space. </a:t>
            </a:r>
          </a:p>
          <a:p>
            <a:pPr eaLnBrk="1" hangingPunct="1"/>
            <a:endParaRPr lang="en-US" altLang="en-US" sz="2667" dirty="0"/>
          </a:p>
          <a:p>
            <a:pPr eaLnBrk="1" hangingPunct="1"/>
            <a:endParaRPr lang="en-US" altLang="en-US" sz="3200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sz="3200" dirty="0"/>
          </a:p>
          <a:p>
            <a:pPr eaLnBrk="1" hangingPunct="1"/>
            <a:r>
              <a:rPr lang="en-US" altLang="en-US" sz="2667" dirty="0"/>
              <a:t>So, with the kernel trick, we hit two targets with a </a:t>
            </a:r>
            <a:r>
              <a:rPr lang="en-US" altLang="en-US" sz="2667" dirty="0" err="1"/>
              <a:t>singal</a:t>
            </a:r>
            <a:r>
              <a:rPr lang="en-US" altLang="en-US" sz="2667" dirty="0"/>
              <a:t> shot. (data transformation, reduced computational)</a:t>
            </a:r>
          </a:p>
          <a:p>
            <a:endParaRPr lang="en-US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6E6506CA-BFBF-4EA2-BEE6-65B4726AA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227" y="3008206"/>
            <a:ext cx="2750164" cy="182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2994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F0B39-DC79-4E4A-8C2C-966D0C62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47" y="245381"/>
            <a:ext cx="11224996" cy="707823"/>
          </a:xfrm>
        </p:spPr>
        <p:txBody>
          <a:bodyPr/>
          <a:lstStyle/>
          <a:p>
            <a:r>
              <a:rPr lang="en-US"/>
              <a:t>SVM in classification and regression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A7834-69C6-EED5-370B-A9CA97768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847" y="1347021"/>
            <a:ext cx="7290543" cy="4818365"/>
          </a:xfrm>
        </p:spPr>
        <p:txBody>
          <a:bodyPr/>
          <a:lstStyle/>
          <a:p>
            <a:r>
              <a:rPr lang="en-GB"/>
              <a:t>Support Vector Machines (SVMs) are used for: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GB" b="1"/>
          </a:p>
          <a:p>
            <a:pPr lvl="1">
              <a:buFont typeface="Courier New" panose="02070309020205020404" pitchFamily="49" charset="0"/>
              <a:buChar char="o"/>
            </a:pPr>
            <a:r>
              <a:rPr lang="en-GB" b="1"/>
              <a:t>Classification → SVC (Support Vector Classifier)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endParaRPr lang="en-GB" b="1"/>
          </a:p>
          <a:p>
            <a:pPr lvl="1">
              <a:buFont typeface="Courier New" panose="02070309020205020404" pitchFamily="49" charset="0"/>
              <a:buChar char="o"/>
            </a:pPr>
            <a:endParaRPr lang="en-GB" b="1"/>
          </a:p>
          <a:p>
            <a:pPr lvl="1">
              <a:buFont typeface="Courier New" panose="02070309020205020404" pitchFamily="49" charset="0"/>
              <a:buChar char="o"/>
            </a:pPr>
            <a:r>
              <a:rPr lang="en-GB" b="1"/>
              <a:t>Regression → SVR (Support Vector Regressor)</a:t>
            </a:r>
            <a:endParaRPr lang="en-GB"/>
          </a:p>
          <a:p>
            <a:endParaRPr lang="en-GB"/>
          </a:p>
        </p:txBody>
      </p:sp>
      <p:pic>
        <p:nvPicPr>
          <p:cNvPr id="5122" name="Picture 2" descr="1.4. Support Vector Machines — scikit-learn 1.8.0 documentation">
            <a:extLst>
              <a:ext uri="{FF2B5EF4-FFF2-40B4-BE49-F238E27FC236}">
                <a16:creationId xmlns:a16="http://schemas.microsoft.com/office/drawing/2014/main" id="{A4785994-0F1C-FD37-4793-D1ABA86DA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482" y="880853"/>
            <a:ext cx="4527081" cy="339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6E8C00-C607-6713-CE33-C1942D899D61}"/>
              </a:ext>
            </a:extLst>
          </p:cNvPr>
          <p:cNvSpPr txBox="1"/>
          <p:nvPr/>
        </p:nvSpPr>
        <p:spPr>
          <a:xfrm>
            <a:off x="0" y="6264000"/>
            <a:ext cx="9000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hlinkClick r:id="rId3"/>
              </a:rPr>
              <a:t>https://scikit-learn.org/stable/modules/svm.html</a:t>
            </a:r>
            <a:endParaRPr lang="en-GB"/>
          </a:p>
          <a:p>
            <a:r>
              <a:rPr lang="en-GB">
                <a:hlinkClick r:id="rId4"/>
              </a:rPr>
              <a:t>https://spotintelligence.com/2024/05/08/support-vector-regression-svr/</a:t>
            </a:r>
            <a:r>
              <a:rPr lang="en-GB"/>
              <a:t>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77EF13-E73C-80DC-074E-88E480D4E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2411" y="4374778"/>
            <a:ext cx="2544318" cy="212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1865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3E538-F914-889D-1B55-7D5DF967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SVM for Classification (SVC)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8E254C-477C-A49B-B7FF-65E3EFB3BA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b="1"/>
                  <a:t>Objective</a:t>
                </a:r>
              </a:p>
              <a:p>
                <a:r>
                  <a:rPr lang="en-GB"/>
                  <a:t>Find a decision boundary with </a:t>
                </a:r>
                <a:r>
                  <a:rPr lang="en-GB" b="1"/>
                  <a:t>maximum margin</a:t>
                </a:r>
                <a:r>
                  <a:rPr lang="en-GB"/>
                  <a:t> between classes.</a:t>
                </a:r>
              </a:p>
              <a:p>
                <a:r>
                  <a:rPr lang="en-GB" b="1"/>
                  <a:t>Optimization (soft margin):</a:t>
                </a:r>
              </a:p>
              <a:p>
                <a:endParaRPr lang="en-GB" b="1"/>
              </a:p>
              <a:p>
                <a:endParaRPr lang="en-GB" b="1"/>
              </a:p>
              <a:p>
                <a:endParaRPr lang="ar-SA"/>
              </a:p>
              <a:p>
                <a:r>
                  <a:rPr lang="en-GB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ar-SA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ar-SA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ar-SA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SA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SA"/>
              </a:p>
              <a:p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8E254C-477C-A49B-B7FF-65E3EFB3BA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1" t="-2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36CA9C7-992A-6AF7-3FE2-18C7C6C87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302" y="3103189"/>
            <a:ext cx="2869395" cy="86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1907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D8FB2-C7C2-3B7F-4FEA-026DB6F8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Simple Python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2D7402-537C-0D74-7E2E-6D4F7A3CF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9104" y="1233646"/>
            <a:ext cx="4933791" cy="513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025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31AE0-461D-129C-D861-5C3B1731D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47" y="397785"/>
            <a:ext cx="11224996" cy="707823"/>
          </a:xfrm>
        </p:spPr>
        <p:txBody>
          <a:bodyPr/>
          <a:lstStyle/>
          <a:p>
            <a:r>
              <a:rPr lang="en-GB" b="1"/>
              <a:t>Important Parameters (Classification)</a:t>
            </a:r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E1F0A8-0578-1F8A-D78D-D8B57E93F3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486387"/>
              </p:ext>
            </p:extLst>
          </p:nvPr>
        </p:nvGraphicFramePr>
        <p:xfrm>
          <a:off x="756444" y="2842419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399338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54689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875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Regularization (higher → less margin, overfit)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893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kernel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linear</a:t>
                      </a:r>
                      <a:r>
                        <a:rPr lang="en-GB"/>
                        <a:t>, </a:t>
                      </a:r>
                      <a:r>
                        <a:rPr lang="en-GB">
                          <a:latin typeface="Courier New" panose="02070309020205020404" pitchFamily="49" charset="0"/>
                        </a:rPr>
                        <a:t>rbf</a:t>
                      </a:r>
                      <a:r>
                        <a:rPr lang="en-GB"/>
                        <a:t>, </a:t>
                      </a:r>
                      <a:r>
                        <a:rPr lang="en-GB">
                          <a:latin typeface="Courier New" panose="02070309020205020404" pitchFamily="49" charset="0"/>
                        </a:rPr>
                        <a:t>poly</a:t>
                      </a:r>
                      <a:r>
                        <a:rPr lang="en-GB"/>
                        <a:t>, </a:t>
                      </a:r>
                      <a:r>
                        <a:rPr lang="en-GB">
                          <a:latin typeface="Courier New" panose="02070309020205020404" pitchFamily="49" charset="0"/>
                        </a:rPr>
                        <a:t>sigmoid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249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gamma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Kernel width (rbf/poly)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587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class_weight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Handle class imbalance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448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4275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498E5-0ED0-8AC4-735A-C4CA8C24B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SVM for Regression (SVR)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59DA46-04FA-0B7E-9DFA-67DE3115E3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/>
                  <a:t>SVR tries to fit a function such that: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GB"/>
                  <a:t>errors smaller than </a:t>
                </a:r>
                <a:r>
                  <a:rPr lang="el-GR"/>
                  <a:t>ε </a:t>
                </a:r>
                <a:r>
                  <a:rPr lang="en-GB"/>
                  <a:t>are ignored</a:t>
                </a:r>
                <a:br>
                  <a:rPr lang="en-GB"/>
                </a:br>
                <a:endParaRPr lang="en-GB"/>
              </a:p>
              <a:p>
                <a:r>
                  <a:rPr lang="en-GB" b="1"/>
                  <a:t>Objective</a:t>
                </a:r>
              </a:p>
              <a:p>
                <a:endParaRPr lang="en-GB" b="1"/>
              </a:p>
              <a:p>
                <a:endParaRPr lang="en-GB" b="1"/>
              </a:p>
              <a:p>
                <a:r>
                  <a:rPr lang="en-GB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SA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SA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SA">
                          <a:latin typeface="Cambria Math" panose="02040503050406030204" pitchFamily="18" charset="0"/>
                        </a:rPr>
                        <m:t>∣≤</m:t>
                      </m:r>
                      <m:r>
                        <a:rPr lang="ar-SA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ar-SA"/>
              </a:p>
              <a:p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59DA46-04FA-0B7E-9DFA-67DE3115E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8" t="-2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FAE1B2D-DF85-ED60-B26C-C2BF4D07D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512" y="3133725"/>
            <a:ext cx="246697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0113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B119-9377-F8A3-9A6B-07597A7B9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Python Example (SVR)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F0B4D9-4268-659E-682B-EA0A4ADD8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6662" y="2138362"/>
            <a:ext cx="463867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482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80F8-5076-8964-D016-68554DA70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Important Parameters (Regression)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0F985D-97D6-9EB2-48C1-1921C9DD11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8497190"/>
              </p:ext>
            </p:extLst>
          </p:nvPr>
        </p:nvGraphicFramePr>
        <p:xfrm>
          <a:off x="756444" y="2842419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2733511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47364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448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Error penalty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162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epsilon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Width of "no penalty" tube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347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kernel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Same as SVC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509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gamma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Kernel smoothness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962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2436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4BE4-6D6B-CFAF-A55E-DD77021F5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Advantages of SVM</a:t>
            </a:r>
            <a:endParaRPr lang="en-GB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B294D9-EB6C-6F27-37F8-628978216E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1847" y="1771046"/>
            <a:ext cx="1017650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Strong theoretical foundation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Works well in high dimensions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Effective with small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Robust to overfitting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Flexible via kernels</a:t>
            </a:r>
          </a:p>
        </p:txBody>
      </p:sp>
    </p:spTree>
    <p:extLst>
      <p:ext uri="{BB962C8B-B14F-4D97-AF65-F5344CB8AC3E}">
        <p14:creationId xmlns:p14="http://schemas.microsoft.com/office/powerpoint/2010/main" val="17911033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68E9-6C90-857F-23EC-AA5708DD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  <a:endParaRPr lang="en-GB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5707F0-F3D4-7147-FF67-8FD86D460B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1847" y="2201934"/>
            <a:ext cx="730591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Computationally expensive for large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Sensitive to hyperparameters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Requires feature scaling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Harder to interpret than linear models</a:t>
            </a:r>
          </a:p>
        </p:txBody>
      </p:sp>
    </p:spTree>
    <p:extLst>
      <p:ext uri="{BB962C8B-B14F-4D97-AF65-F5344CB8AC3E}">
        <p14:creationId xmlns:p14="http://schemas.microsoft.com/office/powerpoint/2010/main" val="26675562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20AC2-B376-85D8-DE46-10E3D423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When to Use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A90FF-DB9A-E6FC-8A61-B2C06B42E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Use SVM when: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Dataset size is medium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Feature dimension is high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Clear margin exists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Accuracy is more important than speed</a:t>
            </a:r>
          </a:p>
          <a:p>
            <a:endParaRPr lang="en-US"/>
          </a:p>
          <a:p>
            <a:r>
              <a:rPr lang="en-US"/>
              <a:t>Avoid when: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Dataset &gt; 100k samples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Real-time training needed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5624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1C7C-D93D-05C2-4AFB-0EAFDA88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47" y="397785"/>
            <a:ext cx="11224996" cy="1317221"/>
          </a:xfrm>
        </p:spPr>
        <p:txBody>
          <a:bodyPr/>
          <a:lstStyle/>
          <a:p>
            <a:r>
              <a:rPr lang="en-GB" b="1" i="0">
                <a:solidFill>
                  <a:srgbClr val="0D0D0D"/>
                </a:solidFill>
                <a:effectLst/>
                <a:latin typeface="ui-sans-serif"/>
              </a:rPr>
              <a:t>Summary</a:t>
            </a:r>
            <a:br>
              <a:rPr lang="en-GB" b="1" i="0">
                <a:solidFill>
                  <a:srgbClr val="0D0D0D"/>
                </a:solidFill>
                <a:effectLst/>
                <a:latin typeface="ui-sans-serif"/>
              </a:rPr>
            </a:br>
            <a:endParaRPr lang="en-GB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F3DBE3-C153-DB6F-7751-E07A5EB6DF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1847" y="1771046"/>
            <a:ext cx="800796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SVM finds maximum margin solutions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Used for classification (SVC) and regression (SVR)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Kernels enable non-linear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Hyperparameters control bias–variance tradeoff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Powerful but computationally demanding</a:t>
            </a:r>
          </a:p>
        </p:txBody>
      </p:sp>
    </p:spTree>
    <p:extLst>
      <p:ext uri="{BB962C8B-B14F-4D97-AF65-F5344CB8AC3E}">
        <p14:creationId xmlns:p14="http://schemas.microsoft.com/office/powerpoint/2010/main" val="41490866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02B0F66-3EE0-6D4F-9CCE-66F477488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Slides Adapted from: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5338092-8A47-2E43-8194-FBA8F4BBB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667" dirty="0"/>
              <a:t>Pattern Recognition and Machine Learning Book by Christopher Bishop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2667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667" dirty="0"/>
              <a:t>Kevin Murphy, UBC Machine learning course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2667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667" dirty="0"/>
              <a:t>Mubarak Shah, UCF Computer Vision course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2667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667" dirty="0"/>
              <a:t>Farid </a:t>
            </a:r>
            <a:r>
              <a:rPr lang="en-US" sz="2667" dirty="0" err="1"/>
              <a:t>Melgani</a:t>
            </a:r>
            <a:r>
              <a:rPr lang="en-US" sz="2667" dirty="0"/>
              <a:t>, </a:t>
            </a:r>
            <a:r>
              <a:rPr lang="en-US" sz="2667" dirty="0" err="1"/>
              <a:t>UoT</a:t>
            </a:r>
            <a:r>
              <a:rPr lang="en-US" sz="2667" dirty="0"/>
              <a:t> Pattern Recognition course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sz="2667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667" dirty="0"/>
              <a:t>Pattern Classification Book by </a:t>
            </a:r>
            <a:r>
              <a:rPr lang="en-US" sz="2667" dirty="0" err="1"/>
              <a:t>Duda</a:t>
            </a:r>
            <a:r>
              <a:rPr lang="en-US" sz="2667" dirty="0"/>
              <a:t> and Hart 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345709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9A27D2-C986-4535-B473-42B1A8903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848" y="-28027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75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3439</Words>
  <Application>Microsoft Office PowerPoint</Application>
  <PresentationFormat>Widescreen</PresentationFormat>
  <Paragraphs>613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3" baseType="lpstr">
      <vt:lpstr>-apple-system</vt:lpstr>
      <vt:lpstr>Aptos</vt:lpstr>
      <vt:lpstr>Aptos Display</vt:lpstr>
      <vt:lpstr>Arial</vt:lpstr>
      <vt:lpstr>Arial</vt:lpstr>
      <vt:lpstr>Calibri</vt:lpstr>
      <vt:lpstr>Cambria Math</vt:lpstr>
      <vt:lpstr>Courier New</vt:lpstr>
      <vt:lpstr>Symbol</vt:lpstr>
      <vt:lpstr>Tahoma</vt:lpstr>
      <vt:lpstr>Times New Roman</vt:lpstr>
      <vt:lpstr>ui-sans-serif</vt:lpstr>
      <vt:lpstr>Wingdings</vt:lpstr>
      <vt:lpstr>Office Theme</vt:lpstr>
      <vt:lpstr>Support Vector Machine</vt:lpstr>
      <vt:lpstr>Content</vt:lpstr>
      <vt:lpstr>Support Vector Machines</vt:lpstr>
      <vt:lpstr>Support Vector Machines</vt:lpstr>
      <vt:lpstr>Linear Machine</vt:lpstr>
      <vt:lpstr>Decision Boundry</vt:lpstr>
      <vt:lpstr>Two key attributes of SVMs are: </vt:lpstr>
      <vt:lpstr>Linear Classifier</vt:lpstr>
      <vt:lpstr>Linear Classifier</vt:lpstr>
      <vt:lpstr>Linear Classifier</vt:lpstr>
      <vt:lpstr>Linear Classifiers</vt:lpstr>
      <vt:lpstr>Linear Classifiers</vt:lpstr>
      <vt:lpstr>Classifier Margin</vt:lpstr>
      <vt:lpstr>Maximum Margin</vt:lpstr>
      <vt:lpstr>Maximum Margin</vt:lpstr>
      <vt:lpstr>Linear Classifier</vt:lpstr>
      <vt:lpstr>3 Important facts</vt:lpstr>
      <vt:lpstr>W perpendicularity</vt:lpstr>
      <vt:lpstr>Distance from a point to a line is 1/|w|</vt:lpstr>
      <vt:lpstr>Distance from a point to a line is 1/|w|</vt:lpstr>
      <vt:lpstr>Distance between two lines (margin) is 2/|w| </vt:lpstr>
      <vt:lpstr>Linear SVM Mathematically</vt:lpstr>
      <vt:lpstr>Linear SVM Mathematically</vt:lpstr>
      <vt:lpstr>Quadratic programming</vt:lpstr>
      <vt:lpstr>Linear SVM</vt:lpstr>
      <vt:lpstr>Detour (Unconstrained optimization)</vt:lpstr>
      <vt:lpstr>Detour (Unconstrained optimization)</vt:lpstr>
      <vt:lpstr>Detour: (Lagrange Multiplier)</vt:lpstr>
      <vt:lpstr>Linear SVM</vt:lpstr>
      <vt:lpstr>Linear SVM</vt:lpstr>
      <vt:lpstr>Linear SVM</vt:lpstr>
      <vt:lpstr>Solving the Optimization Problem</vt:lpstr>
      <vt:lpstr>Finding b from the linear constraints</vt:lpstr>
      <vt:lpstr>The Optimization Problem Solution</vt:lpstr>
      <vt:lpstr>Maximum Margin</vt:lpstr>
      <vt:lpstr>The Optimization Problem Solution</vt:lpstr>
      <vt:lpstr>Dataset with noise</vt:lpstr>
      <vt:lpstr>Soft Margin</vt:lpstr>
      <vt:lpstr>Hard Margin vs. Soft Margin</vt:lpstr>
      <vt:lpstr>Linear SVM: </vt:lpstr>
      <vt:lpstr>Non-linear SVM</vt:lpstr>
      <vt:lpstr>Non-linear SVMs: Feature spaces</vt:lpstr>
      <vt:lpstr>Kernels</vt:lpstr>
      <vt:lpstr>Kernel Representation</vt:lpstr>
      <vt:lpstr>The “Kernel Trick”</vt:lpstr>
      <vt:lpstr>The “Kernel Trick”</vt:lpstr>
      <vt:lpstr>SVM in classification and regression</vt:lpstr>
      <vt:lpstr>SVM for Classification (SVC)</vt:lpstr>
      <vt:lpstr>Simple Python Example</vt:lpstr>
      <vt:lpstr>Important Parameters (Classification)</vt:lpstr>
      <vt:lpstr>SVM for Regression (SVR)</vt:lpstr>
      <vt:lpstr>Python Example (SVR)</vt:lpstr>
      <vt:lpstr>Important Parameters (Regression)</vt:lpstr>
      <vt:lpstr>Advantages of SVM</vt:lpstr>
      <vt:lpstr>Limitations</vt:lpstr>
      <vt:lpstr>When to Use SVM</vt:lpstr>
      <vt:lpstr>Summary </vt:lpstr>
      <vt:lpstr>Slides Adapted from: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Mohib Ullah</dc:creator>
  <cp:lastModifiedBy>Mohib Ullah</cp:lastModifiedBy>
  <cp:revision>1</cp:revision>
  <dcterms:created xsi:type="dcterms:W3CDTF">2026-01-26T21:11:51Z</dcterms:created>
  <dcterms:modified xsi:type="dcterms:W3CDTF">2026-03-19T05:40:41Z</dcterms:modified>
</cp:coreProperties>
</file>