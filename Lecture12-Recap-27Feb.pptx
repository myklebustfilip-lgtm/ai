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8279E-3468-4F15-A665-D6519C2DFB22}" v="4" dt="2026-02-26T09:21:45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b Ullah" userId="a85b28ef-015c-444f-9a8b-a68f0710c0dd" providerId="ADAL" clId="{4940304A-E260-48BE-BE9A-92BCAD17AB9F}"/>
    <pc:docChg chg="custSel addSld delSld modSld">
      <pc:chgData name="Mohib Ullah" userId="a85b28ef-015c-444f-9a8b-a68f0710c0dd" providerId="ADAL" clId="{4940304A-E260-48BE-BE9A-92BCAD17AB9F}" dt="2026-02-26T09:21:58.668" v="1339" actId="20577"/>
      <pc:docMkLst>
        <pc:docMk/>
      </pc:docMkLst>
      <pc:sldChg chg="modSp new mod">
        <pc:chgData name="Mohib Ullah" userId="a85b28ef-015c-444f-9a8b-a68f0710c0dd" providerId="ADAL" clId="{4940304A-E260-48BE-BE9A-92BCAD17AB9F}" dt="2026-02-22T19:48:29.381" v="1099" actId="20577"/>
        <pc:sldMkLst>
          <pc:docMk/>
          <pc:sldMk cId="3989919655" sldId="256"/>
        </pc:sldMkLst>
        <pc:spChg chg="mod">
          <ac:chgData name="Mohib Ullah" userId="a85b28ef-015c-444f-9a8b-a68f0710c0dd" providerId="ADAL" clId="{4940304A-E260-48BE-BE9A-92BCAD17AB9F}" dt="2026-02-22T19:48:29.381" v="1099" actId="20577"/>
          <ac:spMkLst>
            <pc:docMk/>
            <pc:sldMk cId="3989919655" sldId="256"/>
            <ac:spMk id="3" creationId="{5FD72B16-6253-6F43-9D27-E61E3494A39C}"/>
          </ac:spMkLst>
        </pc:spChg>
      </pc:sldChg>
      <pc:sldChg chg="modSp new mod">
        <pc:chgData name="Mohib Ullah" userId="a85b28ef-015c-444f-9a8b-a68f0710c0dd" providerId="ADAL" clId="{4940304A-E260-48BE-BE9A-92BCAD17AB9F}" dt="2026-01-29T06:15:38.644" v="445"/>
        <pc:sldMkLst>
          <pc:docMk/>
          <pc:sldMk cId="551292798" sldId="258"/>
        </pc:sldMkLst>
        <pc:spChg chg="mod">
          <ac:chgData name="Mohib Ullah" userId="a85b28ef-015c-444f-9a8b-a68f0710c0dd" providerId="ADAL" clId="{4940304A-E260-48BE-BE9A-92BCAD17AB9F}" dt="2026-01-29T06:15:38.644" v="445"/>
          <ac:spMkLst>
            <pc:docMk/>
            <pc:sldMk cId="551292798" sldId="258"/>
            <ac:spMk id="2" creationId="{98FB0EB1-6C52-DC70-6958-50904EB523E6}"/>
          </ac:spMkLst>
        </pc:spChg>
      </pc:sldChg>
      <pc:sldChg chg="modSp new mod">
        <pc:chgData name="Mohib Ullah" userId="a85b28ef-015c-444f-9a8b-a68f0710c0dd" providerId="ADAL" clId="{4940304A-E260-48BE-BE9A-92BCAD17AB9F}" dt="2026-02-02T08:25:55.007" v="581"/>
        <pc:sldMkLst>
          <pc:docMk/>
          <pc:sldMk cId="1275659171" sldId="259"/>
        </pc:sldMkLst>
        <pc:spChg chg="mod">
          <ac:chgData name="Mohib Ullah" userId="a85b28ef-015c-444f-9a8b-a68f0710c0dd" providerId="ADAL" clId="{4940304A-E260-48BE-BE9A-92BCAD17AB9F}" dt="2026-02-02T08:25:55.007" v="581"/>
          <ac:spMkLst>
            <pc:docMk/>
            <pc:sldMk cId="1275659171" sldId="259"/>
            <ac:spMk id="2" creationId="{D5CF84A7-24BF-486E-8E6B-EDFC0FDED105}"/>
          </ac:spMkLst>
        </pc:spChg>
        <pc:spChg chg="mod">
          <ac:chgData name="Mohib Ullah" userId="a85b28ef-015c-444f-9a8b-a68f0710c0dd" providerId="ADAL" clId="{4940304A-E260-48BE-BE9A-92BCAD17AB9F}" dt="2026-01-29T06:17:18.194" v="502" actId="27636"/>
          <ac:spMkLst>
            <pc:docMk/>
            <pc:sldMk cId="1275659171" sldId="259"/>
            <ac:spMk id="3" creationId="{69C85B81-5BDA-7DF2-D4AD-F228E6F6145F}"/>
          </ac:spMkLst>
        </pc:spChg>
      </pc:sldChg>
      <pc:sldChg chg="modSp new mod">
        <pc:chgData name="Mohib Ullah" userId="a85b28ef-015c-444f-9a8b-a68f0710c0dd" providerId="ADAL" clId="{4940304A-E260-48BE-BE9A-92BCAD17AB9F}" dt="2026-02-04T21:02:31.633" v="762"/>
        <pc:sldMkLst>
          <pc:docMk/>
          <pc:sldMk cId="3994055775" sldId="260"/>
        </pc:sldMkLst>
        <pc:spChg chg="mod">
          <ac:chgData name="Mohib Ullah" userId="a85b28ef-015c-444f-9a8b-a68f0710c0dd" providerId="ADAL" clId="{4940304A-E260-48BE-BE9A-92BCAD17AB9F}" dt="2026-02-04T21:02:31.633" v="762"/>
          <ac:spMkLst>
            <pc:docMk/>
            <pc:sldMk cId="3994055775" sldId="260"/>
            <ac:spMk id="2" creationId="{19C926AE-B3E4-0953-E4F9-7F30207F58C1}"/>
          </ac:spMkLst>
        </pc:spChg>
        <pc:spChg chg="mod">
          <ac:chgData name="Mohib Ullah" userId="a85b28ef-015c-444f-9a8b-a68f0710c0dd" providerId="ADAL" clId="{4940304A-E260-48BE-BE9A-92BCAD17AB9F}" dt="2026-01-29T06:18:52.884" v="580" actId="20577"/>
          <ac:spMkLst>
            <pc:docMk/>
            <pc:sldMk cId="3994055775" sldId="260"/>
            <ac:spMk id="3" creationId="{EF07ADFE-E164-7B73-CBC6-79B2935BAC94}"/>
          </ac:spMkLst>
        </pc:spChg>
      </pc:sldChg>
      <pc:sldChg chg="modSp new mod">
        <pc:chgData name="Mohib Ullah" userId="a85b28ef-015c-444f-9a8b-a68f0710c0dd" providerId="ADAL" clId="{4940304A-E260-48BE-BE9A-92BCAD17AB9F}" dt="2026-02-08T20:31:48.772" v="821"/>
        <pc:sldMkLst>
          <pc:docMk/>
          <pc:sldMk cId="484265510" sldId="261"/>
        </pc:sldMkLst>
        <pc:spChg chg="mod">
          <ac:chgData name="Mohib Ullah" userId="a85b28ef-015c-444f-9a8b-a68f0710c0dd" providerId="ADAL" clId="{4940304A-E260-48BE-BE9A-92BCAD17AB9F}" dt="2026-02-08T20:31:48.772" v="821"/>
          <ac:spMkLst>
            <pc:docMk/>
            <pc:sldMk cId="484265510" sldId="261"/>
            <ac:spMk id="2" creationId="{6E70A4A4-7081-61F2-26D4-0FCA75E303AA}"/>
          </ac:spMkLst>
        </pc:spChg>
        <pc:spChg chg="mod">
          <ac:chgData name="Mohib Ullah" userId="a85b28ef-015c-444f-9a8b-a68f0710c0dd" providerId="ADAL" clId="{4940304A-E260-48BE-BE9A-92BCAD17AB9F}" dt="2026-02-08T20:31:33.386" v="819" actId="113"/>
          <ac:spMkLst>
            <pc:docMk/>
            <pc:sldMk cId="484265510" sldId="261"/>
            <ac:spMk id="3" creationId="{6D4EFE5C-740D-C437-1E79-CD9CF0F115DC}"/>
          </ac:spMkLst>
        </pc:spChg>
      </pc:sldChg>
      <pc:sldChg chg="modSp new mod">
        <pc:chgData name="Mohib Ullah" userId="a85b28ef-015c-444f-9a8b-a68f0710c0dd" providerId="ADAL" clId="{4940304A-E260-48BE-BE9A-92BCAD17AB9F}" dt="2026-02-12T07:08:48.242" v="1044" actId="21"/>
        <pc:sldMkLst>
          <pc:docMk/>
          <pc:sldMk cId="1291448562" sldId="262"/>
        </pc:sldMkLst>
        <pc:spChg chg="mod">
          <ac:chgData name="Mohib Ullah" userId="a85b28ef-015c-444f-9a8b-a68f0710c0dd" providerId="ADAL" clId="{4940304A-E260-48BE-BE9A-92BCAD17AB9F}" dt="2026-02-12T07:08:35.021" v="1039"/>
          <ac:spMkLst>
            <pc:docMk/>
            <pc:sldMk cId="1291448562" sldId="262"/>
            <ac:spMk id="2" creationId="{A5FD5868-D8D3-5CB9-8271-C7D493C53006}"/>
          </ac:spMkLst>
        </pc:spChg>
        <pc:spChg chg="mod">
          <ac:chgData name="Mohib Ullah" userId="a85b28ef-015c-444f-9a8b-a68f0710c0dd" providerId="ADAL" clId="{4940304A-E260-48BE-BE9A-92BCAD17AB9F}" dt="2026-02-12T07:08:48.242" v="1044" actId="21"/>
          <ac:spMkLst>
            <pc:docMk/>
            <pc:sldMk cId="1291448562" sldId="262"/>
            <ac:spMk id="3" creationId="{B1712151-544E-53B9-518D-3479D5F868A3}"/>
          </ac:spMkLst>
        </pc:spChg>
      </pc:sldChg>
      <pc:sldChg chg="modSp new mod">
        <pc:chgData name="Mohib Ullah" userId="a85b28ef-015c-444f-9a8b-a68f0710c0dd" providerId="ADAL" clId="{4940304A-E260-48BE-BE9A-92BCAD17AB9F}" dt="2026-02-22T19:48:41.578" v="1100"/>
        <pc:sldMkLst>
          <pc:docMk/>
          <pc:sldMk cId="3691140284" sldId="263"/>
        </pc:sldMkLst>
        <pc:spChg chg="mod">
          <ac:chgData name="Mohib Ullah" userId="a85b28ef-015c-444f-9a8b-a68f0710c0dd" providerId="ADAL" clId="{4940304A-E260-48BE-BE9A-92BCAD17AB9F}" dt="2026-02-22T19:48:41.578" v="1100"/>
          <ac:spMkLst>
            <pc:docMk/>
            <pc:sldMk cId="3691140284" sldId="263"/>
            <ac:spMk id="2" creationId="{3551D31C-B1EF-B1DB-498B-CAEFB2124F1E}"/>
          </ac:spMkLst>
        </pc:spChg>
        <pc:spChg chg="mod">
          <ac:chgData name="Mohib Ullah" userId="a85b28ef-015c-444f-9a8b-a68f0710c0dd" providerId="ADAL" clId="{4940304A-E260-48BE-BE9A-92BCAD17AB9F}" dt="2026-02-12T07:09:13.251" v="1050" actId="27636"/>
          <ac:spMkLst>
            <pc:docMk/>
            <pc:sldMk cId="3691140284" sldId="263"/>
            <ac:spMk id="3" creationId="{F5DEF81E-2D9B-D8CC-1BC2-7A9B84863E07}"/>
          </ac:spMkLst>
        </pc:spChg>
      </pc:sldChg>
      <pc:sldChg chg="modSp new mod">
        <pc:chgData name="Mohib Ullah" userId="a85b28ef-015c-444f-9a8b-a68f0710c0dd" providerId="ADAL" clId="{4940304A-E260-48BE-BE9A-92BCAD17AB9F}" dt="2026-02-26T09:21:42.122" v="1333" actId="20577"/>
        <pc:sldMkLst>
          <pc:docMk/>
          <pc:sldMk cId="2181724589" sldId="264"/>
        </pc:sldMkLst>
        <pc:spChg chg="mod">
          <ac:chgData name="Mohib Ullah" userId="a85b28ef-015c-444f-9a8b-a68f0710c0dd" providerId="ADAL" clId="{4940304A-E260-48BE-BE9A-92BCAD17AB9F}" dt="2026-02-22T19:49:02.731" v="1102"/>
          <ac:spMkLst>
            <pc:docMk/>
            <pc:sldMk cId="2181724589" sldId="264"/>
            <ac:spMk id="2" creationId="{519CB62D-DC18-921D-4A1B-3439229CF3FA}"/>
          </ac:spMkLst>
        </pc:spChg>
        <pc:spChg chg="mod">
          <ac:chgData name="Mohib Ullah" userId="a85b28ef-015c-444f-9a8b-a68f0710c0dd" providerId="ADAL" clId="{4940304A-E260-48BE-BE9A-92BCAD17AB9F}" dt="2026-02-26T09:21:42.122" v="1333" actId="20577"/>
          <ac:spMkLst>
            <pc:docMk/>
            <pc:sldMk cId="2181724589" sldId="264"/>
            <ac:spMk id="3" creationId="{02A1CBDC-46E3-D2BB-7B67-032F5AD4972A}"/>
          </ac:spMkLst>
        </pc:spChg>
      </pc:sldChg>
      <pc:sldChg chg="modSp add mod">
        <pc:chgData name="Mohib Ullah" userId="a85b28ef-015c-444f-9a8b-a68f0710c0dd" providerId="ADAL" clId="{4940304A-E260-48BE-BE9A-92BCAD17AB9F}" dt="2026-02-26T09:21:51.714" v="1337" actId="20577"/>
        <pc:sldMkLst>
          <pc:docMk/>
          <pc:sldMk cId="4146468226" sldId="265"/>
        </pc:sldMkLst>
        <pc:spChg chg="mod">
          <ac:chgData name="Mohib Ullah" userId="a85b28ef-015c-444f-9a8b-a68f0710c0dd" providerId="ADAL" clId="{4940304A-E260-48BE-BE9A-92BCAD17AB9F}" dt="2026-02-26T09:21:45.296" v="1334"/>
          <ac:spMkLst>
            <pc:docMk/>
            <pc:sldMk cId="4146468226" sldId="265"/>
            <ac:spMk id="2" creationId="{534DB352-9851-89BC-0B08-99390B14D1C2}"/>
          </ac:spMkLst>
        </pc:spChg>
        <pc:spChg chg="mod">
          <ac:chgData name="Mohib Ullah" userId="a85b28ef-015c-444f-9a8b-a68f0710c0dd" providerId="ADAL" clId="{4940304A-E260-48BE-BE9A-92BCAD17AB9F}" dt="2026-02-26T09:21:51.714" v="1337" actId="20577"/>
          <ac:spMkLst>
            <pc:docMk/>
            <pc:sldMk cId="4146468226" sldId="265"/>
            <ac:spMk id="3" creationId="{8F6C5322-DDB8-14D6-C294-4A320649FF99}"/>
          </ac:spMkLst>
        </pc:spChg>
      </pc:sldChg>
      <pc:sldChg chg="modSp new mod">
        <pc:chgData name="Mohib Ullah" userId="a85b28ef-015c-444f-9a8b-a68f0710c0dd" providerId="ADAL" clId="{4940304A-E260-48BE-BE9A-92BCAD17AB9F}" dt="2026-02-26T09:21:58.668" v="1339" actId="20577"/>
        <pc:sldMkLst>
          <pc:docMk/>
          <pc:sldMk cId="1395685803" sldId="266"/>
        </pc:sldMkLst>
        <pc:spChg chg="mod">
          <ac:chgData name="Mohib Ullah" userId="a85b28ef-015c-444f-9a8b-a68f0710c0dd" providerId="ADAL" clId="{4940304A-E260-48BE-BE9A-92BCAD17AB9F}" dt="2026-02-25T21:17:56.927" v="1223"/>
          <ac:spMkLst>
            <pc:docMk/>
            <pc:sldMk cId="1395685803" sldId="266"/>
            <ac:spMk id="2" creationId="{02CA8FF4-0CF8-83A6-2D70-516F2B8D198F}"/>
          </ac:spMkLst>
        </pc:spChg>
        <pc:spChg chg="mod">
          <ac:chgData name="Mohib Ullah" userId="a85b28ef-015c-444f-9a8b-a68f0710c0dd" providerId="ADAL" clId="{4940304A-E260-48BE-BE9A-92BCAD17AB9F}" dt="2026-02-26T09:21:58.668" v="1339" actId="20577"/>
          <ac:spMkLst>
            <pc:docMk/>
            <pc:sldMk cId="1395685803" sldId="266"/>
            <ac:spMk id="3" creationId="{7D374266-7357-D6E2-DD2F-842D36AD5C38}"/>
          </ac:spMkLst>
        </pc:spChg>
      </pc:sldChg>
      <pc:sldMasterChg chg="delSldLayout">
        <pc:chgData name="Mohib Ullah" userId="a85b28ef-015c-444f-9a8b-a68f0710c0dd" providerId="ADAL" clId="{4940304A-E260-48BE-BE9A-92BCAD17AB9F}" dt="2026-02-02T08:26:12.218" v="582" actId="47"/>
        <pc:sldMasterMkLst>
          <pc:docMk/>
          <pc:sldMasterMk cId="1156455350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8F-C8D7-4CC3-6128-E9C197D9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3FB55-7F14-53D4-937A-426CB1353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8B87-6330-1C4D-444E-71292E4B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85B26-5104-B6E1-D530-5BAAC432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83C0-4D51-7B2E-898E-3A52D414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0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5309-26E2-4899-56BF-FB661A0E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53556-05CC-6CFB-959F-C78D2832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4C799-6B2A-FC58-0883-C6245BF7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34B6-1ADD-F024-79CA-0D43DA05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37DD-BE8B-88E5-B77D-0335D32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3A63-58AE-B0EB-BFFB-3BEB5E34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BB22A-7B21-4889-5854-1A87EE9C3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90D4-F4CF-6A56-FAD9-1AF76DB1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6098-A51E-B721-641A-282405E4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2753-BE32-BAD3-3671-090AC5A6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54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87F-9335-797C-E439-3B6F868B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5C37-9F18-BB8D-999D-DFF52DD37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3B78-B530-C0AD-7C1B-8B92888A8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8DE3-247A-002C-1B59-8D763F66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3A4FD-9EFF-A610-6BAD-84D23255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EB7D-94FF-D9C5-5722-EA953822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7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74FA-E149-22E7-7809-84E178E9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8E23-2138-E0B1-DAE8-5D75C8A3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CC909-0599-4908-0554-CBFB734E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F2E0D-99D9-F027-AA77-6487A5550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4521B-7D49-7EAD-36D8-7CBAA6C9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55399-445C-5E73-9D35-ECFACF42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800B5-C883-C17F-E4F3-F152B82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7D684-BB9B-28C1-54C7-5EEFB4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1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5891-BAE0-A5F3-95D2-3605428A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0DDB8-74A1-9915-24B3-A0C9FB5A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8E4F7-FB74-3D16-5251-D9072394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5312B-F18B-49BE-C1CB-38FF366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75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BF4C1-AAFD-8FE1-6D38-E2449D9C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3610C-00AE-62AF-4BE2-8ABC097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61B68-17E3-DC9B-7A98-F3FD6176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8331-04AF-B9A0-FB07-C58F261A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BA6A-4B40-AEC2-53D4-99E30673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9DD1-9BE0-8DBF-71B6-E7A2592D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AB90-3E01-0458-BFBD-A9231FB8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3A13-8C40-B80F-4A02-AB02A4C5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1635-C579-57DA-76DC-94FE9908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1E55-1611-035A-D4E5-57EC327D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0D007-A46D-99AA-3C08-719ED232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B2289-BB18-1F5C-F2EB-6C2548040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E84F2-38C6-7D77-CBE6-BFA7B35E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7EE98-C457-2673-CD7F-3E9671E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8D879-EC7C-A753-3FEA-DCA9BF6F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19E-B000-2635-92B2-E2484091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DA1A3-B60E-216A-CFCB-5126AAEA3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03984-413B-885C-ADA3-8A3EA13E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47F7-B6C0-7D7C-91F1-6967BC25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EB12-D3BC-FE39-9B35-E71FB639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2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15A6-073A-5FAE-74BB-AD3B82D00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FB6C-4C5D-B75C-B8DE-18E50BA4F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50CA-2C26-A5AE-FC37-CB007D96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702F-EFCF-633F-754C-CF33BCF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FFA-8E9A-DEF6-99DB-3A3324C0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5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3B54C-B510-1806-5B5E-A955EAAE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7CF8-2F43-C500-B7F4-2F851D87F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ED31-F422-30B5-747D-77DF48690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8BBE7-E168-4DBE-A0D5-EBA28B0531CB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5A4F-FDA3-35C9-C5D7-BB98D226C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3DF5-2F7A-6D6C-0FAE-1C6895C1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45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5CBA-FD5D-2F94-D6A9-A644F626F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PGR216</a:t>
            </a:r>
            <a:br>
              <a:rPr lang="en-US"/>
            </a:br>
            <a:r>
              <a:rPr lang="en-US"/>
              <a:t>Recap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72B16-6253-6F43-9D27-E61E3494A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23 Feb 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1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877E-2975-7EEA-AF49-8427061F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941A-CCFC-302C-EE1B-ED6B77B3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Introduction to AI</a:t>
            </a:r>
          </a:p>
          <a:p>
            <a:r>
              <a:rPr lang="en-US"/>
              <a:t>Learning paradigm</a:t>
            </a:r>
          </a:p>
          <a:p>
            <a:pPr lvl="1"/>
            <a:r>
              <a:rPr lang="en-US"/>
              <a:t>Supervised learning</a:t>
            </a:r>
          </a:p>
          <a:p>
            <a:pPr lvl="2"/>
            <a:r>
              <a:rPr lang="en-GB"/>
              <a:t>Regression </a:t>
            </a:r>
          </a:p>
          <a:p>
            <a:pPr lvl="2"/>
            <a:r>
              <a:rPr lang="en-GB"/>
              <a:t>Classification</a:t>
            </a:r>
          </a:p>
          <a:p>
            <a:pPr lvl="1"/>
            <a:r>
              <a:rPr lang="en-GB"/>
              <a:t>Unsupervised learning</a:t>
            </a:r>
          </a:p>
          <a:p>
            <a:pPr lvl="1"/>
            <a:r>
              <a:rPr lang="en-GB"/>
              <a:t>Semi-supervised learning</a:t>
            </a:r>
          </a:p>
          <a:p>
            <a:pPr lvl="1"/>
            <a:r>
              <a:rPr lang="en-GB"/>
              <a:t>Weakly supervised learning</a:t>
            </a:r>
          </a:p>
          <a:p>
            <a:pPr lvl="1"/>
            <a:r>
              <a:rPr lang="en-GB"/>
              <a:t>Self learning</a:t>
            </a:r>
          </a:p>
          <a:p>
            <a:r>
              <a:rPr lang="en-GB"/>
              <a:t>Loss function</a:t>
            </a:r>
          </a:p>
          <a:p>
            <a:r>
              <a:rPr lang="en-GB"/>
              <a:t>Model Parameters</a:t>
            </a:r>
          </a:p>
          <a:p>
            <a:r>
              <a:rPr lang="en-GB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4732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EB1-6C52-DC70-6958-50904EB5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AB8C-8F69-171F-FE4A-35F2C13B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variate regression</a:t>
            </a:r>
          </a:p>
          <a:p>
            <a:endParaRPr lang="en-US"/>
          </a:p>
          <a:p>
            <a:r>
              <a:rPr lang="en-US"/>
              <a:t>Polynomial regression</a:t>
            </a:r>
          </a:p>
          <a:p>
            <a:endParaRPr lang="en-US"/>
          </a:p>
          <a:p>
            <a:r>
              <a:rPr lang="en-US"/>
              <a:t>Gradient decent algorithm</a:t>
            </a:r>
          </a:p>
          <a:p>
            <a:endParaRPr lang="en-US"/>
          </a:p>
          <a:p>
            <a:r>
              <a:rPr lang="en-US"/>
              <a:t>Feature scaling</a:t>
            </a:r>
          </a:p>
          <a:p>
            <a:endParaRPr lang="en-US"/>
          </a:p>
          <a:p>
            <a:r>
              <a:rPr lang="en-US"/>
              <a:t>Normalization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84A7-24BF-486E-8E6B-EDFC0FDE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5B81-5BDA-7DF2-D4AD-F228E6F6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Make variables numeric (feature encoding)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Label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One-hot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Ordinal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Binary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Target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Frequency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Hash encoding</a:t>
            </a:r>
          </a:p>
          <a:p>
            <a:pPr lvl="1"/>
            <a:endParaRPr lang="en-US"/>
          </a:p>
          <a:p>
            <a:endParaRPr lang="en-US"/>
          </a:p>
          <a:p>
            <a:r>
              <a:rPr lang="en-US"/>
              <a:t>Feature normalization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Min–Max scaling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Standardization (Z-score)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Robust scaling (median / IQR)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Log transform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Power transform (Box-Cox, Yeo-Johnson)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Unit vector normalization (L2) 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65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26AE-B3E4-0953-E4F9-7F30207F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ADFE-E164-7B73-CBC6-79B2935B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Quantitative evaluation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Qualitative evaluation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05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A4A4-7081-61F2-26D4-0FCA75E3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FE5C-740D-C437-1E79-CD9CF0F11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Classification in CS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Parametric AI models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26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5868-D8D3-5CB9-8271-C7D493C5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2151-544E-53B9-518D-3479D5F8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Coding example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4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D31C-B1EF-B1DB-498B-CAEFB212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EF81E-2D9B-D8CC-1BC2-7A9B84863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class classification</a:t>
            </a:r>
          </a:p>
          <a:p>
            <a:endParaRPr lang="en-US"/>
          </a:p>
          <a:p>
            <a:r>
              <a:rPr lang="en-US"/>
              <a:t>One VS All/rest</a:t>
            </a:r>
          </a:p>
          <a:p>
            <a:endParaRPr lang="en-US"/>
          </a:p>
          <a:p>
            <a:r>
              <a:rPr lang="en-US"/>
              <a:t>One VS One</a:t>
            </a:r>
          </a:p>
          <a:p>
            <a:endParaRPr lang="en-US"/>
          </a:p>
          <a:p>
            <a:r>
              <a:rPr lang="en-US"/>
              <a:t>Multinomial AI model</a:t>
            </a:r>
          </a:p>
          <a:p>
            <a:endParaRPr lang="en-US"/>
          </a:p>
          <a:p>
            <a:r>
              <a:rPr lang="en-GB"/>
              <a:t>Coding example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14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B62D-DC18-921D-4A1B-3439229C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CBDC-46E3-D2BB-7B67-032F5AD49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Parametric AI models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Non-parametric Models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2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5463-3998-3F16-2B49-8249619C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B352-9851-89BC-0B08-99390B14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C5322-DDB8-14D6-C294-4A320649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KNN classifier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Distance metrics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Bias-variance tradeoff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46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8FF4-0CF8-83A6-2D70-516F2B8D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for today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4266-7357-D6E2-DD2F-842D36AD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Training Vs Testing Vs Validation sets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Regularization in AI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Regularization in context of Bias – Variance tradeoff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68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181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PGR216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Agenda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Mohib Ullah</dc:creator>
  <cp:lastModifiedBy>Mohib Ullah</cp:lastModifiedBy>
  <cp:revision>1</cp:revision>
  <dcterms:created xsi:type="dcterms:W3CDTF">2026-01-26T08:43:28Z</dcterms:created>
  <dcterms:modified xsi:type="dcterms:W3CDTF">2026-02-26T09:22:02Z</dcterms:modified>
</cp:coreProperties>
</file>