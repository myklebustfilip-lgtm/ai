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5FD6A6-A8B6-4CC8-9296-6C3CB51C9DA0}" v="3" dt="2026-02-04T21:02:52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2-05T06:04:19.516" v="815" actId="20577"/>
      <pc:docMkLst>
        <pc:docMk/>
      </pc:docMkLst>
      <pc:sldChg chg="modSp new mod">
        <pc:chgData name="Mohib Ullah" userId="a85b28ef-015c-444f-9a8b-a68f0710c0dd" providerId="ADAL" clId="{4940304A-E260-48BE-BE9A-92BCAD17AB9F}" dt="2026-02-05T06:04:19.516" v="815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1-26T08:47:27.720" v="441" actId="21"/>
          <ac:spMkLst>
            <pc:docMk/>
            <pc:sldMk cId="3989919655" sldId="256"/>
            <ac:spMk id="2" creationId="{7FF05CBA-FD5D-2F94-D6A9-A644F626FAC3}"/>
          </ac:spMkLst>
        </pc:spChg>
        <pc:spChg chg="mod">
          <ac:chgData name="Mohib Ullah" userId="a85b28ef-015c-444f-9a8b-a68f0710c0dd" providerId="ADAL" clId="{4940304A-E260-48BE-BE9A-92BCAD17AB9F}" dt="2026-02-05T06:04:19.516" v="815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1-26T08:46:14.347" v="440" actId="20577"/>
        <pc:sldMkLst>
          <pc:docMk/>
          <pc:sldMk cId="347325617" sldId="257"/>
        </pc:sldMkLst>
        <pc:spChg chg="mod">
          <ac:chgData name="Mohib Ullah" userId="a85b28ef-015c-444f-9a8b-a68f0710c0dd" providerId="ADAL" clId="{4940304A-E260-48BE-BE9A-92BCAD17AB9F}" dt="2026-01-26T08:44:51.284" v="183" actId="20577"/>
          <ac:spMkLst>
            <pc:docMk/>
            <pc:sldMk cId="347325617" sldId="257"/>
            <ac:spMk id="2" creationId="{82B7877E-2975-7EEA-AF49-8427061F9F7C}"/>
          </ac:spMkLst>
        </pc:spChg>
        <pc:spChg chg="mod">
          <ac:chgData name="Mohib Ullah" userId="a85b28ef-015c-444f-9a8b-a68f0710c0dd" providerId="ADAL" clId="{4940304A-E260-48BE-BE9A-92BCAD17AB9F}" dt="2026-01-26T08:46:14.347" v="440" actId="20577"/>
          <ac:spMkLst>
            <pc:docMk/>
            <pc:sldMk cId="347325617" sldId="257"/>
            <ac:spMk id="3" creationId="{6CFC941A-CCFC-302C-EE1B-ED6B77B3F438}"/>
          </ac:spMkLst>
        </pc:spChg>
      </pc:sldChg>
      <pc:sldChg chg="modSp new mod">
        <pc:chgData name="Mohib Ullah" userId="a85b28ef-015c-444f-9a8b-a68f0710c0dd" providerId="ADAL" clId="{4940304A-E260-48BE-BE9A-92BCAD17AB9F}" dt="2026-01-29T06:15:38.644" v="445"/>
        <pc:sldMkLst>
          <pc:docMk/>
          <pc:sldMk cId="551292798" sldId="258"/>
        </pc:sldMkLst>
        <pc:spChg chg="mod">
          <ac:chgData name="Mohib Ullah" userId="a85b28ef-015c-444f-9a8b-a68f0710c0dd" providerId="ADAL" clId="{4940304A-E260-48BE-BE9A-92BCAD17AB9F}" dt="2026-01-29T06:15:38.644" v="445"/>
          <ac:spMkLst>
            <pc:docMk/>
            <pc:sldMk cId="551292798" sldId="258"/>
            <ac:spMk id="2" creationId="{98FB0EB1-6C52-DC70-6958-50904EB523E6}"/>
          </ac:spMkLst>
        </pc:spChg>
        <pc:spChg chg="mod">
          <ac:chgData name="Mohib Ullah" userId="a85b28ef-015c-444f-9a8b-a68f0710c0dd" providerId="ADAL" clId="{4940304A-E260-48BE-BE9A-92BCAD17AB9F}" dt="2026-01-26T08:44:38.365" v="170" actId="27636"/>
          <ac:spMkLst>
            <pc:docMk/>
            <pc:sldMk cId="551292798" sldId="258"/>
            <ac:spMk id="3" creationId="{4572AB8C-8F69-171F-FE4A-35F2C13BD32E}"/>
          </ac:spMkLst>
        </pc:spChg>
      </pc:sldChg>
      <pc:sldChg chg="modSp new mod">
        <pc:chgData name="Mohib Ullah" userId="a85b28ef-015c-444f-9a8b-a68f0710c0dd" providerId="ADAL" clId="{4940304A-E260-48BE-BE9A-92BCAD17AB9F}" dt="2026-02-02T08:25:55.007" v="581"/>
        <pc:sldMkLst>
          <pc:docMk/>
          <pc:sldMk cId="1275659171" sldId="259"/>
        </pc:sldMkLst>
        <pc:spChg chg="mod">
          <ac:chgData name="Mohib Ullah" userId="a85b28ef-015c-444f-9a8b-a68f0710c0dd" providerId="ADAL" clId="{4940304A-E260-48BE-BE9A-92BCAD17AB9F}" dt="2026-02-02T08:25:55.007" v="581"/>
          <ac:spMkLst>
            <pc:docMk/>
            <pc:sldMk cId="1275659171" sldId="259"/>
            <ac:spMk id="2" creationId="{D5CF84A7-24BF-486E-8E6B-EDFC0FDED105}"/>
          </ac:spMkLst>
        </pc:spChg>
        <pc:spChg chg="mod">
          <ac:chgData name="Mohib Ullah" userId="a85b28ef-015c-444f-9a8b-a68f0710c0dd" providerId="ADAL" clId="{4940304A-E260-48BE-BE9A-92BCAD17AB9F}" dt="2026-01-29T06:17:18.194" v="502" actId="27636"/>
          <ac:spMkLst>
            <pc:docMk/>
            <pc:sldMk cId="1275659171" sldId="259"/>
            <ac:spMk id="3" creationId="{69C85B81-5BDA-7DF2-D4AD-F228E6F6145F}"/>
          </ac:spMkLst>
        </pc:spChg>
      </pc:sldChg>
      <pc:sldChg chg="modSp new mod">
        <pc:chgData name="Mohib Ullah" userId="a85b28ef-015c-444f-9a8b-a68f0710c0dd" providerId="ADAL" clId="{4940304A-E260-48BE-BE9A-92BCAD17AB9F}" dt="2026-02-04T21:02:31.633" v="762"/>
        <pc:sldMkLst>
          <pc:docMk/>
          <pc:sldMk cId="3994055775" sldId="260"/>
        </pc:sldMkLst>
        <pc:spChg chg="mod">
          <ac:chgData name="Mohib Ullah" userId="a85b28ef-015c-444f-9a8b-a68f0710c0dd" providerId="ADAL" clId="{4940304A-E260-48BE-BE9A-92BCAD17AB9F}" dt="2026-02-04T21:02:31.633" v="762"/>
          <ac:spMkLst>
            <pc:docMk/>
            <pc:sldMk cId="3994055775" sldId="260"/>
            <ac:spMk id="2" creationId="{19C926AE-B3E4-0953-E4F9-7F30207F58C1}"/>
          </ac:spMkLst>
        </pc:spChg>
        <pc:spChg chg="mod">
          <ac:chgData name="Mohib Ullah" userId="a85b28ef-015c-444f-9a8b-a68f0710c0dd" providerId="ADAL" clId="{4940304A-E260-48BE-BE9A-92BCAD17AB9F}" dt="2026-01-29T06:18:52.884" v="580" actId="20577"/>
          <ac:spMkLst>
            <pc:docMk/>
            <pc:sldMk cId="3994055775" sldId="260"/>
            <ac:spMk id="3" creationId="{EF07ADFE-E164-7B73-CBC6-79B2935BAC94}"/>
          </ac:spMkLst>
        </pc:spChg>
      </pc:sldChg>
      <pc:sldChg chg="modSp new mod">
        <pc:chgData name="Mohib Ullah" userId="a85b28ef-015c-444f-9a8b-a68f0710c0dd" providerId="ADAL" clId="{4940304A-E260-48BE-BE9A-92BCAD17AB9F}" dt="2026-02-04T21:03:18.929" v="813" actId="113"/>
        <pc:sldMkLst>
          <pc:docMk/>
          <pc:sldMk cId="484265510" sldId="261"/>
        </pc:sldMkLst>
        <pc:spChg chg="mod">
          <ac:chgData name="Mohib Ullah" userId="a85b28ef-015c-444f-9a8b-a68f0710c0dd" providerId="ADAL" clId="{4940304A-E260-48BE-BE9A-92BCAD17AB9F}" dt="2026-02-04T21:03:15.990" v="812" actId="20577"/>
          <ac:spMkLst>
            <pc:docMk/>
            <pc:sldMk cId="484265510" sldId="261"/>
            <ac:spMk id="2" creationId="{6E70A4A4-7081-61F2-26D4-0FCA75E303AA}"/>
          </ac:spMkLst>
        </pc:spChg>
        <pc:spChg chg="mod">
          <ac:chgData name="Mohib Ullah" userId="a85b28ef-015c-444f-9a8b-a68f0710c0dd" providerId="ADAL" clId="{4940304A-E260-48BE-BE9A-92BCAD17AB9F}" dt="2026-02-04T21:03:18.929" v="813" actId="113"/>
          <ac:spMkLst>
            <pc:docMk/>
            <pc:sldMk cId="484265510" sldId="261"/>
            <ac:spMk id="3" creationId="{6D4EFE5C-740D-C437-1E79-CD9CF0F115DC}"/>
          </ac:spMkLst>
        </pc:spChg>
      </pc:sldChg>
      <pc:sldChg chg="modSp new mod">
        <pc:chgData name="Mohib Ullah" userId="a85b28ef-015c-444f-9a8b-a68f0710c0dd" providerId="ADAL" clId="{4940304A-E260-48BE-BE9A-92BCAD17AB9F}" dt="2026-02-04T21:03:03.659" v="798" actId="20577"/>
        <pc:sldMkLst>
          <pc:docMk/>
          <pc:sldMk cId="1291448562" sldId="262"/>
        </pc:sldMkLst>
        <pc:spChg chg="mod">
          <ac:chgData name="Mohib Ullah" userId="a85b28ef-015c-444f-9a8b-a68f0710c0dd" providerId="ADAL" clId="{4940304A-E260-48BE-BE9A-92BCAD17AB9F}" dt="2026-02-04T21:02:43.643" v="764"/>
          <ac:spMkLst>
            <pc:docMk/>
            <pc:sldMk cId="1291448562" sldId="262"/>
            <ac:spMk id="2" creationId="{A5FD5868-D8D3-5CB9-8271-C7D493C53006}"/>
          </ac:spMkLst>
        </pc:spChg>
        <pc:spChg chg="mod">
          <ac:chgData name="Mohib Ullah" userId="a85b28ef-015c-444f-9a8b-a68f0710c0dd" providerId="ADAL" clId="{4940304A-E260-48BE-BE9A-92BCAD17AB9F}" dt="2026-02-04T21:03:03.659" v="798" actId="20577"/>
          <ac:spMkLst>
            <pc:docMk/>
            <pc:sldMk cId="1291448562" sldId="262"/>
            <ac:spMk id="3" creationId="{B1712151-544E-53B9-518D-3479D5F868A3}"/>
          </ac:spMkLst>
        </pc:spChg>
      </pc:sldChg>
      <pc:sldMasterChg chg="delSldLayout">
        <pc:chgData name="Mohib Ullah" userId="a85b28ef-015c-444f-9a8b-a68f0710c0dd" providerId="ADAL" clId="{4940304A-E260-48BE-BE9A-92BCAD17AB9F}" dt="2026-02-02T08:26:12.218" v="582" actId="47"/>
        <pc:sldMasterMkLst>
          <pc:docMk/>
          <pc:sldMasterMk cId="1156455350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05 Feb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Lecture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Classification in 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5868-D8D3-5CB9-8271-C7D493C5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2151-544E-53B9-518D-3479D5F8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US"/>
          </a:p>
          <a:p>
            <a:r>
              <a:rPr lang="en-US"/>
              <a:t>Class discussion</a:t>
            </a:r>
          </a:p>
          <a:p>
            <a:endParaRPr lang="en-US"/>
          </a:p>
          <a:p>
            <a:r>
              <a:rPr lang="en-US"/>
              <a:t>Kahoot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4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133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Generic Recap</vt:lpstr>
      <vt:lpstr>Last Lecture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2026-02-05T06:04:21Z</dcterms:modified>
</cp:coreProperties>
</file>