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15B6E0-8288-4AFC-A6A0-F161C6DE3177}" v="1" dt="2026-01-26T08:47:28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b Ullah" userId="a85b28ef-015c-444f-9a8b-a68f0710c0dd" providerId="ADAL" clId="{4940304A-E260-48BE-BE9A-92BCAD17AB9F}"/>
    <pc:docChg chg="custSel addSld modSld">
      <pc:chgData name="Mohib Ullah" userId="a85b28ef-015c-444f-9a8b-a68f0710c0dd" providerId="ADAL" clId="{4940304A-E260-48BE-BE9A-92BCAD17AB9F}" dt="2026-01-26T08:47:28.732" v="442"/>
      <pc:docMkLst>
        <pc:docMk/>
      </pc:docMkLst>
      <pc:sldChg chg="modSp new mod">
        <pc:chgData name="Mohib Ullah" userId="a85b28ef-015c-444f-9a8b-a68f0710c0dd" providerId="ADAL" clId="{4940304A-E260-48BE-BE9A-92BCAD17AB9F}" dt="2026-01-26T08:47:28.732" v="442"/>
        <pc:sldMkLst>
          <pc:docMk/>
          <pc:sldMk cId="3989919655" sldId="256"/>
        </pc:sldMkLst>
        <pc:spChg chg="mod">
          <ac:chgData name="Mohib Ullah" userId="a85b28ef-015c-444f-9a8b-a68f0710c0dd" providerId="ADAL" clId="{4940304A-E260-48BE-BE9A-92BCAD17AB9F}" dt="2026-01-26T08:47:27.720" v="441" actId="21"/>
          <ac:spMkLst>
            <pc:docMk/>
            <pc:sldMk cId="3989919655" sldId="256"/>
            <ac:spMk id="2" creationId="{7FF05CBA-FD5D-2F94-D6A9-A644F626FAC3}"/>
          </ac:spMkLst>
        </pc:spChg>
        <pc:spChg chg="mod">
          <ac:chgData name="Mohib Ullah" userId="a85b28ef-015c-444f-9a8b-a68f0710c0dd" providerId="ADAL" clId="{4940304A-E260-48BE-BE9A-92BCAD17AB9F}" dt="2026-01-26T08:47:28.732" v="442"/>
          <ac:spMkLst>
            <pc:docMk/>
            <pc:sldMk cId="3989919655" sldId="256"/>
            <ac:spMk id="3" creationId="{5FD72B16-6253-6F43-9D27-E61E3494A39C}"/>
          </ac:spMkLst>
        </pc:spChg>
      </pc:sldChg>
      <pc:sldChg chg="modSp new mod">
        <pc:chgData name="Mohib Ullah" userId="a85b28ef-015c-444f-9a8b-a68f0710c0dd" providerId="ADAL" clId="{4940304A-E260-48BE-BE9A-92BCAD17AB9F}" dt="2026-01-26T08:46:14.347" v="440" actId="20577"/>
        <pc:sldMkLst>
          <pc:docMk/>
          <pc:sldMk cId="347325617" sldId="257"/>
        </pc:sldMkLst>
        <pc:spChg chg="mod">
          <ac:chgData name="Mohib Ullah" userId="a85b28ef-015c-444f-9a8b-a68f0710c0dd" providerId="ADAL" clId="{4940304A-E260-48BE-BE9A-92BCAD17AB9F}" dt="2026-01-26T08:44:51.284" v="183" actId="20577"/>
          <ac:spMkLst>
            <pc:docMk/>
            <pc:sldMk cId="347325617" sldId="257"/>
            <ac:spMk id="2" creationId="{82B7877E-2975-7EEA-AF49-8427061F9F7C}"/>
          </ac:spMkLst>
        </pc:spChg>
        <pc:spChg chg="mod">
          <ac:chgData name="Mohib Ullah" userId="a85b28ef-015c-444f-9a8b-a68f0710c0dd" providerId="ADAL" clId="{4940304A-E260-48BE-BE9A-92BCAD17AB9F}" dt="2026-01-26T08:46:14.347" v="440" actId="20577"/>
          <ac:spMkLst>
            <pc:docMk/>
            <pc:sldMk cId="347325617" sldId="257"/>
            <ac:spMk id="3" creationId="{6CFC941A-CCFC-302C-EE1B-ED6B77B3F438}"/>
          </ac:spMkLst>
        </pc:spChg>
      </pc:sldChg>
      <pc:sldChg chg="modSp new mod">
        <pc:chgData name="Mohib Ullah" userId="a85b28ef-015c-444f-9a8b-a68f0710c0dd" providerId="ADAL" clId="{4940304A-E260-48BE-BE9A-92BCAD17AB9F}" dt="2026-01-26T08:44:38.365" v="170" actId="27636"/>
        <pc:sldMkLst>
          <pc:docMk/>
          <pc:sldMk cId="551292798" sldId="258"/>
        </pc:sldMkLst>
        <pc:spChg chg="mod">
          <ac:chgData name="Mohib Ullah" userId="a85b28ef-015c-444f-9a8b-a68f0710c0dd" providerId="ADAL" clId="{4940304A-E260-48BE-BE9A-92BCAD17AB9F}" dt="2026-01-26T08:44:00.371" v="52" actId="20577"/>
          <ac:spMkLst>
            <pc:docMk/>
            <pc:sldMk cId="551292798" sldId="258"/>
            <ac:spMk id="2" creationId="{98FB0EB1-6C52-DC70-6958-50904EB523E6}"/>
          </ac:spMkLst>
        </pc:spChg>
        <pc:spChg chg="mod">
          <ac:chgData name="Mohib Ullah" userId="a85b28ef-015c-444f-9a8b-a68f0710c0dd" providerId="ADAL" clId="{4940304A-E260-48BE-BE9A-92BCAD17AB9F}" dt="2026-01-26T08:44:38.365" v="170" actId="27636"/>
          <ac:spMkLst>
            <pc:docMk/>
            <pc:sldMk cId="551292798" sldId="258"/>
            <ac:spMk id="3" creationId="{4572AB8C-8F69-171F-FE4A-35F2C13BD32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CBD8F-C8D7-4CC3-6128-E9C197D9F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3FB55-7F14-53D4-937A-426CB1353F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C8B87-6330-1C4D-444E-71292E4B5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85B26-5104-B6E1-D530-5BAAC432E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983C0-4D51-7B2E-898E-3A52D414F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201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A5309-26E2-4899-56BF-FB661A0E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53556-05CC-6CFB-959F-C78D28320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4C799-6B2A-FC58-0883-C6245BF7F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634B6-1ADD-F024-79CA-0D43DA05E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F37DD-BE8B-88E5-B77D-0335D328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265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E3A63-58AE-B0EB-BFFB-3BEB5E349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BB22A-7B21-4889-5854-1A87EE9C3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190D4-F4CF-6A56-FAD9-1AF76DB1A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6098-A51E-B721-641A-282405E4E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02753-BE32-BAD3-3671-090AC5A6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9548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3387F-9335-797C-E439-3B6F868B5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A5C37-9F18-BB8D-999D-DFF52DD37E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A3B78-B530-C0AD-7C1B-8B92888A8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08DE3-247A-002C-1B59-8D763F665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3A4FD-9EFF-A610-6BAD-84D232556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4EB7D-94FF-D9C5-5722-EA9538228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758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474FA-E149-22E7-7809-84E178E92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18E23-2138-E0B1-DAE8-5D75C8A30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CC909-0599-4908-0554-CBFB734E4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EF2E0D-99D9-F027-AA77-6487A5550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A4521B-7D49-7EAD-36D8-7CBAA6C94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955399-445C-5E73-9D35-ECFACF42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9800B5-C883-C17F-E4F3-F152B824F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17D684-BB9B-28C1-54C7-5EEFB4D11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150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95891-BAE0-A5F3-95D2-3605428AD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70DDB8-74A1-9915-24B3-A0C9FB5A6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B8E4F7-FB74-3D16-5251-D9072394A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5312B-F18B-49BE-C1CB-38FF366E3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756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BF4C1-AAFD-8FE1-6D38-E2449D9CA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E3610C-00AE-62AF-4BE2-8ABC097F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61B68-17E3-DC9B-7A98-F3FD6176B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839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28331-04AF-B9A0-FB07-C58F261AB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3BA6A-4B40-AEC2-53D4-99E30673D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29DD1-9BE0-8DBF-71B6-E7A2592D0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0AB90-3E01-0458-BFBD-A9231FB8B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D3A13-8C40-B80F-4A02-AB02A4C5B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B1635-C579-57DA-76DC-94FE99082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066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41E55-1611-035A-D4E5-57EC327D6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10D007-A46D-99AA-3C08-719ED23298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B2289-BB18-1F5C-F2EB-6C2548040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E84F2-38C6-7D77-CBE6-BFA7B35E2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7EE98-C457-2673-CD7F-3E9671E72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48D879-EC7C-A753-3FEA-DCA9BF6F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868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B319E-B000-2635-92B2-E24840918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DA1A3-B60E-216A-CFCB-5126AAEA3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03984-413B-885C-ADA3-8A3EA13E7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E47F7-B6C0-7D7C-91F1-6967BC25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9EB12-D3BC-FE39-9B35-E71FB6396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525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8E15A6-073A-5FAE-74BB-AD3B82D00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9FB6C-4C5D-B75C-B8DE-18E50BA4F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F50CA-2C26-A5AE-FC37-CB007D963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4702F-EFCF-633F-754C-CF33BCF64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42FFA-8E9A-DEF6-99DB-3A3324C0F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959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43B54C-B510-1806-5B5E-A955EAAE2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57CF8-2F43-C500-B7F4-2F851D87F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BED31-F422-30B5-747D-77DF486901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8BBE7-E168-4DBE-A0D5-EBA28B0531C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35A4F-FDA3-35C9-C5D7-BB98D226CA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A3DF5-2F7A-6D6C-0FAE-1C6895C13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455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05CBA-FD5D-2F94-D6A9-A644F626FA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PGR216</a:t>
            </a:r>
            <a:br>
              <a:rPr lang="en-US"/>
            </a:br>
            <a:r>
              <a:rPr lang="en-US"/>
              <a:t>Recap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D72B16-6253-6F43-9D27-E61E3494A3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26 Jan 2026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9919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7877E-2975-7EEA-AF49-8427061F9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C941A-CCFC-302C-EE1B-ED6B77B3F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Introduction to AI</a:t>
            </a:r>
          </a:p>
          <a:p>
            <a:r>
              <a:rPr lang="en-US"/>
              <a:t>Learning paradigm</a:t>
            </a:r>
          </a:p>
          <a:p>
            <a:pPr lvl="1"/>
            <a:r>
              <a:rPr lang="en-US"/>
              <a:t>Supervised learning</a:t>
            </a:r>
          </a:p>
          <a:p>
            <a:pPr lvl="2"/>
            <a:r>
              <a:rPr lang="en-GB"/>
              <a:t>Regression </a:t>
            </a:r>
          </a:p>
          <a:p>
            <a:pPr lvl="2"/>
            <a:r>
              <a:rPr lang="en-GB"/>
              <a:t>Classification</a:t>
            </a:r>
          </a:p>
          <a:p>
            <a:pPr lvl="1"/>
            <a:r>
              <a:rPr lang="en-GB"/>
              <a:t>Unsupervised learning</a:t>
            </a:r>
          </a:p>
          <a:p>
            <a:pPr lvl="1"/>
            <a:r>
              <a:rPr lang="en-GB"/>
              <a:t>Semi-supervised learning</a:t>
            </a:r>
          </a:p>
          <a:p>
            <a:pPr lvl="1"/>
            <a:r>
              <a:rPr lang="en-GB"/>
              <a:t>Weakly supervised learning</a:t>
            </a:r>
          </a:p>
          <a:p>
            <a:pPr lvl="1"/>
            <a:r>
              <a:rPr lang="en-GB"/>
              <a:t>Self learning</a:t>
            </a:r>
          </a:p>
          <a:p>
            <a:r>
              <a:rPr lang="en-GB"/>
              <a:t>Loss function</a:t>
            </a:r>
          </a:p>
          <a:p>
            <a:r>
              <a:rPr lang="en-GB"/>
              <a:t>Model Parameters</a:t>
            </a:r>
          </a:p>
          <a:p>
            <a:r>
              <a:rPr lang="en-GB"/>
              <a:t>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347325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B0EB1-6C52-DC70-6958-50904EB52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Last lecture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2AB8C-8F69-171F-FE4A-35F2C13BD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Multi variate regression</a:t>
            </a:r>
          </a:p>
          <a:p>
            <a:endParaRPr lang="en-US"/>
          </a:p>
          <a:p>
            <a:r>
              <a:rPr lang="en-US"/>
              <a:t>Polynomial regression</a:t>
            </a:r>
          </a:p>
          <a:p>
            <a:endParaRPr lang="en-US"/>
          </a:p>
          <a:p>
            <a:r>
              <a:rPr lang="en-US"/>
              <a:t>Gradient decent algorithm</a:t>
            </a:r>
          </a:p>
          <a:p>
            <a:endParaRPr lang="en-US"/>
          </a:p>
          <a:p>
            <a:r>
              <a:rPr lang="en-US"/>
              <a:t>Feature scaling</a:t>
            </a:r>
          </a:p>
          <a:p>
            <a:endParaRPr lang="en-US"/>
          </a:p>
          <a:p>
            <a:r>
              <a:rPr lang="en-US"/>
              <a:t>Normalization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292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45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PGR216 Recap</vt:lpstr>
      <vt:lpstr>Generic Recap</vt:lpstr>
      <vt:lpstr>Last lecture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Mohib Ullah</dc:creator>
  <cp:lastModifiedBy>Mohib Ullah</cp:lastModifiedBy>
  <cp:revision>1</cp:revision>
  <dcterms:created xsi:type="dcterms:W3CDTF">2026-01-26T08:43:28Z</dcterms:created>
  <dcterms:modified xsi:type="dcterms:W3CDTF">2026-01-26T08:47:29Z</dcterms:modified>
</cp:coreProperties>
</file>